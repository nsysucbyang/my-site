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310" r:id="rId4"/>
    <p:sldId id="274" r:id="rId5"/>
    <p:sldId id="316" r:id="rId6"/>
    <p:sldId id="314" r:id="rId7"/>
    <p:sldId id="312" r:id="rId8"/>
    <p:sldId id="315" r:id="rId9"/>
    <p:sldId id="31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979FA2-9941-4623-80F9-311482443F51}" v="36" dt="2020-11-10T07:31:58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郁儒 廖" userId="189a1d031aa848d3" providerId="LiveId" clId="{0734EAEE-AFB4-4B8E-8288-432812E7B4D5}"/>
    <pc:docChg chg="undo custSel addSld delSld modSld sldOrd">
      <pc:chgData name="郁儒 廖" userId="189a1d031aa848d3" providerId="LiveId" clId="{0734EAEE-AFB4-4B8E-8288-432812E7B4D5}" dt="2020-09-24T15:01:04.801" v="1657" actId="1076"/>
      <pc:docMkLst>
        <pc:docMk/>
      </pc:docMkLst>
      <pc:sldChg chg="modSp mod ord">
        <pc:chgData name="郁儒 廖" userId="189a1d031aa848d3" providerId="LiveId" clId="{0734EAEE-AFB4-4B8E-8288-432812E7B4D5}" dt="2020-09-24T14:51:38.595" v="1323"/>
        <pc:sldMkLst>
          <pc:docMk/>
          <pc:sldMk cId="3379035868" sldId="257"/>
        </pc:sldMkLst>
        <pc:spChg chg="mod">
          <ac:chgData name="郁儒 廖" userId="189a1d031aa848d3" providerId="LiveId" clId="{0734EAEE-AFB4-4B8E-8288-432812E7B4D5}" dt="2020-09-24T14:51:36.292" v="1321" actId="27636"/>
          <ac:spMkLst>
            <pc:docMk/>
            <pc:sldMk cId="3379035868" sldId="257"/>
            <ac:spMk id="2" creationId="{1872FEBF-0A2A-4888-810A-AAB14024E091}"/>
          </ac:spMkLst>
        </pc:spChg>
      </pc:sldChg>
      <pc:sldChg chg="modSp mod">
        <pc:chgData name="郁儒 廖" userId="189a1d031aa848d3" providerId="LiveId" clId="{0734EAEE-AFB4-4B8E-8288-432812E7B4D5}" dt="2020-09-24T14:50:50.027" v="1283"/>
        <pc:sldMkLst>
          <pc:docMk/>
          <pc:sldMk cId="2759903336" sldId="258"/>
        </pc:sldMkLst>
        <pc:spChg chg="mod">
          <ac:chgData name="郁儒 廖" userId="189a1d031aa848d3" providerId="LiveId" clId="{0734EAEE-AFB4-4B8E-8288-432812E7B4D5}" dt="2020-09-24T14:50:50.027" v="1283"/>
          <ac:spMkLst>
            <pc:docMk/>
            <pc:sldMk cId="2759903336" sldId="258"/>
            <ac:spMk id="2" creationId="{1872FEBF-0A2A-4888-810A-AAB14024E091}"/>
          </ac:spMkLst>
        </pc:spChg>
      </pc:sldChg>
      <pc:sldChg chg="del">
        <pc:chgData name="郁儒 廖" userId="189a1d031aa848d3" providerId="LiveId" clId="{0734EAEE-AFB4-4B8E-8288-432812E7B4D5}" dt="2020-09-24T14:52:36.736" v="1449" actId="47"/>
        <pc:sldMkLst>
          <pc:docMk/>
          <pc:sldMk cId="3782209421" sldId="259"/>
        </pc:sldMkLst>
      </pc:sldChg>
      <pc:sldChg chg="addSp modSp mod ord">
        <pc:chgData name="郁儒 廖" userId="189a1d031aa848d3" providerId="LiveId" clId="{0734EAEE-AFB4-4B8E-8288-432812E7B4D5}" dt="2020-09-24T14:52:30.974" v="1448" actId="1036"/>
        <pc:sldMkLst>
          <pc:docMk/>
          <pc:sldMk cId="346677093" sldId="260"/>
        </pc:sldMkLst>
        <pc:spChg chg="mod">
          <ac:chgData name="郁儒 廖" userId="189a1d031aa848d3" providerId="LiveId" clId="{0734EAEE-AFB4-4B8E-8288-432812E7B4D5}" dt="2020-09-24T14:52:10.351" v="1384" actId="20577"/>
          <ac:spMkLst>
            <pc:docMk/>
            <pc:sldMk cId="346677093" sldId="260"/>
            <ac:spMk id="2" creationId="{1872FEBF-0A2A-4888-810A-AAB14024E091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3" creationId="{65FEF795-19CF-431C-9483-D97653F318E6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9" creationId="{D392C30F-211C-4F7A-AC32-CB16C12DCA05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2" creationId="{691A34FD-731C-4614-ABEC-80AE3D5135AA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5" creationId="{7E0F79A7-2F6B-46F7-9C83-3E60D86973AF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8" creationId="{8747F526-C573-47E5-9D1A-5D912AE2BAD3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21" creationId="{7AC9C2C7-FD37-401B-9326-2E87B8888681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24" creationId="{B4B9A533-F6DF-4FD3-9D90-5FF756D9D63B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27" creationId="{98693612-F9C3-40DA-81FE-1C070AD69217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30" creationId="{C77412D6-80B3-45CB-A09C-8DB94EE50301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46" creationId="{7F2204A8-F1AA-45DF-A318-D84A989CDED0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48" creationId="{EFC49FEC-2B10-4B4D-8F34-1950F1773413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52" creationId="{7E5F02A9-E104-483B-8602-F628465D4CDE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54" creationId="{0692952B-042A-4213-89E7-AD657E370341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58" creationId="{13CA01FF-F90A-4C0B-ABC3-E314E318F514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64" creationId="{2044AA97-CBB8-48EE-B50A-B82890FB586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65" creationId="{8FC47E26-A415-41CE-90DC-D89BB17CF228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66" creationId="{217B3D92-7E0E-4B36-BF1B-03E89D3A5187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68" creationId="{F896B2A2-0083-416B-AE0E-4FA43A03417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70" creationId="{F9E8C7EC-0725-43B6-A82B-016AEA87B5D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73" creationId="{985B77C7-21C3-4A31-8678-694524442BF7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76" creationId="{FED55223-0A85-472F-8850-56650EE592DB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79" creationId="{7738D126-D8D9-4569-AA40-F2E8CE5BE9F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81" creationId="{FD23BD75-B1A0-4CD2-A1FA-6E8A117A29B9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83" creationId="{05595C2F-7864-4590-A08C-DE2F54642312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85" creationId="{F382DCE1-7B45-4BE6-B4BD-B4797B679E4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87" creationId="{31FE5A8C-FDD9-4DC6-9B12-BB5BC385767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92" creationId="{3BC14639-CC30-42BB-8931-A328C62D13B9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93" creationId="{F66EAABF-9CCC-4A29-B1BA-F2BC40DF64AF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94" creationId="{1D03F62A-6FC8-4CA2-8806-A56BF940D139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96" creationId="{27E21EA1-5227-479E-A0CF-A495D5C799E6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97" creationId="{76E1F9C8-3A8A-48C8-961E-7BBC81DDC9B7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0" creationId="{39721E03-B045-42B4-9BB4-A9D95B642E6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1" creationId="{43822B50-4F88-4DE3-BADC-8028746A6639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3" creationId="{CDDB1DF7-7E3A-46F9-9A20-71577559909D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04" creationId="{B98CD568-D0BB-48C3-9852-5CE9909B078A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7" creationId="{3DFE8CBB-1C79-4045-9A61-814201FB2F3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8" creationId="{DF59F65F-3F45-4415-BAA5-A364EC769E3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9" creationId="{F8ED54DD-4AE9-4E78-9562-2B3CDED22796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10" creationId="{9E24FAC6-1389-4581-B64F-E89D161CDEE4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12" creationId="{D0F12BCD-8928-40F9-85DD-BBFA6512FA2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14" creationId="{AEA56D64-7FDB-40C6-8094-6B8E415698BB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16" creationId="{F4AC764A-40FC-4FD8-ACE4-AE301096870D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18" creationId="{A3F5FC79-D66E-4A64-9AA0-AF9670D4D20E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23" creationId="{2271C303-C76C-4C9F-87A7-745D13D3E6A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24" creationId="{E5E2CFFE-E954-4E6A-A2AF-CA065DE80C3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25" creationId="{F6BE5914-C40E-44A5-8542-F14392B0AC1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26" creationId="{8312B1D0-E3B7-4807-B2B3-D12E819266AF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27" creationId="{A4C53C22-4A5E-4D98-BFD3-2781F21B4BBC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28" creationId="{4C02DA25-B8EA-45A7-8BAD-162E4F7A288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29" creationId="{861950BF-4229-4A2F-AB84-324E5E8919E2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0" creationId="{3FFEF1C1-68C2-41C8-B4F4-18E05C0994CF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1" creationId="{35064FC8-A8AA-46EB-B9A4-7A11890134E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32" creationId="{E22EDA31-CF64-44CC-85A0-0589CC64F465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3" creationId="{E20B752C-3002-4139-91DF-4B90AC3A470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34" creationId="{E627202D-3628-4255-9D9E-3A14D2E2BB2D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6" creationId="{133AB7F5-F702-4B7D-A7C3-4F8DB7443FA9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7" creationId="{50CE65B0-7AFA-41A1-ABC1-2157F7E0C17D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8" creationId="{731E1FF9-D00D-4B05-837D-A1ACEDFDDD8B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40" creationId="{34AA27C4-88DF-4F70-87EB-9AFF290E0790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43" creationId="{18D7AFEA-11B9-4790-899D-5ED1C6582C7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46" creationId="{C8EC52F7-3822-4CC6-8856-3A6DEB44316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49" creationId="{17284E29-58FB-4BAB-BAB2-A6B749EEC5DA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51" creationId="{A7BCD785-041E-4C02-875D-E2E61D852E73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53" creationId="{374DBC2E-B3FC-4CB9-94A5-ED8613FFA741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55" creationId="{4F684D98-A39A-42AC-8481-5943BB3048E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57" creationId="{F8188F60-381A-4412-80E2-B50CA4EC5054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2" creationId="{9E5A68DB-EC41-4F48-A4A8-70C99C5FFBB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3" creationId="{1795753E-DED5-44CD-9EA0-7A691F2590AF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4" creationId="{1757516C-7BA4-4216-9D63-3B6FBD75E8C3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5" creationId="{DD0BB668-524E-4E57-8FA8-DDC59DEA0E1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7" creationId="{A1E65DBE-7640-47CD-B65B-A4754D32DB2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71" creationId="{38DC98A0-CD50-4BAA-9F72-81D888972438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74" creationId="{9A270D85-8F31-4F22-99C1-46C5B619A28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76" creationId="{D3FC25A2-EC64-4871-B569-8EEA69324DA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79" creationId="{A5E02B90-6CBE-416F-B542-102918E9A340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1" creationId="{E130731E-750C-4E21-8491-24553E5213A3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6" creationId="{245BB681-CA81-477A-9DFA-E338D0DB55E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7" creationId="{3A947FBF-A926-4846-BC7A-14893C265EA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8" creationId="{DAF3F7DE-D122-478E-9DE8-121CDDAF1BA1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9" creationId="{06E59C99-740D-462C-B11C-DF20655C8A7F}"/>
          </ac:spMkLst>
        </pc:sp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6" creationId="{0C074F7F-4153-4C43-B830-91EF13E7154B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8" creationId="{74EBD732-665C-4096-A4B8-DECC5A45EAC1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0" creationId="{FFA8C8DE-CA02-4D0A-AB83-CDC82C994B6D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" creationId="{AE0F1E50-EDB8-4E53-90D8-F316ED8DC8B1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3" creationId="{132875CF-DCC8-46CD-9F42-84AA50AC4DF1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4" creationId="{14E05266-D947-4FD3-8FE7-8624DA938906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6" creationId="{6C20F96F-2AB7-44B1-98D3-E505882CEE97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7" creationId="{77E779BC-D777-45D9-9A88-F3BE1CD9C3C9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20" creationId="{3250DAB7-36B2-41AD-AAD0-F6477B14A658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23" creationId="{66C86A54-85B3-49EF-9025-13AA97A7FE22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25" creationId="{57276655-6F8D-471D-AC6C-A2ACC49EF037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28" creationId="{61B287A3-6EA8-4607-AA80-D4FBE5BDFE98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34" creationId="{292C8B64-7124-4531-9508-77E68289A166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35" creationId="{88AE7258-560C-437E-8530-E121D795A9E5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36" creationId="{FF358443-B5FB-4E5E-9AA5-B74B7F23F463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37" creationId="{FBEAF0FE-C9A3-436E-9A0B-F6FEC3AEC239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67" creationId="{DDE8C4C9-0E80-478E-A5B6-A8E301BA1B4A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69" creationId="{87E1C839-B227-4E62-8996-A2FBFC3F1032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1" creationId="{8A81088F-1E30-4462-BB75-A07DE8314BBB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2" creationId="{F348E7D6-0BF3-4E55-B6FF-526C29C08E5F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4" creationId="{062CE41E-7280-425F-93EA-151B8C19960C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5" creationId="{60F7A1C3-DA73-4CC1-9901-0BC44D79620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7" creationId="{F19F96CD-2589-4835-9E66-050FB1757DEF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8" creationId="{1C2FC336-90DB-4EE7-8C01-F96F00217035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0" creationId="{CFDBF9B1-C698-4526-8B7B-C0B93619065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2" creationId="{AE641FE1-B0C6-42BB-B118-78155D8BE23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4" creationId="{20616F2D-EDF2-47C7-B809-7204C3C541CB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6" creationId="{07F01134-F616-4E08-98A1-C4549DC988F8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8" creationId="{91E2081B-E2EF-42C8-8C7D-CB0D7056E7AB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9" creationId="{8D3874A7-1E20-4D9B-B8AF-54A914865926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90" creationId="{4EE79BDD-6C79-4FCF-9500-9E08697C3EB6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91" creationId="{DAFC8B16-6C9D-4801-BA29-7D5ED45E9C7E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95" creationId="{4A7BF7FE-E5F0-416E-B5A1-55E6F0CE0797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98" creationId="{F603F9A0-ECEF-4D1E-84E3-5D0647DBF36B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99" creationId="{8AC15B27-8E84-4C4D-81D3-6BF99B37807A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02" creationId="{B989BAE9-28AA-42AC-808E-7E0FF3316318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05" creationId="{507F9EF0-FB4F-47EB-8E2E-0D53DB4AF706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06" creationId="{CD549A3F-470B-456F-B1F5-4F28A7E43CBD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1" creationId="{0AAAED23-4E8B-49B6-BC53-EB0C1B6B74FE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3" creationId="{C61F0059-7753-46AB-83CD-EF141EA08D49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5" creationId="{749D48B0-C17C-45FE-A779-F2054E4FC3F6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7" creationId="{6D6512BF-5CE5-4445-B80A-71052EE67255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9" creationId="{6A3BD1FD-7E2E-4AD8-BB16-D56589EC9B41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20" creationId="{CB4FE3A1-09A1-4019-A387-645CFAD3FB27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21" creationId="{EBB2AD5C-D2B2-49B0-B7FD-2A7B27FFC5BF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22" creationId="{607B838E-CA6A-4D22-9200-BE84E6AB54B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35" creationId="{BEABA6C7-E2F3-4121-9894-3FEFD9481384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39" creationId="{6116E67C-F9BB-4E19-BCAC-08F345A4E49C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1" creationId="{F34D585A-55D8-4E14-A3F0-FFF34DA4874E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2" creationId="{76B7CA77-FE86-4501-BF0D-7F7E0C40833A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4" creationId="{2D5DC8A8-AC79-433F-A481-66F068339C0E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5" creationId="{0B94ED5C-8EAE-43E5-A49B-D43203D09740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7" creationId="{400BB68F-56C8-471D-BC4F-A6DF5DF0200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8" creationId="{FB158EAF-4F39-4864-A68C-A822B7233735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0" creationId="{216BDB4F-8197-4680-AA57-8C3D200B0CF0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2" creationId="{FD8B789D-2DE9-4084-9E9A-5DD41AF47E62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4" creationId="{288F4237-02EF-4E30-B45E-056442914CC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6" creationId="{CE68DA17-E16E-4D86-A9AA-3DE6F91D8F41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8" creationId="{A0D233F9-430E-452A-BAAA-0490C83681B8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9" creationId="{EE55EE9B-9A8C-4A5B-91E7-E658B8ABA90A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0" creationId="{8FD51332-0182-4161-A4CB-AF86F81C7C61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1" creationId="{E3C43D9B-1772-4DC2-934D-626F63D5DE0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6" creationId="{4A319728-E079-4C98-AB19-A17755E86D9E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8" creationId="{5EDAD0DF-225A-4A53-B0A9-1ABABEA144FC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9" creationId="{E0A432F1-ED12-444C-A4F7-64EA0995D0A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0" creationId="{1FCCAB8B-1C8A-4DF7-A4AC-716F65FBC7F7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2" creationId="{73BA9032-0FBE-475F-84DF-59CCD365639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3" creationId="{F7998201-43D3-4B89-BA6F-261815AEB412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5" creationId="{6DEE3889-D914-4981-93E3-F9D1D9C3A02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7" creationId="{0D9AA196-7F3A-40E6-9752-57BED83EBEC8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8" creationId="{EB82177B-7D25-4E14-AA1C-95A6295F56E9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0" creationId="{9A6B3980-9273-4512-B89E-91550FCC36C0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2" creationId="{61000F3F-317D-4955-8A3C-8D4F3542C02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3" creationId="{FE5C36A6-F4F4-4F97-80BC-054FA1C62A64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4" creationId="{8739A36F-9DC5-4263-BB6B-DC540B2886B4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5" creationId="{62169B08-0B43-4E4F-BA5F-A2C725F35331}"/>
          </ac:cxnSpMkLst>
        </pc:cxnChg>
      </pc:sldChg>
      <pc:sldChg chg="modSp mod">
        <pc:chgData name="郁儒 廖" userId="189a1d031aa848d3" providerId="LiveId" clId="{0734EAEE-AFB4-4B8E-8288-432812E7B4D5}" dt="2020-09-24T14:51:07.623" v="1290"/>
        <pc:sldMkLst>
          <pc:docMk/>
          <pc:sldMk cId="2293659529" sldId="262"/>
        </pc:sldMkLst>
        <pc:spChg chg="mod">
          <ac:chgData name="郁儒 廖" userId="189a1d031aa848d3" providerId="LiveId" clId="{0734EAEE-AFB4-4B8E-8288-432812E7B4D5}" dt="2020-09-24T14:51:07.623" v="1290"/>
          <ac:spMkLst>
            <pc:docMk/>
            <pc:sldMk cId="2293659529" sldId="262"/>
            <ac:spMk id="2" creationId="{1872FEBF-0A2A-4888-810A-AAB14024E091}"/>
          </ac:spMkLst>
        </pc:spChg>
      </pc:sldChg>
      <pc:sldChg chg="addSp delSp modSp mod">
        <pc:chgData name="郁儒 廖" userId="189a1d031aa848d3" providerId="LiveId" clId="{0734EAEE-AFB4-4B8E-8288-432812E7B4D5}" dt="2020-09-24T14:53:11.891" v="1466"/>
        <pc:sldMkLst>
          <pc:docMk/>
          <pc:sldMk cId="2382778538" sldId="263"/>
        </pc:sldMkLst>
        <pc:spChg chg="add mod">
          <ac:chgData name="郁儒 廖" userId="189a1d031aa848d3" providerId="LiveId" clId="{0734EAEE-AFB4-4B8E-8288-432812E7B4D5}" dt="2020-09-24T14:53:11.891" v="1466"/>
          <ac:spMkLst>
            <pc:docMk/>
            <pc:sldMk cId="2382778538" sldId="263"/>
            <ac:spMk id="2" creationId="{CE7C8F1D-175C-47F6-A0E3-865D3B9A7469}"/>
          </ac:spMkLst>
        </pc:spChg>
        <pc:spChg chg="del">
          <ac:chgData name="郁儒 廖" userId="189a1d031aa848d3" providerId="LiveId" clId="{0734EAEE-AFB4-4B8E-8288-432812E7B4D5}" dt="2020-09-24T14:52:46.052" v="1450" actId="478"/>
          <ac:spMkLst>
            <pc:docMk/>
            <pc:sldMk cId="2382778538" sldId="263"/>
            <ac:spMk id="115" creationId="{DD8CA3BB-F3F9-4686-A75F-4DC7363666AE}"/>
          </ac:spMkLst>
        </pc:spChg>
      </pc:sldChg>
      <pc:sldChg chg="modSp mod ord">
        <pc:chgData name="郁儒 廖" userId="189a1d031aa848d3" providerId="LiveId" clId="{0734EAEE-AFB4-4B8E-8288-432812E7B4D5}" dt="2020-09-24T14:07:58.910" v="867"/>
        <pc:sldMkLst>
          <pc:docMk/>
          <pc:sldMk cId="927339347" sldId="264"/>
        </pc:sldMkLst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" creationId="{DCFEDBDE-7BFD-4983-9F68-9820C7C8AAC0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7" creationId="{49438BC4-CAB4-4127-B96B-F91992EC0956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10" creationId="{B3A1C898-CAA3-45F1-9E70-5B30E057E75A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13" creationId="{971AFE38-6300-428F-8D56-930F383F0F30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16" creationId="{284E0075-06B9-487B-B337-883875E83028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18" creationId="{AE07F87D-AA73-4AE0-AAE0-F42AE9703D3A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20" creationId="{7E2DAA58-3143-49E2-AE5E-880FB683E6FD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22" creationId="{8296C703-DF7F-4D3E-B3DC-F50FEB091DE6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24" creationId="{56DA980F-832A-41DA-8788-9993720FB106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29" creationId="{3546F474-30C8-4FAF-9F31-E6A70D3989D0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0" creationId="{7825A793-5DD5-41D7-88D4-600F500D6222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1" creationId="{FE2F5193-490F-4773-996C-3BB695DD756B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2" creationId="{6022BA4D-D87D-465D-B4A5-3CBB97DD8F4A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4" creationId="{FD5FE659-6B57-4304-BBC8-CA6D8D75E369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8" creationId="{77DB194D-D7BA-486E-A2E9-5C526E47D8F9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1" creationId="{A82BBF71-0AC1-4B60-BA67-9DC9ACDF5A7F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3" creationId="{59D44620-3226-4BB6-8640-4FAD8EABE6D8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6" creationId="{08CAD290-F0F7-4581-91D1-DCDA68F0915E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8" creationId="{CCEFEF32-8760-48D6-B64B-8EF834ABD35F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3" creationId="{DFF8023B-9727-47F3-86EE-0671DF7466FC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4" creationId="{A7901D75-A5A0-4B6E-BD34-6EDE462658A1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5" creationId="{A0F588A8-F2C7-4AA5-9597-A569EEEB9E1A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6" creationId="{BCBF2450-38CF-4A89-83EF-D57FD4B25543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7" creationId="{1A2418B4-8A4E-4924-9EFA-95F0D0CBA12F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61" creationId="{E1AD50E9-9B86-4015-A29E-20D43A2F22C8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74" creationId="{9A1C3937-DD4E-4FD3-8D4C-F7B24F06C0D2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80" creationId="{00D8DDB6-2003-4A38-B147-2DF72630E49E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85" creationId="{0508AEEF-392C-4F61-A959-655E6BCD6041}"/>
          </ac:spMkLst>
        </pc:spChg>
        <pc:spChg chg="mod">
          <ac:chgData name="郁儒 廖" userId="189a1d031aa848d3" providerId="LiveId" clId="{0734EAEE-AFB4-4B8E-8288-432812E7B4D5}" dt="2020-09-24T13:11:49.184" v="373" actId="20577"/>
          <ac:spMkLst>
            <pc:docMk/>
            <pc:sldMk cId="927339347" sldId="264"/>
            <ac:spMk id="86" creationId="{378EF1C1-D271-423F-9450-49ED301ABADD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88" creationId="{EDF8FEDD-35D1-4FDD-BCC1-3780AC99DA21}"/>
          </ac:spMkLst>
        </pc:sp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5" creationId="{721F8932-4BCE-422E-ACE0-2CAE4C41D9D2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6" creationId="{35A38A95-EFE3-41A3-A408-BB559AC6E447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8" creationId="{2F7701D7-C08F-4644-8B25-0D52FA00A406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9" creationId="{B47226A9-3E75-428B-B590-7A3DE2671859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1" creationId="{210C484B-7405-4BB3-99D2-6A5339A5638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2" creationId="{EFDC7518-4551-455C-9D74-75D413E55476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4" creationId="{F512B7B4-4BFF-471F-9443-45F790384402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5" creationId="{2508B3C2-0257-46D0-A5B6-18AC4DD39AFD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7" creationId="{BC5BB5EF-2808-451E-9C9A-55AA32ECA4C7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9" creationId="{7AF56C9B-F8CD-40A0-A049-500CD1C3AB61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1" creationId="{E3DF4832-57F0-4034-8D49-9E303165C9F0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3" creationId="{F83B48E1-C19E-4924-B939-034B4F5A98E9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5" creationId="{AD60EB51-FC18-40F9-9792-21A4CA70903F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6" creationId="{4D01F6B2-B649-4F44-A0B9-F770495BEB4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7" creationId="{35B53150-AF80-484C-B824-69D0F1B84A6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8" creationId="{FCB3DFAA-C58F-4A68-BA9B-5E5107EBFC44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3" creationId="{0D3CA7A6-80E2-4DAB-8F07-1B6F52650FBD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5" creationId="{6F4FFA18-6A67-49A7-A384-52F290D3DFD9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6" creationId="{18991123-D205-4103-B522-A5CD60FE28FC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7" creationId="{D6CA346F-D133-4918-B98A-26080E566E91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9" creationId="{42CB480E-38ED-4AB7-9154-A07754E237A2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0" creationId="{62194E08-94AF-4F5C-B5F6-1AA2CF6FD40D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2" creationId="{004C64C9-7303-484D-A814-4FA6D32F0755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4" creationId="{B08D539A-86B9-4D5F-973C-70AC9045F1D5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5" creationId="{624A82CB-A48C-4F5C-BD89-640708A3D634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7" creationId="{5938EB56-83E4-4087-B0B4-7A4DF5DDF638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9" creationId="{02762AD5-AA0B-4E3B-9881-CF5FD6C9BFC6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50" creationId="{251CF9AB-EE9B-428E-AC28-D2C9B56265FC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51" creationId="{E47B01C6-F026-4988-BAE7-9C429D00BD88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52" creationId="{C757F89F-92C3-49C4-90B7-723B221BB03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65" creationId="{4026BD4F-7A0A-4F3B-994D-9494495896B2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66" creationId="{EAC352E3-8BA0-4FAE-A397-0CA2AC64729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76" creationId="{92F0E805-6C1D-4BD1-B504-6DEFB45180A9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82" creationId="{343D877C-9924-4AC7-B4B0-A55BBA8368C3}"/>
          </ac:cxnSpMkLst>
        </pc:cxnChg>
      </pc:sldChg>
      <pc:sldChg chg="modSp mod">
        <pc:chgData name="郁儒 廖" userId="189a1d031aa848d3" providerId="LiveId" clId="{0734EAEE-AFB4-4B8E-8288-432812E7B4D5}" dt="2020-09-24T14:51:19.971" v="1308"/>
        <pc:sldMkLst>
          <pc:docMk/>
          <pc:sldMk cId="3828887883" sldId="265"/>
        </pc:sldMkLst>
        <pc:spChg chg="mod">
          <ac:chgData name="郁儒 廖" userId="189a1d031aa848d3" providerId="LiveId" clId="{0734EAEE-AFB4-4B8E-8288-432812E7B4D5}" dt="2020-09-24T14:51:19.971" v="1308"/>
          <ac:spMkLst>
            <pc:docMk/>
            <pc:sldMk cId="3828887883" sldId="265"/>
            <ac:spMk id="2" creationId="{1872FEBF-0A2A-4888-810A-AAB14024E091}"/>
          </ac:spMkLst>
        </pc:spChg>
      </pc:sldChg>
      <pc:sldChg chg="addSp delSp modSp add mod">
        <pc:chgData name="郁儒 廖" userId="189a1d031aa848d3" providerId="LiveId" clId="{0734EAEE-AFB4-4B8E-8288-432812E7B4D5}" dt="2020-09-24T14:43:23.663" v="1168" actId="1036"/>
        <pc:sldMkLst>
          <pc:docMk/>
          <pc:sldMk cId="826614303" sldId="269"/>
        </pc:sldMkLst>
        <pc:spChg chg="mod">
          <ac:chgData name="郁儒 廖" userId="189a1d031aa848d3" providerId="LiveId" clId="{0734EAEE-AFB4-4B8E-8288-432812E7B4D5}" dt="2020-09-24T14:24:40.829" v="990" actId="58"/>
          <ac:spMkLst>
            <pc:docMk/>
            <pc:sldMk cId="826614303" sldId="269"/>
            <ac:spMk id="3" creationId="{47924614-B3FE-49DB-A43B-C5C6C654484D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8" creationId="{E9647455-BA98-44D4-8C74-504FE28BDE2E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11" creationId="{C13DC6A0-AD08-40B0-A6C9-64F33DC4C896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15" creationId="{B159F768-FB0C-4E85-8B3D-2F1CFCE0E967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17" creationId="{614C9B8F-CCBC-4BF0-841D-68BCF24C35C3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19" creationId="{798C0273-0260-4384-8B9F-E0277F24CF4E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1" creationId="{33E0B5F3-337B-4EB1-BBC1-5176D2AFAD96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6" creationId="{BC9A84D7-167C-414C-A1C8-0E8F4C846864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7" creationId="{35F1EF16-025B-4133-9BD6-8ED8A24F6D54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8" creationId="{B5E7925D-98FB-4B41-8BA7-7458637AECD9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9" creationId="{00920719-B96C-42F6-B07F-A8255651624F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33" creationId="{7A5224C0-1B32-4A97-AE0A-17B9E0ECAD35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36" creationId="{A9C1DE9F-5088-4113-9147-790D7BA68192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39" creationId="{244BDC7E-E70A-4717-9BF4-730BF25F315B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40" creationId="{F0A60CC7-13A4-48CD-AF1B-CB5FDF0A1D45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44" creationId="{F29CB7B6-7F8A-44BE-96F4-9BDB10230E1E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46" creationId="{24D9DD4E-599D-4D6D-A63B-447D0F361152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48" creationId="{E726AF03-B289-4513-BD90-0786996E3107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1" creationId="{AB8C4071-6CF9-4577-AF0D-0FAA85D7741F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2" creationId="{C7A69658-4153-41E0-83CC-E51BF85F4747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5" creationId="{4535F5B0-0657-4F34-B117-2ADEB619F1B6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7" creationId="{3E3E3B9E-42A3-4877-9F67-A6BCD39D3E05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8" creationId="{16CC8D33-655A-4625-B3D2-40631899DFD6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59" creationId="{FC6AEB03-649F-4D55-BCB4-DB06632009E9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62" creationId="{CB3B7DDB-A55F-43C1-9586-FA836CB011FD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65" creationId="{B101EF16-5832-4BDB-900E-90226B980443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68" creationId="{E17C47D3-35B3-453B-9875-BAD7AC3D2A11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1" creationId="{80A2550F-835B-42A6-8C6F-62C78236883F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3" creationId="{F0CBB681-879E-481F-AB78-A95B963C7298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5" creationId="{FC32EEDB-CBB7-45C1-B745-82C2B7311414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7" creationId="{BFC95DB6-201F-4358-8AEB-5FA59178E6A9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9" creationId="{48711B34-10F6-41F6-80BB-D943EAEC2251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4" creationId="{FC0C4DB0-04B1-4198-B1B9-A201FB3E9410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5" creationId="{22581013-128C-4934-9B9C-35DD53FCACFC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6" creationId="{35A78F79-4FE5-452C-B69B-3D194564ACDD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7" creationId="{4E05FC12-F942-4196-97A9-22CB53D5A909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9" creationId="{D9AF7BCF-7761-4804-A317-4688CCE02202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92" creationId="{EAA6B4FD-B8B9-4B86-827D-77F3C0771640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95" creationId="{2074F76A-4157-45D3-8B9F-328E6EB6726C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98" creationId="{0205F429-82F4-405F-BB7A-D4FB7B0359AA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99" creationId="{31B77DC6-2AEC-4F4B-9DED-88E1AD13EB66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00" creationId="{8E1ED59E-E72F-4810-A1AD-ADB923C68098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04" creationId="{FB83EEF1-0DB2-4992-814A-1CEF531A4B85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06" creationId="{06BBE6FA-D545-4114-95F0-2715AFD44209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08" creationId="{711D59A3-92DA-47A3-BC7F-2B829F04596C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1" creationId="{816C772E-BBEB-466A-83B4-332260BC94BF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2" creationId="{BB158D11-E1C2-4583-BADD-9E397A195614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5" creationId="{6D323D88-4A5D-49AC-81B0-8328F9AAABAF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7" creationId="{E9C8BEDB-5821-481B-B567-5E1EEF2F0836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8" creationId="{F7966DE9-A4EA-4ABB-93F8-B889D8B1464A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9" creationId="{A1D0FFB7-4192-4297-BE57-7EE6AB4151C4}"/>
          </ac:spMkLst>
        </pc:spChg>
        <pc:spChg chg="add mod">
          <ac:chgData name="郁儒 廖" userId="189a1d031aa848d3" providerId="LiveId" clId="{0734EAEE-AFB4-4B8E-8288-432812E7B4D5}" dt="2020-09-24T14:43:23.663" v="1168" actId="1036"/>
          <ac:spMkLst>
            <pc:docMk/>
            <pc:sldMk cId="826614303" sldId="269"/>
            <ac:spMk id="122" creationId="{48C1C182-4C7D-44D7-AA0C-00D1653025E2}"/>
          </ac:spMkLst>
        </pc:spChg>
        <pc:spChg chg="add mod">
          <ac:chgData name="郁儒 廖" userId="189a1d031aa848d3" providerId="LiveId" clId="{0734EAEE-AFB4-4B8E-8288-432812E7B4D5}" dt="2020-09-24T14:43:12.554" v="1131" actId="1076"/>
          <ac:spMkLst>
            <pc:docMk/>
            <pc:sldMk cId="826614303" sldId="269"/>
            <ac:spMk id="130" creationId="{6F06DDAA-D32B-412B-AC5D-AE1BCFFDE916}"/>
          </ac:spMkLst>
        </pc:spChg>
        <pc:graphicFrameChg chg="add mod modGraphic">
          <ac:chgData name="郁儒 廖" userId="189a1d031aa848d3" providerId="LiveId" clId="{0734EAEE-AFB4-4B8E-8288-432812E7B4D5}" dt="2020-09-24T14:43:10.083" v="1130" actId="1076"/>
          <ac:graphicFrameMkLst>
            <pc:docMk/>
            <pc:sldMk cId="826614303" sldId="269"/>
            <ac:graphicFrameMk id="128" creationId="{3D44929B-DFF8-4B80-AEE2-D100ADED5676}"/>
          </ac:graphicFrameMkLst>
        </pc:graphicFrame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" creationId="{2BE06883-BBCE-4F2D-A2E0-27636AB8EFE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" creationId="{A5875361-0956-4DDF-A9AD-3C9DB0AD533A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6" creationId="{0DEF108E-0732-4139-8876-BF852E03B585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7" creationId="{977DE903-849A-4724-B630-50CAE1EE3317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9" creationId="{35C64FA6-6BBD-41B1-AFA3-75971A10A519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0" creationId="{58E378E7-7C44-4D80-B65B-F67FD1588A39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2" creationId="{29857542-2143-42E8-B82C-C105EA1A562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3" creationId="{A48B682C-0429-4F22-95CE-7783E69E9C76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4" creationId="{FFCF51A9-038F-457B-A157-ACEAAFAB7CF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6" creationId="{82814D68-BEED-488F-BCAE-1FD1F89BD6BC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8" creationId="{C748ED66-FDD1-43D8-8669-B7058F130B77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0" creationId="{0D5B4943-D9DE-49E7-9B63-F531724FB3DB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2" creationId="{C2382921-0D72-42A0-BA75-478FCA1764CE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3" creationId="{0D4E96D4-1144-4E6C-BA1C-53E7B3CC28F3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4" creationId="{78992325-4D5A-488A-865A-B1FC968336AA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5" creationId="{B45B15FC-F6D4-4132-9F7D-7A979C9EFD14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0" creationId="{8E822C53-A1DE-45FC-9D05-25540405A5D6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1" creationId="{35D1A474-9958-4077-B226-618229AE0A3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2" creationId="{A4374FA8-878F-4F2A-9C39-796787B8F140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4" creationId="{0353A77F-5461-4C0B-B3EA-2A1B39910122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5" creationId="{CA4ABD3E-B20E-4D5C-A546-465C1A7E3F23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7" creationId="{4DD6EBFD-B8C5-45F1-B710-54D428B76125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8" creationId="{DECB9D1F-201D-47AF-962E-299B092B9D27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1" creationId="{BF33FEFD-4353-4305-B968-F356938547D0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2" creationId="{F43AF771-FF4C-459C-B296-B87FC9BFA37A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3" creationId="{DEBCA5FE-E8B8-41ED-911B-3D9F6C3E4A54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5" creationId="{43AE2AC5-D686-4ED7-BB9F-5C1C7E4E130D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7" creationId="{9D472F3D-4420-4BC2-A239-7946FEAC5B8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9" creationId="{45E71E90-B73A-4EF4-BE4D-21EA2E8A2214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0" creationId="{BC49A4CC-D8FC-4840-9B9F-FBB067F52677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3" creationId="{73E6E82D-703F-464B-BE00-27E827641CBE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4" creationId="{ABACFFB7-98FE-4108-A943-7C4490DE216E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6" creationId="{F5A70CDD-3609-4058-9604-ACB770A58A3D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0" creationId="{1AFE471E-0EB5-473E-9D4F-B174547E0362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1" creationId="{08749423-DC86-413A-A6D5-998E7CA7E784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3" creationId="{7BBDB32D-E468-4691-BBE0-CBD73BC790F7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4" creationId="{FAD7AA65-718C-475E-92D9-5D591DCAA54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6" creationId="{DC44F863-D7D9-4D8A-ADB9-0A07BA89AA35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7" creationId="{CEAE0494-3032-4135-8C11-076D75E9623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9" creationId="{D5FAABD4-E0CC-457E-A9C9-B9F3CF25FE42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70" creationId="{B59DE483-544B-408B-A4ED-CFD81668B58C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72" creationId="{AD15B5C9-EFD8-47AA-AB7C-4A17BCE27B20}"/>
          </ac:cxnSpMkLst>
        </pc:cxnChg>
        <pc:cxnChg chg="add mod">
          <ac:chgData name="郁儒 廖" userId="189a1d031aa848d3" providerId="LiveId" clId="{0734EAEE-AFB4-4B8E-8288-432812E7B4D5}" dt="2020-09-24T14:22:26.710" v="959" actId="1582"/>
          <ac:cxnSpMkLst>
            <pc:docMk/>
            <pc:sldMk cId="826614303" sldId="269"/>
            <ac:cxnSpMk id="74" creationId="{4DAD9427-6E31-4B18-BB1A-3690C8CEFBE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76" creationId="{9B666476-3B5B-44EC-A4EF-F34BCE5838C2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78" creationId="{F64B0C58-13DA-46FE-A866-48DF247D7DD9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0" creationId="{C5F0F16E-5EA1-430D-BA80-60C10428174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1" creationId="{BE2324C4-8100-4554-91C4-FCCBBFFC423D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2" creationId="{EF219C0B-6B22-44DB-83DE-92E55E12C62B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3" creationId="{49646D94-A2FC-4574-879A-FBD84193ED56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8" creationId="{63B23934-5D6B-4C6A-9188-EE75873D0101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0" creationId="{96A9159F-E65E-4924-BA0D-126CC5A3349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1" creationId="{AFCEF853-2198-4D01-B6BE-7E1824EE5390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3" creationId="{CA7450B9-5FCA-4C79-8DA5-8DC7CF3A7F8C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4" creationId="{7BD12889-B9F5-40C9-99A6-EF0CBC3D982D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6" creationId="{146088E5-4565-4350-858F-410FFC829DE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7" creationId="{3165E945-844E-4429-97A0-5F753D7ED87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1" creationId="{735E79E3-706D-4A5D-85A8-0D4E4857EDF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2" creationId="{359C5EEF-60E9-4ED2-B338-5974F7AAF4B0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3" creationId="{457F3B22-9EE6-4A37-B022-3DD5531355D3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5" creationId="{33C2283B-E3AF-462D-A675-BB4F97F478B8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7" creationId="{122AF85D-FE63-4ABB-AE7B-F5B61D9332C1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9" creationId="{3A65E3E6-8C73-455C-9781-F96DF915761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10" creationId="{2C24A958-89AB-4F61-86CD-26F193C94A7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13" creationId="{2EBB7489-8809-454F-845C-6247E70B5618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14" creationId="{8C8BCE85-A936-4CDB-BB28-626E9FDDB0C1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16" creationId="{F8377599-EEB6-46DB-A233-056D117717A1}"/>
          </ac:cxnSpMkLst>
        </pc:cxnChg>
        <pc:cxnChg chg="add del">
          <ac:chgData name="郁儒 廖" userId="189a1d031aa848d3" providerId="LiveId" clId="{0734EAEE-AFB4-4B8E-8288-432812E7B4D5}" dt="2020-09-24T14:22:09.807" v="956" actId="478"/>
          <ac:cxnSpMkLst>
            <pc:docMk/>
            <pc:sldMk cId="826614303" sldId="269"/>
            <ac:cxnSpMk id="121" creationId="{2AC1D19D-F9DE-409E-908B-D2AF6488F4A4}"/>
          </ac:cxnSpMkLst>
        </pc:cxnChg>
        <pc:cxnChg chg="add mod">
          <ac:chgData name="郁儒 廖" userId="189a1d031aa848d3" providerId="LiveId" clId="{0734EAEE-AFB4-4B8E-8288-432812E7B4D5}" dt="2020-09-24T14:43:23.663" v="1168" actId="1036"/>
          <ac:cxnSpMkLst>
            <pc:docMk/>
            <pc:sldMk cId="826614303" sldId="269"/>
            <ac:cxnSpMk id="124" creationId="{9E007415-26BB-44C9-8EFF-9A41FBCD3702}"/>
          </ac:cxnSpMkLst>
        </pc:cxnChg>
        <pc:cxnChg chg="add mod">
          <ac:chgData name="郁儒 廖" userId="189a1d031aa848d3" providerId="LiveId" clId="{0734EAEE-AFB4-4B8E-8288-432812E7B4D5}" dt="2020-09-24T14:43:23.663" v="1168" actId="1036"/>
          <ac:cxnSpMkLst>
            <pc:docMk/>
            <pc:sldMk cId="826614303" sldId="269"/>
            <ac:cxnSpMk id="125" creationId="{AD28FF6E-05FF-4649-B7D5-52C029F55DE1}"/>
          </ac:cxnSpMkLst>
        </pc:cxnChg>
      </pc:sldChg>
      <pc:sldChg chg="addSp modSp add mod ord">
        <pc:chgData name="郁儒 廖" userId="189a1d031aa848d3" providerId="LiveId" clId="{0734EAEE-AFB4-4B8E-8288-432812E7B4D5}" dt="2020-09-24T14:16:03.982" v="879"/>
        <pc:sldMkLst>
          <pc:docMk/>
          <pc:sldMk cId="3130928608" sldId="271"/>
        </pc:sldMkLst>
        <pc:spChg chg="mod">
          <ac:chgData name="郁儒 廖" userId="189a1d031aa848d3" providerId="LiveId" clId="{0734EAEE-AFB4-4B8E-8288-432812E7B4D5}" dt="2020-09-24T12:48:33.964" v="367" actId="20577"/>
          <ac:spMkLst>
            <pc:docMk/>
            <pc:sldMk cId="3130928608" sldId="271"/>
            <ac:spMk id="3" creationId="{47924614-B3FE-49DB-A43B-C5C6C654484D}"/>
          </ac:spMkLst>
        </pc:spChg>
        <pc:spChg chg="add mod">
          <ac:chgData name="郁儒 廖" userId="189a1d031aa848d3" providerId="LiveId" clId="{0734EAEE-AFB4-4B8E-8288-432812E7B4D5}" dt="2020-09-24T12:47:04.291" v="346" actId="20577"/>
          <ac:spMkLst>
            <pc:docMk/>
            <pc:sldMk cId="3130928608" sldId="271"/>
            <ac:spMk id="4" creationId="{FD113D12-21CB-489E-91E7-822672C2153C}"/>
          </ac:spMkLst>
        </pc:spChg>
        <pc:spChg chg="mod">
          <ac:chgData name="郁儒 廖" userId="189a1d031aa848d3" providerId="LiveId" clId="{0734EAEE-AFB4-4B8E-8288-432812E7B4D5}" dt="2020-09-24T12:33:36.706" v="143" actId="1076"/>
          <ac:spMkLst>
            <pc:docMk/>
            <pc:sldMk cId="3130928608" sldId="271"/>
            <ac:spMk id="7" creationId="{F5F7FE52-AC47-4FAD-BD9C-CCCBC3F7DA02}"/>
          </ac:spMkLst>
        </pc:spChg>
        <pc:spChg chg="mod">
          <ac:chgData name="郁儒 廖" userId="189a1d031aa848d3" providerId="LiveId" clId="{0734EAEE-AFB4-4B8E-8288-432812E7B4D5}" dt="2020-09-24T12:35:22.162" v="195" actId="1076"/>
          <ac:spMkLst>
            <pc:docMk/>
            <pc:sldMk cId="3130928608" sldId="271"/>
            <ac:spMk id="8" creationId="{62D610EC-D21B-4123-A92B-16D8D21A41F6}"/>
          </ac:spMkLst>
        </pc:spChg>
        <pc:picChg chg="mod">
          <ac:chgData name="郁儒 廖" userId="189a1d031aa848d3" providerId="LiveId" clId="{0734EAEE-AFB4-4B8E-8288-432812E7B4D5}" dt="2020-09-24T12:33:31.267" v="142" actId="1076"/>
          <ac:picMkLst>
            <pc:docMk/>
            <pc:sldMk cId="3130928608" sldId="271"/>
            <ac:picMk id="5" creationId="{32B91443-2482-4B7E-BC52-98F7363C061F}"/>
          </ac:picMkLst>
        </pc:picChg>
      </pc:sldChg>
      <pc:sldChg chg="addSp delSp modSp new mod ord modAnim">
        <pc:chgData name="郁儒 廖" userId="189a1d031aa848d3" providerId="LiveId" clId="{0734EAEE-AFB4-4B8E-8288-432812E7B4D5}" dt="2020-09-24T12:48:11.062" v="357"/>
        <pc:sldMkLst>
          <pc:docMk/>
          <pc:sldMk cId="3227302367" sldId="272"/>
        </pc:sldMkLst>
        <pc:spChg chg="add del mod">
          <ac:chgData name="郁儒 廖" userId="189a1d031aa848d3" providerId="LiveId" clId="{0734EAEE-AFB4-4B8E-8288-432812E7B4D5}" dt="2020-09-24T12:20:53.864" v="7"/>
          <ac:spMkLst>
            <pc:docMk/>
            <pc:sldMk cId="3227302367" sldId="272"/>
            <ac:spMk id="3" creationId="{50C515F4-3AFC-487A-BB12-24D80AACFE3D}"/>
          </ac:spMkLst>
        </pc:spChg>
        <pc:spChg chg="add mod">
          <ac:chgData name="郁儒 廖" userId="189a1d031aa848d3" providerId="LiveId" clId="{0734EAEE-AFB4-4B8E-8288-432812E7B4D5}" dt="2020-09-24T12:25:30.789" v="108" actId="20577"/>
          <ac:spMkLst>
            <pc:docMk/>
            <pc:sldMk cId="3227302367" sldId="272"/>
            <ac:spMk id="4" creationId="{00F81FD4-4CCD-453C-A5EA-DC65A7FEB455}"/>
          </ac:spMkLst>
        </pc:spChg>
        <pc:graphicFrameChg chg="add mod modGraphic">
          <ac:chgData name="郁儒 廖" userId="189a1d031aa848d3" providerId="LiveId" clId="{0734EAEE-AFB4-4B8E-8288-432812E7B4D5}" dt="2020-09-24T12:31:10.928" v="122" actId="20577"/>
          <ac:graphicFrameMkLst>
            <pc:docMk/>
            <pc:sldMk cId="3227302367" sldId="272"/>
            <ac:graphicFrameMk id="2" creationId="{1639B818-9298-46BF-BE95-FBF83EC1845C}"/>
          </ac:graphicFrameMkLst>
        </pc:graphicFrameChg>
        <pc:picChg chg="add mod">
          <ac:chgData name="郁儒 廖" userId="189a1d031aa848d3" providerId="LiveId" clId="{0734EAEE-AFB4-4B8E-8288-432812E7B4D5}" dt="2020-09-24T12:23:24.075" v="47" actId="1076"/>
          <ac:picMkLst>
            <pc:docMk/>
            <pc:sldMk cId="3227302367" sldId="272"/>
            <ac:picMk id="6" creationId="{DF39E3E8-43B3-49F8-B5C7-F954FECD1106}"/>
          </ac:picMkLst>
        </pc:picChg>
      </pc:sldChg>
      <pc:sldChg chg="addSp delSp modSp add mod">
        <pc:chgData name="郁儒 廖" userId="189a1d031aa848d3" providerId="LiveId" clId="{0734EAEE-AFB4-4B8E-8288-432812E7B4D5}" dt="2020-09-24T14:53:45.146" v="1496"/>
        <pc:sldMkLst>
          <pc:docMk/>
          <pc:sldMk cId="2796662447" sldId="273"/>
        </pc:sldMkLst>
        <pc:spChg chg="add mod">
          <ac:chgData name="郁儒 廖" userId="189a1d031aa848d3" providerId="LiveId" clId="{0734EAEE-AFB4-4B8E-8288-432812E7B4D5}" dt="2020-09-24T14:53:45.146" v="1496"/>
          <ac:spMkLst>
            <pc:docMk/>
            <pc:sldMk cId="2796662447" sldId="273"/>
            <ac:spMk id="2" creationId="{7CD4BB1D-A068-4218-A79C-574AC272E11A}"/>
          </ac:spMkLst>
        </pc:spChg>
        <pc:spChg chg="mod">
          <ac:chgData name="郁儒 廖" userId="189a1d031aa848d3" providerId="LiveId" clId="{0734EAEE-AFB4-4B8E-8288-432812E7B4D5}" dt="2020-09-24T13:17:15.008" v="451" actId="20577"/>
          <ac:spMkLst>
            <pc:docMk/>
            <pc:sldMk cId="2796662447" sldId="273"/>
            <ac:spMk id="70" creationId="{21E43F9C-CCB3-436D-997B-1616B481DD42}"/>
          </ac:spMkLst>
        </pc:spChg>
        <pc:spChg chg="mod">
          <ac:chgData name="郁儒 廖" userId="189a1d031aa848d3" providerId="LiveId" clId="{0734EAEE-AFB4-4B8E-8288-432812E7B4D5}" dt="2020-09-24T13:17:19.593" v="453" actId="20577"/>
          <ac:spMkLst>
            <pc:docMk/>
            <pc:sldMk cId="2796662447" sldId="273"/>
            <ac:spMk id="71" creationId="{A24FCD7F-C46D-42AC-B684-8EFC7AC51DFD}"/>
          </ac:spMkLst>
        </pc:spChg>
        <pc:spChg chg="del">
          <ac:chgData name="郁儒 廖" userId="189a1d031aa848d3" providerId="LiveId" clId="{0734EAEE-AFB4-4B8E-8288-432812E7B4D5}" dt="2020-09-24T13:16:24.942" v="375" actId="478"/>
          <ac:spMkLst>
            <pc:docMk/>
            <pc:sldMk cId="2796662447" sldId="273"/>
            <ac:spMk id="80" creationId="{BD5EF722-2702-4828-A3DD-CE59B539E241}"/>
          </ac:spMkLst>
        </pc:spChg>
        <pc:spChg chg="del">
          <ac:chgData name="郁儒 廖" userId="189a1d031aa848d3" providerId="LiveId" clId="{0734EAEE-AFB4-4B8E-8288-432812E7B4D5}" dt="2020-09-24T13:16:24.942" v="375" actId="478"/>
          <ac:spMkLst>
            <pc:docMk/>
            <pc:sldMk cId="2796662447" sldId="273"/>
            <ac:spMk id="82" creationId="{59912ED6-EB71-4366-A7F6-51683E73093C}"/>
          </ac:spMkLst>
        </pc:spChg>
        <pc:spChg chg="del">
          <ac:chgData name="郁儒 廖" userId="189a1d031aa848d3" providerId="LiveId" clId="{0734EAEE-AFB4-4B8E-8288-432812E7B4D5}" dt="2020-09-24T13:16:24.942" v="375" actId="478"/>
          <ac:spMkLst>
            <pc:docMk/>
            <pc:sldMk cId="2796662447" sldId="273"/>
            <ac:spMk id="87" creationId="{C4A996C8-5B15-49A7-83EE-9A74066428AE}"/>
          </ac:spMkLst>
        </pc:spChg>
        <pc:spChg chg="del">
          <ac:chgData name="郁儒 廖" userId="189a1d031aa848d3" providerId="LiveId" clId="{0734EAEE-AFB4-4B8E-8288-432812E7B4D5}" dt="2020-09-24T13:16:31.518" v="380" actId="478"/>
          <ac:spMkLst>
            <pc:docMk/>
            <pc:sldMk cId="2796662447" sldId="273"/>
            <ac:spMk id="93" creationId="{96034153-CF20-4528-85A9-B75480349BEC}"/>
          </ac:spMkLst>
        </pc:spChg>
        <pc:spChg chg="del">
          <ac:chgData name="郁儒 廖" userId="189a1d031aa848d3" providerId="LiveId" clId="{0734EAEE-AFB4-4B8E-8288-432812E7B4D5}" dt="2020-09-24T13:16:27.381" v="377" actId="478"/>
          <ac:spMkLst>
            <pc:docMk/>
            <pc:sldMk cId="2796662447" sldId="273"/>
            <ac:spMk id="95" creationId="{47080E02-B837-4F0C-8AAE-C691B011FEDD}"/>
          </ac:spMkLst>
        </pc:spChg>
        <pc:spChg chg="add mod">
          <ac:chgData name="郁儒 廖" userId="189a1d031aa848d3" providerId="LiveId" clId="{0734EAEE-AFB4-4B8E-8288-432812E7B4D5}" dt="2020-09-24T13:17:00.145" v="449" actId="1035"/>
          <ac:spMkLst>
            <pc:docMk/>
            <pc:sldMk cId="2796662447" sldId="273"/>
            <ac:spMk id="100" creationId="{2B2ECA28-A516-4512-A3D9-05C8B715D437}"/>
          </ac:spMkLst>
        </pc:spChg>
        <pc:spChg chg="add mod">
          <ac:chgData name="郁儒 廖" userId="189a1d031aa848d3" providerId="LiveId" clId="{0734EAEE-AFB4-4B8E-8288-432812E7B4D5}" dt="2020-09-24T13:17:00.145" v="449" actId="1035"/>
          <ac:spMkLst>
            <pc:docMk/>
            <pc:sldMk cId="2796662447" sldId="273"/>
            <ac:spMk id="102" creationId="{7F7DA2F3-1045-4936-8E2F-71EB3A144A98}"/>
          </ac:spMkLst>
        </pc:spChg>
        <pc:spChg chg="add mod">
          <ac:chgData name="郁儒 廖" userId="189a1d031aa848d3" providerId="LiveId" clId="{0734EAEE-AFB4-4B8E-8288-432812E7B4D5}" dt="2020-09-24T13:17:00.145" v="449" actId="1035"/>
          <ac:spMkLst>
            <pc:docMk/>
            <pc:sldMk cId="2796662447" sldId="273"/>
            <ac:spMk id="104" creationId="{BBC78E1F-CFEB-40BB-868C-6DF310F2A123}"/>
          </ac:spMkLst>
        </pc:spChg>
        <pc:spChg chg="add mod">
          <ac:chgData name="郁儒 廖" userId="189a1d031aa848d3" providerId="LiveId" clId="{0734EAEE-AFB4-4B8E-8288-432812E7B4D5}" dt="2020-09-24T13:17:27.675" v="455" actId="20577"/>
          <ac:spMkLst>
            <pc:docMk/>
            <pc:sldMk cId="2796662447" sldId="273"/>
            <ac:spMk id="107" creationId="{293CE76F-1ECE-491B-8BF6-1B0F96197CAD}"/>
          </ac:spMkLst>
        </pc:spChg>
        <pc:spChg chg="add mod">
          <ac:chgData name="郁儒 廖" userId="189a1d031aa848d3" providerId="LiveId" clId="{0734EAEE-AFB4-4B8E-8288-432812E7B4D5}" dt="2020-09-24T13:17:31.532" v="457" actId="20577"/>
          <ac:spMkLst>
            <pc:docMk/>
            <pc:sldMk cId="2796662447" sldId="273"/>
            <ac:spMk id="108" creationId="{9F61632F-EBC9-47AF-B2DB-161B562019C3}"/>
          </ac:spMkLst>
        </pc:spChg>
        <pc:spChg chg="add mod">
          <ac:chgData name="郁儒 廖" userId="189a1d031aa848d3" providerId="LiveId" clId="{0734EAEE-AFB4-4B8E-8288-432812E7B4D5}" dt="2020-09-24T13:17:00.145" v="449" actId="1035"/>
          <ac:spMkLst>
            <pc:docMk/>
            <pc:sldMk cId="2796662447" sldId="273"/>
            <ac:spMk id="111" creationId="{EDFFD0D7-20B4-4444-B685-7517F65CE124}"/>
          </ac:spMkLst>
        </pc:spChg>
        <pc:spChg chg="add mod">
          <ac:chgData name="郁儒 廖" userId="189a1d031aa848d3" providerId="LiveId" clId="{0734EAEE-AFB4-4B8E-8288-432812E7B4D5}" dt="2020-09-24T13:17:38.108" v="459" actId="20577"/>
          <ac:spMkLst>
            <pc:docMk/>
            <pc:sldMk cId="2796662447" sldId="273"/>
            <ac:spMk id="114" creationId="{F28C1E5A-B431-49AE-8C59-228742571F15}"/>
          </ac:spMkLst>
        </pc:spChg>
        <pc:graphicFrameChg chg="modGraphic">
          <ac:chgData name="郁儒 廖" userId="189a1d031aa848d3" providerId="LiveId" clId="{0734EAEE-AFB4-4B8E-8288-432812E7B4D5}" dt="2020-09-24T13:19:02.931" v="478" actId="20577"/>
          <ac:graphicFrameMkLst>
            <pc:docMk/>
            <pc:sldMk cId="2796662447" sldId="273"/>
            <ac:graphicFrameMk id="98" creationId="{93CDF356-B71C-4D46-A917-0B960032B841}"/>
          </ac:graphicFrameMkLst>
        </pc:graphicFrameChg>
        <pc:cxnChg chg="del mod">
          <ac:chgData name="郁儒 廖" userId="189a1d031aa848d3" providerId="LiveId" clId="{0734EAEE-AFB4-4B8E-8288-432812E7B4D5}" dt="2020-09-24T13:16:26.701" v="376" actId="478"/>
          <ac:cxnSpMkLst>
            <pc:docMk/>
            <pc:sldMk cId="2796662447" sldId="273"/>
            <ac:cxnSpMk id="74" creationId="{4D930693-5D98-41FC-8931-1BE3D326EB57}"/>
          </ac:cxnSpMkLst>
        </pc:cxnChg>
        <pc:cxnChg chg="del mod">
          <ac:chgData name="郁儒 廖" userId="189a1d031aa848d3" providerId="LiveId" clId="{0734EAEE-AFB4-4B8E-8288-432812E7B4D5}" dt="2020-09-24T13:16:29.299" v="379" actId="478"/>
          <ac:cxnSpMkLst>
            <pc:docMk/>
            <pc:sldMk cId="2796662447" sldId="273"/>
            <ac:cxnSpMk id="78" creationId="{E3CBD1D4-2FB6-4D1D-B31C-B3E867B0FDCA}"/>
          </ac:cxnSpMkLst>
        </pc:cxnChg>
        <pc:cxnChg chg="del mod">
          <ac:chgData name="郁儒 廖" userId="189a1d031aa848d3" providerId="LiveId" clId="{0734EAEE-AFB4-4B8E-8288-432812E7B4D5}" dt="2020-09-24T13:16:24.942" v="375" actId="478"/>
          <ac:cxnSpMkLst>
            <pc:docMk/>
            <pc:sldMk cId="2796662447" sldId="273"/>
            <ac:cxnSpMk id="81" creationId="{4F2A1963-321B-4212-8C46-D2888F8470F2}"/>
          </ac:cxnSpMkLst>
        </pc:cxnChg>
        <pc:cxnChg chg="del mod">
          <ac:chgData name="郁儒 廖" userId="189a1d031aa848d3" providerId="LiveId" clId="{0734EAEE-AFB4-4B8E-8288-432812E7B4D5}" dt="2020-09-24T13:16:24.942" v="375" actId="478"/>
          <ac:cxnSpMkLst>
            <pc:docMk/>
            <pc:sldMk cId="2796662447" sldId="273"/>
            <ac:cxnSpMk id="83" creationId="{7761D8EC-F6E5-494D-86E0-F4B1F7584019}"/>
          </ac:cxnSpMkLst>
        </pc:cxnChg>
        <pc:cxnChg chg="del mod">
          <ac:chgData name="郁儒 廖" userId="189a1d031aa848d3" providerId="LiveId" clId="{0734EAEE-AFB4-4B8E-8288-432812E7B4D5}" dt="2020-09-24T13:16:33.642" v="382" actId="478"/>
          <ac:cxnSpMkLst>
            <pc:docMk/>
            <pc:sldMk cId="2796662447" sldId="273"/>
            <ac:cxnSpMk id="86" creationId="{B77298A8-5969-4980-9DDA-FB5B2DAEF893}"/>
          </ac:cxnSpMkLst>
        </pc:cxnChg>
        <pc:cxnChg chg="del">
          <ac:chgData name="郁儒 廖" userId="189a1d031aa848d3" providerId="LiveId" clId="{0734EAEE-AFB4-4B8E-8288-432812E7B4D5}" dt="2020-09-24T13:16:28.408" v="378" actId="478"/>
          <ac:cxnSpMkLst>
            <pc:docMk/>
            <pc:sldMk cId="2796662447" sldId="273"/>
            <ac:cxnSpMk id="89" creationId="{477C1674-A79D-44EB-9DC1-227F8B6DFF03}"/>
          </ac:cxnSpMkLst>
        </pc:cxnChg>
        <pc:cxnChg chg="del">
          <ac:chgData name="郁儒 廖" userId="189a1d031aa848d3" providerId="LiveId" clId="{0734EAEE-AFB4-4B8E-8288-432812E7B4D5}" dt="2020-09-24T13:16:32.544" v="381" actId="478"/>
          <ac:cxnSpMkLst>
            <pc:docMk/>
            <pc:sldMk cId="2796662447" sldId="273"/>
            <ac:cxnSpMk id="91" creationId="{3AA460D0-41A4-4EBC-A736-F42491740D6A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96" creationId="{62D5709F-3A63-40EC-A27A-4C6AF92522FA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97" creationId="{838FC7DF-FFA3-443E-A1B2-80C3D8F167B9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99" creationId="{D941F45A-9A3F-4B38-AE65-7FDC708AA841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1" creationId="{8D7C6331-76E5-40CD-AB49-7D42F18FF870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3" creationId="{48A735C3-FFF0-49B7-B5F5-38DDC9E2FEB5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5" creationId="{7CD10BE8-3AA4-4D33-9F2C-AC3F5B9DDBE6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6" creationId="{1F474B5F-7B60-4142-9A12-1462E4203EB4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9" creationId="{2E42F359-7A8E-4488-BE34-A5E7CC77E974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10" creationId="{A0D8B761-F7AA-461F-8FE3-F66BB2167A3F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12" creationId="{43622B17-548B-4C24-97C2-0D3FB90E1573}"/>
          </ac:cxnSpMkLst>
        </pc:cxnChg>
      </pc:sldChg>
      <pc:sldChg chg="addSp delSp modSp add mod ord delAnim">
        <pc:chgData name="郁儒 廖" userId="189a1d031aa848d3" providerId="LiveId" clId="{0734EAEE-AFB4-4B8E-8288-432812E7B4D5}" dt="2020-09-24T14:09:57.002" v="877" actId="20577"/>
        <pc:sldMkLst>
          <pc:docMk/>
          <pc:sldMk cId="763297899" sldId="274"/>
        </pc:sldMkLst>
        <pc:spChg chg="mod">
          <ac:chgData name="郁儒 廖" userId="189a1d031aa848d3" providerId="LiveId" clId="{0734EAEE-AFB4-4B8E-8288-432812E7B4D5}" dt="2020-09-24T13:20:00.008" v="540" actId="1076"/>
          <ac:spMkLst>
            <pc:docMk/>
            <pc:sldMk cId="763297899" sldId="274"/>
            <ac:spMk id="3" creationId="{47924614-B3FE-49DB-A43B-C5C6C654484D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" creationId="{DCFEDBDE-7BFD-4983-9F68-9820C7C8AAC0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7" creationId="{49438BC4-CAB4-4127-B96B-F91992EC0956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10" creationId="{B3A1C898-CAA3-45F1-9E70-5B30E057E75A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13" creationId="{971AFE38-6300-428F-8D56-930F383F0F30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16" creationId="{284E0075-06B9-487B-B337-883875E83028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18" creationId="{AE07F87D-AA73-4AE0-AAE0-F42AE9703D3A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20" creationId="{7E2DAA58-3143-49E2-AE5E-880FB683E6FD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22" creationId="{8296C703-DF7F-4D3E-B3DC-F50FEB091DE6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24" creationId="{56DA980F-832A-41DA-8788-9993720FB106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29" creationId="{3546F474-30C8-4FAF-9F31-E6A70D3989D0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0" creationId="{7825A793-5DD5-41D7-88D4-600F500D6222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1" creationId="{FE2F5193-490F-4773-996C-3BB695DD756B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2" creationId="{6022BA4D-D87D-465D-B4A5-3CBB97DD8F4A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4" creationId="{FD5FE659-6B57-4304-BBC8-CA6D8D75E369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8" creationId="{77DB194D-D7BA-486E-A2E9-5C526E47D8F9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1" creationId="{A82BBF71-0AC1-4B60-BA67-9DC9ACDF5A7F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3" creationId="{59D44620-3226-4BB6-8640-4FAD8EABE6D8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6" creationId="{08CAD290-F0F7-4581-91D1-DCDA68F0915E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8" creationId="{CCEFEF32-8760-48D6-B64B-8EF834ABD35F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3" creationId="{DFF8023B-9727-47F3-86EE-0671DF7466FC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4" creationId="{A7901D75-A5A0-4B6E-BD34-6EDE462658A1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5" creationId="{A0F588A8-F2C7-4AA5-9597-A569EEEB9E1A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6" creationId="{BCBF2450-38CF-4A89-83EF-D57FD4B25543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7" creationId="{1A2418B4-8A4E-4924-9EFA-95F0D0CBA12F}"/>
          </ac:spMkLst>
        </pc:spChg>
        <pc:spChg chg="add mod">
          <ac:chgData name="郁儒 廖" userId="189a1d031aa848d3" providerId="LiveId" clId="{0734EAEE-AFB4-4B8E-8288-432812E7B4D5}" dt="2020-09-24T13:54:23.741" v="655" actId="1076"/>
          <ac:spMkLst>
            <pc:docMk/>
            <pc:sldMk cId="763297899" sldId="274"/>
            <ac:spMk id="59" creationId="{45708A20-DB5A-45DE-AF84-3B5FD3895D97}"/>
          </ac:spMkLst>
        </pc:spChg>
        <pc:spChg chg="add mod">
          <ac:chgData name="郁儒 廖" userId="189a1d031aa848d3" providerId="LiveId" clId="{0734EAEE-AFB4-4B8E-8288-432812E7B4D5}" dt="2020-09-24T13:54:18.981" v="654" actId="1076"/>
          <ac:spMkLst>
            <pc:docMk/>
            <pc:sldMk cId="763297899" sldId="274"/>
            <ac:spMk id="60" creationId="{35EE9C5C-2FFC-4D18-8B0C-D39740829170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61" creationId="{E1AD50E9-9B86-4015-A29E-20D43A2F22C8}"/>
          </ac:spMkLst>
        </pc:spChg>
        <pc:spChg chg="mod">
          <ac:chgData name="郁儒 廖" userId="189a1d031aa848d3" providerId="LiveId" clId="{0734EAEE-AFB4-4B8E-8288-432812E7B4D5}" dt="2020-09-24T13:55:12.661" v="661" actId="1076"/>
          <ac:spMkLst>
            <pc:docMk/>
            <pc:sldMk cId="763297899" sldId="274"/>
            <ac:spMk id="62" creationId="{907D711C-D16D-46B9-9349-5C2191DD735B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74" creationId="{9A1C3937-DD4E-4FD3-8D4C-F7B24F06C0D2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77" creationId="{52DF93B7-133E-44BB-BDA3-B46709F37FB2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80" creationId="{00D8DDB6-2003-4A38-B147-2DF72630E49E}"/>
          </ac:spMkLst>
        </pc:spChg>
        <pc:spChg chg="mod">
          <ac:chgData name="郁儒 廖" userId="189a1d031aa848d3" providerId="LiveId" clId="{0734EAEE-AFB4-4B8E-8288-432812E7B4D5}" dt="2020-09-24T13:55:06.053" v="660" actId="1076"/>
          <ac:spMkLst>
            <pc:docMk/>
            <pc:sldMk cId="763297899" sldId="274"/>
            <ac:spMk id="83" creationId="{79CB4821-10C3-4854-8834-5F1B69EF9801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84" creationId="{187CE12A-9D79-4252-9F41-657E77E72F14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85" creationId="{0508AEEF-392C-4F61-A959-655E6BCD6041}"/>
          </ac:spMkLst>
        </pc:spChg>
        <pc:spChg chg="mod">
          <ac:chgData name="郁儒 廖" userId="189a1d031aa848d3" providerId="LiveId" clId="{0734EAEE-AFB4-4B8E-8288-432812E7B4D5}" dt="2020-09-24T14:09:57.002" v="877" actId="20577"/>
          <ac:spMkLst>
            <pc:docMk/>
            <pc:sldMk cId="763297899" sldId="274"/>
            <ac:spMk id="86" creationId="{378EF1C1-D271-423F-9450-49ED301ABADD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88" creationId="{EDF8FEDD-35D1-4FDD-BCC1-3780AC99DA21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91" creationId="{C4E28724-3444-4647-BBF9-6D4917BE6694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93" creationId="{CEC0B885-3A09-44B2-86F2-98981BC5A894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95" creationId="{8AE507A1-0F7D-433C-BEC9-E67BA2B07032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97" creationId="{C9ED705F-95B8-4B35-BA37-48B3FDC3F74A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2" creationId="{64FCF3D5-4100-4F24-872E-28DD8BF8090B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3" creationId="{CD852269-9E8C-4E15-9859-3628AEF47479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4" creationId="{DDAB0CD3-0236-4770-A711-37681908445F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5" creationId="{69F90426-FAAF-4857-8DB9-C3E78B6DC2EA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9" creationId="{D25EDC6B-BF4F-4CFC-905C-B3A616B89310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12" creationId="{F657F27E-C944-484D-AD1C-4520B292E6C0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15" creationId="{FD61702D-08BA-4896-84E4-62E065ECD302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16" creationId="{820CA684-8738-47C4-9686-C51A57B7C9DD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0" creationId="{EA15FC45-BDE4-4259-B5CC-E6777BE698AE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2" creationId="{784B715A-C164-487B-ADEF-72E13C53DF75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4" creationId="{D54B60BF-9A43-4D69-8C2C-947BBE637F2F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7" creationId="{BC82511F-74D2-4E1C-85F7-D64E541DED29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8" creationId="{59BFF334-CD89-4411-A395-EDC38870C06B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31" creationId="{720F8D47-0D5D-4D04-8284-2DB74D4A4E13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33" creationId="{01459298-6082-44B6-9A7E-3FB5E3EBC211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34" creationId="{CAD04931-7AE7-4760-800A-D235D6C82534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37" creationId="{3C32C6DD-DBA9-4EA1-9B8D-96CDE5C9D32C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40" creationId="{2D505F76-1C55-4EDF-AAA8-D45FB3EE0CF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43" creationId="{844C5D9C-FEAD-497F-9008-CCEE737A8FCE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46" creationId="{DB7D5C5E-E817-488A-A9F6-8F60E980790F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48" creationId="{011C8FA3-80AF-40DC-962C-E102289065F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50" creationId="{225C13FB-FA9E-4B2C-9DD3-5DDD859A4002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52" creationId="{FE5EDF7C-FCD5-47EB-9528-501CC52D25E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54" creationId="{EA8FB268-57CF-4CCA-AACE-75E19171B478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59" creationId="{12DD8C26-10F6-4CEF-8690-457C4434FB2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60" creationId="{3531E027-17CF-459C-9E0D-B9E6CFCCBAE3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61" creationId="{E6730449-B746-4C60-AE7A-5D788B283FC4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62" creationId="{A3EF6457-9CAB-455E-A7E3-E716FE24D459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64" creationId="{B318CEF4-BDD9-4CB5-B72C-EB42FF0F0638}"/>
          </ac:spMkLst>
        </pc:spChg>
        <pc:spChg chg="add mod">
          <ac:chgData name="郁儒 廖" userId="189a1d031aa848d3" providerId="LiveId" clId="{0734EAEE-AFB4-4B8E-8288-432812E7B4D5}" dt="2020-09-24T13:21:44.593" v="627" actId="207"/>
          <ac:spMkLst>
            <pc:docMk/>
            <pc:sldMk cId="763297899" sldId="274"/>
            <ac:spMk id="167" creationId="{057FBF71-1CF9-411E-8DC6-C3ED9854BF6B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70" creationId="{21B2183C-1763-4E33-BE43-8E9400A3964D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73" creationId="{01BE261B-69B0-48A5-9035-14FA6021467E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74" creationId="{86A6D966-F7C9-4C1C-A9A4-853AEF784121}"/>
          </ac:spMkLst>
        </pc:spChg>
        <pc:spChg chg="add mod">
          <ac:chgData name="郁儒 廖" userId="189a1d031aa848d3" providerId="LiveId" clId="{0734EAEE-AFB4-4B8E-8288-432812E7B4D5}" dt="2020-09-24T13:21:39.226" v="626" actId="207"/>
          <ac:spMkLst>
            <pc:docMk/>
            <pc:sldMk cId="763297899" sldId="274"/>
            <ac:spMk id="175" creationId="{9F4D1A77-FBF7-4D2D-B2BF-6B3DD84D9B88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79" creationId="{BD7EF726-CA91-4A9E-902C-F2A1E505D58F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81" creationId="{95C8C9E4-4941-4CB1-92F1-30F5A0D28746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83" creationId="{E3F2CC7B-801D-4C3A-8E65-9CFBA00997AD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86" creationId="{17991355-9D92-44BD-9A31-57B158FEF5B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87" creationId="{DC3ACF24-F699-4B5A-AD95-29AAAE1DB3B8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90" creationId="{A917C70C-1C40-4DED-93CA-7F985768AA5B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92" creationId="{D8EDF434-CC6B-4F30-A0D3-1ECB82B2D4F0}"/>
          </ac:spMkLst>
        </pc:spChg>
        <pc:graphicFrameChg chg="add mod modGraphic">
          <ac:chgData name="郁儒 廖" userId="189a1d031aa848d3" providerId="LiveId" clId="{0734EAEE-AFB4-4B8E-8288-432812E7B4D5}" dt="2020-09-24T14:02:19.013" v="771" actId="20577"/>
          <ac:graphicFrameMkLst>
            <pc:docMk/>
            <pc:sldMk cId="763297899" sldId="274"/>
            <ac:graphicFrameMk id="58" creationId="{F3D5149C-2CDA-4EF9-B39E-A105323565C2}"/>
          </ac:graphicFrameMkLst>
        </pc:graphicFrameChg>
        <pc:graphicFrameChg chg="del">
          <ac:chgData name="郁儒 廖" userId="189a1d031aa848d3" providerId="LiveId" clId="{0734EAEE-AFB4-4B8E-8288-432812E7B4D5}" dt="2020-09-24T13:20:42.987" v="595" actId="478"/>
          <ac:graphicFrameMkLst>
            <pc:docMk/>
            <pc:sldMk cId="763297899" sldId="274"/>
            <ac:graphicFrameMk id="79" creationId="{94E174C5-111D-43E3-BF2D-9B8C9AB5D560}"/>
          </ac:graphicFrameMkLst>
        </pc:graphicFrame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5" creationId="{721F8932-4BCE-422E-ACE0-2CAE4C41D9D2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6" creationId="{35A38A95-EFE3-41A3-A408-BB559AC6E447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8" creationId="{2F7701D7-C08F-4644-8B25-0D52FA00A406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9" creationId="{B47226A9-3E75-428B-B590-7A3DE2671859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1" creationId="{210C484B-7405-4BB3-99D2-6A5339A5638B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2" creationId="{EFDC7518-4551-455C-9D74-75D413E55476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4" creationId="{F512B7B4-4BFF-471F-9443-45F790384402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5" creationId="{2508B3C2-0257-46D0-A5B6-18AC4DD39AFD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7" creationId="{BC5BB5EF-2808-451E-9C9A-55AA32ECA4C7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9" creationId="{7AF56C9B-F8CD-40A0-A049-500CD1C3AB61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1" creationId="{E3DF4832-57F0-4034-8D49-9E303165C9F0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3" creationId="{F83B48E1-C19E-4924-B939-034B4F5A98E9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5" creationId="{AD60EB51-FC18-40F9-9792-21A4CA70903F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6" creationId="{4D01F6B2-B649-4F44-A0B9-F770495BEB4B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7" creationId="{35B53150-AF80-484C-B824-69D0F1B84A6B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8" creationId="{FCB3DFAA-C58F-4A68-BA9B-5E5107EBFC44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3" creationId="{0D3CA7A6-80E2-4DAB-8F07-1B6F52650FBD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5" creationId="{6F4FFA18-6A67-49A7-A384-52F290D3DFD9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6" creationId="{18991123-D205-4103-B522-A5CD60FE28FC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7" creationId="{D6CA346F-D133-4918-B98A-26080E566E91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9" creationId="{42CB480E-38ED-4AB7-9154-A07754E237A2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0" creationId="{62194E08-94AF-4F5C-B5F6-1AA2CF6FD40D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2" creationId="{004C64C9-7303-484D-A814-4FA6D32F0755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4" creationId="{B08D539A-86B9-4D5F-973C-70AC9045F1D5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5" creationId="{624A82CB-A48C-4F5C-BD89-640708A3D634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7" creationId="{5938EB56-83E4-4087-B0B4-7A4DF5DDF638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9" creationId="{02762AD5-AA0B-4E3B-9881-CF5FD6C9BFC6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50" creationId="{251CF9AB-EE9B-428E-AC28-D2C9B56265FC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51" creationId="{E47B01C6-F026-4988-BAE7-9C429D00BD88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52" creationId="{C757F89F-92C3-49C4-90B7-723B221BB03B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65" creationId="{4026BD4F-7A0A-4F3B-994D-9494495896B2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66" creationId="{EAC352E3-8BA0-4FAE-A397-0CA2AC64729B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1" creationId="{1E06FE3A-C157-4E74-85A1-1F1F09E3A061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2" creationId="{4E9E8147-1A9E-4C53-83B7-E376914E305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3" creationId="{92D2D755-C38C-4592-9BCD-AD5D63C5F1B5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5" creationId="{C3AD8BD3-ABD9-4078-AB66-4FAAFE53FDB0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76" creationId="{92F0E805-6C1D-4BD1-B504-6DEFB45180A9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8" creationId="{CEF195F2-6060-4EB6-962D-B2F0E48E8D6A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81" creationId="{E05256C7-AB9C-4E56-B75C-72E05AF828B7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82" creationId="{343D877C-9924-4AC7-B4B0-A55BBA8368C3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87" creationId="{C6B60673-7735-4B32-BAE2-48BA9B1FCD46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89" creationId="{B31B8407-637D-42C3-9BA3-CC57D50DD8E4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0" creationId="{5239E745-3D6F-49EB-9805-E64D78725F7A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2" creationId="{BE1DCE86-E71E-49D3-BFA3-61E8ACAC6AC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4" creationId="{37D2F980-8375-434E-992F-73FCC3C010E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6" creationId="{AF2A7341-3BC7-4869-9CF7-623E25AFECCC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8" creationId="{67BB514B-F590-43D7-B94B-46AA8587472F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9" creationId="{A5AC3F1B-C24C-4852-A789-87DEC90AA711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0" creationId="{2B14624B-5757-4FF4-800C-1EC289507229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1" creationId="{455D9AD7-7E0D-4728-87D7-AC4A0662C75B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6" creationId="{F83F1DB0-77A9-4FE0-9362-FA5E95DDC71F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7" creationId="{C7679BE0-B49F-4094-B702-CF217BD82B4D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8" creationId="{4EFC89D4-637F-4C3E-923D-A50E09F35D84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0" creationId="{72582AE5-3885-430C-86D5-FC4BF501C6AD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1" creationId="{53658DD3-5DB3-4A6D-AEA7-68B4E0ED773A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3" creationId="{05D4644A-A1AA-4291-B63A-0DB4E429F82D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4" creationId="{B14AE105-5B89-48D5-8D53-3124F6D501A7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7" creationId="{629014B2-60DA-41E0-B3F9-2EAAE2A55EA4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8" creationId="{E99EC08A-9D12-48C3-AB55-3D46DED019B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9" creationId="{B550C7CF-9DA9-45A7-BF2E-3B2BCAAC33B7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1" creationId="{4A6205E4-0D0E-4D9B-B47C-38C9D89C4917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3" creationId="{BE2F7AAF-19DF-4E09-8038-9928C7ADF4F0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5" creationId="{707FDA76-CCAD-4BC3-9259-92484656E407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6" creationId="{D99D6EC7-4F7E-418D-A3B4-2DD2D5F1FA0C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9" creationId="{3277CE81-E3A2-46D4-893C-1E1D4B00591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30" creationId="{ACAA10C9-E815-4482-A65B-995C6EBABB0A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32" creationId="{9574E267-AA20-4DB8-9E81-347634CEB9B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35" creationId="{2F23D6DF-3C4D-4050-A8E0-882C6042F26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36" creationId="{83F34E19-BBB9-4E04-8F17-EA1382E09397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38" creationId="{6C5061DD-C178-4570-A925-6125831CF98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39" creationId="{7216A6C0-8575-417E-B1D1-C09C3CFF55B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1" creationId="{DB3E37F0-6BBD-40A1-9FC5-10798AFFB6D9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2" creationId="{FF5DB06D-5E56-4958-B3B9-BA0A7841C58B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4" creationId="{FFFBF3E3-EDAF-4972-B27D-34F2393CC816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5" creationId="{C0C34FFF-07EE-46D0-9311-F180680619B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7" creationId="{6144B16B-AB9E-40A4-8037-27414CECB3E0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9" creationId="{246FE280-9C8E-4A7A-B39D-0F2ECA44C491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1" creationId="{C3ADBE65-A4C4-4F4B-8A9E-9827BCE7F36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3" creationId="{D9F82BCE-434A-4350-B55E-ACB988896B24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5" creationId="{CECD9425-2280-491D-8E38-7A1E2FEB372E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6" creationId="{55A3D8D8-4899-4EE2-AB45-B64D4EE0EEC3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7" creationId="{651505CE-8237-46FE-A664-031EF46DBA6B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8" creationId="{F45283B1-43DD-4B1A-9E05-20A360D49DDF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3" creationId="{3EC8BAFF-AC28-4893-B72E-24377998B3D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5" creationId="{670C1FC8-901F-4965-B02B-7215E3B3C3F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6" creationId="{F0B91B92-560C-4816-84C1-7888ACA7A634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8" creationId="{BC200043-FC23-4570-9723-50F0E11B57F7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9" creationId="{AA29CDF1-B202-43ED-A6A5-199E9D303CB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1" creationId="{C8F689E7-D995-4FEA-8C59-0F34E82D2F76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2" creationId="{9F9F3B2F-C4D8-42E9-87DE-E8A688BD24E1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6" creationId="{3D87AFC0-0F16-44A1-B44D-55F03D18F461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7" creationId="{9A9CFE85-29AA-485A-9DAD-1010E46C8AEA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8" creationId="{83993DD0-1741-4CC7-ADFA-65ADF761125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0" creationId="{E19543A0-0DB9-4CBD-81B8-3BD61C88E6AF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2" creationId="{919CDE80-5238-4B9F-A9FB-89938E8DBBC9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4" creationId="{1AE14722-BC5B-4225-A9FA-263D2569C5F4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5" creationId="{80D82067-2FE5-46FD-A066-19F4F7975A74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8" creationId="{29A8EFD6-F62F-4006-A930-849B5B7D4B19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9" creationId="{5963C06E-8D73-4A68-867B-DC729958B016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91" creationId="{87B3C0DC-1BEB-468B-8E21-96B06F27352C}"/>
          </ac:cxnSpMkLst>
        </pc:cxnChg>
      </pc:sldChg>
      <pc:sldChg chg="addSp delSp modSp add mod ord modAnim">
        <pc:chgData name="郁儒 廖" userId="189a1d031aa848d3" providerId="LiveId" clId="{0734EAEE-AFB4-4B8E-8288-432812E7B4D5}" dt="2020-09-24T14:49:30.302" v="1264" actId="20577"/>
        <pc:sldMkLst>
          <pc:docMk/>
          <pc:sldMk cId="1554478653" sldId="275"/>
        </pc:sldMkLst>
        <pc:spChg chg="mod">
          <ac:chgData name="郁儒 廖" userId="189a1d031aa848d3" providerId="LiveId" clId="{0734EAEE-AFB4-4B8E-8288-432812E7B4D5}" dt="2020-09-24T14:07:39.492" v="863"/>
          <ac:spMkLst>
            <pc:docMk/>
            <pc:sldMk cId="1554478653" sldId="275"/>
            <ac:spMk id="2" creationId="{7F550715-45BC-480C-929E-02B819AF877C}"/>
          </ac:spMkLst>
        </pc:spChg>
        <pc:spChg chg="mod">
          <ac:chgData name="郁儒 廖" userId="189a1d031aa848d3" providerId="LiveId" clId="{0734EAEE-AFB4-4B8E-8288-432812E7B4D5}" dt="2020-09-24T14:37:33.951" v="1102" actId="20577"/>
          <ac:spMkLst>
            <pc:docMk/>
            <pc:sldMk cId="1554478653" sldId="275"/>
            <ac:spMk id="4" creationId="{FD113D12-21CB-489E-91E7-822672C2153C}"/>
          </ac:spMkLst>
        </pc:spChg>
        <pc:spChg chg="del mod">
          <ac:chgData name="郁儒 廖" userId="189a1d031aa848d3" providerId="LiveId" clId="{0734EAEE-AFB4-4B8E-8288-432812E7B4D5}" dt="2020-09-24T14:06:13.020" v="826" actId="478"/>
          <ac:spMkLst>
            <pc:docMk/>
            <pc:sldMk cId="1554478653" sldId="275"/>
            <ac:spMk id="7" creationId="{F5F7FE52-AC47-4FAD-BD9C-CCCBC3F7DA02}"/>
          </ac:spMkLst>
        </pc:spChg>
        <pc:spChg chg="mod">
          <ac:chgData name="郁儒 廖" userId="189a1d031aa848d3" providerId="LiveId" clId="{0734EAEE-AFB4-4B8E-8288-432812E7B4D5}" dt="2020-09-24T14:49:24.265" v="1260" actId="20577"/>
          <ac:spMkLst>
            <pc:docMk/>
            <pc:sldMk cId="1554478653" sldId="275"/>
            <ac:spMk id="8" creationId="{62D610EC-D21B-4123-A92B-16D8D21A41F6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13" creationId="{8EE478B1-6432-4D13-8E55-5088CCDB5DD7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16" creationId="{8EF189FF-6B83-460B-AB57-D7AB05BC24F5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20" creationId="{44211984-D825-4B6D-8CE0-B69D4D94291D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22" creationId="{C1E9AAAB-5FAF-42FA-AB27-A920BC15AAF3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24" creationId="{2E2D8385-F426-446E-A116-BDE3F33AAABE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26" creationId="{8AD92D95-6D18-4C8C-956B-2DC92BD174C9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1" creationId="{10126378-AD46-4EDB-B42C-76F5D3FC62CE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2" creationId="{B9731AAA-3003-4587-AF8E-4437589E2664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3" creationId="{A0E33458-D3BA-444C-9892-6BE73E46D096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4" creationId="{11CCCDC1-6C60-4372-B823-548A557050F5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8" creationId="{C9376F74-1FBD-48DE-93ED-C8CD4D30EC05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41" creationId="{C72A8396-CAEE-4FD4-BD5D-6255B83217F2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44" creationId="{D3D0096B-83EB-4B4A-9A7A-A5504B9E6AEC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45" creationId="{2546C245-B58F-45CE-91D9-21918E19194B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49" creationId="{8B5D4E97-CF31-417B-A660-D183F7273E1D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51" creationId="{DAD7A66A-900A-404D-A41D-3DD4FDB90BA0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53" creationId="{1B5937F7-458D-437A-BCCB-8887A7B776F0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56" creationId="{FCE8A356-6E39-4111-886C-FDFF271F5918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57" creationId="{2F087F05-4E9D-4A64-8474-DD218F8B60BF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60" creationId="{1B3B14BB-7A1A-4AF5-A8F6-7C37FED3FB8D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62" creationId="{6409200B-96E5-4A61-A7F4-0689DACD9A9C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63" creationId="{48CA7363-6EAD-4547-BE7F-F01221C32746}"/>
          </ac:spMkLst>
        </pc:spChg>
        <pc:spChg chg="add mod">
          <ac:chgData name="郁儒 廖" userId="189a1d031aa848d3" providerId="LiveId" clId="{0734EAEE-AFB4-4B8E-8288-432812E7B4D5}" dt="2020-09-24T14:07:23.188" v="861" actId="1076"/>
          <ac:spMkLst>
            <pc:docMk/>
            <pc:sldMk cId="1554478653" sldId="275"/>
            <ac:spMk id="65" creationId="{027F93A1-1BF2-41E3-B004-C2EE4EE72192}"/>
          </ac:spMkLst>
        </pc:spChg>
        <pc:spChg chg="add mod">
          <ac:chgData name="郁儒 廖" userId="189a1d031aa848d3" providerId="LiveId" clId="{0734EAEE-AFB4-4B8E-8288-432812E7B4D5}" dt="2020-09-24T14:07:25.372" v="862" actId="1076"/>
          <ac:spMkLst>
            <pc:docMk/>
            <pc:sldMk cId="1554478653" sldId="275"/>
            <ac:spMk id="67" creationId="{9BDF08DA-76CF-4CFF-8FDC-ECD1710D159D}"/>
          </ac:spMkLst>
        </pc:spChg>
        <pc:spChg chg="add mod">
          <ac:chgData name="郁儒 廖" userId="189a1d031aa848d3" providerId="LiveId" clId="{0734EAEE-AFB4-4B8E-8288-432812E7B4D5}" dt="2020-09-24T14:37:40.876" v="1106" actId="20577"/>
          <ac:spMkLst>
            <pc:docMk/>
            <pc:sldMk cId="1554478653" sldId="275"/>
            <ac:spMk id="69" creationId="{26A010F2-856A-4B4E-8CC6-F4A1E9D1A9DC}"/>
          </ac:spMkLst>
        </pc:spChg>
        <pc:spChg chg="add mod">
          <ac:chgData name="郁儒 廖" userId="189a1d031aa848d3" providerId="LiveId" clId="{0734EAEE-AFB4-4B8E-8288-432812E7B4D5}" dt="2020-09-24T14:49:30.302" v="1264" actId="20577"/>
          <ac:spMkLst>
            <pc:docMk/>
            <pc:sldMk cId="1554478653" sldId="275"/>
            <ac:spMk id="71" creationId="{699E7781-08AA-4CCF-9F27-221C21ECEF28}"/>
          </ac:spMkLst>
        </pc:spChg>
        <pc:graphicFrameChg chg="add mod modGraphic">
          <ac:chgData name="郁儒 廖" userId="189a1d031aa848d3" providerId="LiveId" clId="{0734EAEE-AFB4-4B8E-8288-432812E7B4D5}" dt="2020-09-24T14:03:21.262" v="790" actId="20577"/>
          <ac:graphicFrameMkLst>
            <pc:docMk/>
            <pc:sldMk cId="1554478653" sldId="275"/>
            <ac:graphicFrameMk id="6" creationId="{DE4E8DA1-08B2-498C-A11B-01E0E9942D5F}"/>
          </ac:graphicFrameMkLst>
        </pc:graphicFrameChg>
        <pc:picChg chg="del">
          <ac:chgData name="郁儒 廖" userId="189a1d031aa848d3" providerId="LiveId" clId="{0734EAEE-AFB4-4B8E-8288-432812E7B4D5}" dt="2020-09-24T13:57:27.104" v="699" actId="478"/>
          <ac:picMkLst>
            <pc:docMk/>
            <pc:sldMk cId="1554478653" sldId="275"/>
            <ac:picMk id="5" creationId="{32B91443-2482-4B7E-BC52-98F7363C061F}"/>
          </ac:picMkLst>
        </pc:pic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9" creationId="{56526532-EDA9-4A75-A2A2-FD1812E21570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0" creationId="{14B7E0DF-156C-4598-BB82-D9CA6C4BF6E7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1" creationId="{3B240B0F-7CCB-46E2-AF57-70201AA63B5D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2" creationId="{E36A51C3-B8C2-4D66-9497-212F4C71695E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4" creationId="{5D5A97BF-046F-44D1-8F00-EC06CAEE4EAB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5" creationId="{E42767D1-16A5-4B67-863C-E16894D6E1C1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7" creationId="{C50B6286-D076-4A7B-A733-2DBBB34B1B86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8" creationId="{E04E989C-4CA6-41C7-A702-33A048DDFEC2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9" creationId="{8175A68F-BBA4-482B-B0F9-E8D53AA76E8A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1" creationId="{BDC6E960-7C8C-4C5B-800A-B7C5BA9C4FE1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3" creationId="{CC292025-D338-4CBA-B0A5-85B68F408A44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5" creationId="{01B245A5-9EBA-4BD2-996D-164511965960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7" creationId="{14E793DD-C6D0-4217-BCD6-4DE6B61886CA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8" creationId="{52E0DBA3-105B-471A-BC54-0E329AA546E6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9" creationId="{D9D13B8A-2DF3-4CA1-A11C-BBADBD3133DC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0" creationId="{37994BB9-7C8B-4234-B1CE-02FBC2A78DAC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5" creationId="{FB4D9306-362A-4B8E-9F63-493E5FED3BA6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6" creationId="{91D73A9A-688F-491B-959D-B46D62548E7F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7" creationId="{59FB02CE-841E-4D3D-91A6-E0415F7F3C78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9" creationId="{FD37E4A3-9F96-4378-A0B9-79C23E7EC1C4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0" creationId="{B0950C60-FAFD-4027-A69A-AAA767E83E47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2" creationId="{19E5B312-03DF-4358-8A89-A85E3C609B10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3" creationId="{F3482177-FC19-4971-9910-6FF8AD8F6B9F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6" creationId="{12E73406-EE1E-4CCD-B8E2-7485C864C4D5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7" creationId="{5D39A091-CEC5-49A1-87B7-0B177AFD86CE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8" creationId="{9C1765BC-3FCF-40B3-9228-E8D5667719D2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0" creationId="{B1BD71E1-1974-4F89-84F1-C7110A91F066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2" creationId="{9E38A80D-C2DD-4CAD-87AB-CDC6B809D3AE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4" creationId="{5F5CC0FF-4956-4142-B63C-0F064742ACB0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5" creationId="{717C9B4E-86C3-44A9-AE62-632701716B59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8" creationId="{C01AFCF2-5A68-4DC5-9BFC-6BDB575BF2A4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9" creationId="{E1B68C1F-D0D6-49FD-B9F6-23A04ADD7387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61" creationId="{196A9790-F8A7-4C1A-B314-ACBD8B56B08E}"/>
          </ac:cxnSpMkLst>
        </pc:cxnChg>
      </pc:sldChg>
      <pc:sldChg chg="delSp modSp add mod ord delAnim">
        <pc:chgData name="郁儒 廖" userId="189a1d031aa848d3" providerId="LiveId" clId="{0734EAEE-AFB4-4B8E-8288-432812E7B4D5}" dt="2020-09-24T14:07:55.118" v="865"/>
        <pc:sldMkLst>
          <pc:docMk/>
          <pc:sldMk cId="3956053694" sldId="276"/>
        </pc:sldMkLst>
        <pc:spChg chg="mod">
          <ac:chgData name="郁儒 廖" userId="189a1d031aa848d3" providerId="LiveId" clId="{0734EAEE-AFB4-4B8E-8288-432812E7B4D5}" dt="2020-09-24T13:57:19.252" v="698" actId="1076"/>
          <ac:spMkLst>
            <pc:docMk/>
            <pc:sldMk cId="3956053694" sldId="276"/>
            <ac:spMk id="3" creationId="{47924614-B3FE-49DB-A43B-C5C6C654484D}"/>
          </ac:spMkLst>
        </pc:spChg>
        <pc:spChg chg="del">
          <ac:chgData name="郁儒 廖" userId="189a1d031aa848d3" providerId="LiveId" clId="{0734EAEE-AFB4-4B8E-8288-432812E7B4D5}" dt="2020-09-24T13:55:27.373" v="663" actId="478"/>
          <ac:spMkLst>
            <pc:docMk/>
            <pc:sldMk cId="3956053694" sldId="276"/>
            <ac:spMk id="62" creationId="{907D711C-D16D-46B9-9349-5C2191DD735B}"/>
          </ac:spMkLst>
        </pc:spChg>
        <pc:spChg chg="mod">
          <ac:chgData name="郁儒 廖" userId="189a1d031aa848d3" providerId="LiveId" clId="{0734EAEE-AFB4-4B8E-8288-432812E7B4D5}" dt="2020-09-24T13:56:16.118" v="679" actId="20577"/>
          <ac:spMkLst>
            <pc:docMk/>
            <pc:sldMk cId="3956053694" sldId="276"/>
            <ac:spMk id="86" creationId="{378EF1C1-D271-423F-9450-49ED301ABADD}"/>
          </ac:spMkLst>
        </pc:spChg>
        <pc:graphicFrameChg chg="modGraphic">
          <ac:chgData name="郁儒 廖" userId="189a1d031aa848d3" providerId="LiveId" clId="{0734EAEE-AFB4-4B8E-8288-432812E7B4D5}" dt="2020-09-24T14:02:22.743" v="773" actId="20577"/>
          <ac:graphicFrameMkLst>
            <pc:docMk/>
            <pc:sldMk cId="3956053694" sldId="276"/>
            <ac:graphicFrameMk id="58" creationId="{F3D5149C-2CDA-4EF9-B39E-A105323565C2}"/>
          </ac:graphicFrameMkLst>
        </pc:graphicFrameChg>
      </pc:sldChg>
      <pc:sldChg chg="add">
        <pc:chgData name="郁儒 廖" userId="189a1d031aa848d3" providerId="LiveId" clId="{0734EAEE-AFB4-4B8E-8288-432812E7B4D5}" dt="2020-09-24T14:03:57.688" v="791"/>
        <pc:sldMkLst>
          <pc:docMk/>
          <pc:sldMk cId="1968269950" sldId="277"/>
        </pc:sldMkLst>
      </pc:sldChg>
      <pc:sldChg chg="add">
        <pc:chgData name="郁儒 廖" userId="189a1d031aa848d3" providerId="LiveId" clId="{0734EAEE-AFB4-4B8E-8288-432812E7B4D5}" dt="2020-09-24T14:16:26.412" v="880"/>
        <pc:sldMkLst>
          <pc:docMk/>
          <pc:sldMk cId="4228798550" sldId="278"/>
        </pc:sldMkLst>
      </pc:sldChg>
      <pc:sldChg chg="addSp delSp modSp add mod">
        <pc:chgData name="郁儒 廖" userId="189a1d031aa848d3" providerId="LiveId" clId="{0734EAEE-AFB4-4B8E-8288-432812E7B4D5}" dt="2020-09-24T14:54:50.549" v="1586" actId="1035"/>
        <pc:sldMkLst>
          <pc:docMk/>
          <pc:sldMk cId="2591497068" sldId="279"/>
        </pc:sldMkLst>
        <pc:spChg chg="add 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2" creationId="{CFA0BFF3-D08D-47C1-A1CE-047748FAF62C}"/>
          </ac:spMkLst>
        </pc:spChg>
        <pc:spChg chg="add mod">
          <ac:chgData name="郁儒 廖" userId="189a1d031aa848d3" providerId="LiveId" clId="{0734EAEE-AFB4-4B8E-8288-432812E7B4D5}" dt="2020-09-24T14:37:04.323" v="1090" actId="20577"/>
          <ac:spMkLst>
            <pc:docMk/>
            <pc:sldMk cId="2591497068" sldId="279"/>
            <ac:spMk id="3" creationId="{B60FA076-3E52-48B7-9127-1640C428457F}"/>
          </ac:spMkLst>
        </pc:spChg>
        <pc:spChg chg="add mod">
          <ac:chgData name="郁儒 廖" userId="189a1d031aa848d3" providerId="LiveId" clId="{0734EAEE-AFB4-4B8E-8288-432812E7B4D5}" dt="2020-09-24T14:42:10.732" v="1123" actId="20577"/>
          <ac:spMkLst>
            <pc:docMk/>
            <pc:sldMk cId="2591497068" sldId="279"/>
            <ac:spMk id="4" creationId="{6A7FBE68-62F3-484A-AD6F-6CD059A1D09E}"/>
          </ac:spMkLst>
        </pc:spChg>
        <pc:spChg chg="add mod">
          <ac:chgData name="郁儒 廖" userId="189a1d031aa848d3" providerId="LiveId" clId="{0734EAEE-AFB4-4B8E-8288-432812E7B4D5}" dt="2020-09-24T14:54:44.686" v="1554" actId="14100"/>
          <ac:spMkLst>
            <pc:docMk/>
            <pc:sldMk cId="2591497068" sldId="279"/>
            <ac:spMk id="5" creationId="{C086B31E-3CC5-45E6-9650-35724A3181EB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43" creationId="{4DF79BBE-2484-4E3A-B0B0-C407976A1ED7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46" creationId="{55E0C108-F848-45A5-8A61-63D2F0D7F814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49" creationId="{2181B8F7-E3CE-47F3-A312-2BE689DF591F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52" creationId="{84AD333A-43B5-4BD1-AB9F-9E4200160B86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55" creationId="{80F1DFCD-144D-467B-994F-615FF8175C3E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57" creationId="{F519E9DB-D3DF-481F-9877-27675E5ADFE0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59" creationId="{931B9A4F-9EF1-4AB5-AFD7-D362DD9EC642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61" creationId="{6A8291EA-7E15-4657-A3AE-CBCC8A2C8A65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63" creationId="{D65ADAE3-282A-4E55-AF1E-3F2F2441C3FB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68" creationId="{B03AA794-999E-4253-AF61-B9AAE4E6CC4C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69" creationId="{58CE6AAA-0D7E-43AC-8197-A6D6D5FBDA3F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70" creationId="{21E43F9C-CCB3-436D-997B-1616B481DD42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71" creationId="{A24FCD7F-C46D-42AC-B684-8EFC7AC51DFD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73" creationId="{0D0C0CF5-D199-418D-85D9-DBDBD6629719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77" creationId="{C47BDC24-4E7F-45C4-B9B5-1CEF2527362A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85" creationId="{502A704B-85FE-48F6-8B90-AD1D4614715C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92" creationId="{A40A566C-6CAD-4504-A039-D9A80007F894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94" creationId="{7FC7F3A8-AA31-4A27-985E-D990B9FEA508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0" creationId="{2B2ECA28-A516-4512-A3D9-05C8B715D437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2" creationId="{7F7DA2F3-1045-4936-8E2F-71EB3A144A98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4" creationId="{BBC78E1F-CFEB-40BB-868C-6DF310F2A123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7" creationId="{293CE76F-1ECE-491B-8BF6-1B0F96197CAD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8" creationId="{9F61632F-EBC9-47AF-B2DB-161B562019C3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11" creationId="{EDFFD0D7-20B4-4444-B685-7517F65CE124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13" creationId="{FE025B03-BA66-4CF7-8758-2639EDE03EBA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14" creationId="{F28C1E5A-B431-49AE-8C59-228742571F15}"/>
          </ac:spMkLst>
        </pc:spChg>
        <pc:spChg chg="del">
          <ac:chgData name="郁儒 廖" userId="189a1d031aa848d3" providerId="LiveId" clId="{0734EAEE-AFB4-4B8E-8288-432812E7B4D5}" dt="2020-09-24T14:54:10.097" v="1520" actId="478"/>
          <ac:spMkLst>
            <pc:docMk/>
            <pc:sldMk cId="2591497068" sldId="279"/>
            <ac:spMk id="115" creationId="{DD8CA3BB-F3F9-4686-A75F-4DC7363666AE}"/>
          </ac:spMkLst>
        </pc:spChg>
        <pc:graphicFrameChg chg="mod modGraphic">
          <ac:chgData name="郁儒 廖" userId="189a1d031aa848d3" providerId="LiveId" clId="{0734EAEE-AFB4-4B8E-8288-432812E7B4D5}" dt="2020-09-24T14:36:26.418" v="1076" actId="1076"/>
          <ac:graphicFrameMkLst>
            <pc:docMk/>
            <pc:sldMk cId="2591497068" sldId="279"/>
            <ac:graphicFrameMk id="98" creationId="{93CDF356-B71C-4D46-A917-0B960032B841}"/>
          </ac:graphicFrameMkLst>
        </pc:graphicFrame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44" creationId="{BF0E3AA6-3A36-4C48-B939-5170DF8DEE14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45" creationId="{6C68E159-404C-46DE-826E-55E7199D588E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47" creationId="{CA1C1BAF-8CAE-45D2-AC33-C0189E51F9F1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48" creationId="{C3882521-FC92-47FB-A57A-FF05B4FB483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0" creationId="{857AE893-7E75-42D0-96A3-7E3A3CDC29CD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1" creationId="{F94B9411-DD44-4930-86AE-66F561DD1B3C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3" creationId="{A33939B9-F61C-4210-9EA2-EF75615F8F56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4" creationId="{3A3037FE-784B-4665-A9BD-4ED0DA7D7B21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6" creationId="{02F16554-6AF1-4939-8600-AA592C15FA6C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8" creationId="{A0082CA9-217A-4E8D-BDBA-04367515CB77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0" creationId="{78E81507-8CA0-4A87-8BAD-B880D8A994ED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2" creationId="{4596895B-29CF-4C40-9BDD-7D37C6DDC9CB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4" creationId="{F3906350-B8D1-4CB7-805E-08EB4790159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5" creationId="{4FEAE950-EE03-46F0-99E6-B171ED90B353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6" creationId="{9CDC948A-605D-4026-A52E-0945B4AF742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7" creationId="{74CEED05-C857-4629-A591-6333366DD259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72" creationId="{6957AE92-D7F5-457C-B980-220294B8EFF6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75" creationId="{C6CE22CC-2D90-4BFC-B6A2-F97064B7664D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76" creationId="{0B9FD423-17A4-4D52-9480-AF4B66619F47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79" creationId="{9CF974EC-03B0-4103-B398-B7D1603C3862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84" creationId="{0AC84EF6-334F-4B17-9AB1-1E1FF21E3EA2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88" creationId="{4E825C4E-8030-46C6-9E53-1354EE017BC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90" creationId="{189714AF-9C48-47D3-87B1-1B89B084AF5F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96" creationId="{62D5709F-3A63-40EC-A27A-4C6AF92522FA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97" creationId="{838FC7DF-FFA3-443E-A1B2-80C3D8F167B9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99" creationId="{D941F45A-9A3F-4B38-AE65-7FDC708AA841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1" creationId="{8D7C6331-76E5-40CD-AB49-7D42F18FF870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3" creationId="{48A735C3-FFF0-49B7-B5F5-38DDC9E2FEB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5" creationId="{7CD10BE8-3AA4-4D33-9F2C-AC3F5B9DDBE6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6" creationId="{1F474B5F-7B60-4142-9A12-1462E4203EB4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9" creationId="{2E42F359-7A8E-4488-BE34-A5E7CC77E974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10" creationId="{A0D8B761-F7AA-461F-8FE3-F66BB2167A3F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12" creationId="{43622B17-548B-4C24-97C2-0D3FB90E1573}"/>
          </ac:cxnSpMkLst>
        </pc:cxnChg>
      </pc:sldChg>
      <pc:sldChg chg="delSp modSp add mod">
        <pc:chgData name="郁儒 廖" userId="189a1d031aa848d3" providerId="LiveId" clId="{0734EAEE-AFB4-4B8E-8288-432812E7B4D5}" dt="2020-09-24T14:54:01.713" v="1519"/>
        <pc:sldMkLst>
          <pc:docMk/>
          <pc:sldMk cId="1024833738" sldId="280"/>
        </pc:sldMkLst>
        <pc:spChg chg="mod">
          <ac:chgData name="郁儒 廖" userId="189a1d031aa848d3" providerId="LiveId" clId="{0734EAEE-AFB4-4B8E-8288-432812E7B4D5}" dt="2020-09-24T14:54:01.713" v="1519"/>
          <ac:spMkLst>
            <pc:docMk/>
            <pc:sldMk cId="1024833738" sldId="280"/>
            <ac:spMk id="2" creationId="{7F550715-45BC-480C-929E-02B819AF877C}"/>
          </ac:spMkLst>
        </pc:spChg>
        <pc:spChg chg="del">
          <ac:chgData name="郁儒 廖" userId="189a1d031aa848d3" providerId="LiveId" clId="{0734EAEE-AFB4-4B8E-8288-432812E7B4D5}" dt="2020-09-24T14:53:50.859" v="1497" actId="478"/>
          <ac:spMkLst>
            <pc:docMk/>
            <pc:sldMk cId="1024833738" sldId="280"/>
            <ac:spMk id="3" creationId="{47924614-B3FE-49DB-A43B-C5C6C654484D}"/>
          </ac:spMkLst>
        </pc:spChg>
        <pc:spChg chg="mod">
          <ac:chgData name="郁儒 廖" userId="189a1d031aa848d3" providerId="LiveId" clId="{0734EAEE-AFB4-4B8E-8288-432812E7B4D5}" dt="2020-09-24T14:33:05.165" v="1057" actId="1076"/>
          <ac:spMkLst>
            <pc:docMk/>
            <pc:sldMk cId="1024833738" sldId="280"/>
            <ac:spMk id="173" creationId="{01BE261B-69B0-48A5-9035-14FA6021467E}"/>
          </ac:spMkLst>
        </pc:spChg>
      </pc:sldChg>
      <pc:sldChg chg="add del">
        <pc:chgData name="郁儒 廖" userId="189a1d031aa848d3" providerId="LiveId" clId="{0734EAEE-AFB4-4B8E-8288-432812E7B4D5}" dt="2020-09-24T14:32:50.034" v="1055" actId="47"/>
        <pc:sldMkLst>
          <pc:docMk/>
          <pc:sldMk cId="2277797743" sldId="280"/>
        </pc:sldMkLst>
      </pc:sldChg>
      <pc:sldChg chg="addSp delSp modSp add mod">
        <pc:chgData name="郁儒 廖" userId="189a1d031aa848d3" providerId="LiveId" clId="{0734EAEE-AFB4-4B8E-8288-432812E7B4D5}" dt="2020-09-24T15:01:04.801" v="1657" actId="1076"/>
        <pc:sldMkLst>
          <pc:docMk/>
          <pc:sldMk cId="3876109337" sldId="281"/>
        </pc:sldMkLst>
        <pc:spChg chg="mod">
          <ac:chgData name="郁儒 廖" userId="189a1d031aa848d3" providerId="LiveId" clId="{0734EAEE-AFB4-4B8E-8288-432812E7B4D5}" dt="2020-09-24T14:46:52.418" v="1244" actId="20577"/>
          <ac:spMkLst>
            <pc:docMk/>
            <pc:sldMk cId="3876109337" sldId="281"/>
            <ac:spMk id="3" creationId="{47924614-B3FE-49DB-A43B-C5C6C654484D}"/>
          </ac:spMkLst>
        </pc:spChg>
        <pc:spChg chg="add mod">
          <ac:chgData name="郁儒 廖" userId="189a1d031aa848d3" providerId="LiveId" clId="{0734EAEE-AFB4-4B8E-8288-432812E7B4D5}" dt="2020-09-24T15:01:04.801" v="1657" actId="1076"/>
          <ac:spMkLst>
            <pc:docMk/>
            <pc:sldMk cId="3876109337" sldId="281"/>
            <ac:spMk id="14" creationId="{DC8DF987-8A04-4A17-B1EC-9D1B0B83C494}"/>
          </ac:spMkLst>
        </pc:spChg>
        <pc:spChg chg="mod">
          <ac:chgData name="郁儒 廖" userId="189a1d031aa848d3" providerId="LiveId" clId="{0734EAEE-AFB4-4B8E-8288-432812E7B4D5}" dt="2020-09-24T14:46:44.908" v="1230" actId="1076"/>
          <ac:spMkLst>
            <pc:docMk/>
            <pc:sldMk cId="3876109337" sldId="281"/>
            <ac:spMk id="98" creationId="{0205F429-82F4-405F-BB7A-D4FB7B0359AA}"/>
          </ac:spMkLst>
        </pc:spChg>
        <pc:spChg chg="mod">
          <ac:chgData name="郁儒 廖" userId="189a1d031aa848d3" providerId="LiveId" clId="{0734EAEE-AFB4-4B8E-8288-432812E7B4D5}" dt="2020-09-24T14:45:23.754" v="1207" actId="1076"/>
          <ac:spMkLst>
            <pc:docMk/>
            <pc:sldMk cId="3876109337" sldId="281"/>
            <ac:spMk id="118" creationId="{F7966DE9-A4EA-4ABB-93F8-B889D8B1464A}"/>
          </ac:spMkLst>
        </pc:spChg>
        <pc:spChg chg="mod">
          <ac:chgData name="郁儒 廖" userId="189a1d031aa848d3" providerId="LiveId" clId="{0734EAEE-AFB4-4B8E-8288-432812E7B4D5}" dt="2020-09-24T14:48:18.133" v="1256" actId="20577"/>
          <ac:spMkLst>
            <pc:docMk/>
            <pc:sldMk cId="3876109337" sldId="281"/>
            <ac:spMk id="122" creationId="{48C1C182-4C7D-44D7-AA0C-00D1653025E2}"/>
          </ac:spMkLst>
        </pc:spChg>
        <pc:spChg chg="del">
          <ac:chgData name="郁儒 廖" userId="189a1d031aa848d3" providerId="LiveId" clId="{0734EAEE-AFB4-4B8E-8288-432812E7B4D5}" dt="2020-09-24T15:01:00.216" v="1655" actId="478"/>
          <ac:spMkLst>
            <pc:docMk/>
            <pc:sldMk cId="3876109337" sldId="281"/>
            <ac:spMk id="130" creationId="{6F06DDAA-D32B-412B-AC5D-AE1BCFFDE916}"/>
          </ac:spMkLst>
        </pc:spChg>
        <pc:graphicFrameChg chg="add del mod modGraphic">
          <ac:chgData name="郁儒 廖" userId="189a1d031aa848d3" providerId="LiveId" clId="{0734EAEE-AFB4-4B8E-8288-432812E7B4D5}" dt="2020-09-24T15:00:32.718" v="1650" actId="21"/>
          <ac:graphicFrameMkLst>
            <pc:docMk/>
            <pc:sldMk cId="3876109337" sldId="281"/>
            <ac:graphicFrameMk id="12" creationId="{CBA66EE4-1E63-4A26-B1EF-A5A90D6B4C1E}"/>
          </ac:graphicFrameMkLst>
        </pc:graphicFrameChg>
        <pc:graphicFrameChg chg="add mod">
          <ac:chgData name="郁儒 廖" userId="189a1d031aa848d3" providerId="LiveId" clId="{0734EAEE-AFB4-4B8E-8288-432812E7B4D5}" dt="2020-09-24T15:00:47.169" v="1653" actId="1076"/>
          <ac:graphicFrameMkLst>
            <pc:docMk/>
            <pc:sldMk cId="3876109337" sldId="281"/>
            <ac:graphicFrameMk id="13" creationId="{817D0338-D609-4D08-BE63-5C4BF78C5C66}"/>
          </ac:graphicFrameMkLst>
        </pc:graphicFrameChg>
        <pc:graphicFrameChg chg="del">
          <ac:chgData name="郁儒 廖" userId="189a1d031aa848d3" providerId="LiveId" clId="{0734EAEE-AFB4-4B8E-8288-432812E7B4D5}" dt="2020-09-24T15:00:41.176" v="1652" actId="478"/>
          <ac:graphicFrameMkLst>
            <pc:docMk/>
            <pc:sldMk cId="3876109337" sldId="281"/>
            <ac:graphicFrameMk id="128" creationId="{3D44929B-DFF8-4B80-AEE2-D100ADED5676}"/>
          </ac:graphicFrameMkLst>
        </pc:graphicFrameChg>
        <pc:cxnChg chg="mod">
          <ac:chgData name="郁儒 廖" userId="189a1d031aa848d3" providerId="LiveId" clId="{0734EAEE-AFB4-4B8E-8288-432812E7B4D5}" dt="2020-09-24T14:45:21.586" v="1206" actId="14100"/>
          <ac:cxnSpMkLst>
            <pc:docMk/>
            <pc:sldMk cId="3876109337" sldId="281"/>
            <ac:cxnSpMk id="74" creationId="{4DAD9427-6E31-4B18-BB1A-3690C8CEFBEA}"/>
          </ac:cxnSpMkLst>
        </pc:cxnChg>
        <pc:cxnChg chg="mod">
          <ac:chgData name="郁儒 廖" userId="189a1d031aa848d3" providerId="LiveId" clId="{0734EAEE-AFB4-4B8E-8288-432812E7B4D5}" dt="2020-09-24T14:46:44.233" v="1229" actId="14100"/>
          <ac:cxnSpMkLst>
            <pc:docMk/>
            <pc:sldMk cId="3876109337" sldId="281"/>
            <ac:cxnSpMk id="91" creationId="{AFCEF853-2198-4D01-B6BE-7E1824EE5390}"/>
          </ac:cxnSpMkLst>
        </pc:cxnChg>
        <pc:cxnChg chg="mod">
          <ac:chgData name="郁儒 廖" userId="189a1d031aa848d3" providerId="LiveId" clId="{0734EAEE-AFB4-4B8E-8288-432812E7B4D5}" dt="2020-09-24T14:48:02.570" v="1253" actId="1076"/>
          <ac:cxnSpMkLst>
            <pc:docMk/>
            <pc:sldMk cId="3876109337" sldId="281"/>
            <ac:cxnSpMk id="124" creationId="{9E007415-26BB-44C9-8EFF-9A41FBCD3702}"/>
          </ac:cxnSpMkLst>
        </pc:cxnChg>
        <pc:cxnChg chg="mod">
          <ac:chgData name="郁儒 廖" userId="189a1d031aa848d3" providerId="LiveId" clId="{0734EAEE-AFB4-4B8E-8288-432812E7B4D5}" dt="2020-09-24T14:48:09.315" v="1255" actId="14100"/>
          <ac:cxnSpMkLst>
            <pc:docMk/>
            <pc:sldMk cId="3876109337" sldId="281"/>
            <ac:cxnSpMk id="125" creationId="{AD28FF6E-05FF-4649-B7D5-52C029F55DE1}"/>
          </ac:cxnSpMkLst>
        </pc:cxnChg>
      </pc:sldChg>
      <pc:sldChg chg="modSp add mod">
        <pc:chgData name="郁儒 廖" userId="189a1d031aa848d3" providerId="LiveId" clId="{0734EAEE-AFB4-4B8E-8288-432812E7B4D5}" dt="2020-09-24T14:59:13.506" v="1645" actId="20577"/>
        <pc:sldMkLst>
          <pc:docMk/>
          <pc:sldMk cId="2250792461" sldId="282"/>
        </pc:sldMkLst>
        <pc:spChg chg="mod">
          <ac:chgData name="郁儒 廖" userId="189a1d031aa848d3" providerId="LiveId" clId="{0734EAEE-AFB4-4B8E-8288-432812E7B4D5}" dt="2020-09-24T14:59:00.259" v="1641"/>
          <ac:spMkLst>
            <pc:docMk/>
            <pc:sldMk cId="2250792461" sldId="282"/>
            <ac:spMk id="3" creationId="{B60FA076-3E52-48B7-9127-1640C428457F}"/>
          </ac:spMkLst>
        </pc:spChg>
        <pc:spChg chg="mod">
          <ac:chgData name="郁儒 廖" userId="189a1d031aa848d3" providerId="LiveId" clId="{0734EAEE-AFB4-4B8E-8288-432812E7B4D5}" dt="2020-09-24T14:59:13.506" v="1645" actId="20577"/>
          <ac:spMkLst>
            <pc:docMk/>
            <pc:sldMk cId="2250792461" sldId="282"/>
            <ac:spMk id="4" creationId="{6A7FBE68-62F3-484A-AD6F-6CD059A1D09E}"/>
          </ac:spMkLst>
        </pc:spChg>
        <pc:spChg chg="mod">
          <ac:chgData name="郁儒 廖" userId="189a1d031aa848d3" providerId="LiveId" clId="{0734EAEE-AFB4-4B8E-8288-432812E7B4D5}" dt="2020-09-24T14:55:25.431" v="1604" actId="20577"/>
          <ac:spMkLst>
            <pc:docMk/>
            <pc:sldMk cId="2250792461" sldId="282"/>
            <ac:spMk id="5" creationId="{C086B31E-3CC5-45E6-9650-35724A3181EB}"/>
          </ac:spMkLst>
        </pc:spChg>
        <pc:spChg chg="mod">
          <ac:chgData name="郁儒 廖" userId="189a1d031aa848d3" providerId="LiveId" clId="{0734EAEE-AFB4-4B8E-8288-432812E7B4D5}" dt="2020-09-24T14:55:37.209" v="1605" actId="1076"/>
          <ac:spMkLst>
            <pc:docMk/>
            <pc:sldMk cId="2250792461" sldId="282"/>
            <ac:spMk id="113" creationId="{FE025B03-BA66-4CF7-8758-2639EDE03EBA}"/>
          </ac:spMkLst>
        </pc:spChg>
        <pc:graphicFrameChg chg="modGraphic">
          <ac:chgData name="郁儒 廖" userId="189a1d031aa848d3" providerId="LiveId" clId="{0734EAEE-AFB4-4B8E-8288-432812E7B4D5}" dt="2020-09-24T14:58:47.885" v="1640" actId="20577"/>
          <ac:graphicFrameMkLst>
            <pc:docMk/>
            <pc:sldMk cId="2250792461" sldId="282"/>
            <ac:graphicFrameMk id="98" creationId="{93CDF356-B71C-4D46-A917-0B960032B841}"/>
          </ac:graphicFrameMkLst>
        </pc:graphicFrameChg>
      </pc:sldChg>
    </pc:docChg>
  </pc:docChgLst>
  <pc:docChgLst>
    <pc:chgData name="郁儒 廖" userId="189a1d031aa848d3" providerId="LiveId" clId="{26EF712A-C9F3-4FA7-AD7B-D8EF1B9D393D}"/>
    <pc:docChg chg="undo custSel addSld delSld modSld sldOrd">
      <pc:chgData name="郁儒 廖" userId="189a1d031aa848d3" providerId="LiveId" clId="{26EF712A-C9F3-4FA7-AD7B-D8EF1B9D393D}" dt="2020-09-29T08:21:35.242" v="3895" actId="20577"/>
      <pc:docMkLst>
        <pc:docMk/>
      </pc:docMkLst>
      <pc:sldChg chg="modSp mod">
        <pc:chgData name="郁儒 廖" userId="189a1d031aa848d3" providerId="LiveId" clId="{26EF712A-C9F3-4FA7-AD7B-D8EF1B9D393D}" dt="2020-09-29T08:10:37.166" v="3890" actId="20577"/>
        <pc:sldMkLst>
          <pc:docMk/>
          <pc:sldMk cId="3580856288" sldId="256"/>
        </pc:sldMkLst>
        <pc:spChg chg="mod">
          <ac:chgData name="郁儒 廖" userId="189a1d031aa848d3" providerId="LiveId" clId="{26EF712A-C9F3-4FA7-AD7B-D8EF1B9D393D}" dt="2020-09-29T08:10:37.166" v="3890" actId="20577"/>
          <ac:spMkLst>
            <pc:docMk/>
            <pc:sldMk cId="3580856288" sldId="256"/>
            <ac:spMk id="5" creationId="{F03108F1-CF87-4425-BAA5-8637EFF2921A}"/>
          </ac:spMkLst>
        </pc:spChg>
      </pc:sldChg>
      <pc:sldChg chg="del">
        <pc:chgData name="郁儒 廖" userId="189a1d031aa848d3" providerId="LiveId" clId="{26EF712A-C9F3-4FA7-AD7B-D8EF1B9D393D}" dt="2020-09-29T05:29:42.869" v="3872" actId="47"/>
        <pc:sldMkLst>
          <pc:docMk/>
          <pc:sldMk cId="3379035868" sldId="257"/>
        </pc:sldMkLst>
      </pc:sldChg>
      <pc:sldChg chg="del">
        <pc:chgData name="郁儒 廖" userId="189a1d031aa848d3" providerId="LiveId" clId="{26EF712A-C9F3-4FA7-AD7B-D8EF1B9D393D}" dt="2020-09-29T05:29:41.567" v="3870" actId="47"/>
        <pc:sldMkLst>
          <pc:docMk/>
          <pc:sldMk cId="2759903336" sldId="258"/>
        </pc:sldMkLst>
      </pc:sldChg>
      <pc:sldChg chg="del">
        <pc:chgData name="郁儒 廖" userId="189a1d031aa848d3" providerId="LiveId" clId="{26EF712A-C9F3-4FA7-AD7B-D8EF1B9D393D}" dt="2020-09-29T05:29:43.401" v="3873" actId="47"/>
        <pc:sldMkLst>
          <pc:docMk/>
          <pc:sldMk cId="346677093" sldId="260"/>
        </pc:sldMkLst>
      </pc:sldChg>
      <pc:sldChg chg="modSp mod">
        <pc:chgData name="郁儒 廖" userId="189a1d031aa848d3" providerId="LiveId" clId="{26EF712A-C9F3-4FA7-AD7B-D8EF1B9D393D}" dt="2020-09-28T15:29:57.973" v="3838" actId="255"/>
        <pc:sldMkLst>
          <pc:docMk/>
          <pc:sldMk cId="2404841664" sldId="261"/>
        </pc:sldMkLst>
        <pc:spChg chg="mod">
          <ac:chgData name="郁儒 廖" userId="189a1d031aa848d3" providerId="LiveId" clId="{26EF712A-C9F3-4FA7-AD7B-D8EF1B9D393D}" dt="2020-09-28T15:29:57.973" v="3838" actId="255"/>
          <ac:spMkLst>
            <pc:docMk/>
            <pc:sldMk cId="2404841664" sldId="261"/>
            <ac:spMk id="3" creationId="{9B25E1B4-7164-4F85-8D04-301AAC611AFB}"/>
          </ac:spMkLst>
        </pc:spChg>
        <pc:picChg chg="mod">
          <ac:chgData name="郁儒 廖" userId="189a1d031aa848d3" providerId="LiveId" clId="{26EF712A-C9F3-4FA7-AD7B-D8EF1B9D393D}" dt="2020-09-27T05:01:59.460" v="3197" actId="1076"/>
          <ac:picMkLst>
            <pc:docMk/>
            <pc:sldMk cId="2404841664" sldId="261"/>
            <ac:picMk id="26" creationId="{FDF8ABDC-BA8B-4BF9-8644-970D437334C0}"/>
          </ac:picMkLst>
        </pc:picChg>
      </pc:sldChg>
      <pc:sldChg chg="del">
        <pc:chgData name="郁儒 廖" userId="189a1d031aa848d3" providerId="LiveId" clId="{26EF712A-C9F3-4FA7-AD7B-D8EF1B9D393D}" dt="2020-09-29T05:29:42.215" v="3871" actId="47"/>
        <pc:sldMkLst>
          <pc:docMk/>
          <pc:sldMk cId="2293659529" sldId="262"/>
        </pc:sldMkLst>
      </pc:sldChg>
      <pc:sldChg chg="del">
        <pc:chgData name="郁儒 廖" userId="189a1d031aa848d3" providerId="LiveId" clId="{26EF712A-C9F3-4FA7-AD7B-D8EF1B9D393D}" dt="2020-09-29T05:29:44.732" v="3875" actId="47"/>
        <pc:sldMkLst>
          <pc:docMk/>
          <pc:sldMk cId="2382778538" sldId="263"/>
        </pc:sldMkLst>
      </pc:sldChg>
      <pc:sldChg chg="del">
        <pc:chgData name="郁儒 廖" userId="189a1d031aa848d3" providerId="LiveId" clId="{26EF712A-C9F3-4FA7-AD7B-D8EF1B9D393D}" dt="2020-09-29T05:29:49.019" v="3882" actId="47"/>
        <pc:sldMkLst>
          <pc:docMk/>
          <pc:sldMk cId="927339347" sldId="264"/>
        </pc:sldMkLst>
      </pc:sldChg>
      <pc:sldChg chg="del">
        <pc:chgData name="郁儒 廖" userId="189a1d031aa848d3" providerId="LiveId" clId="{26EF712A-C9F3-4FA7-AD7B-D8EF1B9D393D}" dt="2020-09-29T05:29:44.164" v="3874" actId="47"/>
        <pc:sldMkLst>
          <pc:docMk/>
          <pc:sldMk cId="3828887883" sldId="265"/>
        </pc:sldMkLst>
      </pc:sldChg>
      <pc:sldChg chg="del">
        <pc:chgData name="郁儒 廖" userId="189a1d031aa848d3" providerId="LiveId" clId="{26EF712A-C9F3-4FA7-AD7B-D8EF1B9D393D}" dt="2020-09-25T02:56:10.154" v="0" actId="47"/>
        <pc:sldMkLst>
          <pc:docMk/>
          <pc:sldMk cId="573323456" sldId="266"/>
        </pc:sldMkLst>
      </pc:sldChg>
      <pc:sldChg chg="del ord">
        <pc:chgData name="郁儒 廖" userId="189a1d031aa848d3" providerId="LiveId" clId="{26EF712A-C9F3-4FA7-AD7B-D8EF1B9D393D}" dt="2020-09-29T05:29:50.092" v="3884" actId="47"/>
        <pc:sldMkLst>
          <pc:docMk/>
          <pc:sldMk cId="826614303" sldId="269"/>
        </pc:sldMkLst>
      </pc:sldChg>
      <pc:sldChg chg="del">
        <pc:chgData name="郁儒 廖" userId="189a1d031aa848d3" providerId="LiveId" clId="{26EF712A-C9F3-4FA7-AD7B-D8EF1B9D393D}" dt="2020-09-29T05:29:47.948" v="3880" actId="47"/>
        <pc:sldMkLst>
          <pc:docMk/>
          <pc:sldMk cId="3130928608" sldId="271"/>
        </pc:sldMkLst>
      </pc:sldChg>
      <pc:sldChg chg="del">
        <pc:chgData name="郁儒 廖" userId="189a1d031aa848d3" providerId="LiveId" clId="{26EF712A-C9F3-4FA7-AD7B-D8EF1B9D393D}" dt="2020-09-29T05:29:40.935" v="3869" actId="47"/>
        <pc:sldMkLst>
          <pc:docMk/>
          <pc:sldMk cId="3227302367" sldId="272"/>
        </pc:sldMkLst>
      </pc:sldChg>
      <pc:sldChg chg="addSp delSp modSp del mod">
        <pc:chgData name="郁儒 廖" userId="189a1d031aa848d3" providerId="LiveId" clId="{26EF712A-C9F3-4FA7-AD7B-D8EF1B9D393D}" dt="2020-09-29T05:29:45.340" v="3876" actId="47"/>
        <pc:sldMkLst>
          <pc:docMk/>
          <pc:sldMk cId="2796662447" sldId="273"/>
        </pc:sldMkLst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43" creationId="{4DF79BBE-2484-4E3A-B0B0-C407976A1ED7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46" creationId="{55E0C108-F848-45A5-8A61-63D2F0D7F814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49" creationId="{2181B8F7-E3CE-47F3-A312-2BE689DF591F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52" creationId="{84AD333A-43B5-4BD1-AB9F-9E4200160B86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55" creationId="{80F1DFCD-144D-467B-994F-615FF8175C3E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57" creationId="{F519E9DB-D3DF-481F-9877-27675E5ADFE0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59" creationId="{931B9A4F-9EF1-4AB5-AFD7-D362DD9EC642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61" creationId="{6A8291EA-7E15-4657-A3AE-CBCC8A2C8A65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63" creationId="{D65ADAE3-282A-4E55-AF1E-3F2F2441C3FB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68" creationId="{B03AA794-999E-4253-AF61-B9AAE4E6CC4C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69" creationId="{58CE6AAA-0D7E-43AC-8197-A6D6D5FBDA3F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70" creationId="{21E43F9C-CCB3-436D-997B-1616B481DD42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71" creationId="{A24FCD7F-C46D-42AC-B684-8EFC7AC51DFD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73" creationId="{0D0C0CF5-D199-418D-85D9-DBDBD6629719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74" creationId="{725160DD-4A3F-450D-9ECA-FF6E6C015A33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77" creationId="{C47BDC24-4E7F-45C4-B9B5-1CEF2527362A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81" creationId="{D566ACAF-5CE7-49A0-979F-EF342BD2E800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85" creationId="{502A704B-85FE-48F6-8B90-AD1D4614715C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86" creationId="{B1E3702A-5B56-4449-9544-C098E8730983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91" creationId="{C4998982-6B8E-4163-AA4A-D1D937D1B658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92" creationId="{A40A566C-6CAD-4504-A039-D9A80007F894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94" creationId="{7FC7F3A8-AA31-4A27-985E-D990B9FEA508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0" creationId="{2B2ECA28-A516-4512-A3D9-05C8B715D437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2" creationId="{7F7DA2F3-1045-4936-8E2F-71EB3A144A98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4" creationId="{BBC78E1F-CFEB-40BB-868C-6DF310F2A123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7" creationId="{293CE76F-1ECE-491B-8BF6-1B0F96197CAD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8" creationId="{9F61632F-EBC9-47AF-B2DB-161B562019C3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11" creationId="{EDFFD0D7-20B4-4444-B685-7517F65CE124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13" creationId="{FE025B03-BA66-4CF7-8758-2639EDE03EBA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14" creationId="{F28C1E5A-B431-49AE-8C59-228742571F15}"/>
          </ac:spMkLst>
        </pc:spChg>
        <pc:spChg chg="del">
          <ac:chgData name="郁儒 廖" userId="189a1d031aa848d3" providerId="LiveId" clId="{26EF712A-C9F3-4FA7-AD7B-D8EF1B9D393D}" dt="2020-09-25T02:58:48.929" v="36" actId="478"/>
          <ac:spMkLst>
            <pc:docMk/>
            <pc:sldMk cId="2796662447" sldId="273"/>
            <ac:spMk id="115" creationId="{DD8CA3BB-F3F9-4686-A75F-4DC7363666AE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16" creationId="{FAE2554C-F956-48C8-A0BF-B03C5F8493AB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18" creationId="{64BB245C-FECB-4527-9342-309AC96D20FF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20" creationId="{E7E4DF0E-B4FB-4922-B434-78F50A0CB160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22" creationId="{6866481A-4B9E-44F3-AE82-CBBF1E77BF46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24" creationId="{22F2D1B3-317D-4EA8-A904-5085F72D204A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29" creationId="{07B34D70-5B75-4A05-8780-D16B61FE3C00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0" creationId="{C8D59B84-B181-4603-B600-F0AC1CEE7E97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1" creationId="{1A6D3D42-861C-48B5-9DD9-609F98EA9F62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2" creationId="{AE8A8FE0-4B3C-469C-961C-3D632747B6D1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4" creationId="{D8BC5EC2-670C-4B27-9093-25C985A34969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7" creationId="{821145A2-28B9-44E1-A3E0-6B15E046AACC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0" creationId="{E5550B24-AF06-4D58-AF04-586A82D5EEC3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3" creationId="{1D02302A-61C7-4CCD-BC0B-87CFA4E36070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4" creationId="{F4438A10-B280-4287-B872-1D8672CE36A6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5" creationId="{56701B8E-086E-4594-BC9B-1FB006C0E8E9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9" creationId="{77EFE505-0D1A-40A8-927F-4220ACBE903C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51" creationId="{287E78AD-B882-442C-9F68-75D95B695A55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53" creationId="{924F9F21-9952-4A9E-8EA5-07856D1E79A3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56" creationId="{7CD95886-8D30-442A-8799-AA4D479AF368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57" creationId="{6ADFECD9-BB88-46D6-882A-5D02AE2B6CA6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60" creationId="{6221FC3C-A9CC-40D2-9F37-AC81D1CAAA46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62" creationId="{C601B863-E832-4B2D-809D-287A1B4452DC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63" creationId="{9DB6187C-8415-498F-AAA6-96DC40B85128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64" creationId="{FB6880FD-9167-4A0F-A5B4-3F67151D925F}"/>
          </ac:spMkLst>
        </pc:spChg>
        <pc:graphicFrameChg chg="modGraphic">
          <ac:chgData name="郁儒 廖" userId="189a1d031aa848d3" providerId="LiveId" clId="{26EF712A-C9F3-4FA7-AD7B-D8EF1B9D393D}" dt="2020-09-25T02:59:10.617" v="44" actId="20577"/>
          <ac:graphicFrameMkLst>
            <pc:docMk/>
            <pc:sldMk cId="2796662447" sldId="273"/>
            <ac:graphicFrameMk id="98" creationId="{93CDF356-B71C-4D46-A917-0B960032B841}"/>
          </ac:graphicFrameMkLst>
        </pc:graphicFrame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44" creationId="{BF0E3AA6-3A36-4C48-B939-5170DF8DEE14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45" creationId="{6C68E159-404C-46DE-826E-55E7199D588E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47" creationId="{CA1C1BAF-8CAE-45D2-AC33-C0189E51F9F1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48" creationId="{C3882521-FC92-47FB-A57A-FF05B4FB4835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0" creationId="{857AE893-7E75-42D0-96A3-7E3A3CDC29CD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1" creationId="{F94B9411-DD44-4930-86AE-66F561DD1B3C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3" creationId="{A33939B9-F61C-4210-9EA2-EF75615F8F56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4" creationId="{3A3037FE-784B-4665-A9BD-4ED0DA7D7B21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6" creationId="{02F16554-6AF1-4939-8600-AA592C15FA6C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8" creationId="{A0082CA9-217A-4E8D-BDBA-04367515CB77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0" creationId="{78E81507-8CA0-4A87-8BAD-B880D8A994ED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2" creationId="{4596895B-29CF-4C40-9BDD-7D37C6DDC9CB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4" creationId="{F3906350-B8D1-4CB7-805E-08EB47901595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5" creationId="{4FEAE950-EE03-46F0-99E6-B171ED90B353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6" creationId="{9CDC948A-605D-4026-A52E-0945B4AF7425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7" creationId="{74CEED05-C857-4629-A591-6333366DD259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72" creationId="{6957AE92-D7F5-457C-B980-220294B8EFF6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75" creationId="{C6CE22CC-2D90-4BFC-B6A2-F97064B7664D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76" creationId="{0B9FD423-17A4-4D52-9480-AF4B66619F47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78" creationId="{229E9EAD-6E7C-4345-BBB9-B31D857C9045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79" creationId="{9CF974EC-03B0-4103-B398-B7D1603C386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0" creationId="{91956A08-7A98-453E-B760-D9CA9AB37344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2" creationId="{879FDD1E-5281-4D8A-91B9-BE5304E41A84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3" creationId="{B03D9A0E-1974-4D59-B518-BB3008CEEE6D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84" creationId="{0AC84EF6-334F-4B17-9AB1-1E1FF21E3EA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7" creationId="{34D927F4-2ED4-4BA4-9CE3-A735FDD13B5F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88" creationId="{4E825C4E-8030-46C6-9E53-1354EE017BC5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9" creationId="{F44615EE-D71E-44D7-A2AC-B479F34091BA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90" creationId="{189714AF-9C48-47D3-87B1-1B89B084AF5F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93" creationId="{A883C2D5-0009-471C-AEF4-DCA7C983E6E0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95" creationId="{EAA295BE-3FC5-44EE-BEE7-C26EE2AD869E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96" creationId="{62D5709F-3A63-40EC-A27A-4C6AF92522FA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97" creationId="{838FC7DF-FFA3-443E-A1B2-80C3D8F167B9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99" creationId="{D941F45A-9A3F-4B38-AE65-7FDC708AA841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1" creationId="{8D7C6331-76E5-40CD-AB49-7D42F18FF870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3" creationId="{48A735C3-FFF0-49B7-B5F5-38DDC9E2FEB5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5" creationId="{7CD10BE8-3AA4-4D33-9F2C-AC3F5B9DDBE6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6" creationId="{1F474B5F-7B60-4142-9A12-1462E4203EB4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9" creationId="{2E42F359-7A8E-4488-BE34-A5E7CC77E974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10" creationId="{A0D8B761-F7AA-461F-8FE3-F66BB2167A3F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12" creationId="{43622B17-548B-4C24-97C2-0D3FB90E1573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17" creationId="{C626F99B-5E60-4396-8A6C-3AB47B577723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19" creationId="{7EFE4A26-A655-495C-8882-C2B429C9DB3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1" creationId="{3ACA04EA-BF98-4FD6-9A37-7DCCCD6A4905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3" creationId="{DDF53239-BB40-45C3-8182-3EA61B03A187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5" creationId="{BDB57A30-FA33-456E-B0EC-9ACBABD72116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6" creationId="{41863CCC-433F-425D-AF14-9F9A53998AF6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7" creationId="{2A6DCA94-FD0C-4773-983C-A4DC5E6CFCAF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8" creationId="{E522A93A-B671-48F7-8A4A-3DF1A24B9519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3" creationId="{52D0A2C7-1A8A-429F-A11F-FE9A22B7832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5" creationId="{6CE274A4-85CE-40DF-9C9A-6C9A16F7EB70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6" creationId="{7549BAFE-C5AA-4333-940A-28F1B11AC5BB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8" creationId="{6C2C9DBB-AE62-483E-8977-73E449C4E1A4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9" creationId="{1E97379B-AEDC-4D79-A2F9-3C070D43848D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1" creationId="{4100F287-7231-4693-9D14-84CEDB5CC947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2" creationId="{76D96860-DDD5-48A0-9DCF-F3E6DFCEC9D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6" creationId="{FB17DEE1-D321-4012-9C9C-4B8962B5D1FE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7" creationId="{510C6DF0-8283-4C4B-87B5-32A01CD47368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8" creationId="{82E34E89-86EA-413F-BE1D-B0D7E6FC88BB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0" creationId="{AB1A4AD4-773F-4F73-BD4E-5FFFCE593BD1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2" creationId="{E5B01E9F-1289-4DAB-AA69-108D661D86EE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4" creationId="{0488D2BF-2B3D-4237-8133-AD6AED44D02F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5" creationId="{9A86955B-952A-4248-940A-10E3A679C40D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8" creationId="{C12049BD-D35D-4B3F-9ECF-F803383B8C33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9" creationId="{66449A0B-D867-45FF-AB66-0EE1FC0744DD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61" creationId="{A91CB506-C613-41DC-AE23-FD7C1171361A}"/>
          </ac:cxnSpMkLst>
        </pc:cxnChg>
      </pc:sldChg>
      <pc:sldChg chg="addSp delSp modSp mod delAnim modAnim">
        <pc:chgData name="郁儒 廖" userId="189a1d031aa848d3" providerId="LiveId" clId="{26EF712A-C9F3-4FA7-AD7B-D8EF1B9D393D}" dt="2020-09-28T16:39:22.440" v="3853" actId="14100"/>
        <pc:sldMkLst>
          <pc:docMk/>
          <pc:sldMk cId="763297899" sldId="274"/>
        </pc:sldMkLst>
        <pc:spChg chg="del">
          <ac:chgData name="郁儒 廖" userId="189a1d031aa848d3" providerId="LiveId" clId="{26EF712A-C9F3-4FA7-AD7B-D8EF1B9D393D}" dt="2020-09-26T16:57:41.095" v="2356" actId="478"/>
          <ac:spMkLst>
            <pc:docMk/>
            <pc:sldMk cId="763297899" sldId="274"/>
            <ac:spMk id="2" creationId="{7F550715-45BC-480C-929E-02B819AF877C}"/>
          </ac:spMkLst>
        </pc:spChg>
        <pc:spChg chg="mod">
          <ac:chgData name="郁儒 廖" userId="189a1d031aa848d3" providerId="LiveId" clId="{26EF712A-C9F3-4FA7-AD7B-D8EF1B9D393D}" dt="2020-09-28T15:15:56.088" v="3796" actId="12"/>
          <ac:spMkLst>
            <pc:docMk/>
            <pc:sldMk cId="763297899" sldId="274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16:57:45.562" v="2359" actId="478"/>
          <ac:spMkLst>
            <pc:docMk/>
            <pc:sldMk cId="763297899" sldId="274"/>
            <ac:spMk id="6" creationId="{ECE69BFA-30FF-424D-A8B3-9685DA8F641C}"/>
          </ac:spMkLst>
        </pc:spChg>
        <pc:spChg chg="add del mod">
          <ac:chgData name="郁儒 廖" userId="189a1d031aa848d3" providerId="LiveId" clId="{26EF712A-C9F3-4FA7-AD7B-D8EF1B9D393D}" dt="2020-09-25T14:03:53.447" v="315" actId="478"/>
          <ac:spMkLst>
            <pc:docMk/>
            <pc:sldMk cId="763297899" sldId="274"/>
            <ac:spMk id="8" creationId="{0B929F0B-25B4-424D-95BE-44AEE6985A79}"/>
          </ac:spMkLst>
        </pc:spChg>
        <pc:spChg chg="add del mod">
          <ac:chgData name="郁儒 廖" userId="189a1d031aa848d3" providerId="LiveId" clId="{26EF712A-C9F3-4FA7-AD7B-D8EF1B9D393D}" dt="2020-09-25T14:03:52.855" v="314" actId="478"/>
          <ac:spMkLst>
            <pc:docMk/>
            <pc:sldMk cId="763297899" sldId="274"/>
            <ac:spMk id="9" creationId="{3EFDBF90-3A3A-40C0-9854-62AA86590547}"/>
          </ac:spMkLst>
        </pc:spChg>
        <pc:spChg chg="add del mod">
          <ac:chgData name="郁儒 廖" userId="189a1d031aa848d3" providerId="LiveId" clId="{26EF712A-C9F3-4FA7-AD7B-D8EF1B9D393D}" dt="2020-09-25T14:03:54.023" v="316" actId="478"/>
          <ac:spMkLst>
            <pc:docMk/>
            <pc:sldMk cId="763297899" sldId="274"/>
            <ac:spMk id="10" creationId="{65AFEC0E-BB08-4F3F-B797-1A2D1416DF32}"/>
          </ac:spMkLst>
        </pc:spChg>
        <pc:spChg chg="add del mod">
          <ac:chgData name="郁儒 廖" userId="189a1d031aa848d3" providerId="LiveId" clId="{26EF712A-C9F3-4FA7-AD7B-D8EF1B9D393D}" dt="2020-09-25T14:03:51.520" v="313" actId="478"/>
          <ac:spMkLst>
            <pc:docMk/>
            <pc:sldMk cId="763297899" sldId="274"/>
            <ac:spMk id="11" creationId="{86DA1AD8-F491-4DA1-A222-8548D49BC433}"/>
          </ac:spMkLst>
        </pc:spChg>
        <pc:spChg chg="add mod">
          <ac:chgData name="郁儒 廖" userId="189a1d031aa848d3" providerId="LiveId" clId="{26EF712A-C9F3-4FA7-AD7B-D8EF1B9D393D}" dt="2020-09-26T17:14:13.073" v="2819" actId="14100"/>
          <ac:spMkLst>
            <pc:docMk/>
            <pc:sldMk cId="763297899" sldId="274"/>
            <ac:spMk id="17" creationId="{627F214D-BDB6-4E4E-B302-2D68B26C604B}"/>
          </ac:spMkLst>
        </pc:spChg>
        <pc:spChg chg="add 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" creationId="{8E864D14-FDF6-4BEE-B88E-FEC9BE19C34C}"/>
          </ac:spMkLst>
        </pc:spChg>
        <pc:spChg chg="add mod">
          <ac:chgData name="郁儒 廖" userId="189a1d031aa848d3" providerId="LiveId" clId="{26EF712A-C9F3-4FA7-AD7B-D8EF1B9D393D}" dt="2020-09-26T17:14:21.039" v="2836" actId="1035"/>
          <ac:spMkLst>
            <pc:docMk/>
            <pc:sldMk cId="763297899" sldId="274"/>
            <ac:spMk id="23" creationId="{7C8A37DC-7757-4FDE-ABE2-85EA7E91075E}"/>
          </ac:spMkLst>
        </pc:spChg>
        <pc:spChg chg="add mod">
          <ac:chgData name="郁儒 廖" userId="189a1d031aa848d3" providerId="LiveId" clId="{26EF712A-C9F3-4FA7-AD7B-D8EF1B9D393D}" dt="2020-09-26T17:14:21.039" v="2836" actId="1035"/>
          <ac:spMkLst>
            <pc:docMk/>
            <pc:sldMk cId="763297899" sldId="274"/>
            <ac:spMk id="24" creationId="{65DE9EFD-1E55-4EAF-B867-EC42CFD22ABC}"/>
          </ac:spMkLst>
        </pc:spChg>
        <pc:spChg chg="mod">
          <ac:chgData name="郁儒 廖" userId="189a1d031aa848d3" providerId="LiveId" clId="{26EF712A-C9F3-4FA7-AD7B-D8EF1B9D393D}" dt="2020-09-27T05:05:25.535" v="3202" actId="1035"/>
          <ac:spMkLst>
            <pc:docMk/>
            <pc:sldMk cId="763297899" sldId="274"/>
            <ac:spMk id="59" creationId="{45708A20-DB5A-45DE-AF84-3B5FD3895D9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60" creationId="{35EE9C5C-2FFC-4D18-8B0C-D39740829170}"/>
          </ac:spMkLst>
        </pc:spChg>
        <pc:spChg chg="mod">
          <ac:chgData name="郁儒 廖" userId="189a1d031aa848d3" providerId="LiveId" clId="{26EF712A-C9F3-4FA7-AD7B-D8EF1B9D393D}" dt="2020-09-27T05:01:18.723" v="3195" actId="1076"/>
          <ac:spMkLst>
            <pc:docMk/>
            <pc:sldMk cId="763297899" sldId="274"/>
            <ac:spMk id="62" creationId="{907D711C-D16D-46B9-9349-5C2191DD735B}"/>
          </ac:spMkLst>
        </pc:spChg>
        <pc:spChg chg="add del mod">
          <ac:chgData name="郁儒 廖" userId="189a1d031aa848d3" providerId="LiveId" clId="{26EF712A-C9F3-4FA7-AD7B-D8EF1B9D393D}" dt="2020-09-26T16:57:43.003" v="2358"/>
          <ac:spMkLst>
            <pc:docMk/>
            <pc:sldMk cId="763297899" sldId="274"/>
            <ac:spMk id="76" creationId="{5D2FE173-700D-4853-8680-EA099FFE99CD}"/>
          </ac:spMkLst>
        </pc:spChg>
        <pc:spChg chg="add mod">
          <ac:chgData name="郁儒 廖" userId="189a1d031aa848d3" providerId="LiveId" clId="{26EF712A-C9F3-4FA7-AD7B-D8EF1B9D393D}" dt="2020-09-26T16:57:46.483" v="2360"/>
          <ac:spMkLst>
            <pc:docMk/>
            <pc:sldMk cId="763297899" sldId="274"/>
            <ac:spMk id="77" creationId="{F9994D52-4494-42FA-A942-012DCE7C4795}"/>
          </ac:spMkLst>
        </pc:spChg>
        <pc:spChg chg="del mod">
          <ac:chgData name="郁儒 廖" userId="189a1d031aa848d3" providerId="LiveId" clId="{26EF712A-C9F3-4FA7-AD7B-D8EF1B9D393D}" dt="2020-09-25T14:17:50.594" v="357" actId="478"/>
          <ac:spMkLst>
            <pc:docMk/>
            <pc:sldMk cId="763297899" sldId="274"/>
            <ac:spMk id="83" creationId="{79CB4821-10C3-4854-8834-5F1B69EF9801}"/>
          </ac:spMkLst>
        </pc:spChg>
        <pc:spChg chg="del mod">
          <ac:chgData name="郁儒 廖" userId="189a1d031aa848d3" providerId="LiveId" clId="{26EF712A-C9F3-4FA7-AD7B-D8EF1B9D393D}" dt="2020-09-25T14:17:49.380" v="356" actId="478"/>
          <ac:spMkLst>
            <pc:docMk/>
            <pc:sldMk cId="763297899" sldId="274"/>
            <ac:spMk id="86" creationId="{378EF1C1-D271-423F-9450-49ED301ABADD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34" creationId="{CAD04931-7AE7-4760-800A-D235D6C82534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37" creationId="{3C32C6DD-DBA9-4EA1-9B8D-96CDE5C9D32C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40" creationId="{2D505F76-1C55-4EDF-AAA8-D45FB3EE0CF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43" creationId="{844C5D9C-FEAD-497F-9008-CCEE737A8FCE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46" creationId="{DB7D5C5E-E817-488A-A9F6-8F60E980790F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48" creationId="{011C8FA3-80AF-40DC-962C-E102289065F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50" creationId="{225C13FB-FA9E-4B2C-9DD3-5DDD859A4002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52" creationId="{FE5EDF7C-FCD5-47EB-9528-501CC52D25E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54" creationId="{EA8FB268-57CF-4CCA-AACE-75E19171B478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59" creationId="{12DD8C26-10F6-4CEF-8690-457C4434FB2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0" creationId="{3531E027-17CF-459C-9E0D-B9E6CFCCBAE3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1" creationId="{E6730449-B746-4C60-AE7A-5D788B283FC4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2" creationId="{A3EF6457-9CAB-455E-A7E3-E716FE24D459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4" creationId="{B318CEF4-BDD9-4CB5-B72C-EB42FF0F0638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7" creationId="{057FBF71-1CF9-411E-8DC6-C3ED9854BF6B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0" creationId="{21B2183C-1763-4E33-BE43-8E9400A3964D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3" creationId="{01BE261B-69B0-48A5-9035-14FA6021467E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4" creationId="{86A6D966-F7C9-4C1C-A9A4-853AEF784121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5" creationId="{9F4D1A77-FBF7-4D2D-B2BF-6B3DD84D9B88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9" creationId="{BD7EF726-CA91-4A9E-902C-F2A1E505D58F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1" creationId="{95C8C9E4-4941-4CB1-92F1-30F5A0D28746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3" creationId="{E3F2CC7B-801D-4C3A-8E65-9CFBA00997AD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6" creationId="{17991355-9D92-44BD-9A31-57B158FEF5B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7" creationId="{DC3ACF24-F699-4B5A-AD95-29AAAE1DB3B8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90" creationId="{A917C70C-1C40-4DED-93CA-7F985768AA5B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92" creationId="{D8EDF434-CC6B-4F30-A0D3-1ECB82B2D4F0}"/>
          </ac:spMkLst>
        </pc:spChg>
        <pc:graphicFrameChg chg="del modGraphic">
          <ac:chgData name="郁儒 廖" userId="189a1d031aa848d3" providerId="LiveId" clId="{26EF712A-C9F3-4FA7-AD7B-D8EF1B9D393D}" dt="2020-09-25T14:17:30.532" v="351" actId="21"/>
          <ac:graphicFrameMkLst>
            <pc:docMk/>
            <pc:sldMk cId="763297899" sldId="274"/>
            <ac:graphicFrameMk id="58" creationId="{F3D5149C-2CDA-4EF9-B39E-A105323565C2}"/>
          </ac:graphicFrameMkLst>
        </pc:graphicFrameChg>
        <pc:cxnChg chg="add del mod">
          <ac:chgData name="郁儒 廖" userId="189a1d031aa848d3" providerId="LiveId" clId="{26EF712A-C9F3-4FA7-AD7B-D8EF1B9D393D}" dt="2020-09-27T05:05:30.409" v="3203" actId="478"/>
          <ac:cxnSpMkLst>
            <pc:docMk/>
            <pc:sldMk cId="763297899" sldId="274"/>
            <ac:cxnSpMk id="5" creationId="{EC2A4DD8-CB39-47BA-B327-8B40213E05DF}"/>
          </ac:cxnSpMkLst>
        </pc:cxnChg>
        <pc:cxnChg chg="add mod">
          <ac:chgData name="郁儒 廖" userId="189a1d031aa848d3" providerId="LiveId" clId="{26EF712A-C9F3-4FA7-AD7B-D8EF1B9D393D}" dt="2020-09-28T16:39:22.440" v="3853" actId="14100"/>
          <ac:cxnSpMkLst>
            <pc:docMk/>
            <pc:sldMk cId="763297899" sldId="274"/>
            <ac:cxnSpMk id="7" creationId="{EF45BA65-3525-462E-806A-7FBD9E7C730D}"/>
          </ac:cxnSpMkLst>
        </pc:cxnChg>
        <pc:cxnChg chg="add mod">
          <ac:chgData name="郁儒 廖" userId="189a1d031aa848d3" providerId="LiveId" clId="{26EF712A-C9F3-4FA7-AD7B-D8EF1B9D393D}" dt="2020-09-26T17:14:21.039" v="2836" actId="1035"/>
          <ac:cxnSpMkLst>
            <pc:docMk/>
            <pc:sldMk cId="763297899" sldId="274"/>
            <ac:cxnSpMk id="20" creationId="{788A1A53-8D16-41C8-B2A0-E0F8EA6F1EDA}"/>
          </ac:cxnSpMkLst>
        </pc:cxnChg>
        <pc:cxnChg chg="add mod">
          <ac:chgData name="郁儒 廖" userId="189a1d031aa848d3" providerId="LiveId" clId="{26EF712A-C9F3-4FA7-AD7B-D8EF1B9D393D}" dt="2020-09-26T17:14:21.039" v="2836" actId="1035"/>
          <ac:cxnSpMkLst>
            <pc:docMk/>
            <pc:sldMk cId="763297899" sldId="274"/>
            <ac:cxnSpMk id="22" creationId="{16435DAE-8852-41E9-AEDD-DD6EA5FBF160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35" creationId="{2F23D6DF-3C4D-4050-A8E0-882C6042F26C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36" creationId="{83F34E19-BBB9-4E04-8F17-EA1382E09397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38" creationId="{6C5061DD-C178-4570-A925-6125831CF98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39" creationId="{7216A6C0-8575-417E-B1D1-C09C3CFF55B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1" creationId="{DB3E37F0-6BBD-40A1-9FC5-10798AFFB6D9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2" creationId="{FF5DB06D-5E56-4958-B3B9-BA0A7841C58B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4" creationId="{FFFBF3E3-EDAF-4972-B27D-34F2393CC816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5" creationId="{C0C34FFF-07EE-46D0-9311-F180680619B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7" creationId="{6144B16B-AB9E-40A4-8037-27414CECB3E0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9" creationId="{246FE280-9C8E-4A7A-B39D-0F2ECA44C491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1" creationId="{C3ADBE65-A4C4-4F4B-8A9E-9827BCE7F36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3" creationId="{D9F82BCE-434A-4350-B55E-ACB988896B24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5" creationId="{CECD9425-2280-491D-8E38-7A1E2FEB372E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6" creationId="{55A3D8D8-4899-4EE2-AB45-B64D4EE0EEC3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7" creationId="{651505CE-8237-46FE-A664-031EF46DBA6B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8" creationId="{F45283B1-43DD-4B1A-9E05-20A360D49DDF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3" creationId="{3EC8BAFF-AC28-4893-B72E-24377998B3DC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5" creationId="{670C1FC8-901F-4965-B02B-7215E3B3C3F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6" creationId="{F0B91B92-560C-4816-84C1-7888ACA7A634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8" creationId="{BC200043-FC23-4570-9723-50F0E11B57F7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9" creationId="{AA29CDF1-B202-43ED-A6A5-199E9D303CBC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1" creationId="{C8F689E7-D995-4FEA-8C59-0F34E82D2F76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2" creationId="{9F9F3B2F-C4D8-42E9-87DE-E8A688BD24E1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6" creationId="{3D87AFC0-0F16-44A1-B44D-55F03D18F461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7" creationId="{9A9CFE85-29AA-485A-9DAD-1010E46C8AEA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8" creationId="{83993DD0-1741-4CC7-ADFA-65ADF761125C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0" creationId="{E19543A0-0DB9-4CBD-81B8-3BD61C88E6AF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2" creationId="{919CDE80-5238-4B9F-A9FB-89938E8DBBC9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4" creationId="{1AE14722-BC5B-4225-A9FA-263D2569C5F4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5" creationId="{80D82067-2FE5-46FD-A066-19F4F7975A74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8" creationId="{29A8EFD6-F62F-4006-A930-849B5B7D4B19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9" creationId="{5963C06E-8D73-4A68-867B-DC729958B016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91" creationId="{87B3C0DC-1BEB-468B-8E21-96B06F27352C}"/>
          </ac:cxnSpMkLst>
        </pc:cxnChg>
      </pc:sldChg>
      <pc:sldChg chg="addSp delSp modSp mod delAnim modAnim">
        <pc:chgData name="郁儒 廖" userId="189a1d031aa848d3" providerId="LiveId" clId="{26EF712A-C9F3-4FA7-AD7B-D8EF1B9D393D}" dt="2020-09-25T15:15:27.468" v="712" actId="20577"/>
        <pc:sldMkLst>
          <pc:docMk/>
          <pc:sldMk cId="1554478653" sldId="275"/>
        </pc:sldMkLst>
        <pc:spChg chg="mod">
          <ac:chgData name="郁儒 廖" userId="189a1d031aa848d3" providerId="LiveId" clId="{26EF712A-C9F3-4FA7-AD7B-D8EF1B9D393D}" dt="2020-09-25T15:15:27.468" v="712" actId="20577"/>
          <ac:spMkLst>
            <pc:docMk/>
            <pc:sldMk cId="1554478653" sldId="275"/>
            <ac:spMk id="3" creationId="{47924614-B3FE-49DB-A43B-C5C6C654484D}"/>
          </ac:spMkLst>
        </pc:spChg>
        <pc:spChg chg="del">
          <ac:chgData name="郁儒 廖" userId="189a1d031aa848d3" providerId="LiveId" clId="{26EF712A-C9F3-4FA7-AD7B-D8EF1B9D393D}" dt="2020-09-25T13:53:30.622" v="230" actId="478"/>
          <ac:spMkLst>
            <pc:docMk/>
            <pc:sldMk cId="1554478653" sldId="275"/>
            <ac:spMk id="4" creationId="{FD113D12-21CB-489E-91E7-822672C2153C}"/>
          </ac:spMkLst>
        </pc:spChg>
        <pc:spChg chg="add mod">
          <ac:chgData name="郁儒 廖" userId="189a1d031aa848d3" providerId="LiveId" clId="{26EF712A-C9F3-4FA7-AD7B-D8EF1B9D393D}" dt="2020-09-25T14:26:43.446" v="393" actId="1038"/>
          <ac:spMkLst>
            <pc:docMk/>
            <pc:sldMk cId="1554478653" sldId="275"/>
            <ac:spMk id="5" creationId="{41BF0A51-82BC-4DCF-A161-8323578B18BE}"/>
          </ac:spMkLst>
        </pc:spChg>
        <pc:spChg chg="add del">
          <ac:chgData name="郁儒 廖" userId="189a1d031aa848d3" providerId="LiveId" clId="{26EF712A-C9F3-4FA7-AD7B-D8EF1B9D393D}" dt="2020-09-25T13:58:11.472" v="274" actId="478"/>
          <ac:spMkLst>
            <pc:docMk/>
            <pc:sldMk cId="1554478653" sldId="275"/>
            <ac:spMk id="7" creationId="{9145E34F-1783-439E-A0FC-0AED67A9B5D4}"/>
          </ac:spMkLst>
        </pc:spChg>
        <pc:spChg chg="del">
          <ac:chgData name="郁儒 廖" userId="189a1d031aa848d3" providerId="LiveId" clId="{26EF712A-C9F3-4FA7-AD7B-D8EF1B9D393D}" dt="2020-09-25T13:53:32.290" v="231" actId="478"/>
          <ac:spMkLst>
            <pc:docMk/>
            <pc:sldMk cId="1554478653" sldId="275"/>
            <ac:spMk id="8" creationId="{62D610EC-D21B-4123-A92B-16D8D21A41F6}"/>
          </ac:spMkLst>
        </pc:spChg>
        <pc:spChg chg="add del mod">
          <ac:chgData name="郁儒 廖" userId="189a1d031aa848d3" providerId="LiveId" clId="{26EF712A-C9F3-4FA7-AD7B-D8EF1B9D393D}" dt="2020-09-25T14:25:52.866" v="381" actId="478"/>
          <ac:spMkLst>
            <pc:docMk/>
            <pc:sldMk cId="1554478653" sldId="275"/>
            <ac:spMk id="9" creationId="{3F7E118D-6DD1-4E11-8194-B475F2218B4C}"/>
          </ac:spMkLst>
        </pc:spChg>
        <pc:spChg chg="add del mod">
          <ac:chgData name="郁儒 廖" userId="189a1d031aa848d3" providerId="LiveId" clId="{26EF712A-C9F3-4FA7-AD7B-D8EF1B9D393D}" dt="2020-09-25T14:25:54.276" v="382" actId="478"/>
          <ac:spMkLst>
            <pc:docMk/>
            <pc:sldMk cId="1554478653" sldId="275"/>
            <ac:spMk id="10" creationId="{5965C126-9764-418C-A6D7-645BAE15340F}"/>
          </ac:spMkLst>
        </pc:spChg>
        <pc:spChg chg="add mod">
          <ac:chgData name="郁儒 廖" userId="189a1d031aa848d3" providerId="LiveId" clId="{26EF712A-C9F3-4FA7-AD7B-D8EF1B9D393D}" dt="2020-09-25T14:28:32.301" v="427" actId="1076"/>
          <ac:spMkLst>
            <pc:docMk/>
            <pc:sldMk cId="1554478653" sldId="275"/>
            <ac:spMk id="13" creationId="{54D78787-B437-4055-8983-96885E956B4F}"/>
          </ac:spMkLst>
        </pc:spChg>
        <pc:spChg chg="add mod">
          <ac:chgData name="郁儒 廖" userId="189a1d031aa848d3" providerId="LiveId" clId="{26EF712A-C9F3-4FA7-AD7B-D8EF1B9D393D}" dt="2020-09-25T14:28:02.433" v="419" actId="1036"/>
          <ac:spMkLst>
            <pc:docMk/>
            <pc:sldMk cId="1554478653" sldId="275"/>
            <ac:spMk id="21" creationId="{70B6E3E7-7775-4947-B322-9C936251730C}"/>
          </ac:spMkLst>
        </pc:spChg>
        <pc:spChg chg="del">
          <ac:chgData name="郁儒 廖" userId="189a1d031aa848d3" providerId="LiveId" clId="{26EF712A-C9F3-4FA7-AD7B-D8EF1B9D393D}" dt="2020-09-25T13:50:04.872" v="197" actId="478"/>
          <ac:spMkLst>
            <pc:docMk/>
            <pc:sldMk cId="1554478653" sldId="275"/>
            <ac:spMk id="65" creationId="{027F93A1-1BF2-41E3-B004-C2EE4EE72192}"/>
          </ac:spMkLst>
        </pc:spChg>
        <pc:spChg chg="mod">
          <ac:chgData name="郁儒 廖" userId="189a1d031aa848d3" providerId="LiveId" clId="{26EF712A-C9F3-4FA7-AD7B-D8EF1B9D393D}" dt="2020-09-25T14:01:45.463" v="289" actId="1076"/>
          <ac:spMkLst>
            <pc:docMk/>
            <pc:sldMk cId="1554478653" sldId="275"/>
            <ac:spMk id="67" creationId="{9BDF08DA-76CF-4CFF-8FDC-ECD1710D159D}"/>
          </ac:spMkLst>
        </pc:spChg>
        <pc:spChg chg="del">
          <ac:chgData name="郁儒 廖" userId="189a1d031aa848d3" providerId="LiveId" clId="{26EF712A-C9F3-4FA7-AD7B-D8EF1B9D393D}" dt="2020-09-25T13:53:33.511" v="232" actId="478"/>
          <ac:spMkLst>
            <pc:docMk/>
            <pc:sldMk cId="1554478653" sldId="275"/>
            <ac:spMk id="69" creationId="{26A010F2-856A-4B4E-8CC6-F4A1E9D1A9DC}"/>
          </ac:spMkLst>
        </pc:spChg>
        <pc:spChg chg="del">
          <ac:chgData name="郁儒 廖" userId="189a1d031aa848d3" providerId="LiveId" clId="{26EF712A-C9F3-4FA7-AD7B-D8EF1B9D393D}" dt="2020-09-25T13:53:34.807" v="233" actId="478"/>
          <ac:spMkLst>
            <pc:docMk/>
            <pc:sldMk cId="1554478653" sldId="275"/>
            <ac:spMk id="71" creationId="{699E7781-08AA-4CCF-9F27-221C21ECEF28}"/>
          </ac:spMkLst>
        </pc:spChg>
        <pc:graphicFrameChg chg="mod modGraphic">
          <ac:chgData name="郁儒 廖" userId="189a1d031aa848d3" providerId="LiveId" clId="{26EF712A-C9F3-4FA7-AD7B-D8EF1B9D393D}" dt="2020-09-25T14:29:08.370" v="428" actId="2164"/>
          <ac:graphicFrameMkLst>
            <pc:docMk/>
            <pc:sldMk cId="1554478653" sldId="275"/>
            <ac:graphicFrameMk id="6" creationId="{DE4E8DA1-08B2-498C-A11B-01E0E9942D5F}"/>
          </ac:graphicFrameMkLst>
        </pc:graphicFrameChg>
        <pc:graphicFrameChg chg="add del mod modGraphic">
          <ac:chgData name="郁儒 廖" userId="189a1d031aa848d3" providerId="LiveId" clId="{26EF712A-C9F3-4FA7-AD7B-D8EF1B9D393D}" dt="2020-09-25T14:25:50.456" v="380" actId="478"/>
          <ac:graphicFrameMkLst>
            <pc:docMk/>
            <pc:sldMk cId="1554478653" sldId="275"/>
            <ac:graphicFrameMk id="11" creationId="{44B56349-006A-4F43-AD4A-ADF42E3BF5EF}"/>
          </ac:graphicFrameMkLst>
        </pc:graphicFrameChg>
      </pc:sldChg>
      <pc:sldChg chg="modSp del mod">
        <pc:chgData name="郁儒 廖" userId="189a1d031aa848d3" providerId="LiveId" clId="{26EF712A-C9F3-4FA7-AD7B-D8EF1B9D393D}" dt="2020-09-25T02:59:34.563" v="45" actId="47"/>
        <pc:sldMkLst>
          <pc:docMk/>
          <pc:sldMk cId="3956053694" sldId="276"/>
        </pc:sldMkLst>
        <pc:spChg chg="mod">
          <ac:chgData name="郁儒 廖" userId="189a1d031aa848d3" providerId="LiveId" clId="{26EF712A-C9F3-4FA7-AD7B-D8EF1B9D393D}" dt="2020-09-25T02:56:31.792" v="5"/>
          <ac:spMkLst>
            <pc:docMk/>
            <pc:sldMk cId="3956053694" sldId="276"/>
            <ac:spMk id="3" creationId="{47924614-B3FE-49DB-A43B-C5C6C654484D}"/>
          </ac:spMkLst>
        </pc:spChg>
      </pc:sldChg>
      <pc:sldChg chg="del">
        <pc:chgData name="郁儒 廖" userId="189a1d031aa848d3" providerId="LiveId" clId="{26EF712A-C9F3-4FA7-AD7B-D8EF1B9D393D}" dt="2020-09-29T05:29:48.416" v="3881" actId="47"/>
        <pc:sldMkLst>
          <pc:docMk/>
          <pc:sldMk cId="1968269950" sldId="277"/>
        </pc:sldMkLst>
      </pc:sldChg>
      <pc:sldChg chg="del">
        <pc:chgData name="郁儒 廖" userId="189a1d031aa848d3" providerId="LiveId" clId="{26EF712A-C9F3-4FA7-AD7B-D8EF1B9D393D}" dt="2020-09-29T05:29:40.252" v="3868" actId="47"/>
        <pc:sldMkLst>
          <pc:docMk/>
          <pc:sldMk cId="4228798550" sldId="278"/>
        </pc:sldMkLst>
      </pc:sldChg>
      <pc:sldChg chg="del">
        <pc:chgData name="郁儒 廖" userId="189a1d031aa848d3" providerId="LiveId" clId="{26EF712A-C9F3-4FA7-AD7B-D8EF1B9D393D}" dt="2020-09-29T05:29:46.658" v="3878" actId="47"/>
        <pc:sldMkLst>
          <pc:docMk/>
          <pc:sldMk cId="2591497068" sldId="279"/>
        </pc:sldMkLst>
      </pc:sldChg>
      <pc:sldChg chg="del">
        <pc:chgData name="郁儒 廖" userId="189a1d031aa848d3" providerId="LiveId" clId="{26EF712A-C9F3-4FA7-AD7B-D8EF1B9D393D}" dt="2020-09-29T05:29:46.004" v="3877" actId="47"/>
        <pc:sldMkLst>
          <pc:docMk/>
          <pc:sldMk cId="1024833738" sldId="280"/>
        </pc:sldMkLst>
      </pc:sldChg>
      <pc:sldChg chg="del">
        <pc:chgData name="郁儒 廖" userId="189a1d031aa848d3" providerId="LiveId" clId="{26EF712A-C9F3-4FA7-AD7B-D8EF1B9D393D}" dt="2020-09-29T05:29:39.460" v="3867" actId="47"/>
        <pc:sldMkLst>
          <pc:docMk/>
          <pc:sldMk cId="3876109337" sldId="281"/>
        </pc:sldMkLst>
      </pc:sldChg>
      <pc:sldChg chg="del">
        <pc:chgData name="郁儒 廖" userId="189a1d031aa848d3" providerId="LiveId" clId="{26EF712A-C9F3-4FA7-AD7B-D8EF1B9D393D}" dt="2020-09-29T05:29:47.252" v="3879" actId="47"/>
        <pc:sldMkLst>
          <pc:docMk/>
          <pc:sldMk cId="2250792461" sldId="282"/>
        </pc:sldMkLst>
      </pc:sldChg>
      <pc:sldChg chg="addSp delSp modSp add mod delAnim modAnim">
        <pc:chgData name="郁儒 廖" userId="189a1d031aa848d3" providerId="LiveId" clId="{26EF712A-C9F3-4FA7-AD7B-D8EF1B9D393D}" dt="2020-09-29T08:21:35.242" v="3895" actId="20577"/>
        <pc:sldMkLst>
          <pc:docMk/>
          <pc:sldMk cId="2920857385" sldId="283"/>
        </pc:sldMkLst>
        <pc:spChg chg="del">
          <ac:chgData name="郁儒 廖" userId="189a1d031aa848d3" providerId="LiveId" clId="{26EF712A-C9F3-4FA7-AD7B-D8EF1B9D393D}" dt="2020-09-26T16:58:00.447" v="2364" actId="478"/>
          <ac:spMkLst>
            <pc:docMk/>
            <pc:sldMk cId="2920857385" sldId="283"/>
            <ac:spMk id="2" creationId="{7F550715-45BC-480C-929E-02B819AF877C}"/>
          </ac:spMkLst>
        </pc:spChg>
        <pc:spChg chg="mod">
          <ac:chgData name="郁儒 廖" userId="189a1d031aa848d3" providerId="LiveId" clId="{26EF712A-C9F3-4FA7-AD7B-D8EF1B9D393D}" dt="2020-09-27T02:55:22.897" v="2925" actId="20577"/>
          <ac:spMkLst>
            <pc:docMk/>
            <pc:sldMk cId="2920857385" sldId="283"/>
            <ac:spMk id="3" creationId="{47924614-B3FE-49DB-A43B-C5C6C654484D}"/>
          </ac:spMkLst>
        </pc:spChg>
        <pc:spChg chg="add mod">
          <ac:chgData name="郁儒 廖" userId="189a1d031aa848d3" providerId="LiveId" clId="{26EF712A-C9F3-4FA7-AD7B-D8EF1B9D393D}" dt="2020-09-25T03:19:57.953" v="91" actId="1035"/>
          <ac:spMkLst>
            <pc:docMk/>
            <pc:sldMk cId="2920857385" sldId="283"/>
            <ac:spMk id="4" creationId="{5FC3764D-1D77-4B4B-9A24-825B0D16D7FF}"/>
          </ac:spMkLst>
        </pc:spChg>
        <pc:spChg chg="mod">
          <ac:chgData name="郁儒 廖" userId="189a1d031aa848d3" providerId="LiveId" clId="{26EF712A-C9F3-4FA7-AD7B-D8EF1B9D393D}" dt="2020-09-27T05:07:13.004" v="3246" actId="1076"/>
          <ac:spMkLst>
            <pc:docMk/>
            <pc:sldMk cId="2920857385" sldId="283"/>
            <ac:spMk id="5" creationId="{29AE488D-FE76-4482-BE17-0AD151004A07}"/>
          </ac:spMkLst>
        </pc:spChg>
        <pc:spChg chg="mod">
          <ac:chgData name="郁儒 廖" userId="189a1d031aa848d3" providerId="LiveId" clId="{26EF712A-C9F3-4FA7-AD7B-D8EF1B9D393D}" dt="2020-09-27T05:07:16.091" v="3247" actId="1076"/>
          <ac:spMkLst>
            <pc:docMk/>
            <pc:sldMk cId="2920857385" sldId="283"/>
            <ac:spMk id="7" creationId="{3B7C27CC-19B4-4A6F-A2EA-EB039598055A}"/>
          </ac:spMkLst>
        </pc:spChg>
        <pc:spChg chg="add del mod">
          <ac:chgData name="郁儒 廖" userId="189a1d031aa848d3" providerId="LiveId" clId="{26EF712A-C9F3-4FA7-AD7B-D8EF1B9D393D}" dt="2020-09-28T15:16:30.117" v="3801" actId="478"/>
          <ac:spMkLst>
            <pc:docMk/>
            <pc:sldMk cId="2920857385" sldId="283"/>
            <ac:spMk id="11" creationId="{8BB6C19C-C370-44EF-B769-3794BD6FD125}"/>
          </ac:spMkLst>
        </pc:spChg>
        <pc:spChg chg="add del mod">
          <ac:chgData name="郁儒 廖" userId="189a1d031aa848d3" providerId="LiveId" clId="{26EF712A-C9F3-4FA7-AD7B-D8EF1B9D393D}" dt="2020-09-28T15:16:27.238" v="3800" actId="478"/>
          <ac:spMkLst>
            <pc:docMk/>
            <pc:sldMk cId="2920857385" sldId="283"/>
            <ac:spMk id="12" creationId="{3FE9EA27-9CD6-4318-8AA7-2AFC6CCCF017}"/>
          </ac:spMkLst>
        </pc:spChg>
        <pc:spChg chg="add mod">
          <ac:chgData name="郁儒 廖" userId="189a1d031aa848d3" providerId="LiveId" clId="{26EF712A-C9F3-4FA7-AD7B-D8EF1B9D393D}" dt="2020-09-25T03:23:22.220" v="111" actId="1076"/>
          <ac:spMkLst>
            <pc:docMk/>
            <pc:sldMk cId="2920857385" sldId="283"/>
            <ac:spMk id="13" creationId="{DFD79DFA-F30A-42C7-B17D-8DD264E4EE33}"/>
          </ac:spMkLst>
        </pc:spChg>
        <pc:spChg chg="add del mod">
          <ac:chgData name="郁儒 廖" userId="189a1d031aa848d3" providerId="LiveId" clId="{26EF712A-C9F3-4FA7-AD7B-D8EF1B9D393D}" dt="2020-09-26T16:58:03.190" v="2365" actId="478"/>
          <ac:spMkLst>
            <pc:docMk/>
            <pc:sldMk cId="2920857385" sldId="283"/>
            <ac:spMk id="14" creationId="{B6264BB8-8A24-4EAC-B4BB-73610FCE4E2F}"/>
          </ac:spMkLst>
        </pc:spChg>
        <pc:spChg chg="add mod">
          <ac:chgData name="郁儒 廖" userId="189a1d031aa848d3" providerId="LiveId" clId="{26EF712A-C9F3-4FA7-AD7B-D8EF1B9D393D}" dt="2020-09-29T08:21:29.537" v="3891" actId="20577"/>
          <ac:spMkLst>
            <pc:docMk/>
            <pc:sldMk cId="2920857385" sldId="283"/>
            <ac:spMk id="16" creationId="{35FB0883-03CC-41D5-A96B-E8B20A3D36FF}"/>
          </ac:spMkLst>
        </pc:spChg>
        <pc:spChg chg="mod">
          <ac:chgData name="郁儒 廖" userId="189a1d031aa848d3" providerId="LiveId" clId="{26EF712A-C9F3-4FA7-AD7B-D8EF1B9D393D}" dt="2020-09-25T03:19:26.587" v="83" actId="1076"/>
          <ac:spMkLst>
            <pc:docMk/>
            <pc:sldMk cId="2920857385" sldId="283"/>
            <ac:spMk id="59" creationId="{45708A20-DB5A-45DE-AF84-3B5FD3895D97}"/>
          </ac:spMkLst>
        </pc:spChg>
        <pc:spChg chg="mod">
          <ac:chgData name="郁儒 廖" userId="189a1d031aa848d3" providerId="LiveId" clId="{26EF712A-C9F3-4FA7-AD7B-D8EF1B9D393D}" dt="2020-09-28T15:16:59.934" v="3804" actId="1035"/>
          <ac:spMkLst>
            <pc:docMk/>
            <pc:sldMk cId="2920857385" sldId="283"/>
            <ac:spMk id="60" creationId="{35EE9C5C-2FFC-4D18-8B0C-D39740829170}"/>
          </ac:spMkLst>
        </pc:spChg>
        <pc:spChg chg="del">
          <ac:chgData name="郁儒 廖" userId="189a1d031aa848d3" providerId="LiveId" clId="{26EF712A-C9F3-4FA7-AD7B-D8EF1B9D393D}" dt="2020-09-25T03:21:49.600" v="101" actId="478"/>
          <ac:spMkLst>
            <pc:docMk/>
            <pc:sldMk cId="2920857385" sldId="283"/>
            <ac:spMk id="62" creationId="{907D711C-D16D-46B9-9349-5C2191DD735B}"/>
          </ac:spMkLst>
        </pc:spChg>
        <pc:spChg chg="add mod">
          <ac:chgData name="郁儒 廖" userId="189a1d031aa848d3" providerId="LiveId" clId="{26EF712A-C9F3-4FA7-AD7B-D8EF1B9D393D}" dt="2020-09-26T16:58:03.987" v="2366"/>
          <ac:spMkLst>
            <pc:docMk/>
            <pc:sldMk cId="2920857385" sldId="283"/>
            <ac:spMk id="82" creationId="{AB9B56D6-4B6F-43C7-AEB9-98A9356DE070}"/>
          </ac:spMkLst>
        </pc:spChg>
        <pc:spChg chg="add mod">
          <ac:chgData name="郁儒 廖" userId="189a1d031aa848d3" providerId="LiveId" clId="{26EF712A-C9F3-4FA7-AD7B-D8EF1B9D393D}" dt="2020-09-25T14:46:18.910" v="545"/>
          <ac:spMkLst>
            <pc:docMk/>
            <pc:sldMk cId="2920857385" sldId="283"/>
            <ac:spMk id="82" creationId="{D9BA1246-E2C9-428B-ACB5-1D91A3D77CDC}"/>
          </ac:spMkLst>
        </pc:spChg>
        <pc:spChg chg="del">
          <ac:chgData name="郁儒 廖" userId="189a1d031aa848d3" providerId="LiveId" clId="{26EF712A-C9F3-4FA7-AD7B-D8EF1B9D393D}" dt="2020-09-25T15:03:49.226" v="594" actId="478"/>
          <ac:spMkLst>
            <pc:docMk/>
            <pc:sldMk cId="2920857385" sldId="283"/>
            <ac:spMk id="83" creationId="{79CB4821-10C3-4854-8834-5F1B69EF9801}"/>
          </ac:spMkLst>
        </pc:spChg>
        <pc:spChg chg="add mod">
          <ac:chgData name="郁儒 廖" userId="189a1d031aa848d3" providerId="LiveId" clId="{26EF712A-C9F3-4FA7-AD7B-D8EF1B9D393D}" dt="2020-09-27T05:35:03.409" v="3281" actId="20577"/>
          <ac:spMkLst>
            <pc:docMk/>
            <pc:sldMk cId="2920857385" sldId="283"/>
            <ac:spMk id="84" creationId="{3C6593E0-A519-477A-98B5-7AD843B58587}"/>
          </ac:spMkLst>
        </pc:spChg>
        <pc:spChg chg="add mod">
          <ac:chgData name="郁儒 廖" userId="189a1d031aa848d3" providerId="LiveId" clId="{26EF712A-C9F3-4FA7-AD7B-D8EF1B9D393D}" dt="2020-09-25T14:46:18.910" v="545"/>
          <ac:spMkLst>
            <pc:docMk/>
            <pc:sldMk cId="2920857385" sldId="283"/>
            <ac:spMk id="84" creationId="{6EFD72EB-2EA2-426F-B897-824189149743}"/>
          </ac:spMkLst>
        </pc:spChg>
        <pc:spChg chg="del">
          <ac:chgData name="郁儒 廖" userId="189a1d031aa848d3" providerId="LiveId" clId="{26EF712A-C9F3-4FA7-AD7B-D8EF1B9D393D}" dt="2020-09-25T15:03:21.776" v="577" actId="478"/>
          <ac:spMkLst>
            <pc:docMk/>
            <pc:sldMk cId="2920857385" sldId="283"/>
            <ac:spMk id="86" creationId="{378EF1C1-D271-423F-9450-49ED301ABADD}"/>
          </ac:spMkLst>
        </pc:spChg>
        <pc:graphicFrameChg chg="add del ord">
          <ac:chgData name="郁儒 廖" userId="189a1d031aa848d3" providerId="LiveId" clId="{26EF712A-C9F3-4FA7-AD7B-D8EF1B9D393D}" dt="2020-09-27T05:07:02.841" v="3245" actId="478"/>
          <ac:graphicFrameMkLst>
            <pc:docMk/>
            <pc:sldMk cId="2920857385" sldId="283"/>
            <ac:graphicFrameMk id="2" creationId="{A394B4BD-09C6-4218-A0EB-ED657235E9CC}"/>
          </ac:graphicFrameMkLst>
        </pc:graphicFrameChg>
        <pc:graphicFrameChg chg="mod ord modGraphic">
          <ac:chgData name="郁儒 廖" userId="189a1d031aa848d3" providerId="LiveId" clId="{26EF712A-C9F3-4FA7-AD7B-D8EF1B9D393D}" dt="2020-09-29T08:21:35.242" v="3895" actId="20577"/>
          <ac:graphicFrameMkLst>
            <pc:docMk/>
            <pc:sldMk cId="2920857385" sldId="283"/>
            <ac:graphicFrameMk id="58" creationId="{F3D5149C-2CDA-4EF9-B39E-A105323565C2}"/>
          </ac:graphicFrameMkLst>
        </pc:graphicFrameChg>
        <pc:cxnChg chg="add mod">
          <ac:chgData name="郁儒 廖" userId="189a1d031aa848d3" providerId="LiveId" clId="{26EF712A-C9F3-4FA7-AD7B-D8EF1B9D393D}" dt="2020-09-25T03:20:19.467" v="93" actId="1582"/>
          <ac:cxnSpMkLst>
            <pc:docMk/>
            <pc:sldMk cId="2920857385" sldId="283"/>
            <ac:cxnSpMk id="6" creationId="{75CDF84F-F50B-408D-957C-23BB7AFC989C}"/>
          </ac:cxnSpMkLst>
        </pc:cxnChg>
        <pc:cxnChg chg="add del mod">
          <ac:chgData name="郁儒 廖" userId="189a1d031aa848d3" providerId="LiveId" clId="{26EF712A-C9F3-4FA7-AD7B-D8EF1B9D393D}" dt="2020-09-25T15:12:34.798" v="680" actId="478"/>
          <ac:cxnSpMkLst>
            <pc:docMk/>
            <pc:sldMk cId="2920857385" sldId="283"/>
            <ac:cxnSpMk id="7" creationId="{3CB8EF6F-D6BD-4011-899C-5613BA644D9A}"/>
          </ac:cxnSpMkLst>
        </pc:cxnChg>
        <pc:cxnChg chg="add mod">
          <ac:chgData name="郁儒 廖" userId="189a1d031aa848d3" providerId="LiveId" clId="{26EF712A-C9F3-4FA7-AD7B-D8EF1B9D393D}" dt="2020-09-25T03:20:40.812" v="97" actId="1582"/>
          <ac:cxnSpMkLst>
            <pc:docMk/>
            <pc:sldMk cId="2920857385" sldId="283"/>
            <ac:cxnSpMk id="8" creationId="{1D197F1A-4290-406E-BDD3-F0DD7B4F44B7}"/>
          </ac:cxnSpMkLst>
        </pc:cxnChg>
        <pc:cxnChg chg="add mod">
          <ac:chgData name="郁儒 廖" userId="189a1d031aa848d3" providerId="LiveId" clId="{26EF712A-C9F3-4FA7-AD7B-D8EF1B9D393D}" dt="2020-09-28T16:40:36.184" v="3861" actId="1076"/>
          <ac:cxnSpMkLst>
            <pc:docMk/>
            <pc:sldMk cId="2920857385" sldId="283"/>
            <ac:cxnSpMk id="10" creationId="{525D7E8B-6869-41C1-93B9-00D5B382AA85}"/>
          </ac:cxnSpMkLst>
        </pc:cxnChg>
        <pc:cxnChg chg="add del mod">
          <ac:chgData name="郁儒 廖" userId="189a1d031aa848d3" providerId="LiveId" clId="{26EF712A-C9F3-4FA7-AD7B-D8EF1B9D393D}" dt="2020-09-25T03:20:27.170" v="95" actId="478"/>
          <ac:cxnSpMkLst>
            <pc:docMk/>
            <pc:sldMk cId="2920857385" sldId="283"/>
            <ac:cxnSpMk id="73" creationId="{20369B4B-E949-4D47-A037-0C1967754493}"/>
          </ac:cxnSpMkLst>
        </pc:cxnChg>
        <pc:cxnChg chg="add mod">
          <ac:chgData name="郁儒 廖" userId="189a1d031aa848d3" providerId="LiveId" clId="{26EF712A-C9F3-4FA7-AD7B-D8EF1B9D393D}" dt="2020-09-25T14:46:18.910" v="545"/>
          <ac:cxnSpMkLst>
            <pc:docMk/>
            <pc:sldMk cId="2920857385" sldId="283"/>
            <ac:cxnSpMk id="80" creationId="{36328DCD-6E4B-4DCE-808D-B2036F712722}"/>
          </ac:cxnSpMkLst>
        </pc:cxnChg>
        <pc:cxnChg chg="add mod">
          <ac:chgData name="郁儒 廖" userId="189a1d031aa848d3" providerId="LiveId" clId="{26EF712A-C9F3-4FA7-AD7B-D8EF1B9D393D}" dt="2020-09-25T14:46:18.910" v="545"/>
          <ac:cxnSpMkLst>
            <pc:docMk/>
            <pc:sldMk cId="2920857385" sldId="283"/>
            <ac:cxnSpMk id="81" creationId="{E65814AD-920D-419E-A729-423FB620B6E1}"/>
          </ac:cxnSpMkLst>
        </pc:cxnChg>
      </pc:sldChg>
      <pc:sldChg chg="add">
        <pc:chgData name="郁儒 廖" userId="189a1d031aa848d3" providerId="LiveId" clId="{26EF712A-C9F3-4FA7-AD7B-D8EF1B9D393D}" dt="2020-09-25T13:52:19.801" v="213"/>
        <pc:sldMkLst>
          <pc:docMk/>
          <pc:sldMk cId="4280494074" sldId="284"/>
        </pc:sldMkLst>
      </pc:sldChg>
      <pc:sldChg chg="add">
        <pc:chgData name="郁儒 廖" userId="189a1d031aa848d3" providerId="LiveId" clId="{26EF712A-C9F3-4FA7-AD7B-D8EF1B9D393D}" dt="2020-09-25T14:04:32.330" v="317"/>
        <pc:sldMkLst>
          <pc:docMk/>
          <pc:sldMk cId="3409843894" sldId="285"/>
        </pc:sldMkLst>
      </pc:sldChg>
      <pc:sldChg chg="addSp delSp modSp add mod addAnim delAnim modAnim">
        <pc:chgData name="郁儒 廖" userId="189a1d031aa848d3" providerId="LiveId" clId="{26EF712A-C9F3-4FA7-AD7B-D8EF1B9D393D}" dt="2020-09-28T15:19:37.114" v="3825"/>
        <pc:sldMkLst>
          <pc:docMk/>
          <pc:sldMk cId="476440036" sldId="286"/>
        </pc:sldMkLst>
        <pc:spChg chg="del">
          <ac:chgData name="郁儒 廖" userId="189a1d031aa848d3" providerId="LiveId" clId="{26EF712A-C9F3-4FA7-AD7B-D8EF1B9D393D}" dt="2020-09-26T16:57:50.880" v="2361" actId="478"/>
          <ac:spMkLst>
            <pc:docMk/>
            <pc:sldMk cId="476440036" sldId="286"/>
            <ac:spMk id="2" creationId="{7F550715-45BC-480C-929E-02B819AF877C}"/>
          </ac:spMkLst>
        </pc:spChg>
        <pc:spChg chg="add mod">
          <ac:chgData name="郁儒 廖" userId="189a1d031aa848d3" providerId="LiveId" clId="{26EF712A-C9F3-4FA7-AD7B-D8EF1B9D393D}" dt="2020-09-27T05:34:10.905" v="3271" actId="1076"/>
          <ac:spMkLst>
            <pc:docMk/>
            <pc:sldMk cId="476440036" sldId="286"/>
            <ac:spMk id="2" creationId="{B28E83E2-D3A2-4F49-A93F-42BA14542EB9}"/>
          </ac:spMkLst>
        </pc:spChg>
        <pc:spChg chg="mod">
          <ac:chgData name="郁儒 廖" userId="189a1d031aa848d3" providerId="LiveId" clId="{26EF712A-C9F3-4FA7-AD7B-D8EF1B9D393D}" dt="2020-09-27T04:35:55.182" v="3047" actId="20577"/>
          <ac:spMkLst>
            <pc:docMk/>
            <pc:sldMk cId="476440036" sldId="286"/>
            <ac:spMk id="3" creationId="{47924614-B3FE-49DB-A43B-C5C6C654484D}"/>
          </ac:spMkLst>
        </pc:spChg>
        <pc:spChg chg="del">
          <ac:chgData name="郁儒 廖" userId="189a1d031aa848d3" providerId="LiveId" clId="{26EF712A-C9F3-4FA7-AD7B-D8EF1B9D393D}" dt="2020-09-27T09:48:59.652" v="3335" actId="478"/>
          <ac:spMkLst>
            <pc:docMk/>
            <pc:sldMk cId="476440036" sldId="286"/>
            <ac:spMk id="4" creationId="{5FC3764D-1D77-4B4B-9A24-825B0D16D7FF}"/>
          </ac:spMkLst>
        </pc:spChg>
        <pc:spChg chg="mod">
          <ac:chgData name="郁儒 廖" userId="189a1d031aa848d3" providerId="LiveId" clId="{26EF712A-C9F3-4FA7-AD7B-D8EF1B9D393D}" dt="2020-09-27T02:55:02.736" v="2921" actId="1076"/>
          <ac:spMkLst>
            <pc:docMk/>
            <pc:sldMk cId="476440036" sldId="286"/>
            <ac:spMk id="7" creationId="{07594762-D164-42A8-A582-8CF90DD9AF8D}"/>
          </ac:spMkLst>
        </pc:spChg>
        <pc:spChg chg="mod">
          <ac:chgData name="郁儒 廖" userId="189a1d031aa848d3" providerId="LiveId" clId="{26EF712A-C9F3-4FA7-AD7B-D8EF1B9D393D}" dt="2020-09-27T04:36:13.137" v="3052" actId="1076"/>
          <ac:spMkLst>
            <pc:docMk/>
            <pc:sldMk cId="476440036" sldId="286"/>
            <ac:spMk id="9" creationId="{57270E4B-55EA-48CC-B3AB-6AF2EF867CED}"/>
          </ac:spMkLst>
        </pc:spChg>
        <pc:spChg chg="del">
          <ac:chgData name="郁儒 廖" userId="189a1d031aa848d3" providerId="LiveId" clId="{26EF712A-C9F3-4FA7-AD7B-D8EF1B9D393D}" dt="2020-09-27T09:49:07.382" v="3340" actId="478"/>
          <ac:spMkLst>
            <pc:docMk/>
            <pc:sldMk cId="476440036" sldId="286"/>
            <ac:spMk id="11" creationId="{8BB6C19C-C370-44EF-B769-3794BD6FD125}"/>
          </ac:spMkLst>
        </pc:spChg>
        <pc:spChg chg="del">
          <ac:chgData name="郁儒 廖" userId="189a1d031aa848d3" providerId="LiveId" clId="{26EF712A-C9F3-4FA7-AD7B-D8EF1B9D393D}" dt="2020-09-27T09:49:06.580" v="3339" actId="478"/>
          <ac:spMkLst>
            <pc:docMk/>
            <pc:sldMk cId="476440036" sldId="286"/>
            <ac:spMk id="12" creationId="{3FE9EA27-9CD6-4318-8AA7-2AFC6CCCF017}"/>
          </ac:spMkLst>
        </pc:spChg>
        <pc:spChg chg="add del">
          <ac:chgData name="郁儒 廖" userId="189a1d031aa848d3" providerId="LiveId" clId="{26EF712A-C9F3-4FA7-AD7B-D8EF1B9D393D}" dt="2020-09-25T14:53:07.452" v="562" actId="478"/>
          <ac:spMkLst>
            <pc:docMk/>
            <pc:sldMk cId="476440036" sldId="286"/>
            <ac:spMk id="14" creationId="{CF0FE07B-7031-4542-972C-6649968DEBFB}"/>
          </ac:spMkLst>
        </pc:spChg>
        <pc:spChg chg="add del mod">
          <ac:chgData name="郁儒 廖" userId="189a1d031aa848d3" providerId="LiveId" clId="{26EF712A-C9F3-4FA7-AD7B-D8EF1B9D393D}" dt="2020-09-26T16:57:55.215" v="2362" actId="478"/>
          <ac:spMkLst>
            <pc:docMk/>
            <pc:sldMk cId="476440036" sldId="286"/>
            <ac:spMk id="15" creationId="{1C7F3F74-2F9D-41FA-9440-925EA504E9B0}"/>
          </ac:spMkLst>
        </pc:spChg>
        <pc:spChg chg="mod">
          <ac:chgData name="郁儒 廖" userId="189a1d031aa848d3" providerId="LiveId" clId="{26EF712A-C9F3-4FA7-AD7B-D8EF1B9D393D}" dt="2020-09-25T14:24:32.304" v="379" actId="1038"/>
          <ac:spMkLst>
            <pc:docMk/>
            <pc:sldMk cId="476440036" sldId="286"/>
            <ac:spMk id="60" creationId="{35EE9C5C-2FFC-4D18-8B0C-D39740829170}"/>
          </ac:spMkLst>
        </pc:spChg>
        <pc:spChg chg="add mod">
          <ac:chgData name="郁儒 廖" userId="189a1d031aa848d3" providerId="LiveId" clId="{26EF712A-C9F3-4FA7-AD7B-D8EF1B9D393D}" dt="2020-09-25T14:46:16.549" v="544"/>
          <ac:spMkLst>
            <pc:docMk/>
            <pc:sldMk cId="476440036" sldId="286"/>
            <ac:spMk id="81" creationId="{9D4CEFD9-38A9-4C23-9CF7-56FFE9662819}"/>
          </ac:spMkLst>
        </pc:spChg>
        <pc:spChg chg="add mod">
          <ac:chgData name="郁儒 廖" userId="189a1d031aa848d3" providerId="LiveId" clId="{26EF712A-C9F3-4FA7-AD7B-D8EF1B9D393D}" dt="2020-09-26T16:57:56.097" v="2363"/>
          <ac:spMkLst>
            <pc:docMk/>
            <pc:sldMk cId="476440036" sldId="286"/>
            <ac:spMk id="82" creationId="{67EEE85B-EEF6-4876-9D6C-AB22B2EAAAAD}"/>
          </ac:spMkLst>
        </pc:spChg>
        <pc:spChg chg="add mod">
          <ac:chgData name="郁儒 廖" userId="189a1d031aa848d3" providerId="LiveId" clId="{26EF712A-C9F3-4FA7-AD7B-D8EF1B9D393D}" dt="2020-09-25T14:46:16.549" v="544"/>
          <ac:spMkLst>
            <pc:docMk/>
            <pc:sldMk cId="476440036" sldId="286"/>
            <ac:spMk id="82" creationId="{E38C068C-1398-4A3A-9599-165437DF85AF}"/>
          </ac:spMkLst>
        </pc:spChg>
        <pc:spChg chg="mod">
          <ac:chgData name="郁儒 廖" userId="189a1d031aa848d3" providerId="LiveId" clId="{26EF712A-C9F3-4FA7-AD7B-D8EF1B9D393D}" dt="2020-09-25T15:08:37.314" v="678" actId="20577"/>
          <ac:spMkLst>
            <pc:docMk/>
            <pc:sldMk cId="476440036" sldId="286"/>
            <ac:spMk id="83" creationId="{79CB4821-10C3-4854-8834-5F1B69EF9801}"/>
          </ac:spMkLst>
        </pc:spChg>
        <pc:spChg chg="del">
          <ac:chgData name="郁儒 廖" userId="189a1d031aa848d3" providerId="LiveId" clId="{26EF712A-C9F3-4FA7-AD7B-D8EF1B9D393D}" dt="2020-09-25T15:03:25.304" v="578" actId="478"/>
          <ac:spMkLst>
            <pc:docMk/>
            <pc:sldMk cId="476440036" sldId="286"/>
            <ac:spMk id="86" creationId="{378EF1C1-D271-423F-9450-49ED301ABADD}"/>
          </ac:spMkLst>
        </pc:spChg>
        <pc:graphicFrameChg chg="add mod modGraphic">
          <ac:chgData name="郁儒 廖" userId="189a1d031aa848d3" providerId="LiveId" clId="{26EF712A-C9F3-4FA7-AD7B-D8EF1B9D393D}" dt="2020-09-27T05:34:04.473" v="3270" actId="20577"/>
          <ac:graphicFrameMkLst>
            <pc:docMk/>
            <pc:sldMk cId="476440036" sldId="286"/>
            <ac:graphicFrameMk id="5" creationId="{13059CCC-9313-482C-AFE0-84EE71BA050E}"/>
          </ac:graphicFrameMkLst>
        </pc:graphicFrameChg>
        <pc:graphicFrameChg chg="del">
          <ac:chgData name="郁儒 廖" userId="189a1d031aa848d3" providerId="LiveId" clId="{26EF712A-C9F3-4FA7-AD7B-D8EF1B9D393D}" dt="2020-09-25T14:17:34.524" v="352" actId="478"/>
          <ac:graphicFrameMkLst>
            <pc:docMk/>
            <pc:sldMk cId="476440036" sldId="286"/>
            <ac:graphicFrameMk id="58" creationId="{F3D5149C-2CDA-4EF9-B39E-A105323565C2}"/>
          </ac:graphicFrameMkLst>
        </pc:graphicFrameChg>
        <pc:cxnChg chg="del mod">
          <ac:chgData name="郁儒 廖" userId="189a1d031aa848d3" providerId="LiveId" clId="{26EF712A-C9F3-4FA7-AD7B-D8EF1B9D393D}" dt="2020-09-27T09:49:02.244" v="3336" actId="478"/>
          <ac:cxnSpMkLst>
            <pc:docMk/>
            <pc:sldMk cId="476440036" sldId="286"/>
            <ac:cxnSpMk id="6" creationId="{75CDF84F-F50B-408D-957C-23BB7AFC989C}"/>
          </ac:cxnSpMkLst>
        </pc:cxnChg>
        <pc:cxnChg chg="add del">
          <ac:chgData name="郁儒 廖" userId="189a1d031aa848d3" providerId="LiveId" clId="{26EF712A-C9F3-4FA7-AD7B-D8EF1B9D393D}" dt="2020-09-25T15:07:40.133" v="633" actId="478"/>
          <ac:cxnSpMkLst>
            <pc:docMk/>
            <pc:sldMk cId="476440036" sldId="286"/>
            <ac:cxnSpMk id="7" creationId="{3CB8EF6F-D6BD-4011-899C-5613BA644D9A}"/>
          </ac:cxnSpMkLst>
        </pc:cxnChg>
        <pc:cxnChg chg="del mod">
          <ac:chgData name="郁儒 廖" userId="189a1d031aa848d3" providerId="LiveId" clId="{26EF712A-C9F3-4FA7-AD7B-D8EF1B9D393D}" dt="2020-09-27T09:49:04.146" v="3337" actId="478"/>
          <ac:cxnSpMkLst>
            <pc:docMk/>
            <pc:sldMk cId="476440036" sldId="286"/>
            <ac:cxnSpMk id="8" creationId="{1D197F1A-4290-406E-BDD3-F0DD7B4F44B7}"/>
          </ac:cxnSpMkLst>
        </pc:cxnChg>
        <pc:cxnChg chg="del mod">
          <ac:chgData name="郁儒 廖" userId="189a1d031aa848d3" providerId="LiveId" clId="{26EF712A-C9F3-4FA7-AD7B-D8EF1B9D393D}" dt="2020-09-27T09:49:05.616" v="3338" actId="478"/>
          <ac:cxnSpMkLst>
            <pc:docMk/>
            <pc:sldMk cId="476440036" sldId="286"/>
            <ac:cxnSpMk id="10" creationId="{525D7E8B-6869-41C1-93B9-00D5B382AA85}"/>
          </ac:cxnSpMkLst>
        </pc:cxnChg>
        <pc:cxnChg chg="add mod">
          <ac:chgData name="郁儒 廖" userId="189a1d031aa848d3" providerId="LiveId" clId="{26EF712A-C9F3-4FA7-AD7B-D8EF1B9D393D}" dt="2020-09-25T14:46:16.549" v="544"/>
          <ac:cxnSpMkLst>
            <pc:docMk/>
            <pc:sldMk cId="476440036" sldId="286"/>
            <ac:cxnSpMk id="79" creationId="{083B5DD2-693F-4276-BEAF-00FE29E3713A}"/>
          </ac:cxnSpMkLst>
        </pc:cxnChg>
        <pc:cxnChg chg="add mod">
          <ac:chgData name="郁儒 廖" userId="189a1d031aa848d3" providerId="LiveId" clId="{26EF712A-C9F3-4FA7-AD7B-D8EF1B9D393D}" dt="2020-09-25T14:46:16.549" v="544"/>
          <ac:cxnSpMkLst>
            <pc:docMk/>
            <pc:sldMk cId="476440036" sldId="286"/>
            <ac:cxnSpMk id="80" creationId="{7C390FF7-959E-48F8-A257-AA9AE0F6C663}"/>
          </ac:cxnSpMkLst>
        </pc:cxnChg>
      </pc:sldChg>
      <pc:sldChg chg="add del">
        <pc:chgData name="郁儒 廖" userId="189a1d031aa848d3" providerId="LiveId" clId="{26EF712A-C9F3-4FA7-AD7B-D8EF1B9D393D}" dt="2020-09-25T14:55:43.065" v="563" actId="47"/>
        <pc:sldMkLst>
          <pc:docMk/>
          <pc:sldMk cId="805517276" sldId="287"/>
        </pc:sldMkLst>
      </pc:sldChg>
      <pc:sldChg chg="del">
        <pc:chgData name="郁儒 廖" userId="189a1d031aa848d3" providerId="LiveId" clId="{26EF712A-C9F3-4FA7-AD7B-D8EF1B9D393D}" dt="2020-09-29T05:29:36.189" v="3866" actId="47"/>
        <pc:sldMkLst>
          <pc:docMk/>
          <pc:sldMk cId="2710470820" sldId="287"/>
        </pc:sldMkLst>
      </pc:sldChg>
      <pc:sldChg chg="del ord">
        <pc:chgData name="郁儒 廖" userId="189a1d031aa848d3" providerId="LiveId" clId="{26EF712A-C9F3-4FA7-AD7B-D8EF1B9D393D}" dt="2020-09-29T05:29:50.660" v="3885" actId="47"/>
        <pc:sldMkLst>
          <pc:docMk/>
          <pc:sldMk cId="2477759558" sldId="288"/>
        </pc:sldMkLst>
      </pc:sldChg>
      <pc:sldChg chg="del">
        <pc:chgData name="郁儒 廖" userId="189a1d031aa848d3" providerId="LiveId" clId="{26EF712A-C9F3-4FA7-AD7B-D8EF1B9D393D}" dt="2020-09-29T05:29:34.633" v="3865" actId="47"/>
        <pc:sldMkLst>
          <pc:docMk/>
          <pc:sldMk cId="2906340316" sldId="289"/>
        </pc:sldMkLst>
      </pc:sldChg>
      <pc:sldChg chg="addSp delSp modSp del mod ord">
        <pc:chgData name="郁儒 廖" userId="189a1d031aa848d3" providerId="LiveId" clId="{26EF712A-C9F3-4FA7-AD7B-D8EF1B9D393D}" dt="2020-09-29T05:29:51.093" v="3886" actId="47"/>
        <pc:sldMkLst>
          <pc:docMk/>
          <pc:sldMk cId="2797705650" sldId="290"/>
        </pc:sldMkLst>
        <pc:spChg chg="del">
          <ac:chgData name="郁儒 廖" userId="189a1d031aa848d3" providerId="LiveId" clId="{26EF712A-C9F3-4FA7-AD7B-D8EF1B9D393D}" dt="2020-09-26T16:58:16.917" v="2370" actId="478"/>
          <ac:spMkLst>
            <pc:docMk/>
            <pc:sldMk cId="2797705650" sldId="290"/>
            <ac:spMk id="2" creationId="{7F550715-45BC-480C-929E-02B819AF877C}"/>
          </ac:spMkLst>
        </pc:spChg>
        <pc:spChg chg="add del mod">
          <ac:chgData name="郁儒 廖" userId="189a1d031aa848d3" providerId="LiveId" clId="{26EF712A-C9F3-4FA7-AD7B-D8EF1B9D393D}" dt="2020-09-26T16:58:19.590" v="2371" actId="478"/>
          <ac:spMkLst>
            <pc:docMk/>
            <pc:sldMk cId="2797705650" sldId="290"/>
            <ac:spMk id="5" creationId="{6B9765CD-B074-4027-8C1A-17B0CB03E58C}"/>
          </ac:spMkLst>
        </pc:spChg>
        <pc:spChg chg="add mod">
          <ac:chgData name="郁儒 廖" userId="189a1d031aa848d3" providerId="LiveId" clId="{26EF712A-C9F3-4FA7-AD7B-D8EF1B9D393D}" dt="2020-09-26T16:58:20.570" v="2372"/>
          <ac:spMkLst>
            <pc:docMk/>
            <pc:sldMk cId="2797705650" sldId="290"/>
            <ac:spMk id="75" creationId="{5BE192C8-FCF0-4732-AE1C-AFA2C88C43BC}"/>
          </ac:spMkLst>
        </pc:spChg>
      </pc:sldChg>
      <pc:sldChg chg="del">
        <pc:chgData name="郁儒 廖" userId="189a1d031aa848d3" providerId="LiveId" clId="{26EF712A-C9F3-4FA7-AD7B-D8EF1B9D393D}" dt="2020-09-29T05:29:49.572" v="3883" actId="47"/>
        <pc:sldMkLst>
          <pc:docMk/>
          <pc:sldMk cId="472044762" sldId="291"/>
        </pc:sldMkLst>
      </pc:sldChg>
      <pc:sldChg chg="addSp delSp modSp mod ord">
        <pc:chgData name="郁儒 廖" userId="189a1d031aa848d3" providerId="LiveId" clId="{26EF712A-C9F3-4FA7-AD7B-D8EF1B9D393D}" dt="2020-09-28T15:31:00.007" v="3852" actId="255"/>
        <pc:sldMkLst>
          <pc:docMk/>
          <pc:sldMk cId="4236625492" sldId="292"/>
        </pc:sldMkLst>
        <pc:spChg chg="del">
          <ac:chgData name="郁儒 廖" userId="189a1d031aa848d3" providerId="LiveId" clId="{26EF712A-C9F3-4FA7-AD7B-D8EF1B9D393D}" dt="2020-09-26T16:58:07.541" v="2367" actId="478"/>
          <ac:spMkLst>
            <pc:docMk/>
            <pc:sldMk cId="4236625492" sldId="292"/>
            <ac:spMk id="2" creationId="{7F550715-45BC-480C-929E-02B819AF877C}"/>
          </ac:spMkLst>
        </pc:spChg>
        <pc:spChg chg="mod ord">
          <ac:chgData name="郁儒 廖" userId="189a1d031aa848d3" providerId="LiveId" clId="{26EF712A-C9F3-4FA7-AD7B-D8EF1B9D393D}" dt="2020-09-26T16:46:11.567" v="2101" actId="20577"/>
          <ac:spMkLst>
            <pc:docMk/>
            <pc:sldMk cId="4236625492" sldId="292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05:09:58.925" v="899" actId="478"/>
          <ac:spMkLst>
            <pc:docMk/>
            <pc:sldMk cId="4236625492" sldId="292"/>
            <ac:spMk id="5" creationId="{6D6B8636-E6F5-4A9F-81AA-629AC70561F8}"/>
          </ac:spMkLst>
        </pc:spChg>
        <pc:spChg chg="add mod">
          <ac:chgData name="郁儒 廖" userId="189a1d031aa848d3" providerId="LiveId" clId="{26EF712A-C9F3-4FA7-AD7B-D8EF1B9D393D}" dt="2020-09-28T15:30:55.743" v="3849" actId="255"/>
          <ac:spMkLst>
            <pc:docMk/>
            <pc:sldMk cId="4236625492" sldId="292"/>
            <ac:spMk id="11" creationId="{F48EB572-2E2A-4590-80D2-1576F11EC9AF}"/>
          </ac:spMkLst>
        </pc:spChg>
        <pc:spChg chg="add mod">
          <ac:chgData name="郁儒 廖" userId="189a1d031aa848d3" providerId="LiveId" clId="{26EF712A-C9F3-4FA7-AD7B-D8EF1B9D393D}" dt="2020-09-28T15:30:54.888" v="3848" actId="255"/>
          <ac:spMkLst>
            <pc:docMk/>
            <pc:sldMk cId="4236625492" sldId="292"/>
            <ac:spMk id="12" creationId="{E684015D-106A-4239-872E-7C620FAFC685}"/>
          </ac:spMkLst>
        </pc:spChg>
        <pc:spChg chg="add mod">
          <ac:chgData name="郁儒 廖" userId="189a1d031aa848d3" providerId="LiveId" clId="{26EF712A-C9F3-4FA7-AD7B-D8EF1B9D393D}" dt="2020-09-26T16:46:48.438" v="2155" actId="1035"/>
          <ac:spMkLst>
            <pc:docMk/>
            <pc:sldMk cId="4236625492" sldId="292"/>
            <ac:spMk id="13" creationId="{0B2B561D-979F-4C56-B2B7-E8BD7F145F08}"/>
          </ac:spMkLst>
        </pc:spChg>
        <pc:spChg chg="add mod">
          <ac:chgData name="郁儒 廖" userId="189a1d031aa848d3" providerId="LiveId" clId="{26EF712A-C9F3-4FA7-AD7B-D8EF1B9D393D}" dt="2020-09-26T16:46:48.438" v="2155" actId="1035"/>
          <ac:spMkLst>
            <pc:docMk/>
            <pc:sldMk cId="4236625492" sldId="292"/>
            <ac:spMk id="14" creationId="{0A227DAB-8125-4815-834F-5C46D13B18B3}"/>
          </ac:spMkLst>
        </pc:spChg>
        <pc:spChg chg="add mod">
          <ac:chgData name="郁儒 廖" userId="189a1d031aa848d3" providerId="LiveId" clId="{26EF712A-C9F3-4FA7-AD7B-D8EF1B9D393D}" dt="2020-09-28T15:31:00.007" v="3852" actId="255"/>
          <ac:spMkLst>
            <pc:docMk/>
            <pc:sldMk cId="4236625492" sldId="292"/>
            <ac:spMk id="15" creationId="{D1E1DAD1-11F8-46D5-8979-82D2BEDBBDB2}"/>
          </ac:spMkLst>
        </pc:spChg>
        <pc:spChg chg="add mod">
          <ac:chgData name="郁儒 廖" userId="189a1d031aa848d3" providerId="LiveId" clId="{26EF712A-C9F3-4FA7-AD7B-D8EF1B9D393D}" dt="2020-09-27T05:00:49.070" v="3188" actId="20577"/>
          <ac:spMkLst>
            <pc:docMk/>
            <pc:sldMk cId="4236625492" sldId="292"/>
            <ac:spMk id="16" creationId="{88EF802B-A846-41F3-9CDC-A74D33F4EB33}"/>
          </ac:spMkLst>
        </pc:spChg>
        <pc:spChg chg="add mod">
          <ac:chgData name="郁儒 廖" userId="189a1d031aa848d3" providerId="LiveId" clId="{26EF712A-C9F3-4FA7-AD7B-D8EF1B9D393D}" dt="2020-09-26T16:46:48.438" v="2155" actId="1035"/>
          <ac:spMkLst>
            <pc:docMk/>
            <pc:sldMk cId="4236625492" sldId="292"/>
            <ac:spMk id="17" creationId="{1C3C9012-422F-4435-9064-82DBD4D53DCF}"/>
          </ac:spMkLst>
        </pc:spChg>
        <pc:spChg chg="add del mod">
          <ac:chgData name="郁儒 廖" userId="189a1d031aa848d3" providerId="LiveId" clId="{26EF712A-C9F3-4FA7-AD7B-D8EF1B9D393D}" dt="2020-09-26T16:58:11.712" v="2368" actId="478"/>
          <ac:spMkLst>
            <pc:docMk/>
            <pc:sldMk cId="4236625492" sldId="292"/>
            <ac:spMk id="19" creationId="{10A03A6D-FBA9-4325-81A9-67436699B712}"/>
          </ac:spMkLst>
        </pc:spChg>
        <pc:spChg chg="add mod">
          <ac:chgData name="郁儒 廖" userId="189a1d031aa848d3" providerId="LiveId" clId="{26EF712A-C9F3-4FA7-AD7B-D8EF1B9D393D}" dt="2020-09-26T16:47:03.321" v="2195" actId="1038"/>
          <ac:spMkLst>
            <pc:docMk/>
            <pc:sldMk cId="4236625492" sldId="292"/>
            <ac:spMk id="83" creationId="{CD3451EB-D62E-4C91-9D5E-4AE4B64EB255}"/>
          </ac:spMkLst>
        </pc:spChg>
        <pc:spChg chg="add mod">
          <ac:chgData name="郁儒 廖" userId="189a1d031aa848d3" providerId="LiveId" clId="{26EF712A-C9F3-4FA7-AD7B-D8EF1B9D393D}" dt="2020-09-26T16:47:30.681" v="2201" actId="20577"/>
          <ac:spMkLst>
            <pc:docMk/>
            <pc:sldMk cId="4236625492" sldId="292"/>
            <ac:spMk id="87" creationId="{AEA2CB9C-5078-46EC-BC3D-290BD9C59080}"/>
          </ac:spMkLst>
        </pc:spChg>
        <pc:spChg chg="add mod">
          <ac:chgData name="郁儒 廖" userId="189a1d031aa848d3" providerId="LiveId" clId="{26EF712A-C9F3-4FA7-AD7B-D8EF1B9D393D}" dt="2020-09-27T05:00:55.091" v="3192" actId="20577"/>
          <ac:spMkLst>
            <pc:docMk/>
            <pc:sldMk cId="4236625492" sldId="292"/>
            <ac:spMk id="88" creationId="{6DA1BE9E-7695-442C-860F-726E4F9C48CE}"/>
          </ac:spMkLst>
        </pc:spChg>
        <pc:spChg chg="add mod">
          <ac:chgData name="郁儒 廖" userId="189a1d031aa848d3" providerId="LiveId" clId="{26EF712A-C9F3-4FA7-AD7B-D8EF1B9D393D}" dt="2020-09-26T16:47:03.321" v="2195" actId="1038"/>
          <ac:spMkLst>
            <pc:docMk/>
            <pc:sldMk cId="4236625492" sldId="292"/>
            <ac:spMk id="89" creationId="{4AD121DE-E4DE-47AF-ACB3-A30DC044F12E}"/>
          </ac:spMkLst>
        </pc:spChg>
        <pc:spChg chg="add mod">
          <ac:chgData name="郁儒 廖" userId="189a1d031aa848d3" providerId="LiveId" clId="{26EF712A-C9F3-4FA7-AD7B-D8EF1B9D393D}" dt="2020-09-26T16:47:03.321" v="2195" actId="1038"/>
          <ac:spMkLst>
            <pc:docMk/>
            <pc:sldMk cId="4236625492" sldId="292"/>
            <ac:spMk id="90" creationId="{537D8E32-9DD1-4BBD-ADF7-E0D170882893}"/>
          </ac:spMkLst>
        </pc:spChg>
        <pc:spChg chg="add mod">
          <ac:chgData name="郁儒 廖" userId="189a1d031aa848d3" providerId="LiveId" clId="{26EF712A-C9F3-4FA7-AD7B-D8EF1B9D393D}" dt="2020-09-26T16:57:19.593" v="2354" actId="207"/>
          <ac:spMkLst>
            <pc:docMk/>
            <pc:sldMk cId="4236625492" sldId="292"/>
            <ac:spMk id="91" creationId="{47B3570D-7FBF-45A5-88F0-D28EA7C1283C}"/>
          </ac:spMkLst>
        </pc:spChg>
        <pc:spChg chg="add mod">
          <ac:chgData name="郁儒 廖" userId="189a1d031aa848d3" providerId="LiveId" clId="{26EF712A-C9F3-4FA7-AD7B-D8EF1B9D393D}" dt="2020-09-27T05:00:57.702" v="3194" actId="20577"/>
          <ac:spMkLst>
            <pc:docMk/>
            <pc:sldMk cId="4236625492" sldId="292"/>
            <ac:spMk id="92" creationId="{699931EA-CCA6-4EDD-BFE7-BB79C8994088}"/>
          </ac:spMkLst>
        </pc:spChg>
        <pc:spChg chg="add mod">
          <ac:chgData name="郁儒 廖" userId="189a1d031aa848d3" providerId="LiveId" clId="{26EF712A-C9F3-4FA7-AD7B-D8EF1B9D393D}" dt="2020-09-26T16:47:05.712" v="2197" actId="20577"/>
          <ac:spMkLst>
            <pc:docMk/>
            <pc:sldMk cId="4236625492" sldId="292"/>
            <ac:spMk id="93" creationId="{2E913BB3-22AF-430C-AB03-C96088EA8606}"/>
          </ac:spMkLst>
        </pc:spChg>
        <pc:spChg chg="add mod">
          <ac:chgData name="郁儒 廖" userId="189a1d031aa848d3" providerId="LiveId" clId="{26EF712A-C9F3-4FA7-AD7B-D8EF1B9D393D}" dt="2020-09-26T16:58:12.178" v="2369"/>
          <ac:spMkLst>
            <pc:docMk/>
            <pc:sldMk cId="4236625492" sldId="292"/>
            <ac:spMk id="96" creationId="{0F95D62A-605A-4732-9971-11ED535B81F3}"/>
          </ac:spMkLst>
        </pc:spChg>
        <pc:spChg chg="mod">
          <ac:chgData name="郁儒 廖" userId="189a1d031aa848d3" providerId="LiveId" clId="{26EF712A-C9F3-4FA7-AD7B-D8EF1B9D393D}" dt="2020-09-26T16:46:48.438" v="2155" actId="1035"/>
          <ac:spMkLst>
            <pc:docMk/>
            <pc:sldMk cId="4236625492" sldId="292"/>
            <ac:spMk id="120" creationId="{A29AE62B-E080-45B0-82B1-5B323C035714}"/>
          </ac:spMkLst>
        </pc:spChg>
        <pc:spChg chg="del">
          <ac:chgData name="郁儒 廖" userId="189a1d031aa848d3" providerId="LiveId" clId="{26EF712A-C9F3-4FA7-AD7B-D8EF1B9D393D}" dt="2020-09-26T16:40:14.095" v="1897" actId="478"/>
          <ac:spMkLst>
            <pc:docMk/>
            <pc:sldMk cId="4236625492" sldId="292"/>
            <ac:spMk id="126" creationId="{8579C2A3-A085-4A01-B9D9-CA2C32578BB5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31" creationId="{716E4761-2173-46A4-A6EF-66468C7ABC02}"/>
          </ac:spMkLst>
        </pc:spChg>
        <pc:spChg chg="del">
          <ac:chgData name="郁儒 廖" userId="189a1d031aa848d3" providerId="LiveId" clId="{26EF712A-C9F3-4FA7-AD7B-D8EF1B9D393D}" dt="2020-09-26T16:39:56.687" v="1891" actId="478"/>
          <ac:spMkLst>
            <pc:docMk/>
            <pc:sldMk cId="4236625492" sldId="292"/>
            <ac:spMk id="134" creationId="{C1079914-DCB7-4CD2-917C-48FCC885BB37}"/>
          </ac:spMkLst>
        </pc:spChg>
        <pc:spChg chg="del">
          <ac:chgData name="郁儒 廖" userId="189a1d031aa848d3" providerId="LiveId" clId="{26EF712A-C9F3-4FA7-AD7B-D8EF1B9D393D}" dt="2020-09-26T16:40:14.804" v="1898" actId="478"/>
          <ac:spMkLst>
            <pc:docMk/>
            <pc:sldMk cId="4236625492" sldId="292"/>
            <ac:spMk id="137" creationId="{5DB1C57E-4DEE-4680-A9DF-E7FDF65963B8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39" creationId="{41E2DF68-0658-4FB8-99C9-DBA5DF7E689B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41" creationId="{C11D49C3-35F1-4585-8E04-9CF13A2597E4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43" creationId="{E136BAB1-BD99-4E80-8176-BD059B45D482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45" creationId="{A2206B4F-090E-4D98-ABAF-857D9120DCA1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0" creationId="{1465100F-5BA2-4B09-98CA-3DBBCD6B78FB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1" creationId="{564343E9-1636-4BDF-B06C-802BBB6EC0E3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2" creationId="{2E036B12-439C-4130-A9F8-2E490C11F4B4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3" creationId="{F53B52E0-7021-4FB1-AFE2-DF5C84E802EF}"/>
          </ac:spMkLst>
        </pc:spChg>
        <pc:spChg chg="del">
          <ac:chgData name="郁儒 廖" userId="189a1d031aa848d3" providerId="LiveId" clId="{26EF712A-C9F3-4FA7-AD7B-D8EF1B9D393D}" dt="2020-09-26T16:40:15.310" v="1899" actId="478"/>
          <ac:spMkLst>
            <pc:docMk/>
            <pc:sldMk cId="4236625492" sldId="292"/>
            <ac:spMk id="155" creationId="{B1636E1C-302E-4F77-94F1-01F27824D30C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8" creationId="{283E7390-B6E4-4753-983D-6561F3E84F70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61" creationId="{5A11FE78-5BD6-453C-85EF-C9B7B61B76A6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64" creationId="{92876652-D4A9-4148-8C40-B4B42DFFAB95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65" creationId="{B1599283-0E7A-4FCF-B5D7-1D26AB9462D7}"/>
          </ac:spMkLst>
        </pc:spChg>
        <pc:spChg chg="del">
          <ac:chgData name="郁儒 廖" userId="189a1d031aa848d3" providerId="LiveId" clId="{26EF712A-C9F3-4FA7-AD7B-D8EF1B9D393D}" dt="2020-09-26T16:40:10.851" v="1895" actId="478"/>
          <ac:spMkLst>
            <pc:docMk/>
            <pc:sldMk cId="4236625492" sldId="292"/>
            <ac:spMk id="166" creationId="{A7C20924-B384-4A06-B2FF-2AB0C23FBCBC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0" creationId="{EC8FE9EB-82FE-46EC-9265-4682713774A4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2" creationId="{903899FA-0D9A-4ED5-9B12-C39650D74FA4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4" creationId="{EB850599-569B-4D0C-9063-09C6199A3CDD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7" creationId="{54C66536-793E-4DE0-9CAC-7C57E56F8BD9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8" creationId="{0CD2CBDA-43F6-4A7E-9CA9-4FD502FE5F2D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81" creationId="{3EFC24E7-04B2-46D0-A563-7D52CF3D44A8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83" creationId="{41428CA8-C4FD-4BBB-898B-05E12E5DDC2A}"/>
          </ac:spMkLst>
        </pc:spChg>
        <pc:graphicFrameChg chg="del modGraphic">
          <ac:chgData name="郁儒 廖" userId="189a1d031aa848d3" providerId="LiveId" clId="{26EF712A-C9F3-4FA7-AD7B-D8EF1B9D393D}" dt="2020-09-26T16:39:47.004" v="1889" actId="478"/>
          <ac:graphicFrameMkLst>
            <pc:docMk/>
            <pc:sldMk cId="4236625492" sldId="292"/>
            <ac:graphicFrameMk id="4" creationId="{846BB3CF-E188-4BFE-A1B9-9B78A7E80762}"/>
          </ac:graphicFrameMkLst>
        </pc:graphicFrameChg>
        <pc:cxnChg chg="add mod">
          <ac:chgData name="郁儒 廖" userId="189a1d031aa848d3" providerId="LiveId" clId="{26EF712A-C9F3-4FA7-AD7B-D8EF1B9D393D}" dt="2020-09-26T16:47:03.321" v="2195" actId="1038"/>
          <ac:cxnSpMkLst>
            <pc:docMk/>
            <pc:sldMk cId="4236625492" sldId="292"/>
            <ac:cxnSpMk id="84" creationId="{04DC34CE-4464-4D8E-A43E-77BE0784F2E1}"/>
          </ac:cxnSpMkLst>
        </pc:cxnChg>
        <pc:cxnChg chg="add mod">
          <ac:chgData name="郁儒 廖" userId="189a1d031aa848d3" providerId="LiveId" clId="{26EF712A-C9F3-4FA7-AD7B-D8EF1B9D393D}" dt="2020-09-26T16:47:03.321" v="2195" actId="1038"/>
          <ac:cxnSpMkLst>
            <pc:docMk/>
            <pc:sldMk cId="4236625492" sldId="292"/>
            <ac:cxnSpMk id="85" creationId="{2EB1CDA2-D3E1-4F6B-AEF4-C9964564207E}"/>
          </ac:cxnSpMkLst>
        </pc:cxnChg>
        <pc:cxnChg chg="add mod">
          <ac:chgData name="郁儒 廖" userId="189a1d031aa848d3" providerId="LiveId" clId="{26EF712A-C9F3-4FA7-AD7B-D8EF1B9D393D}" dt="2020-09-26T16:47:03.321" v="2195" actId="1038"/>
          <ac:cxnSpMkLst>
            <pc:docMk/>
            <pc:sldMk cId="4236625492" sldId="292"/>
            <ac:cxnSpMk id="86" creationId="{86BFB4EF-7A32-4CC8-9409-9BAEB5BDB908}"/>
          </ac:cxnSpMkLst>
        </pc:cxnChg>
        <pc:cxnChg chg="mod">
          <ac:chgData name="郁儒 廖" userId="189a1d031aa848d3" providerId="LiveId" clId="{26EF712A-C9F3-4FA7-AD7B-D8EF1B9D393D}" dt="2020-09-26T16:46:48.438" v="2155" actId="1035"/>
          <ac:cxnSpMkLst>
            <pc:docMk/>
            <pc:sldMk cId="4236625492" sldId="292"/>
            <ac:cxnSpMk id="121" creationId="{DD9C3076-56B5-4C52-837B-49DE04416247}"/>
          </ac:cxnSpMkLst>
        </pc:cxnChg>
        <pc:cxnChg chg="mod">
          <ac:chgData name="郁儒 廖" userId="189a1d031aa848d3" providerId="LiveId" clId="{26EF712A-C9F3-4FA7-AD7B-D8EF1B9D393D}" dt="2020-09-26T16:46:48.438" v="2155" actId="1035"/>
          <ac:cxnSpMkLst>
            <pc:docMk/>
            <pc:sldMk cId="4236625492" sldId="292"/>
            <ac:cxnSpMk id="123" creationId="{4C8243FB-9385-4DFD-8A94-74AD95FAEC8E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27" creationId="{5DDDF376-2A58-4CB3-A0ED-8A634E458363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29" creationId="{E116738D-BCF2-4DF5-8B55-400B2AA06AA7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2" creationId="{F724495E-E1BC-4EBA-BFD2-C569E80DEAA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3" creationId="{B1259BF9-F49E-4572-BCF8-239289D43BA8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5" creationId="{9AD4552E-EA5A-4A08-B499-E5A5051BEE5C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6" creationId="{9FA88B2E-DF64-42F3-8C37-99A58114200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8" creationId="{FDEEC2BF-B0E4-4BB4-9CB5-E892C21BDAA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0" creationId="{E6A85AC0-E4C7-4240-9EEF-2545A63DB248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2" creationId="{B6FB3A9E-2533-43E1-BF2C-70A9FC7FE24C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4" creationId="{D5D124A7-C75B-40E4-A092-37D60B2A5474}"/>
          </ac:cxnSpMkLst>
        </pc:cxnChg>
        <pc:cxnChg chg="mod">
          <ac:chgData name="郁儒 廖" userId="189a1d031aa848d3" providerId="LiveId" clId="{26EF712A-C9F3-4FA7-AD7B-D8EF1B9D393D}" dt="2020-09-26T16:46:48.438" v="2155" actId="1035"/>
          <ac:cxnSpMkLst>
            <pc:docMk/>
            <pc:sldMk cId="4236625492" sldId="292"/>
            <ac:cxnSpMk id="146" creationId="{09BBF670-FEC2-4C60-BAA7-418F91437C56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7" creationId="{2C7E5471-0B4B-417B-861B-DDB4F37041D0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8" creationId="{BB16A45A-52F2-4844-AD4A-F8C8ADA621B7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9" creationId="{C0964EDD-37A2-4458-83D5-EDF8BC66D2E2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54" creationId="{1E029DB5-7027-402D-B457-4F107BFD6C78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56" creationId="{AC81CEB9-E194-425D-AF62-C7CFF51FC91F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57" creationId="{4AE2810F-B2C5-4DB7-9576-1702482FA2A2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59" creationId="{7FEB4DBC-DDD8-4A4B-95F5-7B08B7CF71C4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0" creationId="{C952F2B9-CF02-4324-A00C-40ECE514EDD0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2" creationId="{B19FEAB6-9760-4D97-9297-86300A6A8D37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3" creationId="{FD6AFBA0-2EC6-4F64-B103-FDCE2AE21A09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7" creationId="{2731269F-B9F5-4A80-B2C6-E00A8628CE99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8" creationId="{ADD491E5-C02B-48F0-90C0-F18B965E28C8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9" creationId="{C87C1CC6-2844-4A3E-8A6B-99D127446B3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1" creationId="{1623F56B-B650-4297-9CE2-DE24930E593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3" creationId="{DCF8FD26-94CE-4E2A-88E3-17697DF7C30E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5" creationId="{F5D6955D-2124-4E52-9F15-1FEFBA79DC09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6" creationId="{62877A10-4476-4C8B-BB38-EE5328B923E7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9" creationId="{D7CC78F7-E7DB-4AC7-85E4-58C9A54C4BC0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80" creationId="{52DFF42D-1958-4A68-BD5D-8A4761FC7B2C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82" creationId="{557FC03D-3DE8-4A33-BB37-8E09FCD485C6}"/>
          </ac:cxnSpMkLst>
        </pc:cxnChg>
      </pc:sldChg>
      <pc:sldChg chg="del ord">
        <pc:chgData name="郁儒 廖" userId="189a1d031aa848d3" providerId="LiveId" clId="{26EF712A-C9F3-4FA7-AD7B-D8EF1B9D393D}" dt="2020-09-29T05:29:33.782" v="3864" actId="47"/>
        <pc:sldMkLst>
          <pc:docMk/>
          <pc:sldMk cId="466425642" sldId="293"/>
        </pc:sldMkLst>
      </pc:sldChg>
      <pc:sldChg chg="addSp modSp del mod">
        <pc:chgData name="郁儒 廖" userId="189a1d031aa848d3" providerId="LiveId" clId="{26EF712A-C9F3-4FA7-AD7B-D8EF1B9D393D}" dt="2020-09-26T16:48:30.168" v="2205" actId="47"/>
        <pc:sldMkLst>
          <pc:docMk/>
          <pc:sldMk cId="983696877" sldId="294"/>
        </pc:sldMkLst>
        <pc:graphicFrameChg chg="mod modGraphic">
          <ac:chgData name="郁儒 廖" userId="189a1d031aa848d3" providerId="LiveId" clId="{26EF712A-C9F3-4FA7-AD7B-D8EF1B9D393D}" dt="2020-09-26T04:51:03.980" v="843" actId="20577"/>
          <ac:graphicFrameMkLst>
            <pc:docMk/>
            <pc:sldMk cId="983696877" sldId="294"/>
            <ac:graphicFrameMk id="4" creationId="{846BB3CF-E188-4BFE-A1B9-9B78A7E80762}"/>
          </ac:graphicFrameMkLst>
        </pc:graphicFrameChg>
        <pc:cxnChg chg="add mod">
          <ac:chgData name="郁儒 廖" userId="189a1d031aa848d3" providerId="LiveId" clId="{26EF712A-C9F3-4FA7-AD7B-D8EF1B9D393D}" dt="2020-09-26T03:32:54.186" v="719" actId="1076"/>
          <ac:cxnSpMkLst>
            <pc:docMk/>
            <pc:sldMk cId="983696877" sldId="294"/>
            <ac:cxnSpMk id="64" creationId="{80BC620C-4612-4AD8-9EF4-01BF353202BD}"/>
          </ac:cxnSpMkLst>
        </pc:cxnChg>
      </pc:sldChg>
      <pc:sldChg chg="addSp delSp modSp add mod modAnim">
        <pc:chgData name="郁儒 廖" userId="189a1d031aa848d3" providerId="LiveId" clId="{26EF712A-C9F3-4FA7-AD7B-D8EF1B9D393D}" dt="2020-09-28T15:22:31.130" v="3836"/>
        <pc:sldMkLst>
          <pc:docMk/>
          <pc:sldMk cId="4086647352" sldId="295"/>
        </pc:sldMkLst>
        <pc:spChg chg="del">
          <ac:chgData name="郁儒 廖" userId="189a1d031aa848d3" providerId="LiveId" clId="{26EF712A-C9F3-4FA7-AD7B-D8EF1B9D393D}" dt="2020-09-26T16:58:32.388" v="2376" actId="478"/>
          <ac:spMkLst>
            <pc:docMk/>
            <pc:sldMk cId="4086647352" sldId="295"/>
            <ac:spMk id="2" creationId="{7F550715-45BC-480C-929E-02B819AF877C}"/>
          </ac:spMkLst>
        </pc:spChg>
        <pc:spChg chg="del">
          <ac:chgData name="郁儒 廖" userId="189a1d031aa848d3" providerId="LiveId" clId="{26EF712A-C9F3-4FA7-AD7B-D8EF1B9D393D}" dt="2020-09-26T17:05:30.679" v="2593" actId="478"/>
          <ac:spMkLst>
            <pc:docMk/>
            <pc:sldMk cId="4086647352" sldId="295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16:58:39.429" v="2379" actId="478"/>
          <ac:spMkLst>
            <pc:docMk/>
            <pc:sldMk cId="4086647352" sldId="295"/>
            <ac:spMk id="6" creationId="{33E94CC3-212F-414B-8E21-B22804CCF768}"/>
          </ac:spMkLst>
        </pc:spChg>
        <pc:spChg chg="add mod">
          <ac:chgData name="郁儒 廖" userId="189a1d031aa848d3" providerId="LiveId" clId="{26EF712A-C9F3-4FA7-AD7B-D8EF1B9D393D}" dt="2020-09-27T04:43:28.428" v="3065" actId="1076"/>
          <ac:spMkLst>
            <pc:docMk/>
            <pc:sldMk cId="4086647352" sldId="295"/>
            <ac:spMk id="66" creationId="{759C1E00-C67D-4FC7-A2AF-25A8EA4A6F0E}"/>
          </ac:spMkLst>
        </pc:spChg>
        <pc:spChg chg="add del mod">
          <ac:chgData name="郁儒 廖" userId="189a1d031aa848d3" providerId="LiveId" clId="{26EF712A-C9F3-4FA7-AD7B-D8EF1B9D393D}" dt="2020-09-26T16:58:37.249" v="2378"/>
          <ac:spMkLst>
            <pc:docMk/>
            <pc:sldMk cId="4086647352" sldId="295"/>
            <ac:spMk id="68" creationId="{83C334BC-CE2A-4FF5-B842-50B41A29D7E6}"/>
          </ac:spMkLst>
        </pc:spChg>
        <pc:spChg chg="add mod">
          <ac:chgData name="郁儒 廖" userId="189a1d031aa848d3" providerId="LiveId" clId="{26EF712A-C9F3-4FA7-AD7B-D8EF1B9D393D}" dt="2020-09-26T16:58:40.403" v="2380"/>
          <ac:spMkLst>
            <pc:docMk/>
            <pc:sldMk cId="4086647352" sldId="295"/>
            <ac:spMk id="69" creationId="{E81C2362-A289-4DCE-A7AB-3046AFEDEF70}"/>
          </ac:spMkLst>
        </pc:spChg>
        <pc:spChg chg="add mod">
          <ac:chgData name="郁儒 廖" userId="189a1d031aa848d3" providerId="LiveId" clId="{26EF712A-C9F3-4FA7-AD7B-D8EF1B9D393D}" dt="2020-09-28T15:22:31.130" v="3836"/>
          <ac:spMkLst>
            <pc:docMk/>
            <pc:sldMk cId="4086647352" sldId="295"/>
            <ac:spMk id="72" creationId="{1AD29228-7F2A-4075-9E77-44A66BE7C731}"/>
          </ac:spMkLst>
        </pc:spChg>
        <pc:spChg chg="add mod">
          <ac:chgData name="郁儒 廖" userId="189a1d031aa848d3" providerId="LiveId" clId="{26EF712A-C9F3-4FA7-AD7B-D8EF1B9D393D}" dt="2020-09-28T15:22:31.130" v="3836"/>
          <ac:spMkLst>
            <pc:docMk/>
            <pc:sldMk cId="4086647352" sldId="295"/>
            <ac:spMk id="73" creationId="{B84D4BCC-0C6C-4B44-85AC-FC31ED2AA12F}"/>
          </ac:spMkLst>
        </pc:spChg>
        <pc:graphicFrameChg chg="mod modGraphic">
          <ac:chgData name="郁儒 廖" userId="189a1d031aa848d3" providerId="LiveId" clId="{26EF712A-C9F3-4FA7-AD7B-D8EF1B9D393D}" dt="2020-09-26T04:50:59.694" v="842" actId="20577"/>
          <ac:graphicFrameMkLst>
            <pc:docMk/>
            <pc:sldMk cId="4086647352" sldId="295"/>
            <ac:graphicFrameMk id="4" creationId="{846BB3CF-E188-4BFE-A1B9-9B78A7E80762}"/>
          </ac:graphicFrameMkLst>
        </pc:graphicFrameChg>
        <pc:graphicFrameChg chg="add mod">
          <ac:chgData name="郁儒 廖" userId="189a1d031aa848d3" providerId="LiveId" clId="{26EF712A-C9F3-4FA7-AD7B-D8EF1B9D393D}" dt="2020-09-27T04:44:23.867" v="3112" actId="1036"/>
          <ac:graphicFrameMkLst>
            <pc:docMk/>
            <pc:sldMk cId="4086647352" sldId="295"/>
            <ac:graphicFrameMk id="5" creationId="{E34F1404-562E-409F-937E-756F9F8D126E}"/>
          </ac:graphicFrameMkLst>
        </pc:graphicFrameChg>
        <pc:cxnChg chg="mod">
          <ac:chgData name="郁儒 廖" userId="189a1d031aa848d3" providerId="LiveId" clId="{26EF712A-C9F3-4FA7-AD7B-D8EF1B9D393D}" dt="2020-09-26T03:34:40.467" v="728" actId="1076"/>
          <ac:cxnSpMkLst>
            <pc:docMk/>
            <pc:sldMk cId="4086647352" sldId="295"/>
            <ac:cxnSpMk id="64" creationId="{80BC620C-4612-4AD8-9EF4-01BF353202BD}"/>
          </ac:cxnSpMkLst>
        </pc:cxnChg>
        <pc:cxnChg chg="add mod">
          <ac:chgData name="郁儒 廖" userId="189a1d031aa848d3" providerId="LiveId" clId="{26EF712A-C9F3-4FA7-AD7B-D8EF1B9D393D}" dt="2020-09-26T16:48:23.072" v="2204"/>
          <ac:cxnSpMkLst>
            <pc:docMk/>
            <pc:sldMk cId="4086647352" sldId="295"/>
            <ac:cxnSpMk id="65" creationId="{48903DCD-557F-4FEE-BD96-24EE9AF7A724}"/>
          </ac:cxnSpMkLst>
        </pc:cxnChg>
        <pc:cxnChg chg="add mod">
          <ac:chgData name="郁儒 廖" userId="189a1d031aa848d3" providerId="LiveId" clId="{26EF712A-C9F3-4FA7-AD7B-D8EF1B9D393D}" dt="2020-09-27T04:43:28.428" v="3065" actId="1076"/>
          <ac:cxnSpMkLst>
            <pc:docMk/>
            <pc:sldMk cId="4086647352" sldId="295"/>
            <ac:cxnSpMk id="67" creationId="{772DB71D-AF97-42DB-AD63-7E788753F7D7}"/>
          </ac:cxnSpMkLst>
        </pc:cxnChg>
        <pc:cxnChg chg="add mod">
          <ac:chgData name="郁儒 廖" userId="189a1d031aa848d3" providerId="LiveId" clId="{26EF712A-C9F3-4FA7-AD7B-D8EF1B9D393D}" dt="2020-09-27T04:43:28.428" v="3065" actId="1076"/>
          <ac:cxnSpMkLst>
            <pc:docMk/>
            <pc:sldMk cId="4086647352" sldId="295"/>
            <ac:cxnSpMk id="68" creationId="{158CC1F2-5A8B-40AB-B0AD-C517B917ED59}"/>
          </ac:cxnSpMkLst>
        </pc:cxnChg>
        <pc:cxnChg chg="add mod">
          <ac:chgData name="郁儒 廖" userId="189a1d031aa848d3" providerId="LiveId" clId="{26EF712A-C9F3-4FA7-AD7B-D8EF1B9D393D}" dt="2020-09-28T15:22:31.130" v="3836"/>
          <ac:cxnSpMkLst>
            <pc:docMk/>
            <pc:sldMk cId="4086647352" sldId="295"/>
            <ac:cxnSpMk id="70" creationId="{DBDE3A1C-CFC9-4BC4-9B5A-CCA3684FACCE}"/>
          </ac:cxnSpMkLst>
        </pc:cxnChg>
        <pc:cxnChg chg="add mod">
          <ac:chgData name="郁儒 廖" userId="189a1d031aa848d3" providerId="LiveId" clId="{26EF712A-C9F3-4FA7-AD7B-D8EF1B9D393D}" dt="2020-09-28T15:22:31.130" v="3836"/>
          <ac:cxnSpMkLst>
            <pc:docMk/>
            <pc:sldMk cId="4086647352" sldId="295"/>
            <ac:cxnSpMk id="71" creationId="{0A8EA042-6CB9-4DDC-A97D-067A2C3AAFA5}"/>
          </ac:cxnSpMkLst>
        </pc:cxnChg>
      </pc:sldChg>
      <pc:sldChg chg="addSp delSp modSp add del mod ord">
        <pc:chgData name="郁儒 廖" userId="189a1d031aa848d3" providerId="LiveId" clId="{26EF712A-C9F3-4FA7-AD7B-D8EF1B9D393D}" dt="2020-09-26T16:49:02.532" v="2209" actId="47"/>
        <pc:sldMkLst>
          <pc:docMk/>
          <pc:sldMk cId="4261602745" sldId="296"/>
        </pc:sldMkLst>
        <pc:spChg chg="add mod">
          <ac:chgData name="郁儒 廖" userId="189a1d031aa848d3" providerId="LiveId" clId="{26EF712A-C9F3-4FA7-AD7B-D8EF1B9D393D}" dt="2020-09-26T03:56:05.037" v="777" actId="1076"/>
          <ac:spMkLst>
            <pc:docMk/>
            <pc:sldMk cId="4261602745" sldId="296"/>
            <ac:spMk id="6" creationId="{61972E11-770E-49A3-B673-4C506D90D925}"/>
          </ac:spMkLst>
        </pc:spChg>
        <pc:spChg chg="del">
          <ac:chgData name="郁儒 廖" userId="189a1d031aa848d3" providerId="LiveId" clId="{26EF712A-C9F3-4FA7-AD7B-D8EF1B9D393D}" dt="2020-09-26T03:56:11.389" v="779" actId="478"/>
          <ac:spMkLst>
            <pc:docMk/>
            <pc:sldMk cId="4261602745" sldId="296"/>
            <ac:spMk id="120" creationId="{A29AE62B-E080-45B0-82B1-5B323C035714}"/>
          </ac:spMkLst>
        </pc:spChg>
        <pc:graphicFrameChg chg="mod modGraphic">
          <ac:chgData name="郁儒 廖" userId="189a1d031aa848d3" providerId="LiveId" clId="{26EF712A-C9F3-4FA7-AD7B-D8EF1B9D393D}" dt="2020-09-26T04:18:52.231" v="804" actId="207"/>
          <ac:graphicFrameMkLst>
            <pc:docMk/>
            <pc:sldMk cId="4261602745" sldId="296"/>
            <ac:graphicFrameMk id="4" creationId="{846BB3CF-E188-4BFE-A1B9-9B78A7E80762}"/>
          </ac:graphicFrameMkLst>
        </pc:graphicFrameChg>
        <pc:cxnChg chg="mod">
          <ac:chgData name="郁儒 廖" userId="189a1d031aa848d3" providerId="LiveId" clId="{26EF712A-C9F3-4FA7-AD7B-D8EF1B9D393D}" dt="2020-09-26T03:56:09.516" v="778" actId="1076"/>
          <ac:cxnSpMkLst>
            <pc:docMk/>
            <pc:sldMk cId="4261602745" sldId="296"/>
            <ac:cxnSpMk id="64" creationId="{80BC620C-4612-4AD8-9EF4-01BF353202BD}"/>
          </ac:cxnSpMkLst>
        </pc:cxnChg>
        <pc:cxnChg chg="mod">
          <ac:chgData name="郁儒 廖" userId="189a1d031aa848d3" providerId="LiveId" clId="{26EF712A-C9F3-4FA7-AD7B-D8EF1B9D393D}" dt="2020-09-26T03:56:11.389" v="779" actId="478"/>
          <ac:cxnSpMkLst>
            <pc:docMk/>
            <pc:sldMk cId="4261602745" sldId="296"/>
            <ac:cxnSpMk id="121" creationId="{DD9C3076-56B5-4C52-837B-49DE04416247}"/>
          </ac:cxnSpMkLst>
        </pc:cxnChg>
        <pc:cxnChg chg="mod">
          <ac:chgData name="郁儒 廖" userId="189a1d031aa848d3" providerId="LiveId" clId="{26EF712A-C9F3-4FA7-AD7B-D8EF1B9D393D}" dt="2020-09-26T03:56:11.389" v="779" actId="478"/>
          <ac:cxnSpMkLst>
            <pc:docMk/>
            <pc:sldMk cId="4261602745" sldId="296"/>
            <ac:cxnSpMk id="123" creationId="{4C8243FB-9385-4DFD-8A94-74AD95FAEC8E}"/>
          </ac:cxnSpMkLst>
        </pc:cxnChg>
        <pc:cxnChg chg="mod">
          <ac:chgData name="郁儒 廖" userId="189a1d031aa848d3" providerId="LiveId" clId="{26EF712A-C9F3-4FA7-AD7B-D8EF1B9D393D}" dt="2020-09-26T03:56:11.389" v="779" actId="478"/>
          <ac:cxnSpMkLst>
            <pc:docMk/>
            <pc:sldMk cId="4261602745" sldId="296"/>
            <ac:cxnSpMk id="146" creationId="{09BBF670-FEC2-4C60-BAA7-418F91437C56}"/>
          </ac:cxnSpMkLst>
        </pc:cxnChg>
      </pc:sldChg>
      <pc:sldChg chg="addSp delSp modSp add del mod ord">
        <pc:chgData name="郁儒 廖" userId="189a1d031aa848d3" providerId="LiveId" clId="{26EF712A-C9F3-4FA7-AD7B-D8EF1B9D393D}" dt="2020-09-29T05:29:51.456" v="3887" actId="47"/>
        <pc:sldMkLst>
          <pc:docMk/>
          <pc:sldMk cId="3630137266" sldId="297"/>
        </pc:sldMkLst>
        <pc:spChg chg="del">
          <ac:chgData name="郁儒 廖" userId="189a1d031aa848d3" providerId="LiveId" clId="{26EF712A-C9F3-4FA7-AD7B-D8EF1B9D393D}" dt="2020-09-26T16:58:46.718" v="2381" actId="478"/>
          <ac:spMkLst>
            <pc:docMk/>
            <pc:sldMk cId="3630137266" sldId="297"/>
            <ac:spMk id="2" creationId="{7F550715-45BC-480C-929E-02B819AF877C}"/>
          </ac:spMkLst>
        </pc:spChg>
        <pc:spChg chg="del">
          <ac:chgData name="郁儒 廖" userId="189a1d031aa848d3" providerId="LiveId" clId="{26EF712A-C9F3-4FA7-AD7B-D8EF1B9D393D}" dt="2020-09-26T17:05:38.717" v="2594" actId="478"/>
          <ac:spMkLst>
            <pc:docMk/>
            <pc:sldMk cId="3630137266" sldId="297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16:58:49.628" v="2382" actId="478"/>
          <ac:spMkLst>
            <pc:docMk/>
            <pc:sldMk cId="3630137266" sldId="297"/>
            <ac:spMk id="6" creationId="{7BA9D3D8-91F4-4BC1-AE8E-7137AA1701C8}"/>
          </ac:spMkLst>
        </pc:spChg>
        <pc:spChg chg="add mod">
          <ac:chgData name="郁儒 廖" userId="189a1d031aa848d3" providerId="LiveId" clId="{26EF712A-C9F3-4FA7-AD7B-D8EF1B9D393D}" dt="2020-09-26T03:55:26.333" v="772" actId="1076"/>
          <ac:spMkLst>
            <pc:docMk/>
            <pc:sldMk cId="3630137266" sldId="297"/>
            <ac:spMk id="7" creationId="{2E0D1F57-F756-40ED-8B0F-4CF12F52AF1A}"/>
          </ac:spMkLst>
        </pc:spChg>
        <pc:spChg chg="add mod">
          <ac:chgData name="郁儒 廖" userId="189a1d031aa848d3" providerId="LiveId" clId="{26EF712A-C9F3-4FA7-AD7B-D8EF1B9D393D}" dt="2020-09-26T16:58:50.091" v="2383"/>
          <ac:spMkLst>
            <pc:docMk/>
            <pc:sldMk cId="3630137266" sldId="297"/>
            <ac:spMk id="68" creationId="{695301D9-604D-4463-92F3-506D3C157C22}"/>
          </ac:spMkLst>
        </pc:spChg>
        <pc:spChg chg="del mod">
          <ac:chgData name="郁儒 廖" userId="189a1d031aa848d3" providerId="LiveId" clId="{26EF712A-C9F3-4FA7-AD7B-D8EF1B9D393D}" dt="2020-09-26T03:55:27.785" v="773" actId="478"/>
          <ac:spMkLst>
            <pc:docMk/>
            <pc:sldMk cId="3630137266" sldId="297"/>
            <ac:spMk id="120" creationId="{A29AE62B-E080-45B0-82B1-5B323C035714}"/>
          </ac:spMkLst>
        </pc:spChg>
        <pc:graphicFrameChg chg="mod modGraphic">
          <ac:chgData name="郁儒 廖" userId="189a1d031aa848d3" providerId="LiveId" clId="{26EF712A-C9F3-4FA7-AD7B-D8EF1B9D393D}" dt="2020-09-26T16:48:59.666" v="2208" actId="207"/>
          <ac:graphicFrameMkLst>
            <pc:docMk/>
            <pc:sldMk cId="3630137266" sldId="297"/>
            <ac:graphicFrameMk id="4" creationId="{846BB3CF-E188-4BFE-A1B9-9B78A7E80762}"/>
          </ac:graphicFrameMkLst>
        </pc:graphicFrameChg>
        <pc:cxnChg chg="mod">
          <ac:chgData name="郁儒 廖" userId="189a1d031aa848d3" providerId="LiveId" clId="{26EF712A-C9F3-4FA7-AD7B-D8EF1B9D393D}" dt="2020-09-26T03:57:17.476" v="788" actId="1076"/>
          <ac:cxnSpMkLst>
            <pc:docMk/>
            <pc:sldMk cId="3630137266" sldId="297"/>
            <ac:cxnSpMk id="64" creationId="{80BC620C-4612-4AD8-9EF4-01BF353202BD}"/>
          </ac:cxnSpMkLst>
        </pc:cxnChg>
        <pc:cxnChg chg="add mod">
          <ac:chgData name="郁儒 廖" userId="189a1d031aa848d3" providerId="LiveId" clId="{26EF712A-C9F3-4FA7-AD7B-D8EF1B9D393D}" dt="2020-09-26T16:48:54.751" v="2207"/>
          <ac:cxnSpMkLst>
            <pc:docMk/>
            <pc:sldMk cId="3630137266" sldId="297"/>
            <ac:cxnSpMk id="65" creationId="{FD14E1DB-8F3A-4528-A409-FDB251F5873A}"/>
          </ac:cxnSpMkLst>
        </pc:cxnChg>
        <pc:cxnChg chg="mod">
          <ac:chgData name="郁儒 廖" userId="189a1d031aa848d3" providerId="LiveId" clId="{26EF712A-C9F3-4FA7-AD7B-D8EF1B9D393D}" dt="2020-09-26T03:55:27.785" v="773" actId="478"/>
          <ac:cxnSpMkLst>
            <pc:docMk/>
            <pc:sldMk cId="3630137266" sldId="297"/>
            <ac:cxnSpMk id="121" creationId="{DD9C3076-56B5-4C52-837B-49DE04416247}"/>
          </ac:cxnSpMkLst>
        </pc:cxnChg>
        <pc:cxnChg chg="mod">
          <ac:chgData name="郁儒 廖" userId="189a1d031aa848d3" providerId="LiveId" clId="{26EF712A-C9F3-4FA7-AD7B-D8EF1B9D393D}" dt="2020-09-26T03:55:27.785" v="773" actId="478"/>
          <ac:cxnSpMkLst>
            <pc:docMk/>
            <pc:sldMk cId="3630137266" sldId="297"/>
            <ac:cxnSpMk id="123" creationId="{4C8243FB-9385-4DFD-8A94-74AD95FAEC8E}"/>
          </ac:cxnSpMkLst>
        </pc:cxnChg>
        <pc:cxnChg chg="mod">
          <ac:chgData name="郁儒 廖" userId="189a1d031aa848d3" providerId="LiveId" clId="{26EF712A-C9F3-4FA7-AD7B-D8EF1B9D393D}" dt="2020-09-26T03:55:27.785" v="773" actId="478"/>
          <ac:cxnSpMkLst>
            <pc:docMk/>
            <pc:sldMk cId="3630137266" sldId="297"/>
            <ac:cxnSpMk id="146" creationId="{09BBF670-FEC2-4C60-BAA7-418F91437C56}"/>
          </ac:cxnSpMkLst>
        </pc:cxnChg>
      </pc:sldChg>
      <pc:sldChg chg="addSp modSp add del mod">
        <pc:chgData name="郁儒 廖" userId="189a1d031aa848d3" providerId="LiveId" clId="{26EF712A-C9F3-4FA7-AD7B-D8EF1B9D393D}" dt="2020-09-26T16:49:39.576" v="2212" actId="47"/>
        <pc:sldMkLst>
          <pc:docMk/>
          <pc:sldMk cId="2060148901" sldId="298"/>
        </pc:sldMkLst>
        <pc:spChg chg="add mod">
          <ac:chgData name="郁儒 廖" userId="189a1d031aa848d3" providerId="LiveId" clId="{26EF712A-C9F3-4FA7-AD7B-D8EF1B9D393D}" dt="2020-09-26T04:56:15.474" v="898" actId="14100"/>
          <ac:spMkLst>
            <pc:docMk/>
            <pc:sldMk cId="2060148901" sldId="298"/>
            <ac:spMk id="5" creationId="{D648E1F2-AE52-4E06-8C23-521C59BBB922}"/>
          </ac:spMkLst>
        </pc:spChg>
        <pc:graphicFrameChg chg="mod modGraphic">
          <ac:chgData name="郁儒 廖" userId="189a1d031aa848d3" providerId="LiveId" clId="{26EF712A-C9F3-4FA7-AD7B-D8EF1B9D393D}" dt="2020-09-26T04:54:51.911" v="886" actId="20577"/>
          <ac:graphicFrameMkLst>
            <pc:docMk/>
            <pc:sldMk cId="2060148901" sldId="298"/>
            <ac:graphicFrameMk id="4" creationId="{846BB3CF-E188-4BFE-A1B9-9B78A7E80762}"/>
          </ac:graphicFrameMkLst>
        </pc:graphicFrameChg>
      </pc:sldChg>
      <pc:sldChg chg="addSp delSp modSp add mod">
        <pc:chgData name="郁儒 廖" userId="189a1d031aa848d3" providerId="LiveId" clId="{26EF712A-C9F3-4FA7-AD7B-D8EF1B9D393D}" dt="2020-09-28T15:17:57.681" v="3824" actId="12"/>
        <pc:sldMkLst>
          <pc:docMk/>
          <pc:sldMk cId="2597994283" sldId="299"/>
        </pc:sldMkLst>
        <pc:spChg chg="del">
          <ac:chgData name="郁儒 廖" userId="189a1d031aa848d3" providerId="LiveId" clId="{26EF712A-C9F3-4FA7-AD7B-D8EF1B9D393D}" dt="2020-09-26T16:55:48.106" v="2343" actId="478"/>
          <ac:spMkLst>
            <pc:docMk/>
            <pc:sldMk cId="2597994283" sldId="299"/>
            <ac:spMk id="2" creationId="{7F550715-45BC-480C-929E-02B819AF877C}"/>
          </ac:spMkLst>
        </pc:spChg>
        <pc:spChg chg="mod">
          <ac:chgData name="郁儒 廖" userId="189a1d031aa848d3" providerId="LiveId" clId="{26EF712A-C9F3-4FA7-AD7B-D8EF1B9D393D}" dt="2020-09-28T15:17:57.681" v="3824" actId="12"/>
          <ac:spMkLst>
            <pc:docMk/>
            <pc:sldMk cId="2597994283" sldId="299"/>
            <ac:spMk id="5" creationId="{6EB45A6D-624E-45D8-9040-8E8E4C10931C}"/>
          </ac:spMkLst>
        </pc:spChg>
        <pc:spChg chg="add mod">
          <ac:chgData name="郁儒 廖" userId="189a1d031aa848d3" providerId="LiveId" clId="{26EF712A-C9F3-4FA7-AD7B-D8EF1B9D393D}" dt="2020-09-26T16:53:54.999" v="2279" actId="1076"/>
          <ac:spMkLst>
            <pc:docMk/>
            <pc:sldMk cId="2597994283" sldId="299"/>
            <ac:spMk id="12" creationId="{99B52944-2D1A-4061-9466-8D2619FB433D}"/>
          </ac:spMkLst>
        </pc:spChg>
        <pc:spChg chg="add del mod">
          <ac:chgData name="郁儒 廖" userId="189a1d031aa848d3" providerId="LiveId" clId="{26EF712A-C9F3-4FA7-AD7B-D8EF1B9D393D}" dt="2020-09-26T16:55:50.447" v="2344" actId="478"/>
          <ac:spMkLst>
            <pc:docMk/>
            <pc:sldMk cId="2597994283" sldId="299"/>
            <ac:spMk id="17" creationId="{2D96727C-5582-4D63-AE31-722DF616C2EC}"/>
          </ac:spMkLst>
        </pc:spChg>
        <pc:spChg chg="add mod">
          <ac:chgData name="郁儒 廖" userId="189a1d031aa848d3" providerId="LiveId" clId="{26EF712A-C9F3-4FA7-AD7B-D8EF1B9D393D}" dt="2020-09-26T16:55:18.015" v="2339" actId="1076"/>
          <ac:spMkLst>
            <pc:docMk/>
            <pc:sldMk cId="2597994283" sldId="299"/>
            <ac:spMk id="28" creationId="{1EB764F7-6E62-4A4F-B177-6BAA9B35ACCE}"/>
          </ac:spMkLst>
        </pc:spChg>
        <pc:spChg chg="add mod">
          <ac:chgData name="郁儒 廖" userId="189a1d031aa848d3" providerId="LiveId" clId="{26EF712A-C9F3-4FA7-AD7B-D8EF1B9D393D}" dt="2020-09-27T05:49:19.291" v="3286" actId="20577"/>
          <ac:spMkLst>
            <pc:docMk/>
            <pc:sldMk cId="2597994283" sldId="299"/>
            <ac:spMk id="30" creationId="{FDFC9E91-BF1B-46AA-AE7C-BDC99C7983C0}"/>
          </ac:spMkLst>
        </pc:spChg>
        <pc:spChg chg="add mod">
          <ac:chgData name="郁儒 廖" userId="189a1d031aa848d3" providerId="LiveId" clId="{26EF712A-C9F3-4FA7-AD7B-D8EF1B9D393D}" dt="2020-09-26T16:55:55.104" v="2346" actId="20577"/>
          <ac:spMkLst>
            <pc:docMk/>
            <pc:sldMk cId="2597994283" sldId="299"/>
            <ac:spMk id="32" creationId="{6DBF0BD8-0FE3-4F0B-8DEB-BD2C96CCE604}"/>
          </ac:spMkLst>
        </pc:spChg>
        <pc:picChg chg="add mod modCrop">
          <ac:chgData name="郁儒 廖" userId="189a1d031aa848d3" providerId="LiveId" clId="{26EF712A-C9F3-4FA7-AD7B-D8EF1B9D393D}" dt="2020-09-26T16:54:07.312" v="2282" actId="1076"/>
          <ac:picMkLst>
            <pc:docMk/>
            <pc:sldMk cId="2597994283" sldId="299"/>
            <ac:picMk id="3" creationId="{02410FDA-1AEC-4F35-8211-792C857C4BE5}"/>
          </ac:picMkLst>
        </pc:picChg>
        <pc:picChg chg="mod modCrop">
          <ac:chgData name="郁儒 廖" userId="189a1d031aa848d3" providerId="LiveId" clId="{26EF712A-C9F3-4FA7-AD7B-D8EF1B9D393D}" dt="2020-09-26T16:55:15.600" v="2338" actId="1076"/>
          <ac:picMkLst>
            <pc:docMk/>
            <pc:sldMk cId="2597994283" sldId="299"/>
            <ac:picMk id="7" creationId="{8664471C-38B7-4B17-8FA3-0657BEDD0DFA}"/>
          </ac:picMkLst>
        </pc:picChg>
        <pc:picChg chg="add mod modCrop">
          <ac:chgData name="郁儒 廖" userId="189a1d031aa848d3" providerId="LiveId" clId="{26EF712A-C9F3-4FA7-AD7B-D8EF1B9D393D}" dt="2020-09-26T16:54:46.020" v="2323" actId="1036"/>
          <ac:picMkLst>
            <pc:docMk/>
            <pc:sldMk cId="2597994283" sldId="299"/>
            <ac:picMk id="11" creationId="{F8CA5834-9910-4AEF-ADED-6BD0615526A7}"/>
          </ac:picMkLst>
        </pc:picChg>
        <pc:picChg chg="add mod modCrop">
          <ac:chgData name="郁儒 廖" userId="189a1d031aa848d3" providerId="LiveId" clId="{26EF712A-C9F3-4FA7-AD7B-D8EF1B9D393D}" dt="2020-09-26T16:54:48.821" v="2334" actId="1036"/>
          <ac:picMkLst>
            <pc:docMk/>
            <pc:sldMk cId="2597994283" sldId="299"/>
            <ac:picMk id="13" creationId="{CAFC27A6-8A7B-4E50-A226-115A695FD2CE}"/>
          </ac:picMkLst>
        </pc:picChg>
        <pc:cxnChg chg="add del mod">
          <ac:chgData name="郁儒 廖" userId="189a1d031aa848d3" providerId="LiveId" clId="{26EF712A-C9F3-4FA7-AD7B-D8EF1B9D393D}" dt="2020-09-26T16:50:20.351" v="2217" actId="478"/>
          <ac:cxnSpMkLst>
            <pc:docMk/>
            <pc:sldMk cId="2597994283" sldId="299"/>
            <ac:cxnSpMk id="6" creationId="{DDBE743C-23F0-4384-9AED-EFF9A36BC612}"/>
          </ac:cxnSpMkLst>
        </pc:cxnChg>
        <pc:cxnChg chg="add mod">
          <ac:chgData name="郁儒 廖" userId="189a1d031aa848d3" providerId="LiveId" clId="{26EF712A-C9F3-4FA7-AD7B-D8EF1B9D393D}" dt="2020-09-26T16:54:12.992" v="2283" actId="1076"/>
          <ac:cxnSpMkLst>
            <pc:docMk/>
            <pc:sldMk cId="2597994283" sldId="299"/>
            <ac:cxnSpMk id="8" creationId="{783DF727-B6C2-4D34-AED5-0FAFEC32AB3D}"/>
          </ac:cxnSpMkLst>
        </pc:cxnChg>
        <pc:cxnChg chg="add mod">
          <ac:chgData name="郁儒 廖" userId="189a1d031aa848d3" providerId="LiveId" clId="{26EF712A-C9F3-4FA7-AD7B-D8EF1B9D393D}" dt="2020-09-26T16:54:14.721" v="2284" actId="1076"/>
          <ac:cxnSpMkLst>
            <pc:docMk/>
            <pc:sldMk cId="2597994283" sldId="299"/>
            <ac:cxnSpMk id="9" creationId="{F1CC4BA8-8F56-48E2-BC52-B309264F07CA}"/>
          </ac:cxnSpMkLst>
        </pc:cxnChg>
        <pc:cxnChg chg="add mod">
          <ac:chgData name="郁儒 廖" userId="189a1d031aa848d3" providerId="LiveId" clId="{26EF712A-C9F3-4FA7-AD7B-D8EF1B9D393D}" dt="2020-09-26T05:26:35.149" v="1189" actId="1582"/>
          <ac:cxnSpMkLst>
            <pc:docMk/>
            <pc:sldMk cId="2597994283" sldId="299"/>
            <ac:cxnSpMk id="15" creationId="{75496804-3DCD-4E2D-8B2E-56C79EBA66C6}"/>
          </ac:cxnSpMkLst>
        </pc:cxnChg>
        <pc:cxnChg chg="add mod">
          <ac:chgData name="郁儒 廖" userId="189a1d031aa848d3" providerId="LiveId" clId="{26EF712A-C9F3-4FA7-AD7B-D8EF1B9D393D}" dt="2020-09-26T05:26:25.317" v="1187" actId="1582"/>
          <ac:cxnSpMkLst>
            <pc:docMk/>
            <pc:sldMk cId="2597994283" sldId="299"/>
            <ac:cxnSpMk id="16" creationId="{0A3D5106-1386-43DC-8CAA-E09DCB75265F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18" creationId="{45A59265-63E7-4823-AAA6-C6A08A2E8F7F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19" creationId="{D64289E1-3B21-4CD3-8EFE-E8B2EB4CCA89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21" creationId="{EACA635C-3CB4-420E-8AFC-45BF0FEAD175}"/>
          </ac:cxnSpMkLst>
        </pc:cxnChg>
        <pc:cxnChg chg="add mod">
          <ac:chgData name="郁儒 廖" userId="189a1d031aa848d3" providerId="LiveId" clId="{26EF712A-C9F3-4FA7-AD7B-D8EF1B9D393D}" dt="2020-09-26T16:55:01.784" v="2337" actId="1076"/>
          <ac:cxnSpMkLst>
            <pc:docMk/>
            <pc:sldMk cId="2597994283" sldId="299"/>
            <ac:cxnSpMk id="22" creationId="{C3613584-0154-486B-B4B8-65E2B4DA9CA4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23" creationId="{1A02DDE7-8BBA-4BFD-89A3-7DA7C232BFD5}"/>
          </ac:cxnSpMkLst>
        </pc:cxnChg>
        <pc:cxnChg chg="add mod">
          <ac:chgData name="郁儒 廖" userId="189a1d031aa848d3" providerId="LiveId" clId="{26EF712A-C9F3-4FA7-AD7B-D8EF1B9D393D}" dt="2020-09-26T16:54:57.088" v="2336" actId="1076"/>
          <ac:cxnSpMkLst>
            <pc:docMk/>
            <pc:sldMk cId="2597994283" sldId="299"/>
            <ac:cxnSpMk id="24" creationId="{EFBB195C-2932-4962-B14B-05E86C58F213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25" creationId="{5924F70B-1089-470C-BF3F-C447BE4D34A3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26" creationId="{24BA54EE-82A0-44EE-A4AD-F3F61D5E5A2D}"/>
          </ac:cxnSpMkLst>
        </pc:cxnChg>
        <pc:cxnChg chg="add mod">
          <ac:chgData name="郁儒 廖" userId="189a1d031aa848d3" providerId="LiveId" clId="{26EF712A-C9F3-4FA7-AD7B-D8EF1B9D393D}" dt="2020-09-26T16:54:53.929" v="2335" actId="1076"/>
          <ac:cxnSpMkLst>
            <pc:docMk/>
            <pc:sldMk cId="2597994283" sldId="299"/>
            <ac:cxnSpMk id="27" creationId="{0CB11248-639B-4381-9BC6-F9946A2C61A5}"/>
          </ac:cxnSpMkLst>
        </pc:cxnChg>
        <pc:cxnChg chg="add mod">
          <ac:chgData name="郁儒 廖" userId="189a1d031aa848d3" providerId="LiveId" clId="{26EF712A-C9F3-4FA7-AD7B-D8EF1B9D393D}" dt="2020-09-26T16:50:25.255" v="2219" actId="14100"/>
          <ac:cxnSpMkLst>
            <pc:docMk/>
            <pc:sldMk cId="2597994283" sldId="299"/>
            <ac:cxnSpMk id="29" creationId="{7DEA8744-0321-44DF-BC65-BAC349B60618}"/>
          </ac:cxnSpMkLst>
        </pc:cxnChg>
        <pc:cxnChg chg="add mod">
          <ac:chgData name="郁儒 廖" userId="189a1d031aa848d3" providerId="LiveId" clId="{26EF712A-C9F3-4FA7-AD7B-D8EF1B9D393D}" dt="2020-09-26T16:50:29.609" v="2221" actId="1076"/>
          <ac:cxnSpMkLst>
            <pc:docMk/>
            <pc:sldMk cId="2597994283" sldId="299"/>
            <ac:cxnSpMk id="31" creationId="{17AAFC1C-F7F5-4B0D-AA30-CD5434932D93}"/>
          </ac:cxnSpMkLst>
        </pc:cxnChg>
      </pc:sldChg>
      <pc:sldChg chg="addSp delSp modSp add mod">
        <pc:chgData name="郁儒 廖" userId="189a1d031aa848d3" providerId="LiveId" clId="{26EF712A-C9F3-4FA7-AD7B-D8EF1B9D393D}" dt="2020-09-28T12:09:29.570" v="3708"/>
        <pc:sldMkLst>
          <pc:docMk/>
          <pc:sldMk cId="2030942318" sldId="300"/>
        </pc:sldMkLst>
        <pc:spChg chg="del mod">
          <ac:chgData name="郁儒 廖" userId="189a1d031aa848d3" providerId="LiveId" clId="{26EF712A-C9F3-4FA7-AD7B-D8EF1B9D393D}" dt="2020-09-26T06:03:05.019" v="1282" actId="478"/>
          <ac:spMkLst>
            <pc:docMk/>
            <pc:sldMk cId="2030942318" sldId="300"/>
            <ac:spMk id="2" creationId="{7F550715-45BC-480C-929E-02B819AF877C}"/>
          </ac:spMkLst>
        </pc:spChg>
        <pc:spChg chg="add mod">
          <ac:chgData name="郁儒 廖" userId="189a1d031aa848d3" providerId="LiveId" clId="{26EF712A-C9F3-4FA7-AD7B-D8EF1B9D393D}" dt="2020-09-27T05:11:18.744" v="3263" actId="20577"/>
          <ac:spMkLst>
            <pc:docMk/>
            <pc:sldMk cId="2030942318" sldId="300"/>
            <ac:spMk id="2" creationId="{B0AA3309-B403-4637-8F7A-B16A975F7D83}"/>
          </ac:spMkLst>
        </pc:spChg>
        <pc:spChg chg="add mod">
          <ac:chgData name="郁儒 廖" userId="189a1d031aa848d3" providerId="LiveId" clId="{26EF712A-C9F3-4FA7-AD7B-D8EF1B9D393D}" dt="2020-09-28T12:09:29.570" v="3708"/>
          <ac:spMkLst>
            <pc:docMk/>
            <pc:sldMk cId="2030942318" sldId="300"/>
            <ac:spMk id="3" creationId="{1E69C059-5C46-44C8-8D68-0763593F0E05}"/>
          </ac:spMkLst>
        </pc:spChg>
        <pc:spChg chg="add mod">
          <ac:chgData name="郁儒 廖" userId="189a1d031aa848d3" providerId="LiveId" clId="{26EF712A-C9F3-4FA7-AD7B-D8EF1B9D393D}" dt="2020-09-26T16:56:03.232" v="2347"/>
          <ac:spMkLst>
            <pc:docMk/>
            <pc:sldMk cId="2030942318" sldId="300"/>
            <ac:spMk id="5" creationId="{187BAEFB-F529-4B69-83C6-0968E85FEF97}"/>
          </ac:spMkLst>
        </pc:spChg>
        <pc:spChg chg="del">
          <ac:chgData name="郁儒 廖" userId="189a1d031aa848d3" providerId="LiveId" clId="{26EF712A-C9F3-4FA7-AD7B-D8EF1B9D393D}" dt="2020-09-26T05:30:59.604" v="1224" actId="478"/>
          <ac:spMkLst>
            <pc:docMk/>
            <pc:sldMk cId="2030942318" sldId="300"/>
            <ac:spMk id="5" creationId="{6EB45A6D-624E-45D8-9040-8E8E4C10931C}"/>
          </ac:spMkLst>
        </pc:spChg>
        <pc:spChg chg="add del mod">
          <ac:chgData name="郁儒 廖" userId="189a1d031aa848d3" providerId="LiveId" clId="{26EF712A-C9F3-4FA7-AD7B-D8EF1B9D393D}" dt="2020-09-26T06:03:06.829" v="1283" actId="478"/>
          <ac:spMkLst>
            <pc:docMk/>
            <pc:sldMk cId="2030942318" sldId="300"/>
            <ac:spMk id="10" creationId="{B0F9D76B-80D8-4B38-B4CA-8CDB1542F641}"/>
          </ac:spMkLst>
        </pc:spChg>
        <pc:picChg chg="mod">
          <ac:chgData name="郁儒 廖" userId="189a1d031aa848d3" providerId="LiveId" clId="{26EF712A-C9F3-4FA7-AD7B-D8EF1B9D393D}" dt="2020-09-27T05:10:13.458" v="3253" actId="1076"/>
          <ac:picMkLst>
            <pc:docMk/>
            <pc:sldMk cId="2030942318" sldId="300"/>
            <ac:picMk id="4" creationId="{99CD2260-C87C-4948-8F33-C5FC5FA5CBCE}"/>
          </ac:picMkLst>
        </pc:picChg>
        <pc:picChg chg="add del mod modCrop">
          <ac:chgData name="郁儒 廖" userId="189a1d031aa848d3" providerId="LiveId" clId="{26EF712A-C9F3-4FA7-AD7B-D8EF1B9D393D}" dt="2020-09-26T06:02:11.108" v="1258" actId="478"/>
          <ac:picMkLst>
            <pc:docMk/>
            <pc:sldMk cId="2030942318" sldId="300"/>
            <ac:picMk id="8" creationId="{A922672E-EA8E-4314-85E8-62293CD79FC1}"/>
          </ac:picMkLst>
        </pc:picChg>
      </pc:sldChg>
      <pc:sldChg chg="addSp delSp modSp add del mod">
        <pc:chgData name="郁儒 廖" userId="189a1d031aa848d3" providerId="LiveId" clId="{26EF712A-C9F3-4FA7-AD7B-D8EF1B9D393D}" dt="2020-09-26T11:59:17.528" v="1286" actId="47"/>
        <pc:sldMkLst>
          <pc:docMk/>
          <pc:sldMk cId="2482141400" sldId="301"/>
        </pc:sldMkLst>
        <pc:spChg chg="del mod">
          <ac:chgData name="郁儒 廖" userId="189a1d031aa848d3" providerId="LiveId" clId="{26EF712A-C9F3-4FA7-AD7B-D8EF1B9D393D}" dt="2020-09-26T06:02:55.250" v="1280" actId="478"/>
          <ac:spMkLst>
            <pc:docMk/>
            <pc:sldMk cId="2482141400" sldId="301"/>
            <ac:spMk id="2" creationId="{7F550715-45BC-480C-929E-02B819AF877C}"/>
          </ac:spMkLst>
        </pc:spChg>
        <pc:spChg chg="add del mod">
          <ac:chgData name="郁儒 廖" userId="189a1d031aa848d3" providerId="LiveId" clId="{26EF712A-C9F3-4FA7-AD7B-D8EF1B9D393D}" dt="2020-09-26T06:03:00.607" v="1281" actId="478"/>
          <ac:spMkLst>
            <pc:docMk/>
            <pc:sldMk cId="2482141400" sldId="301"/>
            <ac:spMk id="6" creationId="{E6F2A9E0-1EE9-4722-8B9E-5D89A9B1A480}"/>
          </ac:spMkLst>
        </pc:spChg>
      </pc:sldChg>
      <pc:sldChg chg="addSp delSp modSp add del mod">
        <pc:chgData name="郁儒 廖" userId="189a1d031aa848d3" providerId="LiveId" clId="{26EF712A-C9F3-4FA7-AD7B-D8EF1B9D393D}" dt="2020-09-29T05:29:32.650" v="3863" actId="47"/>
        <pc:sldMkLst>
          <pc:docMk/>
          <pc:sldMk cId="4246128327" sldId="301"/>
        </pc:sldMkLst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4" creationId="{490F765D-5816-4032-B3EC-A52BEC1AFEBA}"/>
          </ac:spMkLst>
        </pc:spChg>
        <pc:spChg chg="add del mod">
          <ac:chgData name="郁儒 廖" userId="189a1d031aa848d3" providerId="LiveId" clId="{26EF712A-C9F3-4FA7-AD7B-D8EF1B9D393D}" dt="2020-09-27T15:11:59.901" v="3466" actId="478"/>
          <ac:spMkLst>
            <pc:docMk/>
            <pc:sldMk cId="4246128327" sldId="301"/>
            <ac:spMk id="14" creationId="{9C61E469-6BFA-435C-ABD3-09053A853C21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15" creationId="{64774155-E7C8-4751-8E3C-ECBD140D3412}"/>
          </ac:spMkLst>
        </pc:spChg>
        <pc:spChg chg="add del mod">
          <ac:chgData name="郁儒 廖" userId="189a1d031aa848d3" providerId="LiveId" clId="{26EF712A-C9F3-4FA7-AD7B-D8EF1B9D393D}" dt="2020-09-26T12:53:43.061" v="1584"/>
          <ac:spMkLst>
            <pc:docMk/>
            <pc:sldMk cId="4246128327" sldId="301"/>
            <ac:spMk id="16" creationId="{29180DD9-9A7A-47C3-90D8-2C3E2F7BDF24}"/>
          </ac:spMkLst>
        </pc:spChg>
        <pc:spChg chg="add del mod">
          <ac:chgData name="郁儒 廖" userId="189a1d031aa848d3" providerId="LiveId" clId="{26EF712A-C9F3-4FA7-AD7B-D8EF1B9D393D}" dt="2020-09-27T15:19:02.625" v="3556" actId="478"/>
          <ac:spMkLst>
            <pc:docMk/>
            <pc:sldMk cId="4246128327" sldId="301"/>
            <ac:spMk id="17" creationId="{89ABE849-6385-456F-9AAE-E9B68D87C63B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20" creationId="{DEF7B17A-47E7-461F-9965-AB5A5BE0A7DB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22" creationId="{A36CE00F-32DC-485C-9B81-029368ABAAB9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24" creationId="{BB8B9040-3294-4B7C-8D2B-406BE239B62C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26" creationId="{2037236B-D497-4538-A5E3-F5217CD11EDA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0" creationId="{F9DF0B47-D6FE-4BA5-9F0C-9CC1DB03B879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2" creationId="{8247224E-145B-4296-AFA9-0D8FF11B4452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4" creationId="{8C1BCC58-9F18-4F48-9C4A-C2F9AE0E4F53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6" creationId="{3B702205-3258-486D-A4AB-88E1D7206929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8" creationId="{D2BCD842-E323-4DB1-B06B-86303A77D594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40" creationId="{101ABF5A-9C44-4FC1-9FC5-B21E7B447A68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42" creationId="{3709BF9D-1A0D-4DDA-91AF-B2E5C0815A5C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44" creationId="{C47E4829-0358-491B-B42A-7E2D8DD43207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1" creationId="{A886CDC3-0D9A-4789-B44C-E413811CBEC5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3" creationId="{CD856458-1404-46C1-BE96-EF9B5F160B35}"/>
          </ac:spMkLst>
        </pc:spChg>
        <pc:spChg chg="add del mod">
          <ac:chgData name="郁儒 廖" userId="189a1d031aa848d3" providerId="LiveId" clId="{26EF712A-C9F3-4FA7-AD7B-D8EF1B9D393D}" dt="2020-09-27T15:16:41.804" v="3526" actId="478"/>
          <ac:spMkLst>
            <pc:docMk/>
            <pc:sldMk cId="4246128327" sldId="301"/>
            <ac:spMk id="54" creationId="{BB2C2456-4388-4DD8-B1D9-E9E4577EB121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5" creationId="{A95F7DF3-0100-4021-991A-A08A0DCF599B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7" creationId="{02A72F49-BBF6-4D77-84AE-EA580EABA591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8" creationId="{15B8C73F-CE0B-4289-BF93-BFCDEC9E4998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9" creationId="{697CC6EA-19B8-4049-801D-4AE21A3210A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0" creationId="{B60F2E5D-87DF-4752-89E9-50593DAF7B13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1" creationId="{CCD759BB-45F8-4493-B04A-E71822F7DDCC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3" creationId="{2B7C4E38-3931-4669-A344-760BB6AC2573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4" creationId="{28B79B66-7E83-48F5-B04C-C4F72098B4D2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5" creationId="{04F5A313-32F2-4E8C-B5AB-66C70AEA7E17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6" creationId="{EFD9FAF8-A023-441B-BBDE-3FA20B17D9EA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7" creationId="{79FB4465-CFD8-4632-BEEC-02B9AFF4C9C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8" creationId="{CEDB91E7-7F3B-41B5-903C-6508679640CC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9" creationId="{393CACCA-657D-4EA7-B9E8-FC076FD1D372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0" creationId="{366424A0-1878-402B-ACEC-E6415AEF69C6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5" creationId="{62360118-C876-47D7-BDA4-D38D67A28BC1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6" creationId="{06E67035-2EBC-4521-9855-DFDE4B3A7B9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7" creationId="{CDC39A89-0C33-4B16-AD9C-22D6B9E123C3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8" creationId="{CF0AE27F-D604-414E-BCA0-CC57CD85A64B}"/>
          </ac:spMkLst>
        </pc:spChg>
        <pc:spChg chg="add del mod">
          <ac:chgData name="郁儒 廖" userId="189a1d031aa848d3" providerId="LiveId" clId="{26EF712A-C9F3-4FA7-AD7B-D8EF1B9D393D}" dt="2020-09-27T15:21:06.327" v="3636" actId="478"/>
          <ac:spMkLst>
            <pc:docMk/>
            <pc:sldMk cId="4246128327" sldId="301"/>
            <ac:spMk id="79" creationId="{08DBD50D-D007-4930-97D6-BEEDA05ED6D9}"/>
          </ac:spMkLst>
        </pc:spChg>
        <pc:spChg chg="add mod">
          <ac:chgData name="郁儒 廖" userId="189a1d031aa848d3" providerId="LiveId" clId="{26EF712A-C9F3-4FA7-AD7B-D8EF1B9D393D}" dt="2020-09-27T15:21:16.699" v="3638" actId="1076"/>
          <ac:spMkLst>
            <pc:docMk/>
            <pc:sldMk cId="4246128327" sldId="301"/>
            <ac:spMk id="81" creationId="{668D6126-B0B8-42D6-BCE0-7AF84330CCD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82" creationId="{F0BF3A2C-C560-4A06-9A6F-4EEFC9D86BD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84" creationId="{1A12299C-0855-4A02-8029-2A3E59EF817E}"/>
          </ac:spMkLst>
        </pc:spChg>
        <pc:graphicFrameChg chg="add mod modGraphic">
          <ac:chgData name="郁儒 廖" userId="189a1d031aa848d3" providerId="LiveId" clId="{26EF712A-C9F3-4FA7-AD7B-D8EF1B9D393D}" dt="2020-09-27T15:19:41.894" v="3625" actId="1037"/>
          <ac:graphicFrameMkLst>
            <pc:docMk/>
            <pc:sldMk cId="4246128327" sldId="301"/>
            <ac:graphicFrameMk id="28" creationId="{610EE86F-6E42-4013-B8A6-3CD63A2067FD}"/>
          </ac:graphicFrameMkLst>
        </pc:graphicFrameChg>
        <pc:graphicFrameChg chg="add mod">
          <ac:chgData name="郁儒 廖" userId="189a1d031aa848d3" providerId="LiveId" clId="{26EF712A-C9F3-4FA7-AD7B-D8EF1B9D393D}" dt="2020-09-27T15:19:41.894" v="3625" actId="1037"/>
          <ac:graphicFrameMkLst>
            <pc:docMk/>
            <pc:sldMk cId="4246128327" sldId="301"/>
            <ac:graphicFrameMk id="62" creationId="{9C6A8899-A8EE-4C66-A92C-34E610EAFFF0}"/>
          </ac:graphicFrameMkLst>
        </pc:graphicFrameChg>
        <pc:picChg chg="del mod modCrop">
          <ac:chgData name="郁儒 廖" userId="189a1d031aa848d3" providerId="LiveId" clId="{26EF712A-C9F3-4FA7-AD7B-D8EF1B9D393D}" dt="2020-09-26T12:06:17.514" v="1315" actId="478"/>
          <ac:picMkLst>
            <pc:docMk/>
            <pc:sldMk cId="4246128327" sldId="301"/>
            <ac:picMk id="4" creationId="{A2A8FFA6-AB95-4098-A4E3-2EE8B8D7FF40}"/>
          </ac:picMkLst>
        </pc:picChg>
        <pc:picChg chg="add del mod">
          <ac:chgData name="郁儒 廖" userId="189a1d031aa848d3" providerId="LiveId" clId="{26EF712A-C9F3-4FA7-AD7B-D8EF1B9D393D}" dt="2020-09-26T12:04:21.555" v="1304" actId="478"/>
          <ac:picMkLst>
            <pc:docMk/>
            <pc:sldMk cId="4246128327" sldId="301"/>
            <ac:picMk id="5" creationId="{3F823D83-47A5-46FE-88A8-D3F05B093CF7}"/>
          </ac:picMkLst>
        </pc:picChg>
        <pc:picChg chg="add del mod">
          <ac:chgData name="郁儒 廖" userId="189a1d031aa848d3" providerId="LiveId" clId="{26EF712A-C9F3-4FA7-AD7B-D8EF1B9D393D}" dt="2020-09-26T12:19:23.755" v="1477" actId="478"/>
          <ac:picMkLst>
            <pc:docMk/>
            <pc:sldMk cId="4246128327" sldId="301"/>
            <ac:picMk id="7" creationId="{5F44A754-D1F6-4E35-9890-DA28B0F212C0}"/>
          </ac:picMkLst>
        </pc:picChg>
        <pc:picChg chg="add del mod">
          <ac:chgData name="郁儒 廖" userId="189a1d031aa848d3" providerId="LiveId" clId="{26EF712A-C9F3-4FA7-AD7B-D8EF1B9D393D}" dt="2020-09-27T15:19:31.428" v="3557" actId="478"/>
          <ac:picMkLst>
            <pc:docMk/>
            <pc:sldMk cId="4246128327" sldId="301"/>
            <ac:picMk id="9" creationId="{91F86B0E-450F-441E-AD4D-65A38AD86392}"/>
          </ac:picMkLst>
        </pc:picChg>
        <pc:picChg chg="add del mod modCrop">
          <ac:chgData name="郁儒 廖" userId="189a1d031aa848d3" providerId="LiveId" clId="{26EF712A-C9F3-4FA7-AD7B-D8EF1B9D393D}" dt="2020-09-26T12:19:22.138" v="1476" actId="478"/>
          <ac:picMkLst>
            <pc:docMk/>
            <pc:sldMk cId="4246128327" sldId="301"/>
            <ac:picMk id="11" creationId="{E9FF2035-F2BF-49E5-AB0C-265E13D0CDD2}"/>
          </ac:picMkLst>
        </pc:picChg>
        <pc:picChg chg="add del mod modCrop">
          <ac:chgData name="郁儒 廖" userId="189a1d031aa848d3" providerId="LiveId" clId="{26EF712A-C9F3-4FA7-AD7B-D8EF1B9D393D}" dt="2020-09-27T15:11:55.720" v="3464" actId="478"/>
          <ac:picMkLst>
            <pc:docMk/>
            <pc:sldMk cId="4246128327" sldId="301"/>
            <ac:picMk id="13" creationId="{7A77982B-DBA6-464D-9BB9-8FBB1040320A}"/>
          </ac:picMkLst>
        </pc:picChg>
        <pc:picChg chg="add del mod modCrop">
          <ac:chgData name="郁儒 廖" userId="189a1d031aa848d3" providerId="LiveId" clId="{26EF712A-C9F3-4FA7-AD7B-D8EF1B9D393D}" dt="2020-09-26T13:20:33.758" v="1640" actId="478"/>
          <ac:picMkLst>
            <pc:docMk/>
            <pc:sldMk cId="4246128327" sldId="301"/>
            <ac:picMk id="19" creationId="{FD246111-5808-4B84-98FA-65473B38825B}"/>
          </ac:picMkLst>
        </pc:pic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46" creationId="{C2CC7A9D-2C63-40AB-96D3-4ADF43A5D234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47" creationId="{B044F620-D5A3-4337-A949-FD0423413618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48" creationId="{DF8A400A-6468-41D2-A452-1625C79C4E2D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49" creationId="{DCE532D0-227B-4457-A093-99A43F258A00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71" creationId="{30786AEC-C550-4201-B5CB-FD434A70FE60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72" creationId="{1D887D3D-23DB-4652-9D3D-28A603A9AE3C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73" creationId="{58ABC284-953D-446E-88B2-195A159EA3DF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74" creationId="{5A920575-C79B-4F4F-98DB-37082E4D4B4D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80" creationId="{53F5720E-A2A1-4EAB-811E-0D376A94FCA3}"/>
          </ac:cxnSpMkLst>
        </pc:cxnChg>
      </pc:sldChg>
      <pc:sldChg chg="addSp delSp modSp add del mod ord">
        <pc:chgData name="郁儒 廖" userId="189a1d031aa848d3" providerId="LiveId" clId="{26EF712A-C9F3-4FA7-AD7B-D8EF1B9D393D}" dt="2020-09-29T05:29:31.246" v="3862" actId="47"/>
        <pc:sldMkLst>
          <pc:docMk/>
          <pc:sldMk cId="191038644" sldId="302"/>
        </pc:sldMkLst>
        <pc:spChg chg="add del mod">
          <ac:chgData name="郁儒 廖" userId="189a1d031aa848d3" providerId="LiveId" clId="{26EF712A-C9F3-4FA7-AD7B-D8EF1B9D393D}" dt="2020-09-26T12:18:48.095" v="1468" actId="478"/>
          <ac:spMkLst>
            <pc:docMk/>
            <pc:sldMk cId="191038644" sldId="302"/>
            <ac:spMk id="4" creationId="{A3790F23-361F-48A4-A93C-CD6767471E1B}"/>
          </ac:spMkLst>
        </pc:spChg>
        <pc:spChg chg="add del mod">
          <ac:chgData name="郁儒 廖" userId="189a1d031aa848d3" providerId="LiveId" clId="{26EF712A-C9F3-4FA7-AD7B-D8EF1B9D393D}" dt="2020-09-26T12:18:55.110" v="1472" actId="478"/>
          <ac:spMkLst>
            <pc:docMk/>
            <pc:sldMk cId="191038644" sldId="302"/>
            <ac:spMk id="5" creationId="{6BC0D913-4D54-421E-9999-4D1BC3D2C0D0}"/>
          </ac:spMkLst>
        </pc:spChg>
        <pc:spChg chg="add del mod">
          <ac:chgData name="郁儒 廖" userId="189a1d031aa848d3" providerId="LiveId" clId="{26EF712A-C9F3-4FA7-AD7B-D8EF1B9D393D}" dt="2020-09-26T12:18:53.732" v="1471" actId="478"/>
          <ac:spMkLst>
            <pc:docMk/>
            <pc:sldMk cId="191038644" sldId="302"/>
            <ac:spMk id="6" creationId="{29C48D92-22C3-4812-AD8D-347A8F00AB52}"/>
          </ac:spMkLst>
        </pc:spChg>
        <pc:spChg chg="add mod">
          <ac:chgData name="郁儒 廖" userId="189a1d031aa848d3" providerId="LiveId" clId="{26EF712A-C9F3-4FA7-AD7B-D8EF1B9D393D}" dt="2020-09-27T15:13:38.701" v="3491" actId="14100"/>
          <ac:spMkLst>
            <pc:docMk/>
            <pc:sldMk cId="191038644" sldId="302"/>
            <ac:spMk id="6" creationId="{B3BC6679-5175-4733-95C2-C19E95123852}"/>
          </ac:spMkLst>
        </pc:spChg>
        <pc:spChg chg="add mod">
          <ac:chgData name="郁儒 廖" userId="189a1d031aa848d3" providerId="LiveId" clId="{26EF712A-C9F3-4FA7-AD7B-D8EF1B9D393D}" dt="2020-09-27T15:10:02.476" v="3401" actId="1076"/>
          <ac:spMkLst>
            <pc:docMk/>
            <pc:sldMk cId="191038644" sldId="302"/>
            <ac:spMk id="8" creationId="{9AA106AD-4CB3-49D2-A415-5521CC2E30F8}"/>
          </ac:spMkLst>
        </pc:spChg>
        <pc:spChg chg="add del mod">
          <ac:chgData name="郁儒 廖" userId="189a1d031aa848d3" providerId="LiveId" clId="{26EF712A-C9F3-4FA7-AD7B-D8EF1B9D393D}" dt="2020-09-26T12:18:49.814" v="1469" actId="478"/>
          <ac:spMkLst>
            <pc:docMk/>
            <pc:sldMk cId="191038644" sldId="302"/>
            <ac:spMk id="8" creationId="{C63D4DC4-4658-4AC9-9A5E-4BD6040BC076}"/>
          </ac:spMkLst>
        </pc:spChg>
        <pc:spChg chg="add mod">
          <ac:chgData name="郁儒 廖" userId="189a1d031aa848d3" providerId="LiveId" clId="{26EF712A-C9F3-4FA7-AD7B-D8EF1B9D393D}" dt="2020-09-27T15:13:28.291" v="3488" actId="1076"/>
          <ac:spMkLst>
            <pc:docMk/>
            <pc:sldMk cId="191038644" sldId="302"/>
            <ac:spMk id="10" creationId="{BF2F9B87-304C-47AC-9247-A534E86CCBD9}"/>
          </ac:spMkLst>
        </pc:spChg>
        <pc:spChg chg="add del mod">
          <ac:chgData name="郁儒 廖" userId="189a1d031aa848d3" providerId="LiveId" clId="{26EF712A-C9F3-4FA7-AD7B-D8EF1B9D393D}" dt="2020-09-26T12:18:51.878" v="1470" actId="478"/>
          <ac:spMkLst>
            <pc:docMk/>
            <pc:sldMk cId="191038644" sldId="302"/>
            <ac:spMk id="16" creationId="{D45646AA-8A1A-4CF2-9724-328C3A82B32C}"/>
          </ac:spMkLst>
        </pc:spChg>
        <pc:spChg chg="add del mod">
          <ac:chgData name="郁儒 廖" userId="189a1d031aa848d3" providerId="LiveId" clId="{26EF712A-C9F3-4FA7-AD7B-D8EF1B9D393D}" dt="2020-09-27T15:05:44.233" v="3378" actId="478"/>
          <ac:spMkLst>
            <pc:docMk/>
            <pc:sldMk cId="191038644" sldId="302"/>
            <ac:spMk id="18" creationId="{E47255DA-EF0F-4630-9907-B97BB10CBBF8}"/>
          </ac:spMkLst>
        </pc:spChg>
        <pc:spChg chg="add del mod">
          <ac:chgData name="郁儒 廖" userId="189a1d031aa848d3" providerId="LiveId" clId="{26EF712A-C9F3-4FA7-AD7B-D8EF1B9D393D}" dt="2020-09-27T15:05:42.714" v="3377" actId="478"/>
          <ac:spMkLst>
            <pc:docMk/>
            <pc:sldMk cId="191038644" sldId="302"/>
            <ac:spMk id="20" creationId="{BD48A9F7-E536-4D59-A8F2-3D5C6458A791}"/>
          </ac:spMkLst>
        </pc:spChg>
        <pc:spChg chg="add del mod">
          <ac:chgData name="郁儒 廖" userId="189a1d031aa848d3" providerId="LiveId" clId="{26EF712A-C9F3-4FA7-AD7B-D8EF1B9D393D}" dt="2020-09-27T15:05:41.773" v="3376" actId="478"/>
          <ac:spMkLst>
            <pc:docMk/>
            <pc:sldMk cId="191038644" sldId="302"/>
            <ac:spMk id="22" creationId="{08665588-F5B9-4946-A379-94F4461A7195}"/>
          </ac:spMkLst>
        </pc:spChg>
        <pc:spChg chg="add del mod">
          <ac:chgData name="郁儒 廖" userId="189a1d031aa848d3" providerId="LiveId" clId="{26EF712A-C9F3-4FA7-AD7B-D8EF1B9D393D}" dt="2020-09-27T15:05:40.670" v="3375" actId="478"/>
          <ac:spMkLst>
            <pc:docMk/>
            <pc:sldMk cId="191038644" sldId="302"/>
            <ac:spMk id="24" creationId="{C7AEDCF5-BE24-4A19-AB0C-A478DE2BDD55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26" creationId="{1BD2D28B-C170-46E5-A032-12A0DA3A69A3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28" creationId="{7171A376-5F73-4B8E-903C-8D5E877D5687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29" creationId="{E6F065DD-EE30-478B-879B-75255CB6F921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30" creationId="{B3383891-3581-496F-BC2A-6341EA0E7B21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31" creationId="{5AB29035-F65B-4BF1-AA98-991306512916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32" creationId="{72828FD9-AB46-45C1-AFAF-CD7462BD7001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33" creationId="{E8363A27-C5FE-4CBD-981E-1CD98EB6FAD6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34" creationId="{61695B6E-C856-4173-84F2-08FFA888DDC7}"/>
          </ac:spMkLst>
        </pc:spChg>
        <pc:spChg chg="add del">
          <ac:chgData name="郁儒 廖" userId="189a1d031aa848d3" providerId="LiveId" clId="{26EF712A-C9F3-4FA7-AD7B-D8EF1B9D393D}" dt="2020-09-26T12:16:45.866" v="1443" actId="11529"/>
          <ac:spMkLst>
            <pc:docMk/>
            <pc:sldMk cId="191038644" sldId="302"/>
            <ac:spMk id="35" creationId="{6A064436-C92F-40D6-BD56-7C12BDDA41FA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36" creationId="{5465A06A-7086-401C-B683-9CF39E1899EF}"/>
          </ac:spMkLst>
        </pc:spChg>
        <pc:spChg chg="add del mod">
          <ac:chgData name="郁儒 廖" userId="189a1d031aa848d3" providerId="LiveId" clId="{26EF712A-C9F3-4FA7-AD7B-D8EF1B9D393D}" dt="2020-09-26T12:17:52.763" v="1447" actId="11529"/>
          <ac:spMkLst>
            <pc:docMk/>
            <pc:sldMk cId="191038644" sldId="302"/>
            <ac:spMk id="36" creationId="{FBF2048F-3E18-451B-A50E-E6F698F40FAE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37" creationId="{FEFEA7F6-2D6B-434D-822C-69BEEE0F5145}"/>
          </ac:spMkLst>
        </pc:spChg>
        <pc:spChg chg="add del mod">
          <ac:chgData name="郁儒 廖" userId="189a1d031aa848d3" providerId="LiveId" clId="{26EF712A-C9F3-4FA7-AD7B-D8EF1B9D393D}" dt="2020-09-27T15:05:48.409" v="3379" actId="478"/>
          <ac:spMkLst>
            <pc:docMk/>
            <pc:sldMk cId="191038644" sldId="302"/>
            <ac:spMk id="38" creationId="{D434C79C-881C-4B78-85D9-0DA3BF3B941C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39" creationId="{D3021AD7-FC81-4052-BFC1-61AEA9718135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0" creationId="{8F3FD1D1-4616-491F-A9BA-21E2BF104219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41" creationId="{9248F9F6-4AC5-456B-B426-8B154B7E2A72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2" creationId="{9F99ED91-A3F3-45F5-9DA2-D3A8A81C05B0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43" creationId="{EB5BB2C7-70EC-4DE3-8D5B-747B87787901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4" creationId="{436E8303-219A-44B1-83C7-41DB844683BD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45" creationId="{1464B5F9-141D-4C34-90E3-AC6966DF0DB2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6" creationId="{6FBA9303-48F8-4EA8-8A09-07B4074DA532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47" creationId="{9D5BDC42-CC66-4677-8DC5-AC549AEA8D57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8" creationId="{5DC41843-36CF-4312-9505-D68078626199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49" creationId="{09982204-FDD4-43C8-8B65-1633A0B3AECB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50" creationId="{C7D8CA07-92E0-44C0-8F17-B22BCB503BD6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52" creationId="{9F6DC8E7-612E-4495-925F-BA7E53C20107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54" creationId="{74CD3289-52C5-434C-B992-F6E37DD120FC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57" creationId="{26210692-604E-4322-BBB5-D4E5C62D6604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58" creationId="{038E12E1-438B-4969-9497-933D630482EC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59" creationId="{DA9C20D2-C27D-496D-983E-D2A26E8E98B8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0" creationId="{65B68E9C-F0E2-46C7-9143-90E700953B08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1" creationId="{DB3EDFD1-5DA3-4BD6-8B84-D6C299C654B2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2" creationId="{077B52D5-C492-4CDF-8CA7-ADD2D7C9A721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3" creationId="{0D70509A-57C1-4421-BD77-8F5E505992AA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4" creationId="{8DF500A4-6F13-4722-8C11-3825467B1A18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66" creationId="{5B94F5A0-BF86-4B99-9D18-A65D3F78CEEB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67" creationId="{B52942D7-B780-4886-8A17-4102394AD122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68" creationId="{CD9CC4C3-A585-46B6-A328-BDA27035AE34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69" creationId="{2F974AB6-00B6-489D-A1C0-A81CBD5A99A2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0" creationId="{1106493B-4B7C-40EA-B710-9E5C640BEAD0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1" creationId="{73821504-DEB7-4EF9-8770-798AB030A044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2" creationId="{3C87CAF6-4CC2-416F-A917-575A4129944C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3" creationId="{90C67854-79D6-44F7-94D8-93D193EE61B5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8" creationId="{7175C761-70F5-41F2-B540-EECE077C0C1B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9" creationId="{89F0B229-9264-4060-824E-5A60F9C96268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80" creationId="{B277B231-CF77-4DEA-988D-3D3B18A5AB57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81" creationId="{1F1386C2-3BCC-4D66-BAED-36D9D0EA272A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83" creationId="{FF4EF0DC-0E06-435F-8109-E2F0B9BC1596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84" creationId="{ADC52CF7-09A5-4800-8F91-77972A189167}"/>
          </ac:spMkLst>
        </pc:spChg>
        <pc:graphicFrameChg chg="add del mod modGraphic">
          <ac:chgData name="郁儒 廖" userId="189a1d031aa848d3" providerId="LiveId" clId="{26EF712A-C9F3-4FA7-AD7B-D8EF1B9D393D}" dt="2020-09-27T15:05:36.014" v="3374" actId="478"/>
          <ac:graphicFrameMkLst>
            <pc:docMk/>
            <pc:sldMk cId="191038644" sldId="302"/>
            <ac:graphicFrameMk id="3" creationId="{CBD2E03D-D38A-4E59-A276-5DD14FF70B8C}"/>
          </ac:graphicFrameMkLst>
        </pc:graphicFrameChg>
        <pc:graphicFrameChg chg="add del mod">
          <ac:chgData name="郁儒 廖" userId="189a1d031aa848d3" providerId="LiveId" clId="{26EF712A-C9F3-4FA7-AD7B-D8EF1B9D393D}" dt="2020-09-27T15:10:08.902" v="3402" actId="478"/>
          <ac:graphicFrameMkLst>
            <pc:docMk/>
            <pc:sldMk cId="191038644" sldId="302"/>
            <ac:graphicFrameMk id="35" creationId="{4C7E2EDF-A138-47FD-8D75-E542FFD0F5E0}"/>
          </ac:graphicFrameMkLst>
        </pc:graphicFrameChg>
        <pc:graphicFrameChg chg="add del mod">
          <ac:chgData name="郁儒 廖" userId="189a1d031aa848d3" providerId="LiveId" clId="{26EF712A-C9F3-4FA7-AD7B-D8EF1B9D393D}" dt="2020-09-27T15:10:08.902" v="3402" actId="478"/>
          <ac:graphicFrameMkLst>
            <pc:docMk/>
            <pc:sldMk cId="191038644" sldId="302"/>
            <ac:graphicFrameMk id="65" creationId="{05956A68-5E9E-4DFF-A48A-C5881D5A8905}"/>
          </ac:graphicFrameMkLst>
        </pc:graphicFrameChg>
        <pc:picChg chg="add mod modCrop">
          <ac:chgData name="郁儒 廖" userId="189a1d031aa848d3" providerId="LiveId" clId="{26EF712A-C9F3-4FA7-AD7B-D8EF1B9D393D}" dt="2020-09-27T15:11:20.728" v="3447" actId="1035"/>
          <ac:picMkLst>
            <pc:docMk/>
            <pc:sldMk cId="191038644" sldId="302"/>
            <ac:picMk id="4" creationId="{E306DFBE-E644-44A5-BE89-F82654A38674}"/>
          </ac:picMkLst>
        </pc:picChg>
        <pc:picChg chg="add mod modCrop">
          <ac:chgData name="郁儒 廖" userId="189a1d031aa848d3" providerId="LiveId" clId="{26EF712A-C9F3-4FA7-AD7B-D8EF1B9D393D}" dt="2020-09-27T15:11:13.148" v="3438" actId="1076"/>
          <ac:picMkLst>
            <pc:docMk/>
            <pc:sldMk cId="191038644" sldId="302"/>
            <ac:picMk id="5" creationId="{432027C7-F31C-4357-AE9A-E56F10470D8B}"/>
          </ac:picMkLst>
        </pc:picChg>
        <pc:picChg chg="mod">
          <ac:chgData name="郁儒 廖" userId="189a1d031aa848d3" providerId="LiveId" clId="{26EF712A-C9F3-4FA7-AD7B-D8EF1B9D393D}" dt="2020-09-27T15:11:18.231" v="3442" actId="1035"/>
          <ac:picMkLst>
            <pc:docMk/>
            <pc:sldMk cId="191038644" sldId="302"/>
            <ac:picMk id="7" creationId="{5F44A754-D1F6-4E35-9890-DA28B0F212C0}"/>
          </ac:picMkLst>
        </pc:picChg>
        <pc:picChg chg="del">
          <ac:chgData name="郁儒 廖" userId="189a1d031aa848d3" providerId="LiveId" clId="{26EF712A-C9F3-4FA7-AD7B-D8EF1B9D393D}" dt="2020-09-26T12:07:13.151" v="1327" actId="478"/>
          <ac:picMkLst>
            <pc:docMk/>
            <pc:sldMk cId="191038644" sldId="302"/>
            <ac:picMk id="9" creationId="{91F86B0E-450F-441E-AD4D-65A38AD86392}"/>
          </ac:picMkLst>
        </pc:picChg>
        <pc:picChg chg="add mod modCrop">
          <ac:chgData name="郁儒 廖" userId="189a1d031aa848d3" providerId="LiveId" clId="{26EF712A-C9F3-4FA7-AD7B-D8EF1B9D393D}" dt="2020-09-27T15:21:23.506" v="3639" actId="1076"/>
          <ac:picMkLst>
            <pc:docMk/>
            <pc:sldMk cId="191038644" sldId="302"/>
            <ac:picMk id="9" creationId="{93A2ACA6-87A2-41A1-8B9E-7D6BD3FFB125}"/>
          </ac:picMkLst>
        </pc:picChg>
        <pc:picChg chg="del">
          <ac:chgData name="郁儒 廖" userId="189a1d031aa848d3" providerId="LiveId" clId="{26EF712A-C9F3-4FA7-AD7B-D8EF1B9D393D}" dt="2020-09-26T12:07:11.578" v="1326" actId="478"/>
          <ac:picMkLst>
            <pc:docMk/>
            <pc:sldMk cId="191038644" sldId="302"/>
            <ac:picMk id="11" creationId="{E9FF2035-F2BF-49E5-AB0C-265E13D0CDD2}"/>
          </ac:picMkLst>
        </pc:picChg>
        <pc:picChg chg="del">
          <ac:chgData name="郁儒 廖" userId="189a1d031aa848d3" providerId="LiveId" clId="{26EF712A-C9F3-4FA7-AD7B-D8EF1B9D393D}" dt="2020-09-26T12:07:09.245" v="1325" actId="478"/>
          <ac:picMkLst>
            <pc:docMk/>
            <pc:sldMk cId="191038644" sldId="302"/>
            <ac:picMk id="13" creationId="{7A77982B-DBA6-464D-9BB9-8FBB1040320A}"/>
          </ac:picMkLst>
        </pc:picChg>
        <pc:cxnChg chg="add del">
          <ac:chgData name="郁儒 廖" userId="189a1d031aa848d3" providerId="LiveId" clId="{26EF712A-C9F3-4FA7-AD7B-D8EF1B9D393D}" dt="2020-09-26T12:16:17.593" v="1440" actId="11529"/>
          <ac:cxnSpMkLst>
            <pc:docMk/>
            <pc:sldMk cId="191038644" sldId="302"/>
            <ac:cxnSpMk id="34" creationId="{C5FC9259-B891-4196-87D5-6F7259BACCC4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51" creationId="{73316A60-9BE0-4B7B-A80A-B0683E54DB09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53" creationId="{24B83D76-F8CB-48E1-B2C4-04F38F1B00E3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55" creationId="{A3DD6E84-0030-4789-8C75-C326E93696BF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56" creationId="{A4F08992-BC50-43F9-B7E0-D5E976524AF9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74" creationId="{D87BCB94-7B27-4CE4-A941-F53DBC9EE86B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75" creationId="{DAF45FEE-7D16-4B5B-80DE-BAC176A2184D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76" creationId="{DC3F1F32-3361-4FE6-ACD2-BB9C0D81E854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77" creationId="{C7E4AC9D-F273-4226-A59C-E6A7C424ABE6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82" creationId="{5114920B-626B-4525-B2E0-FE2F65816E62}"/>
          </ac:cxnSpMkLst>
        </pc:cxnChg>
      </pc:sldChg>
      <pc:sldChg chg="add del">
        <pc:chgData name="郁儒 廖" userId="189a1d031aa848d3" providerId="LiveId" clId="{26EF712A-C9F3-4FA7-AD7B-D8EF1B9D393D}" dt="2020-09-26T11:59:15.056" v="1285" actId="47"/>
        <pc:sldMkLst>
          <pc:docMk/>
          <pc:sldMk cId="586788739" sldId="302"/>
        </pc:sldMkLst>
      </pc:sldChg>
      <pc:sldChg chg="delSp modSp add del mod">
        <pc:chgData name="郁儒 廖" userId="189a1d031aa848d3" providerId="LiveId" clId="{26EF712A-C9F3-4FA7-AD7B-D8EF1B9D393D}" dt="2020-09-26T17:01:20.151" v="2566" actId="47"/>
        <pc:sldMkLst>
          <pc:docMk/>
          <pc:sldMk cId="3124374293" sldId="303"/>
        </pc:sldMkLst>
        <pc:spChg chg="mod">
          <ac:chgData name="郁儒 廖" userId="189a1d031aa848d3" providerId="LiveId" clId="{26EF712A-C9F3-4FA7-AD7B-D8EF1B9D393D}" dt="2020-09-26T12:19:11.215" v="1473" actId="1076"/>
          <ac:spMkLst>
            <pc:docMk/>
            <pc:sldMk cId="3124374293" sldId="303"/>
            <ac:spMk id="4" creationId="{A3790F23-361F-48A4-A93C-CD6767471E1B}"/>
          </ac:spMkLst>
        </pc:spChg>
        <pc:spChg chg="mod">
          <ac:chgData name="郁儒 廖" userId="189a1d031aa848d3" providerId="LiveId" clId="{26EF712A-C9F3-4FA7-AD7B-D8EF1B9D393D}" dt="2020-09-26T12:18:17.576" v="1456" actId="1076"/>
          <ac:spMkLst>
            <pc:docMk/>
            <pc:sldMk cId="3124374293" sldId="303"/>
            <ac:spMk id="5" creationId="{6BC0D913-4D54-421E-9999-4D1BC3D2C0D0}"/>
          </ac:spMkLst>
        </pc:spChg>
        <pc:spChg chg="mod">
          <ac:chgData name="郁儒 廖" userId="189a1d031aa848d3" providerId="LiveId" clId="{26EF712A-C9F3-4FA7-AD7B-D8EF1B9D393D}" dt="2020-09-26T12:19:16.751" v="1474" actId="1076"/>
          <ac:spMkLst>
            <pc:docMk/>
            <pc:sldMk cId="3124374293" sldId="303"/>
            <ac:spMk id="6" creationId="{29C48D92-22C3-4812-AD8D-347A8F00AB52}"/>
          </ac:spMkLst>
        </pc:spChg>
        <pc:spChg chg="mod">
          <ac:chgData name="郁儒 廖" userId="189a1d031aa848d3" providerId="LiveId" clId="{26EF712A-C9F3-4FA7-AD7B-D8EF1B9D393D}" dt="2020-09-26T12:18:26.664" v="1458" actId="1076"/>
          <ac:spMkLst>
            <pc:docMk/>
            <pc:sldMk cId="3124374293" sldId="303"/>
            <ac:spMk id="16" creationId="{D45646AA-8A1A-4CF2-9724-328C3A82B32C}"/>
          </ac:spMkLst>
        </pc:spChg>
        <pc:spChg chg="del">
          <ac:chgData name="郁儒 廖" userId="189a1d031aa848d3" providerId="LiveId" clId="{26EF712A-C9F3-4FA7-AD7B-D8EF1B9D393D}" dt="2020-09-26T12:18:35.537" v="1463" actId="478"/>
          <ac:spMkLst>
            <pc:docMk/>
            <pc:sldMk cId="3124374293" sldId="303"/>
            <ac:spMk id="18" creationId="{E47255DA-EF0F-4630-9907-B97BB10CBBF8}"/>
          </ac:spMkLst>
        </pc:spChg>
        <pc:spChg chg="del">
          <ac:chgData name="郁儒 廖" userId="189a1d031aa848d3" providerId="LiveId" clId="{26EF712A-C9F3-4FA7-AD7B-D8EF1B9D393D}" dt="2020-09-26T12:18:36.873" v="1464" actId="478"/>
          <ac:spMkLst>
            <pc:docMk/>
            <pc:sldMk cId="3124374293" sldId="303"/>
            <ac:spMk id="20" creationId="{BD48A9F7-E536-4D59-A8F2-3D5C6458A791}"/>
          </ac:spMkLst>
        </pc:spChg>
        <pc:spChg chg="del">
          <ac:chgData name="郁儒 廖" userId="189a1d031aa848d3" providerId="LiveId" clId="{26EF712A-C9F3-4FA7-AD7B-D8EF1B9D393D}" dt="2020-09-26T12:18:38.043" v="1465" actId="478"/>
          <ac:spMkLst>
            <pc:docMk/>
            <pc:sldMk cId="3124374293" sldId="303"/>
            <ac:spMk id="22" creationId="{08665588-F5B9-4946-A379-94F4461A7195}"/>
          </ac:spMkLst>
        </pc:spChg>
        <pc:spChg chg="del">
          <ac:chgData name="郁儒 廖" userId="189a1d031aa848d3" providerId="LiveId" clId="{26EF712A-C9F3-4FA7-AD7B-D8EF1B9D393D}" dt="2020-09-26T12:18:39.579" v="1466" actId="478"/>
          <ac:spMkLst>
            <pc:docMk/>
            <pc:sldMk cId="3124374293" sldId="303"/>
            <ac:spMk id="24" creationId="{C7AEDCF5-BE24-4A19-AB0C-A478DE2BDD55}"/>
          </ac:spMkLst>
        </pc:spChg>
        <pc:spChg chg="del">
          <ac:chgData name="郁儒 廖" userId="189a1d031aa848d3" providerId="LiveId" clId="{26EF712A-C9F3-4FA7-AD7B-D8EF1B9D393D}" dt="2020-09-26T12:18:34.007" v="1462" actId="478"/>
          <ac:spMkLst>
            <pc:docMk/>
            <pc:sldMk cId="3124374293" sldId="303"/>
            <ac:spMk id="26" creationId="{1BD2D28B-C170-46E5-A032-12A0DA3A69A3}"/>
          </ac:spMkLst>
        </pc:spChg>
        <pc:spChg chg="del">
          <ac:chgData name="郁儒 廖" userId="189a1d031aa848d3" providerId="LiveId" clId="{26EF712A-C9F3-4FA7-AD7B-D8EF1B9D393D}" dt="2020-09-26T12:18:32.812" v="1461" actId="478"/>
          <ac:spMkLst>
            <pc:docMk/>
            <pc:sldMk cId="3124374293" sldId="303"/>
            <ac:spMk id="28" creationId="{7171A376-5F73-4B8E-903C-8D5E877D5687}"/>
          </ac:spMkLst>
        </pc:spChg>
        <pc:spChg chg="del">
          <ac:chgData name="郁儒 廖" userId="189a1d031aa848d3" providerId="LiveId" clId="{26EF712A-C9F3-4FA7-AD7B-D8EF1B9D393D}" dt="2020-09-26T12:18:31.625" v="1460" actId="478"/>
          <ac:spMkLst>
            <pc:docMk/>
            <pc:sldMk cId="3124374293" sldId="303"/>
            <ac:spMk id="30" creationId="{B3383891-3581-496F-BC2A-6341EA0E7B21}"/>
          </ac:spMkLst>
        </pc:spChg>
        <pc:spChg chg="del">
          <ac:chgData name="郁儒 廖" userId="189a1d031aa848d3" providerId="LiveId" clId="{26EF712A-C9F3-4FA7-AD7B-D8EF1B9D393D}" dt="2020-09-26T12:18:30.270" v="1459" actId="478"/>
          <ac:spMkLst>
            <pc:docMk/>
            <pc:sldMk cId="3124374293" sldId="303"/>
            <ac:spMk id="32" creationId="{72828FD9-AB46-45C1-AFAF-CD7462BD7001}"/>
          </ac:spMkLst>
        </pc:spChg>
      </pc:sldChg>
      <pc:sldChg chg="addSp delSp modSp add mod">
        <pc:chgData name="郁儒 廖" userId="189a1d031aa848d3" providerId="LiveId" clId="{26EF712A-C9F3-4FA7-AD7B-D8EF1B9D393D}" dt="2020-09-28T15:22:28.204" v="3835"/>
        <pc:sldMkLst>
          <pc:docMk/>
          <pc:sldMk cId="982892828" sldId="304"/>
        </pc:sldMkLst>
        <pc:spChg chg="del">
          <ac:chgData name="郁儒 廖" userId="189a1d031aa848d3" providerId="LiveId" clId="{26EF712A-C9F3-4FA7-AD7B-D8EF1B9D393D}" dt="2020-09-26T16:58:24.748" v="2373" actId="478"/>
          <ac:spMkLst>
            <pc:docMk/>
            <pc:sldMk cId="982892828" sldId="304"/>
            <ac:spMk id="2" creationId="{7F550715-45BC-480C-929E-02B819AF877C}"/>
          </ac:spMkLst>
        </pc:spChg>
        <pc:spChg chg="mod">
          <ac:chgData name="郁儒 廖" userId="189a1d031aa848d3" providerId="LiveId" clId="{26EF712A-C9F3-4FA7-AD7B-D8EF1B9D393D}" dt="2020-09-26T17:04:16.013" v="2587" actId="58"/>
          <ac:spMkLst>
            <pc:docMk/>
            <pc:sldMk cId="982892828" sldId="304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16:58:26.500" v="2374" actId="478"/>
          <ac:spMkLst>
            <pc:docMk/>
            <pc:sldMk cId="982892828" sldId="304"/>
            <ac:spMk id="6" creationId="{9B76FE67-E9B5-4AC0-A1B6-5B414FD6A670}"/>
          </ac:spMkLst>
        </pc:spChg>
        <pc:spChg chg="add mod">
          <ac:chgData name="郁儒 廖" userId="189a1d031aa848d3" providerId="LiveId" clId="{26EF712A-C9F3-4FA7-AD7B-D8EF1B9D393D}" dt="2020-09-28T15:22:28.204" v="3835"/>
          <ac:spMkLst>
            <pc:docMk/>
            <pc:sldMk cId="982892828" sldId="304"/>
            <ac:spMk id="65" creationId="{96AAE581-CA8E-4FF9-9C2F-259856CAC858}"/>
          </ac:spMkLst>
        </pc:spChg>
        <pc:spChg chg="add mod">
          <ac:chgData name="郁儒 廖" userId="189a1d031aa848d3" providerId="LiveId" clId="{26EF712A-C9F3-4FA7-AD7B-D8EF1B9D393D}" dt="2020-09-26T16:58:28.026" v="2375"/>
          <ac:spMkLst>
            <pc:docMk/>
            <pc:sldMk cId="982892828" sldId="304"/>
            <ac:spMk id="66" creationId="{D27C37D1-E8A0-40AC-84DB-31A054B069CD}"/>
          </ac:spMkLst>
        </pc:spChg>
        <pc:spChg chg="add mod">
          <ac:chgData name="郁儒 廖" userId="189a1d031aa848d3" providerId="LiveId" clId="{26EF712A-C9F3-4FA7-AD7B-D8EF1B9D393D}" dt="2020-09-28T15:22:28.204" v="3835"/>
          <ac:spMkLst>
            <pc:docMk/>
            <pc:sldMk cId="982892828" sldId="304"/>
            <ac:spMk id="67" creationId="{DFF5479B-4021-4030-8604-9BB27FF2B3FF}"/>
          </ac:spMkLst>
        </pc:spChg>
        <pc:spChg chg="mod ord">
          <ac:chgData name="郁儒 廖" userId="189a1d031aa848d3" providerId="LiveId" clId="{26EF712A-C9F3-4FA7-AD7B-D8EF1B9D393D}" dt="2020-09-27T04:37:50.081" v="3062" actId="1076"/>
          <ac:spMkLst>
            <pc:docMk/>
            <pc:sldMk cId="982892828" sldId="304"/>
            <ac:spMk id="120" creationId="{A29AE62B-E080-45B0-82B1-5B323C035714}"/>
          </ac:spMkLst>
        </pc:spChg>
        <pc:spChg chg="del mod">
          <ac:chgData name="郁儒 廖" userId="189a1d031aa848d3" providerId="LiveId" clId="{26EF712A-C9F3-4FA7-AD7B-D8EF1B9D393D}" dt="2020-09-27T04:37:56.854" v="3063" actId="478"/>
          <ac:spMkLst>
            <pc:docMk/>
            <pc:sldMk cId="982892828" sldId="304"/>
            <ac:spMk id="166" creationId="{A7C20924-B384-4A06-B2FF-2AB0C23FBCBC}"/>
          </ac:spMkLst>
        </pc:spChg>
        <pc:graphicFrameChg chg="modGraphic">
          <ac:chgData name="郁儒 廖" userId="189a1d031aa848d3" providerId="LiveId" clId="{26EF712A-C9F3-4FA7-AD7B-D8EF1B9D393D}" dt="2020-09-26T16:48:41.864" v="2206" actId="20577"/>
          <ac:graphicFrameMkLst>
            <pc:docMk/>
            <pc:sldMk cId="982892828" sldId="304"/>
            <ac:graphicFrameMk id="4" creationId="{846BB3CF-E188-4BFE-A1B9-9B78A7E80762}"/>
          </ac:graphicFrameMkLst>
        </pc:graphicFrameChg>
        <pc:cxnChg chg="add mod">
          <ac:chgData name="郁儒 廖" userId="189a1d031aa848d3" providerId="LiveId" clId="{26EF712A-C9F3-4FA7-AD7B-D8EF1B9D393D}" dt="2020-09-28T15:22:28.204" v="3835"/>
          <ac:cxnSpMkLst>
            <pc:docMk/>
            <pc:sldMk cId="982892828" sldId="304"/>
            <ac:cxnSpMk id="63" creationId="{6CFE93B2-7A10-4DA0-8573-E13F4BD61032}"/>
          </ac:cxnSpMkLst>
        </pc:cxnChg>
        <pc:cxnChg chg="add mod">
          <ac:chgData name="郁儒 廖" userId="189a1d031aa848d3" providerId="LiveId" clId="{26EF712A-C9F3-4FA7-AD7B-D8EF1B9D393D}" dt="2020-09-28T15:22:28.204" v="3835"/>
          <ac:cxnSpMkLst>
            <pc:docMk/>
            <pc:sldMk cId="982892828" sldId="304"/>
            <ac:cxnSpMk id="64" creationId="{33B6943D-2DEE-4067-8D95-1F5F6072DBFE}"/>
          </ac:cxnSpMkLst>
        </pc:cxnChg>
        <pc:cxnChg chg="mod">
          <ac:chgData name="郁儒 廖" userId="189a1d031aa848d3" providerId="LiveId" clId="{26EF712A-C9F3-4FA7-AD7B-D8EF1B9D393D}" dt="2020-09-27T04:37:50.081" v="3062" actId="1076"/>
          <ac:cxnSpMkLst>
            <pc:docMk/>
            <pc:sldMk cId="982892828" sldId="304"/>
            <ac:cxnSpMk id="121" creationId="{DD9C3076-56B5-4C52-837B-49DE04416247}"/>
          </ac:cxnSpMkLst>
        </pc:cxnChg>
        <pc:cxnChg chg="mod">
          <ac:chgData name="郁儒 廖" userId="189a1d031aa848d3" providerId="LiveId" clId="{26EF712A-C9F3-4FA7-AD7B-D8EF1B9D393D}" dt="2020-09-27T04:37:50.081" v="3062" actId="1076"/>
          <ac:cxnSpMkLst>
            <pc:docMk/>
            <pc:sldMk cId="982892828" sldId="304"/>
            <ac:cxnSpMk id="123" creationId="{4C8243FB-9385-4DFD-8A94-74AD95FAEC8E}"/>
          </ac:cxnSpMkLst>
        </pc:cxnChg>
        <pc:cxnChg chg="mod">
          <ac:chgData name="郁儒 廖" userId="189a1d031aa848d3" providerId="LiveId" clId="{26EF712A-C9F3-4FA7-AD7B-D8EF1B9D393D}" dt="2020-09-27T04:37:50.081" v="3062" actId="1076"/>
          <ac:cxnSpMkLst>
            <pc:docMk/>
            <pc:sldMk cId="982892828" sldId="304"/>
            <ac:cxnSpMk id="146" creationId="{09BBF670-FEC2-4C60-BAA7-418F91437C56}"/>
          </ac:cxnSpMkLst>
        </pc:cxnChg>
      </pc:sldChg>
      <pc:sldChg chg="addSp delSp modSp add mod">
        <pc:chgData name="郁儒 廖" userId="189a1d031aa848d3" providerId="LiveId" clId="{26EF712A-C9F3-4FA7-AD7B-D8EF1B9D393D}" dt="2020-09-28T15:22:35.858" v="3837"/>
        <pc:sldMkLst>
          <pc:docMk/>
          <pc:sldMk cId="3387503313" sldId="305"/>
        </pc:sldMkLst>
        <pc:spChg chg="add del mod">
          <ac:chgData name="郁儒 廖" userId="189a1d031aa848d3" providerId="LiveId" clId="{26EF712A-C9F3-4FA7-AD7B-D8EF1B9D393D}" dt="2020-09-26T17:22:03.199" v="2838" actId="21"/>
          <ac:spMkLst>
            <pc:docMk/>
            <pc:sldMk cId="3387503313" sldId="305"/>
            <ac:spMk id="2" creationId="{051EAC0B-BB08-4C85-AB60-6489F24908BF}"/>
          </ac:spMkLst>
        </pc:spChg>
        <pc:spChg chg="del">
          <ac:chgData name="郁儒 廖" userId="189a1d031aa848d3" providerId="LiveId" clId="{26EF712A-C9F3-4FA7-AD7B-D8EF1B9D393D}" dt="2020-09-26T17:12:11.177" v="2711" actId="478"/>
          <ac:spMkLst>
            <pc:docMk/>
            <pc:sldMk cId="3387503313" sldId="305"/>
            <ac:spMk id="3" creationId="{47924614-B3FE-49DB-A43B-C5C6C654484D}"/>
          </ac:spMkLst>
        </pc:spChg>
        <pc:spChg chg="add mod">
          <ac:chgData name="郁儒 廖" userId="189a1d031aa848d3" providerId="LiveId" clId="{26EF712A-C9F3-4FA7-AD7B-D8EF1B9D393D}" dt="2020-09-26T17:22:49.378" v="2894" actId="20577"/>
          <ac:spMkLst>
            <pc:docMk/>
            <pc:sldMk cId="3387503313" sldId="305"/>
            <ac:spMk id="5" creationId="{A93E8F9C-0A0D-4556-A2B6-219C85ED4CA4}"/>
          </ac:spMkLst>
        </pc:spChg>
        <pc:spChg chg="add del mod">
          <ac:chgData name="郁儒 廖" userId="189a1d031aa848d3" providerId="LiveId" clId="{26EF712A-C9F3-4FA7-AD7B-D8EF1B9D393D}" dt="2020-09-26T17:22:23.042" v="2866" actId="478"/>
          <ac:spMkLst>
            <pc:docMk/>
            <pc:sldMk cId="3387503313" sldId="305"/>
            <ac:spMk id="6" creationId="{489CB8BC-AA68-41C7-A18F-3D7C81590594}"/>
          </ac:spMkLst>
        </pc:spChg>
        <pc:spChg chg="del">
          <ac:chgData name="郁儒 廖" userId="189a1d031aa848d3" providerId="LiveId" clId="{26EF712A-C9F3-4FA7-AD7B-D8EF1B9D393D}" dt="2020-09-26T17:12:00.528" v="2673" actId="478"/>
          <ac:spMkLst>
            <pc:docMk/>
            <pc:sldMk cId="3387503313" sldId="305"/>
            <ac:spMk id="7" creationId="{2E0D1F57-F756-40ED-8B0F-4CF12F52AF1A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63" creationId="{12DD2C9B-2C3A-474C-B1F5-1C71E9BCC35F}"/>
          </ac:spMkLst>
        </pc:spChg>
        <pc:spChg chg="add mod">
          <ac:chgData name="郁儒 廖" userId="189a1d031aa848d3" providerId="LiveId" clId="{26EF712A-C9F3-4FA7-AD7B-D8EF1B9D393D}" dt="2020-09-28T15:22:35.858" v="3837"/>
          <ac:spMkLst>
            <pc:docMk/>
            <pc:sldMk cId="3387503313" sldId="305"/>
            <ac:spMk id="65" creationId="{A8532004-2E03-4D7F-8371-5D12555369CB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66" creationId="{683E083D-3448-4DD3-B8DC-BE00AC072201}"/>
          </ac:spMkLst>
        </pc:spChg>
        <pc:spChg chg="add mod">
          <ac:chgData name="郁儒 廖" userId="189a1d031aa848d3" providerId="LiveId" clId="{26EF712A-C9F3-4FA7-AD7B-D8EF1B9D393D}" dt="2020-09-28T15:22:35.858" v="3837"/>
          <ac:spMkLst>
            <pc:docMk/>
            <pc:sldMk cId="3387503313" sldId="305"/>
            <ac:spMk id="66" creationId="{C64EC71F-4B40-4C42-A831-1F78B3AEA8AC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70" creationId="{982EB699-AE80-46EE-9F7A-6828E0BBA840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73" creationId="{71F041A2-357C-4ABD-8773-4CCB4647F878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76" creationId="{740EA40D-5D10-4057-9DE3-2F970ED21E6B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78" creationId="{479CBF14-04D9-49DE-A113-D2698A5967AE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80" creationId="{BE638D99-4C71-4A8A-B2A9-6F57DEC769BB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82" creationId="{78AC6802-74E7-4E5E-AC12-CF6DAFAE756A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84" creationId="{01A30D90-EE0A-4D0B-9FD0-5FAEA354B464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89" creationId="{46608100-BABB-41E6-ADAC-E0FBDC975E95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0" creationId="{DCB7AFF5-E6D0-4BD3-922B-49EFA771C016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1" creationId="{7BE4F1EC-E719-446D-B5AE-A736823695DF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2" creationId="{D88BB632-10CE-428A-9AF5-C7B830BA36C2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4" creationId="{E8BD7529-81C7-45A1-AC09-F1F05076D1E0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7" creationId="{98FF04CA-B085-4B95-A299-08740E76693D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00" creationId="{39BAA210-3F8A-4363-AE3A-5D63A1E5C0EB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03" creationId="{3FB9D5F1-B7B8-4D52-BC1E-CAD168E7093E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04" creationId="{3E2D468D-67C2-4EF4-88C4-7830015BF60C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08" creationId="{9D794FFB-850F-4BE3-BBA3-72BF4CD0547F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0" creationId="{513D16C1-1DEE-47B5-A3E6-A777A4A7E5B2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2" creationId="{9AC2CDA8-2E17-4EE7-89D3-6DD4780A3881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5" creationId="{F821E34A-AAE4-4E99-96CC-9B048BF0972E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6" creationId="{5D7316EB-494E-43D8-A976-06A40D77D798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9" creationId="{F26A65CA-3B0A-4738-834E-11238B53A9E5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22" creationId="{EAE27AEA-C7E9-4860-8C17-D0E72CE057EC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24" creationId="{850C6825-FCEC-4F9B-B265-E5F8BC054072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26" creationId="{8579C2A3-A085-4A01-B9D9-CA2C32578BB5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30" creationId="{91456E0E-05CC-4EBE-AD2A-572BC2F9765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31" creationId="{716E4761-2173-46A4-A6EF-66468C7ABC02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34" creationId="{C1079914-DCB7-4CD2-917C-48FCC885BB37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37" creationId="{5DB1C57E-4DEE-4680-A9DF-E7FDF65963B8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39" creationId="{41E2DF68-0658-4FB8-99C9-DBA5DF7E689B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41" creationId="{C11D49C3-35F1-4585-8E04-9CF13A2597E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43" creationId="{E136BAB1-BD99-4E80-8176-BD059B45D482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45" creationId="{A2206B4F-090E-4D98-ABAF-857D9120DCA1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0" creationId="{1465100F-5BA2-4B09-98CA-3DBBCD6B78FB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1" creationId="{564343E9-1636-4BDF-B06C-802BBB6EC0E3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2" creationId="{2E036B12-439C-4130-A9F8-2E490C11F4B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3" creationId="{F53B52E0-7021-4FB1-AFE2-DF5C84E802EF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5" creationId="{B1636E1C-302E-4F77-94F1-01F27824D30C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8" creationId="{283E7390-B6E4-4753-983D-6561F3E84F70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61" creationId="{5A11FE78-5BD6-453C-85EF-C9B7B61B76A6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64" creationId="{92876652-D4A9-4148-8C40-B4B42DFFAB95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65" creationId="{B1599283-0E7A-4FCF-B5D7-1D26AB9462D7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66" creationId="{A7C20924-B384-4A06-B2FF-2AB0C23FBCBC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0" creationId="{EC8FE9EB-82FE-46EC-9265-4682713774A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2" creationId="{903899FA-0D9A-4ED5-9B12-C39650D74FA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4" creationId="{EB850599-569B-4D0C-9063-09C6199A3CDD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7" creationId="{54C66536-793E-4DE0-9CAC-7C57E56F8BD9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8" creationId="{0CD2CBDA-43F6-4A7E-9CA9-4FD502FE5F2D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81" creationId="{3EFC24E7-04B2-46D0-A563-7D52CF3D44A8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83" creationId="{41428CA8-C4FD-4BBB-898B-05E12E5DDC2A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86" creationId="{1C5E9848-F801-4DBC-8EE3-DC683DF7CE2E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89" creationId="{59E5B5E8-24F6-472C-999A-BDDBCA26354A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92" creationId="{CE602BD3-D42C-406E-BF7B-CB8253471BAF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94" creationId="{6B0A6CA5-BFD3-4240-82FA-84C23E952638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96" creationId="{3B685BB6-A958-4955-9258-F07884994FC0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98" creationId="{CFF79849-FA05-46C4-AEA8-1F019C3CEE47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0" creationId="{60A36CE5-AE03-4788-B10C-BD04686E376D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5" creationId="{A0B49FCB-528E-4E41-9604-CCCE81041A4A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6" creationId="{CE3D2D6D-D4A8-4C9D-9636-C5607D7EF8ED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7" creationId="{375D761B-0107-4AB0-B4BA-956A9915BF3F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8" creationId="{377F2F7A-E40E-4C19-811A-303812983E68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10" creationId="{6B9A45C8-E161-42E8-B40B-A3B07D204D9C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13" creationId="{7C63FEF4-5BD7-4677-89DD-A83E4B908CED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16" creationId="{36373914-EB65-4A13-8955-8EBFA264252C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19" creationId="{9EA72E47-6E5F-4C92-94E6-B70A6596ED70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20" creationId="{3E337533-1434-4951-B673-6DD3B0D5844E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24" creationId="{AB7770D7-004A-4F4B-B567-1E76FD7F0509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26" creationId="{B2E0293A-8145-43B5-A33C-FA7B2BC7704D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28" creationId="{9E9C5F36-5B6C-4FB3-AD3C-06F0A57D8420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31" creationId="{ACFB7CF3-5934-404E-84CB-84E6CBBC8020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32" creationId="{9848ACD8-A021-41D3-A03F-464E57FA17DB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35" creationId="{42C11CD5-0455-4E1A-B4BE-9AC806B6CE4A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37" creationId="{B93C15DD-01B5-4782-8AF9-4682EDC37F40}"/>
          </ac:spMkLst>
        </pc:spChg>
        <pc:graphicFrameChg chg="add del ord">
          <ac:chgData name="郁儒 廖" userId="189a1d031aa848d3" providerId="LiveId" clId="{26EF712A-C9F3-4FA7-AD7B-D8EF1B9D393D}" dt="2020-09-27T17:35:13.645" v="3697" actId="478"/>
          <ac:graphicFrameMkLst>
            <pc:docMk/>
            <pc:sldMk cId="3387503313" sldId="305"/>
            <ac:graphicFrameMk id="2" creationId="{67C6D66A-2F4F-4775-8FE2-B0386254BAC3}"/>
          </ac:graphicFrameMkLst>
        </pc:graphicFrameChg>
        <pc:graphicFrameChg chg="mod ord modGraphic">
          <ac:chgData name="郁儒 廖" userId="189a1d031aa848d3" providerId="LiveId" clId="{26EF712A-C9F3-4FA7-AD7B-D8EF1B9D393D}" dt="2020-09-27T17:35:09.042" v="3696" actId="167"/>
          <ac:graphicFrameMkLst>
            <pc:docMk/>
            <pc:sldMk cId="3387503313" sldId="305"/>
            <ac:graphicFrameMk id="4" creationId="{846BB3CF-E188-4BFE-A1B9-9B78A7E80762}"/>
          </ac:graphicFrameMkLst>
        </pc:graphicFrameChg>
        <pc:cxnChg chg="add mod">
          <ac:chgData name="郁儒 廖" userId="189a1d031aa848d3" providerId="LiveId" clId="{26EF712A-C9F3-4FA7-AD7B-D8EF1B9D393D}" dt="2020-09-28T15:22:35.858" v="3837"/>
          <ac:cxnSpMkLst>
            <pc:docMk/>
            <pc:sldMk cId="3387503313" sldId="305"/>
            <ac:cxnSpMk id="63" creationId="{486BBB0C-4906-4663-A1C6-733B9D3E72A3}"/>
          </ac:cxnSpMkLst>
        </pc:cxnChg>
        <pc:cxnChg chg="add mod">
          <ac:chgData name="郁儒 廖" userId="189a1d031aa848d3" providerId="LiveId" clId="{26EF712A-C9F3-4FA7-AD7B-D8EF1B9D393D}" dt="2020-09-28T15:22:35.858" v="3837"/>
          <ac:cxnSpMkLst>
            <pc:docMk/>
            <pc:sldMk cId="3387503313" sldId="305"/>
            <ac:cxnSpMk id="64" creationId="{10A84B16-CA9E-4E94-9E07-C1B3945027A3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64" creationId="{7078F79D-8F63-44A4-B183-6164CBF4608A}"/>
          </ac:cxnSpMkLst>
        </pc:cxnChg>
        <pc:cxnChg chg="del">
          <ac:chgData name="郁儒 廖" userId="189a1d031aa848d3" providerId="LiveId" clId="{26EF712A-C9F3-4FA7-AD7B-D8EF1B9D393D}" dt="2020-09-26T17:12:02.515" v="2675" actId="478"/>
          <ac:cxnSpMkLst>
            <pc:docMk/>
            <pc:sldMk cId="3387503313" sldId="305"/>
            <ac:cxnSpMk id="64" creationId="{80BC620C-4612-4AD8-9EF4-01BF353202BD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65" creationId="{043EBD6F-3591-40D1-8A50-0AAFDAFC5324}"/>
          </ac:cxnSpMkLst>
        </pc:cxnChg>
        <pc:cxnChg chg="del">
          <ac:chgData name="郁儒 廖" userId="189a1d031aa848d3" providerId="LiveId" clId="{26EF712A-C9F3-4FA7-AD7B-D8EF1B9D393D}" dt="2020-09-26T17:12:01.630" v="2674" actId="478"/>
          <ac:cxnSpMkLst>
            <pc:docMk/>
            <pc:sldMk cId="3387503313" sldId="305"/>
            <ac:cxnSpMk id="65" creationId="{FD14E1DB-8F3A-4528-A409-FDB251F5873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67" creationId="{FB0DD4AC-E365-411E-AA61-18238C1633A4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69" creationId="{D5DC410F-2986-4235-A1D2-59418566C80F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1" creationId="{C78EDA35-4636-4595-8373-DA9A3410E26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2" creationId="{D946E801-EEC3-4330-8B8D-62A3B85ED1A3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4" creationId="{D9030C47-7FC4-49AF-9D49-A3A09F3BBAC9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5" creationId="{453A5971-4009-4C43-A1E2-AABD6602241F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7" creationId="{57824724-C114-4A7B-A535-A8D262B89555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9" creationId="{4DA648D8-6C96-471F-B370-E10758DCD1BB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1" creationId="{C8721FAF-6974-42C5-A6F9-4CBBBFB4D14C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3" creationId="{1EA72ED6-DE74-4489-9E61-614797A6F212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5" creationId="{FFEF91BD-0C33-4102-B86B-E303E9FB250C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6" creationId="{A93E9DF8-FAFE-4CB5-B1A5-D483FB4F4AC1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7" creationId="{13E169EC-95AA-4376-B9AF-04A07491DDC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8" creationId="{452A2C40-C2F2-4A3A-885E-F8EDD2DAA451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3" creationId="{D640C274-7B73-4F28-B0F1-B3606523C3F7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5" creationId="{DEA63A42-F3DD-4B1E-A6BF-7CC371DAFBA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6" creationId="{A807CEAB-8D24-4E2A-86CC-524AC1B6749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8" creationId="{40D7FD97-D334-45DC-A236-630B64593923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9" creationId="{455FB5D4-9D67-4D63-BD95-5DF6F696CD84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1" creationId="{98BAB3D0-1897-4F75-838D-8E0DE400D1E7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2" creationId="{A06B83D1-01BD-461B-A52F-5D5D0A681FB6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5" creationId="{01E2E39D-0124-4AF3-AA27-0B2F57F0010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6" creationId="{74B304DD-8530-4EAE-B630-0D649AC1161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7" creationId="{1BF2214D-BC15-44E4-B54B-8C10D19C3B7D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9" creationId="{5E861973-0C18-4A4D-8AB4-5DB6E1A8731F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1" creationId="{712768F4-AB6D-49BD-B6BA-47AB7E1EB7AC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3" creationId="{306920D2-18A2-4683-8C61-164173051BC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4" creationId="{75062D6C-30DD-4506-9E37-9F18ADC3445B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7" creationId="{0ECE56F7-9D97-492B-9BFA-8156BA82EAA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8" creationId="{C9CADF20-54CA-4269-97D2-59A7A5CCCED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20" creationId="{44D37418-FD76-48AE-91B0-C82E808A12A2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21" creationId="{DD9C3076-56B5-4C52-837B-49DE0441624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23" creationId="{4C8243FB-9385-4DFD-8A94-74AD95FAEC8E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25" creationId="{53BE68C5-C775-4F48-8544-193433FAA8D1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27" creationId="{5DDDF376-2A58-4CB3-A0ED-8A634E458363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28" creationId="{26377922-F762-4A97-AF79-5D75F614C1B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29" creationId="{E116738D-BCF2-4DF5-8B55-400B2AA06AA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2" creationId="{F724495E-E1BC-4EBA-BFD2-C569E80DEAA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3" creationId="{B1259BF9-F49E-4572-BCF8-239289D43BA8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5" creationId="{9AD4552E-EA5A-4A08-B499-E5A5051BEE5C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6" creationId="{9FA88B2E-DF64-42F3-8C37-99A58114200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8" creationId="{FDEEC2BF-B0E4-4BB4-9CB5-E892C21BDAA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0" creationId="{E6A85AC0-E4C7-4240-9EEF-2545A63DB248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2" creationId="{B6FB3A9E-2533-43E1-BF2C-70A9FC7FE24C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4" creationId="{D5D124A7-C75B-40E4-A092-37D60B2A5474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6" creationId="{09BBF670-FEC2-4C60-BAA7-418F91437C56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7" creationId="{2C7E5471-0B4B-417B-861B-DDB4F37041D0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8" creationId="{BB16A45A-52F2-4844-AD4A-F8C8ADA621B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9" creationId="{C0964EDD-37A2-4458-83D5-EDF8BC66D2E2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54" creationId="{1E029DB5-7027-402D-B457-4F107BFD6C78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56" creationId="{AC81CEB9-E194-425D-AF62-C7CFF51FC91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57" creationId="{4AE2810F-B2C5-4DB7-9576-1702482FA2A2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59" creationId="{7FEB4DBC-DDD8-4A4B-95F5-7B08B7CF71C4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0" creationId="{C952F2B9-CF02-4324-A00C-40ECE514EDD0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2" creationId="{B19FEAB6-9760-4D97-9297-86300A6A8D3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3" creationId="{FD6AFBA0-2EC6-4F64-B103-FDCE2AE21A09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7" creationId="{2731269F-B9F5-4A80-B2C6-E00A8628CE99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8" creationId="{ADD491E5-C02B-48F0-90C0-F18B965E28C8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9" creationId="{C87C1CC6-2844-4A3E-8A6B-99D127446B3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1" creationId="{1623F56B-B650-4297-9CE2-DE24930E593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3" creationId="{DCF8FD26-94CE-4E2A-88E3-17697DF7C30E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5" creationId="{F5D6955D-2124-4E52-9F15-1FEFBA79DC09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6" creationId="{62877A10-4476-4C8B-BB38-EE5328B923E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9" creationId="{D7CC78F7-E7DB-4AC7-85E4-58C9A54C4BC0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80" creationId="{52DFF42D-1958-4A68-BD5D-8A4761FC7B2C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82" creationId="{557FC03D-3DE8-4A33-BB37-8E09FCD485C6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84" creationId="{CDE5B8BD-5BC0-4FCF-B321-E1A854E46D0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85" creationId="{0194DADD-9176-46DC-9F1C-44FD2E96D415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87" creationId="{4AE47E83-D9D6-4935-A1A7-D7110BC3AB9E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88" creationId="{8A95E693-6F93-4089-88F8-068AE7A3EA5B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0" creationId="{B31BCC0C-016C-4BA6-B255-FF2F69589157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1" creationId="{6865397C-EF05-48E8-847B-D52F8F16D01C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3" creationId="{1CD4CA01-1832-4CED-8352-47CA289F3DF3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5" creationId="{5A35000E-0AF4-487A-AC14-2719BCF0B57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7" creationId="{E1C1DB6F-A060-45B2-A586-F85783CFFD72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9" creationId="{18682D5A-244C-4317-A2C7-43E81F5F7538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1" creationId="{75F2B199-6E24-41BA-AB31-A59F574E82E5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2" creationId="{015F73F9-7426-49B6-BD0B-EDA5EDE86C1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3" creationId="{44C70F0E-9FAD-4C87-98DF-A22EEF59E8D6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4" creationId="{9EBB8BFE-835E-4982-85C0-9708A2EE369C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9" creationId="{8AD2E9E1-092D-47B2-8FC8-BD13500A28C7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1" creationId="{10674AC0-42F3-40D4-BE41-B6E8ADC232E4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2" creationId="{AB921E51-73EA-4E6B-BFD5-731F674D5668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4" creationId="{4E9A22A1-B313-4FAB-8442-8BD6D89DFF04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5" creationId="{C9591041-23B0-4619-942A-54AF5F6B25EF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7" creationId="{FF2B4268-1209-4A9D-B314-A9CAB50AD7C6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8" creationId="{75412611-3CF4-4302-9D70-6D80EA993CA3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1" creationId="{7831F6CD-F7AC-4A53-A6C8-0A7FF63F2B5E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2" creationId="{5941D748-F353-4B1B-A386-E71F765AB3D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3" creationId="{5FC2BF83-4793-4875-A181-98AEE62F1A0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5" creationId="{EBCAA6BE-55B0-4466-B84E-5825615B211D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7" creationId="{236AF70F-8BBD-4FA2-BCB4-1BC2022800E7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9" creationId="{DFF0D9B0-9DDA-49F5-A344-CA6E99ABF2A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30" creationId="{F3B40538-B6EC-40B6-A64D-5DC46FE23302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33" creationId="{C222EDA8-BAA6-41C1-AA60-BD58294D6B39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34" creationId="{11674FED-C260-49EE-9F6E-07265B883744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36" creationId="{695B1EA9-13E0-4325-B80F-47A6446C3BDA}"/>
          </ac:cxnSpMkLst>
        </pc:cxnChg>
      </pc:sldChg>
      <pc:sldChg chg="add del ord">
        <pc:chgData name="郁儒 廖" userId="189a1d031aa848d3" providerId="LiveId" clId="{26EF712A-C9F3-4FA7-AD7B-D8EF1B9D393D}" dt="2020-09-29T05:29:52.078" v="3888" actId="47"/>
        <pc:sldMkLst>
          <pc:docMk/>
          <pc:sldMk cId="1919504962" sldId="306"/>
        </pc:sldMkLst>
      </pc:sldChg>
      <pc:sldChg chg="addSp delSp modSp add mod ord delAnim modAnim">
        <pc:chgData name="郁儒 廖" userId="189a1d031aa848d3" providerId="LiveId" clId="{26EF712A-C9F3-4FA7-AD7B-D8EF1B9D393D}" dt="2020-09-28T15:20:10.127" v="3829" actId="14100"/>
        <pc:sldMkLst>
          <pc:docMk/>
          <pc:sldMk cId="1342683393" sldId="307"/>
        </pc:sldMkLst>
        <pc:spChg chg="mod">
          <ac:chgData name="郁儒 廖" userId="189a1d031aa848d3" providerId="LiveId" clId="{26EF712A-C9F3-4FA7-AD7B-D8EF1B9D393D}" dt="2020-09-27T09:47:53.171" v="3327" actId="1076"/>
          <ac:spMkLst>
            <pc:docMk/>
            <pc:sldMk cId="1342683393" sldId="307"/>
            <ac:spMk id="2" creationId="{B28E83E2-D3A2-4F49-A93F-42BA14542EB9}"/>
          </ac:spMkLst>
        </pc:spChg>
        <pc:spChg chg="mod">
          <ac:chgData name="郁儒 廖" userId="189a1d031aa848d3" providerId="LiveId" clId="{26EF712A-C9F3-4FA7-AD7B-D8EF1B9D393D}" dt="2020-09-28T15:17:29.175" v="3821" actId="1037"/>
          <ac:spMkLst>
            <pc:docMk/>
            <pc:sldMk cId="1342683393" sldId="307"/>
            <ac:spMk id="4" creationId="{5FC3764D-1D77-4B4B-9A24-825B0D16D7FF}"/>
          </ac:spMkLst>
        </pc:spChg>
        <pc:spChg chg="del">
          <ac:chgData name="郁儒 廖" userId="189a1d031aa848d3" providerId="LiveId" clId="{26EF712A-C9F3-4FA7-AD7B-D8EF1B9D393D}" dt="2020-09-27T09:47:11.154" v="3318" actId="478"/>
          <ac:spMkLst>
            <pc:docMk/>
            <pc:sldMk cId="1342683393" sldId="307"/>
            <ac:spMk id="7" creationId="{07594762-D164-42A8-A582-8CF90DD9AF8D}"/>
          </ac:spMkLst>
        </pc:spChg>
        <pc:spChg chg="del">
          <ac:chgData name="郁儒 廖" userId="189a1d031aa848d3" providerId="LiveId" clId="{26EF712A-C9F3-4FA7-AD7B-D8EF1B9D393D}" dt="2020-09-27T09:47:13.868" v="3319" actId="478"/>
          <ac:spMkLst>
            <pc:docMk/>
            <pc:sldMk cId="1342683393" sldId="307"/>
            <ac:spMk id="9" creationId="{57270E4B-55EA-48CC-B3AB-6AF2EF867CED}"/>
          </ac:spMkLst>
        </pc:spChg>
        <pc:spChg chg="mod">
          <ac:chgData name="郁儒 廖" userId="189a1d031aa848d3" providerId="LiveId" clId="{26EF712A-C9F3-4FA7-AD7B-D8EF1B9D393D}" dt="2020-09-28T15:17:26.519" v="3819" actId="1036"/>
          <ac:spMkLst>
            <pc:docMk/>
            <pc:sldMk cId="1342683393" sldId="307"/>
            <ac:spMk id="11" creationId="{8BB6C19C-C370-44EF-B769-3794BD6FD125}"/>
          </ac:spMkLst>
        </pc:spChg>
        <pc:spChg chg="mod">
          <ac:chgData name="郁儒 廖" userId="189a1d031aa848d3" providerId="LiveId" clId="{26EF712A-C9F3-4FA7-AD7B-D8EF1B9D393D}" dt="2020-09-28T15:17:31.409" v="3822" actId="1036"/>
          <ac:spMkLst>
            <pc:docMk/>
            <pc:sldMk cId="1342683393" sldId="307"/>
            <ac:spMk id="12" creationId="{3FE9EA27-9CD6-4318-8AA7-2AFC6CCCF017}"/>
          </ac:spMkLst>
        </pc:spChg>
        <pc:spChg chg="del">
          <ac:chgData name="郁儒 廖" userId="189a1d031aa848d3" providerId="LiveId" clId="{26EF712A-C9F3-4FA7-AD7B-D8EF1B9D393D}" dt="2020-09-27T09:47:08.544" v="3317" actId="478"/>
          <ac:spMkLst>
            <pc:docMk/>
            <pc:sldMk cId="1342683393" sldId="307"/>
            <ac:spMk id="13" creationId="{DFD79DFA-F30A-42C7-B17D-8DD264E4EE33}"/>
          </ac:spMkLst>
        </pc:spChg>
        <pc:spChg chg="mod">
          <ac:chgData name="郁儒 廖" userId="189a1d031aa848d3" providerId="LiveId" clId="{26EF712A-C9F3-4FA7-AD7B-D8EF1B9D393D}" dt="2020-09-28T15:17:10.810" v="3806" actId="1035"/>
          <ac:spMkLst>
            <pc:docMk/>
            <pc:sldMk cId="1342683393" sldId="307"/>
            <ac:spMk id="60" creationId="{35EE9C5C-2FFC-4D18-8B0C-D39740829170}"/>
          </ac:spMkLst>
        </pc:spChg>
        <pc:spChg chg="add mod">
          <ac:chgData name="郁儒 廖" userId="189a1d031aa848d3" providerId="LiveId" clId="{26EF712A-C9F3-4FA7-AD7B-D8EF1B9D393D}" dt="2020-09-27T09:47:43.267" v="3323" actId="1076"/>
          <ac:spMkLst>
            <pc:docMk/>
            <pc:sldMk cId="1342683393" sldId="307"/>
            <ac:spMk id="81" creationId="{982B77FF-C8DA-4751-BF93-22E7F8A3B3D4}"/>
          </ac:spMkLst>
        </pc:spChg>
        <pc:spChg chg="add del mod">
          <ac:chgData name="郁儒 廖" userId="189a1d031aa848d3" providerId="LiveId" clId="{26EF712A-C9F3-4FA7-AD7B-D8EF1B9D393D}" dt="2020-09-27T09:48:15.190" v="3334" actId="478"/>
          <ac:spMkLst>
            <pc:docMk/>
            <pc:sldMk cId="1342683393" sldId="307"/>
            <ac:spMk id="88" creationId="{D18F49B5-FF1F-439F-820F-C3A811A1B1C9}"/>
          </ac:spMkLst>
        </pc:spChg>
        <pc:spChg chg="add mod">
          <ac:chgData name="郁儒 廖" userId="189a1d031aa848d3" providerId="LiveId" clId="{26EF712A-C9F3-4FA7-AD7B-D8EF1B9D393D}" dt="2020-09-27T09:48:12.083" v="3333" actId="1076"/>
          <ac:spMkLst>
            <pc:docMk/>
            <pc:sldMk cId="1342683393" sldId="307"/>
            <ac:spMk id="89" creationId="{7C2B2B89-4440-42D7-B1AD-822E508A746A}"/>
          </ac:spMkLst>
        </pc:spChg>
        <pc:spChg chg="add mod">
          <ac:chgData name="郁儒 廖" userId="189a1d031aa848d3" providerId="LiveId" clId="{26EF712A-C9F3-4FA7-AD7B-D8EF1B9D393D}" dt="2020-09-27T09:50:40.779" v="3347" actId="1076"/>
          <ac:spMkLst>
            <pc:docMk/>
            <pc:sldMk cId="1342683393" sldId="307"/>
            <ac:spMk id="90" creationId="{E75E4BE9-98B3-4B36-94CE-048FDE1D33DF}"/>
          </ac:spMkLst>
        </pc:spChg>
        <pc:spChg chg="add mod">
          <ac:chgData name="郁儒 廖" userId="189a1d031aa848d3" providerId="LiveId" clId="{26EF712A-C9F3-4FA7-AD7B-D8EF1B9D393D}" dt="2020-09-27T09:50:51.843" v="3350" actId="1076"/>
          <ac:spMkLst>
            <pc:docMk/>
            <pc:sldMk cId="1342683393" sldId="307"/>
            <ac:spMk id="91" creationId="{5AB47D2C-7E0C-4615-BCC7-7C4E17A1C167}"/>
          </ac:spMkLst>
        </pc:spChg>
        <pc:spChg chg="add mod">
          <ac:chgData name="郁儒 廖" userId="189a1d031aa848d3" providerId="LiveId" clId="{26EF712A-C9F3-4FA7-AD7B-D8EF1B9D393D}" dt="2020-09-27T09:51:03.838" v="3358" actId="1038"/>
          <ac:spMkLst>
            <pc:docMk/>
            <pc:sldMk cId="1342683393" sldId="307"/>
            <ac:spMk id="92" creationId="{51E9F647-0F0A-4CA7-8967-DC2FBCCB6CD4}"/>
          </ac:spMkLst>
        </pc:spChg>
        <pc:graphicFrameChg chg="modGraphic">
          <ac:chgData name="郁儒 廖" userId="189a1d031aa848d3" providerId="LiveId" clId="{26EF712A-C9F3-4FA7-AD7B-D8EF1B9D393D}" dt="2020-09-27T09:50:54.832" v="3351" actId="20577"/>
          <ac:graphicFrameMkLst>
            <pc:docMk/>
            <pc:sldMk cId="1342683393" sldId="307"/>
            <ac:graphicFrameMk id="5" creationId="{13059CCC-9313-482C-AFE0-84EE71BA050E}"/>
          </ac:graphicFrameMkLst>
        </pc:graphicFrameChg>
        <pc:cxnChg chg="mod">
          <ac:chgData name="郁儒 廖" userId="189a1d031aa848d3" providerId="LiveId" clId="{26EF712A-C9F3-4FA7-AD7B-D8EF1B9D393D}" dt="2020-09-28T15:20:10.127" v="3829" actId="14100"/>
          <ac:cxnSpMkLst>
            <pc:docMk/>
            <pc:sldMk cId="1342683393" sldId="307"/>
            <ac:cxnSpMk id="6" creationId="{75CDF84F-F50B-408D-957C-23BB7AFC989C}"/>
          </ac:cxnSpMkLst>
        </pc:cxnChg>
        <pc:cxnChg chg="mod">
          <ac:chgData name="郁儒 廖" userId="189a1d031aa848d3" providerId="LiveId" clId="{26EF712A-C9F3-4FA7-AD7B-D8EF1B9D393D}" dt="2020-09-28T15:20:03.503" v="3828" actId="14100"/>
          <ac:cxnSpMkLst>
            <pc:docMk/>
            <pc:sldMk cId="1342683393" sldId="307"/>
            <ac:cxnSpMk id="8" creationId="{1D197F1A-4290-406E-BDD3-F0DD7B4F44B7}"/>
          </ac:cxnSpMkLst>
        </pc:cxnChg>
        <pc:cxnChg chg="mod">
          <ac:chgData name="郁儒 廖" userId="189a1d031aa848d3" providerId="LiveId" clId="{26EF712A-C9F3-4FA7-AD7B-D8EF1B9D393D}" dt="2020-09-28T15:17:10.810" v="3806" actId="1035"/>
          <ac:cxnSpMkLst>
            <pc:docMk/>
            <pc:sldMk cId="1342683393" sldId="307"/>
            <ac:cxnSpMk id="10" creationId="{525D7E8B-6869-41C1-93B9-00D5B382AA85}"/>
          </ac:cxnSpMkLst>
        </pc:cxnChg>
      </pc:sldChg>
      <pc:sldChg chg="addSp modSp add mod ord">
        <pc:chgData name="郁儒 廖" userId="189a1d031aa848d3" providerId="LiveId" clId="{26EF712A-C9F3-4FA7-AD7B-D8EF1B9D393D}" dt="2020-09-28T12:12:08.088" v="3744" actId="1076"/>
        <pc:sldMkLst>
          <pc:docMk/>
          <pc:sldMk cId="2690329435" sldId="308"/>
        </pc:sldMkLst>
        <pc:spChg chg="add mod">
          <ac:chgData name="郁儒 廖" userId="189a1d031aa848d3" providerId="LiveId" clId="{26EF712A-C9F3-4FA7-AD7B-D8EF1B9D393D}" dt="2020-09-28T12:12:08.088" v="3744" actId="1076"/>
          <ac:spMkLst>
            <pc:docMk/>
            <pc:sldMk cId="2690329435" sldId="308"/>
            <ac:spMk id="5" creationId="{997AD946-5BA6-4FF6-9D86-494A755119D3}"/>
          </ac:spMkLst>
        </pc:spChg>
        <pc:spChg chg="mod">
          <ac:chgData name="郁儒 廖" userId="189a1d031aa848d3" providerId="LiveId" clId="{26EF712A-C9F3-4FA7-AD7B-D8EF1B9D393D}" dt="2020-09-28T12:10:19.233" v="3742" actId="1037"/>
          <ac:spMkLst>
            <pc:docMk/>
            <pc:sldMk cId="2690329435" sldId="308"/>
            <ac:spMk id="26" creationId="{1BD2D28B-C170-46E5-A032-12A0DA3A69A3}"/>
          </ac:spMkLst>
        </pc:spChg>
      </pc:sldChg>
      <pc:sldChg chg="addSp modSp add mod ord">
        <pc:chgData name="郁儒 廖" userId="189a1d031aa848d3" providerId="LiveId" clId="{26EF712A-C9F3-4FA7-AD7B-D8EF1B9D393D}" dt="2020-09-28T12:13:56.151" v="3794" actId="1037"/>
        <pc:sldMkLst>
          <pc:docMk/>
          <pc:sldMk cId="1412922451" sldId="309"/>
        </pc:sldMkLst>
        <pc:spChg chg="add mod">
          <ac:chgData name="郁儒 廖" userId="189a1d031aa848d3" providerId="LiveId" clId="{26EF712A-C9F3-4FA7-AD7B-D8EF1B9D393D}" dt="2020-09-28T12:13:32.410" v="3791" actId="1038"/>
          <ac:spMkLst>
            <pc:docMk/>
            <pc:sldMk cId="1412922451" sldId="309"/>
            <ac:spMk id="3" creationId="{51C71BFB-5CB2-4A30-8457-35D6996D2ACC}"/>
          </ac:spMkLst>
        </pc:spChg>
        <pc:spChg chg="mod">
          <ac:chgData name="郁儒 廖" userId="189a1d031aa848d3" providerId="LiveId" clId="{26EF712A-C9F3-4FA7-AD7B-D8EF1B9D393D}" dt="2020-09-28T12:12:48.846" v="3745" actId="1076"/>
          <ac:spMkLst>
            <pc:docMk/>
            <pc:sldMk cId="1412922451" sldId="309"/>
            <ac:spMk id="14" creationId="{9C61E469-6BFA-435C-ABD3-09053A853C21}"/>
          </ac:spMkLst>
        </pc:spChg>
        <pc:spChg chg="mod">
          <ac:chgData name="郁儒 廖" userId="189a1d031aa848d3" providerId="LiveId" clId="{26EF712A-C9F3-4FA7-AD7B-D8EF1B9D393D}" dt="2020-09-28T12:13:56.151" v="3794" actId="1037"/>
          <ac:spMkLst>
            <pc:docMk/>
            <pc:sldMk cId="1412922451" sldId="309"/>
            <ac:spMk id="70" creationId="{366424A0-1878-402B-ACEC-E6415AEF69C6}"/>
          </ac:spMkLst>
        </pc:spChg>
        <pc:picChg chg="mod">
          <ac:chgData name="郁儒 廖" userId="189a1d031aa848d3" providerId="LiveId" clId="{26EF712A-C9F3-4FA7-AD7B-D8EF1B9D393D}" dt="2020-09-28T12:12:54.911" v="3746" actId="1076"/>
          <ac:picMkLst>
            <pc:docMk/>
            <pc:sldMk cId="1412922451" sldId="309"/>
            <ac:picMk id="9" creationId="{91F86B0E-450F-441E-AD4D-65A38AD86392}"/>
          </ac:picMkLst>
        </pc:picChg>
      </pc:sldChg>
    </pc:docChg>
  </pc:docChgLst>
  <pc:docChgLst>
    <pc:chgData name="郁儒 廖" userId="189a1d031aa848d3" providerId="LiveId" clId="{3D979FA2-9941-4623-80F9-311482443F51}"/>
    <pc:docChg chg="undo custSel addSld delSld modSld sldOrd">
      <pc:chgData name="郁儒 廖" userId="189a1d031aa848d3" providerId="LiveId" clId="{3D979FA2-9941-4623-80F9-311482443F51}" dt="2020-11-10T08:15:33.081" v="809" actId="207"/>
      <pc:docMkLst>
        <pc:docMk/>
      </pc:docMkLst>
      <pc:sldChg chg="modSp mod">
        <pc:chgData name="郁儒 廖" userId="189a1d031aa848d3" providerId="LiveId" clId="{3D979FA2-9941-4623-80F9-311482443F51}" dt="2020-11-10T07:27:21.249" v="760" actId="1076"/>
        <pc:sldMkLst>
          <pc:docMk/>
          <pc:sldMk cId="3580856288" sldId="256"/>
        </pc:sldMkLst>
        <pc:spChg chg="mod">
          <ac:chgData name="郁儒 廖" userId="189a1d031aa848d3" providerId="LiveId" clId="{3D979FA2-9941-4623-80F9-311482443F51}" dt="2020-11-10T07:26:10.227" v="737" actId="20577"/>
          <ac:spMkLst>
            <pc:docMk/>
            <pc:sldMk cId="3580856288" sldId="256"/>
            <ac:spMk id="2" creationId="{56E4B1A5-E0E2-4B00-9B66-BC1FA839553F}"/>
          </ac:spMkLst>
        </pc:spChg>
        <pc:spChg chg="mod">
          <ac:chgData name="郁儒 廖" userId="189a1d031aa848d3" providerId="LiveId" clId="{3D979FA2-9941-4623-80F9-311482443F51}" dt="2020-10-21T03:57:23.758" v="24" actId="1076"/>
          <ac:spMkLst>
            <pc:docMk/>
            <pc:sldMk cId="3580856288" sldId="256"/>
            <ac:spMk id="3" creationId="{EE123DAE-A3CB-40B7-99A2-F5B5A445809F}"/>
          </ac:spMkLst>
        </pc:spChg>
        <pc:spChg chg="mod">
          <ac:chgData name="郁儒 廖" userId="189a1d031aa848d3" providerId="LiveId" clId="{3D979FA2-9941-4623-80F9-311482443F51}" dt="2020-11-10T07:27:21.249" v="760" actId="1076"/>
          <ac:spMkLst>
            <pc:docMk/>
            <pc:sldMk cId="3580856288" sldId="256"/>
            <ac:spMk id="5" creationId="{F03108F1-CF87-4425-BAA5-8637EFF2921A}"/>
          </ac:spMkLst>
        </pc:spChg>
      </pc:sldChg>
      <pc:sldChg chg="addSp delSp modSp del mod">
        <pc:chgData name="郁儒 廖" userId="189a1d031aa848d3" providerId="LiveId" clId="{3D979FA2-9941-4623-80F9-311482443F51}" dt="2020-11-05T16:24:18.466" v="399" actId="47"/>
        <pc:sldMkLst>
          <pc:docMk/>
          <pc:sldMk cId="2404841664" sldId="261"/>
        </pc:sldMkLst>
        <pc:spChg chg="mod">
          <ac:chgData name="郁儒 廖" userId="189a1d031aa848d3" providerId="LiveId" clId="{3D979FA2-9941-4623-80F9-311482443F51}" dt="2020-10-21T03:59:24.295" v="40"/>
          <ac:spMkLst>
            <pc:docMk/>
            <pc:sldMk cId="2404841664" sldId="261"/>
            <ac:spMk id="2" creationId="{1872FEBF-0A2A-4888-810A-AAB14024E091}"/>
          </ac:spMkLst>
        </pc:spChg>
        <pc:spChg chg="del">
          <ac:chgData name="郁儒 廖" userId="189a1d031aa848d3" providerId="LiveId" clId="{3D979FA2-9941-4623-80F9-311482443F51}" dt="2020-10-21T03:59:30.620" v="44" actId="478"/>
          <ac:spMkLst>
            <pc:docMk/>
            <pc:sldMk cId="2404841664" sldId="261"/>
            <ac:spMk id="3" creationId="{9B25E1B4-7164-4F85-8D04-301AAC611AFB}"/>
          </ac:spMkLst>
        </pc:spChg>
        <pc:spChg chg="mod">
          <ac:chgData name="郁儒 廖" userId="189a1d031aa848d3" providerId="LiveId" clId="{3D979FA2-9941-4623-80F9-311482443F51}" dt="2020-10-21T04:00:31.021" v="77" actId="20577"/>
          <ac:spMkLst>
            <pc:docMk/>
            <pc:sldMk cId="2404841664" sldId="261"/>
            <ac:spMk id="5" creationId="{5A5AC83E-8ADF-4322-ABC7-962111FB3009}"/>
          </ac:spMkLst>
        </pc:spChg>
        <pc:spChg chg="add del">
          <ac:chgData name="郁儒 廖" userId="189a1d031aa848d3" providerId="LiveId" clId="{3D979FA2-9941-4623-80F9-311482443F51}" dt="2020-10-21T04:00:49.669" v="79" actId="478"/>
          <ac:spMkLst>
            <pc:docMk/>
            <pc:sldMk cId="2404841664" sldId="261"/>
            <ac:spMk id="9" creationId="{D211B13C-B5AA-4EBD-8074-858C30E1D422}"/>
          </ac:spMkLst>
        </pc:spChg>
        <pc:picChg chg="del">
          <ac:chgData name="郁儒 廖" userId="189a1d031aa848d3" providerId="LiveId" clId="{3D979FA2-9941-4623-80F9-311482443F51}" dt="2020-10-21T03:59:27.765" v="42" actId="478"/>
          <ac:picMkLst>
            <pc:docMk/>
            <pc:sldMk cId="2404841664" sldId="261"/>
            <ac:picMk id="16" creationId="{3185F72D-776E-4926-AFE8-038C40B70F68}"/>
          </ac:picMkLst>
        </pc:picChg>
        <pc:picChg chg="del">
          <ac:chgData name="郁儒 廖" userId="189a1d031aa848d3" providerId="LiveId" clId="{3D979FA2-9941-4623-80F9-311482443F51}" dt="2020-10-21T03:59:27.084" v="41" actId="478"/>
          <ac:picMkLst>
            <pc:docMk/>
            <pc:sldMk cId="2404841664" sldId="261"/>
            <ac:picMk id="21" creationId="{6B99DD41-D014-4491-8892-5841F8C024CD}"/>
          </ac:picMkLst>
        </pc:picChg>
        <pc:picChg chg="del">
          <ac:chgData name="郁儒 廖" userId="189a1d031aa848d3" providerId="LiveId" clId="{3D979FA2-9941-4623-80F9-311482443F51}" dt="2020-10-21T03:59:28.542" v="43" actId="478"/>
          <ac:picMkLst>
            <pc:docMk/>
            <pc:sldMk cId="2404841664" sldId="261"/>
            <ac:picMk id="26" creationId="{FDF8ABDC-BA8B-4BF9-8644-970D437334C0}"/>
          </ac:picMkLst>
        </pc:picChg>
      </pc:sldChg>
      <pc:sldChg chg="modSp mod">
        <pc:chgData name="郁儒 廖" userId="189a1d031aa848d3" providerId="LiveId" clId="{3D979FA2-9941-4623-80F9-311482443F51}" dt="2020-10-21T03:58:15.134" v="37" actId="20577"/>
        <pc:sldMkLst>
          <pc:docMk/>
          <pc:sldMk cId="3792193056" sldId="267"/>
        </pc:sldMkLst>
        <pc:spChg chg="mod">
          <ac:chgData name="郁儒 廖" userId="189a1d031aa848d3" providerId="LiveId" clId="{3D979FA2-9941-4623-80F9-311482443F51}" dt="2020-10-21T03:58:15.134" v="37" actId="20577"/>
          <ac:spMkLst>
            <pc:docMk/>
            <pc:sldMk cId="3792193056" sldId="267"/>
            <ac:spMk id="3" creationId="{47924614-B3FE-49DB-A43B-C5C6C654484D}"/>
          </ac:spMkLst>
        </pc:spChg>
      </pc:sldChg>
      <pc:sldChg chg="addSp delSp modSp mod ord">
        <pc:chgData name="郁儒 廖" userId="189a1d031aa848d3" providerId="LiveId" clId="{3D979FA2-9941-4623-80F9-311482443F51}" dt="2020-11-10T08:09:38.527" v="789" actId="20577"/>
        <pc:sldMkLst>
          <pc:docMk/>
          <pc:sldMk cId="763297899" sldId="274"/>
        </pc:sldMkLst>
        <pc:spChg chg="del mod">
          <ac:chgData name="郁儒 廖" userId="189a1d031aa848d3" providerId="LiveId" clId="{3D979FA2-9941-4623-80F9-311482443F51}" dt="2020-10-21T15:04:33.785" v="102"/>
          <ac:spMkLst>
            <pc:docMk/>
            <pc:sldMk cId="763297899" sldId="274"/>
            <ac:spMk id="3" creationId="{47924614-B3FE-49DB-A43B-C5C6C654484D}"/>
          </ac:spMkLst>
        </pc:spChg>
        <pc:spChg chg="add mod">
          <ac:chgData name="郁儒 廖" userId="189a1d031aa848d3" providerId="LiveId" clId="{3D979FA2-9941-4623-80F9-311482443F51}" dt="2020-11-10T07:30:23.977" v="761" actId="1076"/>
          <ac:spMkLst>
            <pc:docMk/>
            <pc:sldMk cId="763297899" sldId="274"/>
            <ac:spMk id="4" creationId="{29C5A1D2-7FEF-46D2-9FD9-3D07845AE18C}"/>
          </ac:spMkLst>
        </pc:spChg>
        <pc:spChg chg="add mod">
          <ac:chgData name="郁儒 廖" userId="189a1d031aa848d3" providerId="LiveId" clId="{3D979FA2-9941-4623-80F9-311482443F51}" dt="2020-11-05T17:23:16.778" v="580" actId="1076"/>
          <ac:spMkLst>
            <pc:docMk/>
            <pc:sldMk cId="763297899" sldId="274"/>
            <ac:spMk id="5" creationId="{4C288005-07B5-4419-A349-3540B9400ECC}"/>
          </ac:spMkLst>
        </pc:spChg>
        <pc:spChg chg="add del mod">
          <ac:chgData name="郁儒 廖" userId="189a1d031aa848d3" providerId="LiveId" clId="{3D979FA2-9941-4623-80F9-311482443F51}" dt="2020-10-21T15:22:59.318" v="328" actId="478"/>
          <ac:spMkLst>
            <pc:docMk/>
            <pc:sldMk cId="763297899" sldId="274"/>
            <ac:spMk id="6" creationId="{C371736B-4BFE-4CCC-AC5F-DE094A77393C}"/>
          </ac:spMkLst>
        </pc:spChg>
        <pc:spChg chg="add del mod">
          <ac:chgData name="郁儒 廖" userId="189a1d031aa848d3" providerId="LiveId" clId="{3D979FA2-9941-4623-80F9-311482443F51}" dt="2020-11-05T17:22:50.503" v="579" actId="478"/>
          <ac:spMkLst>
            <pc:docMk/>
            <pc:sldMk cId="763297899" sldId="274"/>
            <ac:spMk id="8" creationId="{4940F023-B424-41A3-8643-07DAA8796661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" creationId="{627F214D-BDB6-4E4E-B302-2D68B26C604B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" creationId="{8E864D14-FDF6-4BEE-B88E-FEC9BE19C34C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23" creationId="{7C8A37DC-7757-4FDE-ABE2-85EA7E91075E}"/>
          </ac:spMkLst>
        </pc:spChg>
        <pc:spChg chg="del">
          <ac:chgData name="郁儒 廖" userId="189a1d031aa848d3" providerId="LiveId" clId="{3D979FA2-9941-4623-80F9-311482443F51}" dt="2020-10-21T15:04:36.966" v="104" actId="478"/>
          <ac:spMkLst>
            <pc:docMk/>
            <pc:sldMk cId="763297899" sldId="274"/>
            <ac:spMk id="24" creationId="{65DE9EFD-1E55-4EAF-B867-EC42CFD22ABC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59" creationId="{45708A20-DB5A-45DE-AF84-3B5FD3895D9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60" creationId="{35EE9C5C-2FFC-4D18-8B0C-D39740829170}"/>
          </ac:spMkLst>
        </pc:spChg>
        <pc:spChg chg="del">
          <ac:chgData name="郁儒 廖" userId="189a1d031aa848d3" providerId="LiveId" clId="{3D979FA2-9941-4623-80F9-311482443F51}" dt="2020-10-21T15:04:40.574" v="105" actId="478"/>
          <ac:spMkLst>
            <pc:docMk/>
            <pc:sldMk cId="763297899" sldId="274"/>
            <ac:spMk id="62" creationId="{907D711C-D16D-46B9-9349-5C2191DD735B}"/>
          </ac:spMkLst>
        </pc:spChg>
        <pc:spChg chg="mod">
          <ac:chgData name="郁儒 廖" userId="189a1d031aa848d3" providerId="LiveId" clId="{3D979FA2-9941-4623-80F9-311482443F51}" dt="2020-10-21T15:04:25.021" v="99"/>
          <ac:spMkLst>
            <pc:docMk/>
            <pc:sldMk cId="763297899" sldId="274"/>
            <ac:spMk id="77" creationId="{F9994D52-4494-42FA-A942-012DCE7C4795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34" creationId="{CAD04931-7AE7-4760-800A-D235D6C82534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37" creationId="{3C32C6DD-DBA9-4EA1-9B8D-96CDE5C9D32C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40" creationId="{2D505F76-1C55-4EDF-AAA8-D45FB3EE0CF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43" creationId="{844C5D9C-FEAD-497F-9008-CCEE737A8FCE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46" creationId="{DB7D5C5E-E817-488A-A9F6-8F60E980790F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48" creationId="{011C8FA3-80AF-40DC-962C-E102289065F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50" creationId="{225C13FB-FA9E-4B2C-9DD3-5DDD859A4002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52" creationId="{FE5EDF7C-FCD5-47EB-9528-501CC52D25E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54" creationId="{EA8FB268-57CF-4CCA-AACE-75E19171B478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59" creationId="{12DD8C26-10F6-4CEF-8690-457C4434FB2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0" creationId="{3531E027-17CF-459C-9E0D-B9E6CFCCBAE3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1" creationId="{E6730449-B746-4C60-AE7A-5D788B283FC4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2" creationId="{A3EF6457-9CAB-455E-A7E3-E716FE24D459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4" creationId="{B318CEF4-BDD9-4CB5-B72C-EB42FF0F0638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7" creationId="{057FBF71-1CF9-411E-8DC6-C3ED9854BF6B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0" creationId="{21B2183C-1763-4E33-BE43-8E9400A3964D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3" creationId="{01BE261B-69B0-48A5-9035-14FA6021467E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4" creationId="{86A6D966-F7C9-4C1C-A9A4-853AEF784121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5" creationId="{9F4D1A77-FBF7-4D2D-B2BF-6B3DD84D9B88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9" creationId="{BD7EF726-CA91-4A9E-902C-F2A1E505D58F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1" creationId="{95C8C9E4-4941-4CB1-92F1-30F5A0D28746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3" creationId="{E3F2CC7B-801D-4C3A-8E65-9CFBA00997AD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6" creationId="{17991355-9D92-44BD-9A31-57B158FEF5B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7" creationId="{DC3ACF24-F699-4B5A-AD95-29AAAE1DB3B8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90" creationId="{A917C70C-1C40-4DED-93CA-7F985768AA5B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92" creationId="{D8EDF434-CC6B-4F30-A0D3-1ECB82B2D4F0}"/>
          </ac:spMkLst>
        </pc:spChg>
        <pc:graphicFrameChg chg="add mod modGraphic">
          <ac:chgData name="郁儒 廖" userId="189a1d031aa848d3" providerId="LiveId" clId="{3D979FA2-9941-4623-80F9-311482443F51}" dt="2020-11-10T08:09:38.527" v="789" actId="20577"/>
          <ac:graphicFrameMkLst>
            <pc:docMk/>
            <pc:sldMk cId="763297899" sldId="274"/>
            <ac:graphicFrameMk id="2" creationId="{64A669C6-8E2E-42F6-8690-636D3E657B77}"/>
          </ac:graphicFrameMkLst>
        </pc:graphicFrame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7" creationId="{EF45BA65-3525-462E-806A-7FBD9E7C730D}"/>
          </ac:cxnSpMkLst>
        </pc:cxnChg>
        <pc:cxnChg chg="del">
          <ac:chgData name="郁儒 廖" userId="189a1d031aa848d3" providerId="LiveId" clId="{3D979FA2-9941-4623-80F9-311482443F51}" dt="2020-10-21T15:04:36.966" v="104" actId="478"/>
          <ac:cxnSpMkLst>
            <pc:docMk/>
            <pc:sldMk cId="763297899" sldId="274"/>
            <ac:cxnSpMk id="20" creationId="{788A1A53-8D16-41C8-B2A0-E0F8EA6F1EDA}"/>
          </ac:cxnSpMkLst>
        </pc:cxnChg>
        <pc:cxnChg chg="del">
          <ac:chgData name="郁儒 廖" userId="189a1d031aa848d3" providerId="LiveId" clId="{3D979FA2-9941-4623-80F9-311482443F51}" dt="2020-10-21T15:04:36.966" v="104" actId="478"/>
          <ac:cxnSpMkLst>
            <pc:docMk/>
            <pc:sldMk cId="763297899" sldId="274"/>
            <ac:cxnSpMk id="22" creationId="{16435DAE-8852-41E9-AEDD-DD6EA5FBF160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35" creationId="{2F23D6DF-3C4D-4050-A8E0-882C6042F26C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36" creationId="{83F34E19-BBB9-4E04-8F17-EA1382E09397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38" creationId="{6C5061DD-C178-4570-A925-6125831CF988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39" creationId="{7216A6C0-8575-417E-B1D1-C09C3CFF55B8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1" creationId="{DB3E37F0-6BBD-40A1-9FC5-10798AFFB6D9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2" creationId="{FF5DB06D-5E56-4958-B3B9-BA0A7841C58B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4" creationId="{FFFBF3E3-EDAF-4972-B27D-34F2393CC816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5" creationId="{C0C34FFF-07EE-46D0-9311-F180680619B8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7" creationId="{6144B16B-AB9E-40A4-8037-27414CECB3E0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9" creationId="{246FE280-9C8E-4A7A-B39D-0F2ECA44C491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1" creationId="{C3ADBE65-A4C4-4F4B-8A9E-9827BCE7F368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3" creationId="{D9F82BCE-434A-4350-B55E-ACB988896B24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5" creationId="{CECD9425-2280-491D-8E38-7A1E2FEB372E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6" creationId="{55A3D8D8-4899-4EE2-AB45-B64D4EE0EEC3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7" creationId="{651505CE-8237-46FE-A664-031EF46DBA6B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8" creationId="{F45283B1-43DD-4B1A-9E05-20A360D49DDF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3" creationId="{3EC8BAFF-AC28-4893-B72E-24377998B3DC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5" creationId="{670C1FC8-901F-4965-B02B-7215E3B3C3F8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6" creationId="{F0B91B92-560C-4816-84C1-7888ACA7A634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8" creationId="{BC200043-FC23-4570-9723-50F0E11B57F7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9" creationId="{AA29CDF1-B202-43ED-A6A5-199E9D303CBC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1" creationId="{C8F689E7-D995-4FEA-8C59-0F34E82D2F76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2" creationId="{9F9F3B2F-C4D8-42E9-87DE-E8A688BD24E1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6" creationId="{3D87AFC0-0F16-44A1-B44D-55F03D18F461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7" creationId="{9A9CFE85-29AA-485A-9DAD-1010E46C8AEA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8" creationId="{83993DD0-1741-4CC7-ADFA-65ADF761125C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0" creationId="{E19543A0-0DB9-4CBD-81B8-3BD61C88E6AF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2" creationId="{919CDE80-5238-4B9F-A9FB-89938E8DBBC9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4" creationId="{1AE14722-BC5B-4225-A9FA-263D2569C5F4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5" creationId="{80D82067-2FE5-46FD-A066-19F4F7975A74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8" creationId="{29A8EFD6-F62F-4006-A930-849B5B7D4B19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9" creationId="{5963C06E-8D73-4A68-867B-DC729958B016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91" creationId="{87B3C0DC-1BEB-468B-8E21-96B06F27352C}"/>
          </ac:cxnSpMkLst>
        </pc:cxnChg>
      </pc:sldChg>
      <pc:sldChg chg="del">
        <pc:chgData name="郁儒 廖" userId="189a1d031aa848d3" providerId="LiveId" clId="{3D979FA2-9941-4623-80F9-311482443F51}" dt="2020-11-09T10:45:05.087" v="712" actId="47"/>
        <pc:sldMkLst>
          <pc:docMk/>
          <pc:sldMk cId="2920857385" sldId="283"/>
        </pc:sldMkLst>
      </pc:sldChg>
      <pc:sldChg chg="addSp delSp modSp del mod delAnim">
        <pc:chgData name="郁儒 廖" userId="189a1d031aa848d3" providerId="LiveId" clId="{3D979FA2-9941-4623-80F9-311482443F51}" dt="2020-11-09T10:45:05.292" v="713" actId="47"/>
        <pc:sldMkLst>
          <pc:docMk/>
          <pc:sldMk cId="476440036" sldId="286"/>
        </pc:sldMkLst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2" creationId="{B28E83E2-D3A2-4F49-A93F-42BA14542EB9}"/>
          </ac:spMkLst>
        </pc:spChg>
        <pc:spChg chg="del mod">
          <ac:chgData name="郁儒 廖" userId="189a1d031aa848d3" providerId="LiveId" clId="{3D979FA2-9941-4623-80F9-311482443F51}" dt="2020-10-21T15:17:12.145" v="282" actId="478"/>
          <ac:spMkLst>
            <pc:docMk/>
            <pc:sldMk cId="476440036" sldId="286"/>
            <ac:spMk id="3" creationId="{47924614-B3FE-49DB-A43B-C5C6C654484D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7" creationId="{07594762-D164-42A8-A582-8CF90DD9AF8D}"/>
          </ac:spMkLst>
        </pc:spChg>
        <pc:spChg chg="add mod">
          <ac:chgData name="郁儒 廖" userId="189a1d031aa848d3" providerId="LiveId" clId="{3D979FA2-9941-4623-80F9-311482443F51}" dt="2020-10-21T15:22:03.047" v="323" actId="1076"/>
          <ac:spMkLst>
            <pc:docMk/>
            <pc:sldMk cId="476440036" sldId="286"/>
            <ac:spMk id="8" creationId="{AA9F7CBD-3993-4936-BF2A-3BC60878B0E6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9" creationId="{57270E4B-55EA-48CC-B3AB-6AF2EF867CED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3" creationId="{DFD79DFA-F30A-42C7-B17D-8DD264E4EE33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59" creationId="{45708A20-DB5A-45DE-AF84-3B5FD3895D9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60" creationId="{35EE9C5C-2FFC-4D18-8B0C-D39740829170}"/>
          </ac:spMkLst>
        </pc:spChg>
        <pc:spChg chg="del">
          <ac:chgData name="郁儒 廖" userId="189a1d031aa848d3" providerId="LiveId" clId="{3D979FA2-9941-4623-80F9-311482443F51}" dt="2020-10-21T15:16:21.814" v="280" actId="478"/>
          <ac:spMkLst>
            <pc:docMk/>
            <pc:sldMk cId="476440036" sldId="286"/>
            <ac:spMk id="83" creationId="{79CB4821-10C3-4854-8834-5F1B69EF9801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86" creationId="{B79EEB3E-A93F-456A-B1D6-11EB75C038F4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87" creationId="{C63A1F99-36E0-4F41-8DFA-E7112359EC8C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34" creationId="{CAD04931-7AE7-4760-800A-D235D6C82534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37" creationId="{3C32C6DD-DBA9-4EA1-9B8D-96CDE5C9D32C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40" creationId="{2D505F76-1C55-4EDF-AAA8-D45FB3EE0CF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43" creationId="{844C5D9C-FEAD-497F-9008-CCEE737A8FCE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46" creationId="{DB7D5C5E-E817-488A-A9F6-8F60E980790F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48" creationId="{011C8FA3-80AF-40DC-962C-E102289065F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50" creationId="{225C13FB-FA9E-4B2C-9DD3-5DDD859A4002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52" creationId="{FE5EDF7C-FCD5-47EB-9528-501CC52D25E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54" creationId="{EA8FB268-57CF-4CCA-AACE-75E19171B478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59" creationId="{12DD8C26-10F6-4CEF-8690-457C4434FB2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0" creationId="{3531E027-17CF-459C-9E0D-B9E6CFCCBAE3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1" creationId="{E6730449-B746-4C60-AE7A-5D788B283FC4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2" creationId="{A3EF6457-9CAB-455E-A7E3-E716FE24D459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4" creationId="{B318CEF4-BDD9-4CB5-B72C-EB42FF0F0638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7" creationId="{057FBF71-1CF9-411E-8DC6-C3ED9854BF6B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0" creationId="{21B2183C-1763-4E33-BE43-8E9400A3964D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3" creationId="{01BE261B-69B0-48A5-9035-14FA6021467E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4" creationId="{86A6D966-F7C9-4C1C-A9A4-853AEF784121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5" creationId="{9F4D1A77-FBF7-4D2D-B2BF-6B3DD84D9B88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9" creationId="{BD7EF726-CA91-4A9E-902C-F2A1E505D58F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81" creationId="{95C8C9E4-4941-4CB1-92F1-30F5A0D28746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83" creationId="{E3F2CC7B-801D-4C3A-8E65-9CFBA00997AD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86" creationId="{17991355-9D92-44BD-9A31-57B158FEF5B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87" creationId="{DC3ACF24-F699-4B5A-AD95-29AAAE1DB3B8}"/>
          </ac:spMkLst>
        </pc:spChg>
        <pc:spChg chg="del">
          <ac:chgData name="郁儒 廖" userId="189a1d031aa848d3" providerId="LiveId" clId="{3D979FA2-9941-4623-80F9-311482443F51}" dt="2020-10-21T15:16:25.011" v="281" actId="478"/>
          <ac:spMkLst>
            <pc:docMk/>
            <pc:sldMk cId="476440036" sldId="286"/>
            <ac:spMk id="190" creationId="{A917C70C-1C40-4DED-93CA-7F985768AA5B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92" creationId="{D8EDF434-CC6B-4F30-A0D3-1ECB82B2D4F0}"/>
          </ac:spMkLst>
        </pc:spChg>
        <pc:graphicFrameChg chg="del">
          <ac:chgData name="郁儒 廖" userId="189a1d031aa848d3" providerId="LiveId" clId="{3D979FA2-9941-4623-80F9-311482443F51}" dt="2020-10-21T15:16:15.778" v="278" actId="478"/>
          <ac:graphicFrameMkLst>
            <pc:docMk/>
            <pc:sldMk cId="476440036" sldId="286"/>
            <ac:graphicFrameMk id="5" creationId="{13059CCC-9313-482C-AFE0-84EE71BA050E}"/>
          </ac:graphicFrameMkLst>
        </pc:graphicFrameChg>
        <pc:picChg chg="add mod modCrop">
          <ac:chgData name="郁儒 廖" userId="189a1d031aa848d3" providerId="LiveId" clId="{3D979FA2-9941-4623-80F9-311482443F51}" dt="2020-10-21T15:19:42.109" v="292" actId="1076"/>
          <ac:picMkLst>
            <pc:docMk/>
            <pc:sldMk cId="476440036" sldId="286"/>
            <ac:picMk id="6" creationId="{95FDF786-269E-4C7A-AC1D-19A4E1049722}"/>
          </ac:picMkLst>
        </pc:pic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84" creationId="{6FD50CE8-F884-45C6-A16F-E237E83D9BB1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85" creationId="{7F2FDD56-5116-4897-9FD7-98FD02EFF3CE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35" creationId="{2F23D6DF-3C4D-4050-A8E0-882C6042F26C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36" creationId="{83F34E19-BBB9-4E04-8F17-EA1382E09397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38" creationId="{6C5061DD-C178-4570-A925-6125831CF988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39" creationId="{7216A6C0-8575-417E-B1D1-C09C3CFF55B8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1" creationId="{DB3E37F0-6BBD-40A1-9FC5-10798AFFB6D9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2" creationId="{FF5DB06D-5E56-4958-B3B9-BA0A7841C58B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4" creationId="{FFFBF3E3-EDAF-4972-B27D-34F2393CC816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5" creationId="{C0C34FFF-07EE-46D0-9311-F180680619B8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7" creationId="{6144B16B-AB9E-40A4-8037-27414CECB3E0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9" creationId="{246FE280-9C8E-4A7A-B39D-0F2ECA44C491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1" creationId="{C3ADBE65-A4C4-4F4B-8A9E-9827BCE7F368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3" creationId="{D9F82BCE-434A-4350-B55E-ACB988896B24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5" creationId="{CECD9425-2280-491D-8E38-7A1E2FEB372E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6" creationId="{55A3D8D8-4899-4EE2-AB45-B64D4EE0EEC3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7" creationId="{651505CE-8237-46FE-A664-031EF46DBA6B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8" creationId="{F45283B1-43DD-4B1A-9E05-20A360D49DDF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3" creationId="{3EC8BAFF-AC28-4893-B72E-24377998B3DC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5" creationId="{670C1FC8-901F-4965-B02B-7215E3B3C3F8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6" creationId="{F0B91B92-560C-4816-84C1-7888ACA7A634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8" creationId="{BC200043-FC23-4570-9723-50F0E11B57F7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9" creationId="{AA29CDF1-B202-43ED-A6A5-199E9D303CBC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1" creationId="{C8F689E7-D995-4FEA-8C59-0F34E82D2F76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2" creationId="{9F9F3B2F-C4D8-42E9-87DE-E8A688BD24E1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6" creationId="{3D87AFC0-0F16-44A1-B44D-55F03D18F461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7" creationId="{9A9CFE85-29AA-485A-9DAD-1010E46C8AEA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8" creationId="{83993DD0-1741-4CC7-ADFA-65ADF761125C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0" creationId="{E19543A0-0DB9-4CBD-81B8-3BD61C88E6AF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2" creationId="{919CDE80-5238-4B9F-A9FB-89938E8DBBC9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4" creationId="{1AE14722-BC5B-4225-A9FA-263D2569C5F4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5" creationId="{80D82067-2FE5-46FD-A066-19F4F7975A74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8" creationId="{29A8EFD6-F62F-4006-A930-849B5B7D4B19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9" creationId="{5963C06E-8D73-4A68-867B-DC729958B016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91" creationId="{87B3C0DC-1BEB-468B-8E21-96B06F27352C}"/>
          </ac:cxnSpMkLst>
        </pc:cxnChg>
      </pc:sldChg>
      <pc:sldChg chg="del">
        <pc:chgData name="郁儒 廖" userId="189a1d031aa848d3" providerId="LiveId" clId="{3D979FA2-9941-4623-80F9-311482443F51}" dt="2020-11-09T10:45:04.812" v="711" actId="47"/>
        <pc:sldMkLst>
          <pc:docMk/>
          <pc:sldMk cId="4236625492" sldId="292"/>
        </pc:sldMkLst>
      </pc:sldChg>
      <pc:sldChg chg="del">
        <pc:chgData name="郁儒 廖" userId="189a1d031aa848d3" providerId="LiveId" clId="{3D979FA2-9941-4623-80F9-311482443F51}" dt="2020-11-09T10:45:04.286" v="709" actId="47"/>
        <pc:sldMkLst>
          <pc:docMk/>
          <pc:sldMk cId="4086647352" sldId="295"/>
        </pc:sldMkLst>
      </pc:sldChg>
      <pc:sldChg chg="del">
        <pc:chgData name="郁儒 廖" userId="189a1d031aa848d3" providerId="LiveId" clId="{3D979FA2-9941-4623-80F9-311482443F51}" dt="2020-11-09T10:45:03.776" v="707" actId="47"/>
        <pc:sldMkLst>
          <pc:docMk/>
          <pc:sldMk cId="2597994283" sldId="299"/>
        </pc:sldMkLst>
      </pc:sldChg>
      <pc:sldChg chg="del">
        <pc:chgData name="郁儒 廖" userId="189a1d031aa848d3" providerId="LiveId" clId="{3D979FA2-9941-4623-80F9-311482443F51}" dt="2020-11-09T10:45:03.545" v="706" actId="47"/>
        <pc:sldMkLst>
          <pc:docMk/>
          <pc:sldMk cId="2030942318" sldId="300"/>
        </pc:sldMkLst>
      </pc:sldChg>
      <pc:sldChg chg="del">
        <pc:chgData name="郁儒 廖" userId="189a1d031aa848d3" providerId="LiveId" clId="{3D979FA2-9941-4623-80F9-311482443F51}" dt="2020-11-09T10:45:04.554" v="710" actId="47"/>
        <pc:sldMkLst>
          <pc:docMk/>
          <pc:sldMk cId="982892828" sldId="304"/>
        </pc:sldMkLst>
      </pc:sldChg>
      <pc:sldChg chg="del">
        <pc:chgData name="郁儒 廖" userId="189a1d031aa848d3" providerId="LiveId" clId="{3D979FA2-9941-4623-80F9-311482443F51}" dt="2020-11-09T10:45:04.020" v="708" actId="47"/>
        <pc:sldMkLst>
          <pc:docMk/>
          <pc:sldMk cId="3387503313" sldId="305"/>
        </pc:sldMkLst>
      </pc:sldChg>
      <pc:sldChg chg="del">
        <pc:chgData name="郁儒 廖" userId="189a1d031aa848d3" providerId="LiveId" clId="{3D979FA2-9941-4623-80F9-311482443F51}" dt="2020-11-09T10:45:05.833" v="714" actId="47"/>
        <pc:sldMkLst>
          <pc:docMk/>
          <pc:sldMk cId="1342683393" sldId="307"/>
        </pc:sldMkLst>
      </pc:sldChg>
      <pc:sldChg chg="del">
        <pc:chgData name="郁儒 廖" userId="189a1d031aa848d3" providerId="LiveId" clId="{3D979FA2-9941-4623-80F9-311482443F51}" dt="2020-11-09T10:45:03.301" v="705" actId="47"/>
        <pc:sldMkLst>
          <pc:docMk/>
          <pc:sldMk cId="2690329435" sldId="308"/>
        </pc:sldMkLst>
      </pc:sldChg>
      <pc:sldChg chg="del">
        <pc:chgData name="郁儒 廖" userId="189a1d031aa848d3" providerId="LiveId" clId="{3D979FA2-9941-4623-80F9-311482443F51}" dt="2020-11-09T10:45:03.010" v="704" actId="47"/>
        <pc:sldMkLst>
          <pc:docMk/>
          <pc:sldMk cId="1412922451" sldId="309"/>
        </pc:sldMkLst>
      </pc:sldChg>
      <pc:sldChg chg="addSp delSp modSp add mod">
        <pc:chgData name="郁儒 廖" userId="189a1d031aa848d3" providerId="LiveId" clId="{3D979FA2-9941-4623-80F9-311482443F51}" dt="2020-11-09T11:07:09.070" v="715" actId="478"/>
        <pc:sldMkLst>
          <pc:docMk/>
          <pc:sldMk cId="507658757" sldId="310"/>
        </pc:sldMkLst>
        <pc:spChg chg="add del mod">
          <ac:chgData name="郁儒 廖" userId="189a1d031aa848d3" providerId="LiveId" clId="{3D979FA2-9941-4623-80F9-311482443F51}" dt="2020-11-09T11:07:09.070" v="715" actId="478"/>
          <ac:spMkLst>
            <pc:docMk/>
            <pc:sldMk cId="507658757" sldId="310"/>
            <ac:spMk id="3" creationId="{DBA24D27-7346-45E5-84ED-D6E5ED431D75}"/>
          </ac:spMkLst>
        </pc:spChg>
        <pc:spChg chg="mod">
          <ac:chgData name="郁儒 廖" userId="189a1d031aa848d3" providerId="LiveId" clId="{3D979FA2-9941-4623-80F9-311482443F51}" dt="2020-11-05T16:27:17.248" v="441" actId="20577"/>
          <ac:spMkLst>
            <pc:docMk/>
            <pc:sldMk cId="507658757" sldId="310"/>
            <ac:spMk id="5" creationId="{5A5AC83E-8ADF-4322-ABC7-962111FB3009}"/>
          </ac:spMkLst>
        </pc:spChg>
      </pc:sldChg>
      <pc:sldChg chg="addSp delSp modSp add mod ord">
        <pc:chgData name="郁儒 廖" userId="189a1d031aa848d3" providerId="LiveId" clId="{3D979FA2-9941-4623-80F9-311482443F51}" dt="2020-11-10T08:15:33.081" v="809" actId="207"/>
        <pc:sldMkLst>
          <pc:docMk/>
          <pc:sldMk cId="2882257488" sldId="311"/>
        </pc:sldMkLst>
        <pc:spChg chg="add mod">
          <ac:chgData name="郁儒 廖" userId="189a1d031aa848d3" providerId="LiveId" clId="{3D979FA2-9941-4623-80F9-311482443F51}" dt="2020-11-10T08:10:45.048" v="807" actId="1076"/>
          <ac:spMkLst>
            <pc:docMk/>
            <pc:sldMk cId="2882257488" sldId="311"/>
            <ac:spMk id="3" creationId="{6AEA8115-C65D-485E-BC41-4B73559EB7C3}"/>
          </ac:spMkLst>
        </pc:spChg>
        <pc:spChg chg="mod">
          <ac:chgData name="郁儒 廖" userId="189a1d031aa848d3" providerId="LiveId" clId="{3D979FA2-9941-4623-80F9-311482443F51}" dt="2020-11-10T07:31:34.921" v="771" actId="1076"/>
          <ac:spMkLst>
            <pc:docMk/>
            <pc:sldMk cId="2882257488" sldId="311"/>
            <ac:spMk id="4" creationId="{29C5A1D2-7FEF-46D2-9FD9-3D07845AE18C}"/>
          </ac:spMkLst>
        </pc:spChg>
        <pc:spChg chg="del">
          <ac:chgData name="郁儒 廖" userId="189a1d031aa848d3" providerId="LiveId" clId="{3D979FA2-9941-4623-80F9-311482443F51}" dt="2020-10-21T15:22:38.805" v="324" actId="478"/>
          <ac:spMkLst>
            <pc:docMk/>
            <pc:sldMk cId="2882257488" sldId="311"/>
            <ac:spMk id="5" creationId="{4C288005-07B5-4419-A349-3540B9400ECC}"/>
          </ac:spMkLst>
        </pc:spChg>
        <pc:spChg chg="del">
          <ac:chgData name="郁儒 廖" userId="189a1d031aa848d3" providerId="LiveId" clId="{3D979FA2-9941-4623-80F9-311482443F51}" dt="2020-10-21T15:22:40.467" v="325" actId="478"/>
          <ac:spMkLst>
            <pc:docMk/>
            <pc:sldMk cId="2882257488" sldId="311"/>
            <ac:spMk id="6" creationId="{C371736B-4BFE-4CCC-AC5F-DE094A77393C}"/>
          </ac:spMkLst>
        </pc:spChg>
        <pc:graphicFrameChg chg="del mod modGraphic">
          <ac:chgData name="郁儒 廖" userId="189a1d031aa848d3" providerId="LiveId" clId="{3D979FA2-9941-4623-80F9-311482443F51}" dt="2020-11-10T08:10:40.738" v="805" actId="478"/>
          <ac:graphicFrameMkLst>
            <pc:docMk/>
            <pc:sldMk cId="2882257488" sldId="311"/>
            <ac:graphicFrameMk id="2" creationId="{64A669C6-8E2E-42F6-8690-636D3E657B77}"/>
          </ac:graphicFrameMkLst>
        </pc:graphicFrameChg>
        <pc:graphicFrameChg chg="add modGraphic">
          <ac:chgData name="郁儒 廖" userId="189a1d031aa848d3" providerId="LiveId" clId="{3D979FA2-9941-4623-80F9-311482443F51}" dt="2020-11-10T08:15:33.081" v="809" actId="207"/>
          <ac:graphicFrameMkLst>
            <pc:docMk/>
            <pc:sldMk cId="2882257488" sldId="311"/>
            <ac:graphicFrameMk id="6" creationId="{079338D2-B226-4F40-992A-0B8CADD50F41}"/>
          </ac:graphicFrameMkLst>
        </pc:graphicFrameChg>
      </pc:sldChg>
      <pc:sldChg chg="addSp delSp modSp add mod ord">
        <pc:chgData name="郁儒 廖" userId="189a1d031aa848d3" providerId="LiveId" clId="{3D979FA2-9941-4623-80F9-311482443F51}" dt="2020-11-10T08:10:14.234" v="799" actId="207"/>
        <pc:sldMkLst>
          <pc:docMk/>
          <pc:sldMk cId="3489344936" sldId="312"/>
        </pc:sldMkLst>
        <pc:spChg chg="add mod">
          <ac:chgData name="郁儒 廖" userId="189a1d031aa848d3" providerId="LiveId" clId="{3D979FA2-9941-4623-80F9-311482443F51}" dt="2020-11-06T18:14:57.584" v="675" actId="20577"/>
          <ac:spMkLst>
            <pc:docMk/>
            <pc:sldMk cId="3489344936" sldId="312"/>
            <ac:spMk id="3" creationId="{C2C4850D-EA15-4FBF-BF3C-CB9A02F13D68}"/>
          </ac:spMkLst>
        </pc:spChg>
        <pc:spChg chg="mod">
          <ac:chgData name="郁儒 廖" userId="189a1d031aa848d3" providerId="LiveId" clId="{3D979FA2-9941-4623-80F9-311482443F51}" dt="2020-11-10T07:31:06.993" v="764" actId="1076"/>
          <ac:spMkLst>
            <pc:docMk/>
            <pc:sldMk cId="3489344936" sldId="312"/>
            <ac:spMk id="4" creationId="{29C5A1D2-7FEF-46D2-9FD9-3D07845AE18C}"/>
          </ac:spMkLst>
        </pc:spChg>
        <pc:spChg chg="del">
          <ac:chgData name="郁儒 廖" userId="189a1d031aa848d3" providerId="LiveId" clId="{3D979FA2-9941-4623-80F9-311482443F51}" dt="2020-10-21T15:25:28.328" v="369" actId="478"/>
          <ac:spMkLst>
            <pc:docMk/>
            <pc:sldMk cId="3489344936" sldId="312"/>
            <ac:spMk id="5" creationId="{4C288005-07B5-4419-A349-3540B9400ECC}"/>
          </ac:spMkLst>
        </pc:spChg>
        <pc:spChg chg="del mod">
          <ac:chgData name="郁儒 廖" userId="189a1d031aa848d3" providerId="LiveId" clId="{3D979FA2-9941-4623-80F9-311482443F51}" dt="2020-11-06T04:30:13.194" v="668" actId="478"/>
          <ac:spMkLst>
            <pc:docMk/>
            <pc:sldMk cId="3489344936" sldId="312"/>
            <ac:spMk id="6" creationId="{C371736B-4BFE-4CCC-AC5F-DE094A77393C}"/>
          </ac:spMkLst>
        </pc:spChg>
        <pc:graphicFrameChg chg="del mod modGraphic">
          <ac:chgData name="郁儒 廖" userId="189a1d031aa848d3" providerId="LiveId" clId="{3D979FA2-9941-4623-80F9-311482443F51}" dt="2020-11-10T08:10:10.505" v="797" actId="478"/>
          <ac:graphicFrameMkLst>
            <pc:docMk/>
            <pc:sldMk cId="3489344936" sldId="312"/>
            <ac:graphicFrameMk id="2" creationId="{64A669C6-8E2E-42F6-8690-636D3E657B77}"/>
          </ac:graphicFrameMkLst>
        </pc:graphicFrameChg>
        <pc:graphicFrameChg chg="add modGraphic">
          <ac:chgData name="郁儒 廖" userId="189a1d031aa848d3" providerId="LiveId" clId="{3D979FA2-9941-4623-80F9-311482443F51}" dt="2020-11-10T08:10:14.234" v="799" actId="207"/>
          <ac:graphicFrameMkLst>
            <pc:docMk/>
            <pc:sldMk cId="3489344936" sldId="312"/>
            <ac:graphicFrameMk id="5" creationId="{ECE1BA32-5B0E-40F2-B910-1456456C7FBE}"/>
          </ac:graphicFrameMkLst>
        </pc:graphicFrameChg>
      </pc:sldChg>
      <pc:sldChg chg="add del">
        <pc:chgData name="郁儒 廖" userId="189a1d031aa848d3" providerId="LiveId" clId="{3D979FA2-9941-4623-80F9-311482443F51}" dt="2020-11-09T13:42:51.653" v="724" actId="47"/>
        <pc:sldMkLst>
          <pc:docMk/>
          <pc:sldMk cId="2402637854" sldId="313"/>
        </pc:sldMkLst>
      </pc:sldChg>
      <pc:sldChg chg="addSp delSp modSp add mod ord">
        <pc:chgData name="郁儒 廖" userId="189a1d031aa848d3" providerId="LiveId" clId="{3D979FA2-9941-4623-80F9-311482443F51}" dt="2020-11-10T08:10:03.142" v="796" actId="22"/>
        <pc:sldMkLst>
          <pc:docMk/>
          <pc:sldMk cId="2716722104" sldId="314"/>
        </pc:sldMkLst>
        <pc:spChg chg="mod">
          <ac:chgData name="郁儒 廖" userId="189a1d031aa848d3" providerId="LiveId" clId="{3D979FA2-9941-4623-80F9-311482443F51}" dt="2020-11-05T17:27:33.092" v="632" actId="20577"/>
          <ac:spMkLst>
            <pc:docMk/>
            <pc:sldMk cId="2716722104" sldId="314"/>
            <ac:spMk id="5" creationId="{4C288005-07B5-4419-A349-3540B9400ECC}"/>
          </ac:spMkLst>
        </pc:spChg>
        <pc:graphicFrameChg chg="del modGraphic">
          <ac:chgData name="郁儒 廖" userId="189a1d031aa848d3" providerId="LiveId" clId="{3D979FA2-9941-4623-80F9-311482443F51}" dt="2020-11-10T08:10:02" v="795" actId="478"/>
          <ac:graphicFrameMkLst>
            <pc:docMk/>
            <pc:sldMk cId="2716722104" sldId="314"/>
            <ac:graphicFrameMk id="2" creationId="{64A669C6-8E2E-42F6-8690-636D3E657B77}"/>
          </ac:graphicFrameMkLst>
        </pc:graphicFrameChg>
        <pc:graphicFrameChg chg="add">
          <ac:chgData name="郁儒 廖" userId="189a1d031aa848d3" providerId="LiveId" clId="{3D979FA2-9941-4623-80F9-311482443F51}" dt="2020-11-10T08:10:03.142" v="796" actId="22"/>
          <ac:graphicFrameMkLst>
            <pc:docMk/>
            <pc:sldMk cId="2716722104" sldId="314"/>
            <ac:graphicFrameMk id="3" creationId="{A5C194C2-948E-4FFB-8068-31BE25DDF841}"/>
          </ac:graphicFrameMkLst>
        </pc:graphicFrameChg>
      </pc:sldChg>
      <pc:sldChg chg="addSp delSp modSp add mod ord">
        <pc:chgData name="郁儒 廖" userId="189a1d031aa848d3" providerId="LiveId" clId="{3D979FA2-9941-4623-80F9-311482443F51}" dt="2020-11-10T08:10:27.529" v="803" actId="207"/>
        <pc:sldMkLst>
          <pc:docMk/>
          <pc:sldMk cId="3810866551" sldId="315"/>
        </pc:sldMkLst>
        <pc:spChg chg="del">
          <ac:chgData name="郁儒 廖" userId="189a1d031aa848d3" providerId="LiveId" clId="{3D979FA2-9941-4623-80F9-311482443F51}" dt="2020-11-09T11:17:08.277" v="723" actId="478"/>
          <ac:spMkLst>
            <pc:docMk/>
            <pc:sldMk cId="3810866551" sldId="315"/>
            <ac:spMk id="3" creationId="{C2C4850D-EA15-4FBF-BF3C-CB9A02F13D68}"/>
          </ac:spMkLst>
        </pc:spChg>
        <pc:spChg chg="mod">
          <ac:chgData name="郁儒 廖" userId="189a1d031aa848d3" providerId="LiveId" clId="{3D979FA2-9941-4623-80F9-311482443F51}" dt="2020-11-10T07:31:18" v="765" actId="1076"/>
          <ac:spMkLst>
            <pc:docMk/>
            <pc:sldMk cId="3810866551" sldId="315"/>
            <ac:spMk id="4" creationId="{29C5A1D2-7FEF-46D2-9FD9-3D07845AE18C}"/>
          </ac:spMkLst>
        </pc:spChg>
        <pc:spChg chg="del">
          <ac:chgData name="郁儒 廖" userId="189a1d031aa848d3" providerId="LiveId" clId="{3D979FA2-9941-4623-80F9-311482443F51}" dt="2020-11-09T11:16:42.225" v="722" actId="478"/>
          <ac:spMkLst>
            <pc:docMk/>
            <pc:sldMk cId="3810866551" sldId="315"/>
            <ac:spMk id="6" creationId="{C371736B-4BFE-4CCC-AC5F-DE094A77393C}"/>
          </ac:spMkLst>
        </pc:spChg>
        <pc:graphicFrameChg chg="del mod modGraphic">
          <ac:chgData name="郁儒 廖" userId="189a1d031aa848d3" providerId="LiveId" clId="{3D979FA2-9941-4623-80F9-311482443F51}" dt="2020-11-10T08:10:18.795" v="800" actId="478"/>
          <ac:graphicFrameMkLst>
            <pc:docMk/>
            <pc:sldMk cId="3810866551" sldId="315"/>
            <ac:graphicFrameMk id="2" creationId="{64A669C6-8E2E-42F6-8690-636D3E657B77}"/>
          </ac:graphicFrameMkLst>
        </pc:graphicFrameChg>
        <pc:graphicFrameChg chg="add modGraphic">
          <ac:chgData name="郁儒 廖" userId="189a1d031aa848d3" providerId="LiveId" clId="{3D979FA2-9941-4623-80F9-311482443F51}" dt="2020-11-10T08:10:27.529" v="803" actId="207"/>
          <ac:graphicFrameMkLst>
            <pc:docMk/>
            <pc:sldMk cId="3810866551" sldId="315"/>
            <ac:graphicFrameMk id="3" creationId="{08CE335C-8A02-456F-8330-4AFF94FEE2B5}"/>
          </ac:graphicFrameMkLst>
        </pc:graphicFrameChg>
      </pc:sldChg>
      <pc:sldChg chg="addSp delSp modSp add mod ord">
        <pc:chgData name="郁儒 廖" userId="189a1d031aa848d3" providerId="LiveId" clId="{3D979FA2-9941-4623-80F9-311482443F51}" dt="2020-11-10T08:09:56.283" v="794" actId="207"/>
        <pc:sldMkLst>
          <pc:docMk/>
          <pc:sldMk cId="3179896192" sldId="316"/>
        </pc:sldMkLst>
        <pc:spChg chg="del">
          <ac:chgData name="郁儒 廖" userId="189a1d031aa848d3" providerId="LiveId" clId="{3D979FA2-9941-4623-80F9-311482443F51}" dt="2020-11-06T04:29:11.082" v="662" actId="478"/>
          <ac:spMkLst>
            <pc:docMk/>
            <pc:sldMk cId="3179896192" sldId="316"/>
            <ac:spMk id="3" creationId="{C2C4850D-EA15-4FBF-BF3C-CB9A02F13D68}"/>
          </ac:spMkLst>
        </pc:spChg>
        <pc:spChg chg="mod">
          <ac:chgData name="郁儒 廖" userId="189a1d031aa848d3" providerId="LiveId" clId="{3D979FA2-9941-4623-80F9-311482443F51}" dt="2020-11-10T07:30:33.345" v="762" actId="1076"/>
          <ac:spMkLst>
            <pc:docMk/>
            <pc:sldMk cId="3179896192" sldId="316"/>
            <ac:spMk id="4" creationId="{29C5A1D2-7FEF-46D2-9FD9-3D07845AE18C}"/>
          </ac:spMkLst>
        </pc:spChg>
        <pc:spChg chg="add mod">
          <ac:chgData name="郁儒 廖" userId="189a1d031aa848d3" providerId="LiveId" clId="{3D979FA2-9941-4623-80F9-311482443F51}" dt="2020-11-06T04:30:53.254" v="670" actId="13926"/>
          <ac:spMkLst>
            <pc:docMk/>
            <pc:sldMk cId="3179896192" sldId="316"/>
            <ac:spMk id="5" creationId="{BAB15D6C-0174-4FE1-85A6-5389F9CA2CBB}"/>
          </ac:spMkLst>
        </pc:spChg>
        <pc:spChg chg="del mod">
          <ac:chgData name="郁儒 廖" userId="189a1d031aa848d3" providerId="LiveId" clId="{3D979FA2-9941-4623-80F9-311482443F51}" dt="2020-11-06T04:29:49.680" v="665" actId="478"/>
          <ac:spMkLst>
            <pc:docMk/>
            <pc:sldMk cId="3179896192" sldId="316"/>
            <ac:spMk id="6" creationId="{C371736B-4BFE-4CCC-AC5F-DE094A77393C}"/>
          </ac:spMkLst>
        </pc:spChg>
        <pc:graphicFrameChg chg="del mod modGraphic">
          <ac:chgData name="郁儒 廖" userId="189a1d031aa848d3" providerId="LiveId" clId="{3D979FA2-9941-4623-80F9-311482443F51}" dt="2020-11-10T08:09:45.609" v="790" actId="478"/>
          <ac:graphicFrameMkLst>
            <pc:docMk/>
            <pc:sldMk cId="3179896192" sldId="316"/>
            <ac:graphicFrameMk id="2" creationId="{64A669C6-8E2E-42F6-8690-636D3E657B77}"/>
          </ac:graphicFrameMkLst>
        </pc:graphicFrameChg>
        <pc:graphicFrameChg chg="add modGraphic">
          <ac:chgData name="郁儒 廖" userId="189a1d031aa848d3" providerId="LiveId" clId="{3D979FA2-9941-4623-80F9-311482443F51}" dt="2020-11-10T08:09:56.283" v="794" actId="207"/>
          <ac:graphicFrameMkLst>
            <pc:docMk/>
            <pc:sldMk cId="3179896192" sldId="316"/>
            <ac:graphicFrameMk id="3" creationId="{DAED7EDF-90F4-483F-97FF-B3DE3F03055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E92D4-912E-41D5-8ECD-6784A048535D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5C186-660B-45AF-A671-B575E46C7B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054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08213-D391-414A-B371-349E53B7C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BA926A-90D0-4856-99C4-083A9CA6C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F8EFE6-FF02-482B-95DC-D0AC1744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603AD2-65F8-4ECF-A3DA-CDEBFBA3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73E713-EF1B-4096-86A7-4AF04943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13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794086-08BA-404C-A2CB-626A75EF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529E52-275E-418A-95E8-F406FBAEF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354A27-7722-401C-A2EF-4E13BCF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AF8F45-B51A-4DBD-A11A-566D5476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D15BA1-FA3F-4FDD-B25D-443797F1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6033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D41658-C720-42CF-8337-A348F8E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11287F-7817-45E3-B100-1C8AB7FE4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60BE8C-B2E2-4A58-B829-8BE52039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1A5D44-3C70-4904-9092-AE1D9660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109324-56BF-4268-B98B-96288711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53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7EDBC0-92DE-4529-B94F-91A320C7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09E199-4E79-4209-8137-5CDB4657A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4424D0E-2742-4BB4-82DB-7C6F7A088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A3CD028-E53B-4938-A990-E0B6B824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C06ECD-900E-4D99-BF2F-C93DB3B9A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69FBAF-9121-40AB-9C0F-C6626D69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62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FA052-24A0-4025-8D88-34C2FA879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1EAC88-F48A-4D70-B183-A29485E0F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211BCE4-4448-4D59-B351-EA6B13BC7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9FB4DC9-BA5C-445A-8E9E-ADD9EAD59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3E0939F-6D18-48D0-8794-D1CD1D84C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AAE4E09-F8AB-495B-AE6E-F5BBC1D5D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DA2344B-C00D-4F7C-897D-F91086791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39C8F45-96E0-4907-8D48-366985B4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37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8BE456-B1CD-4D77-BE06-F2BD22C7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4C6B0BE-3285-4D23-A608-7BD50CED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B12AF8A-C1EF-4A8C-9F1E-2C2AF9216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A652EE-DB97-48DF-9B6D-041D6282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910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B0B650E-47C1-4160-A8E9-2E9FEE0D5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17A14F3-12AB-4BE7-808A-03844D13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CB4B2-325D-42E3-BB16-80079BD6B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18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3649E-FB6C-410E-AD4C-0601BF9DF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2B1DDC-6CF2-4A15-B987-C501882C3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63753E5-66B2-4473-9D45-2B8793B01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532500C-1F8A-471D-AC40-EE33123A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C5E1E25-364E-4BFA-BADD-86D2B311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8A8E12-5A8D-4E5A-8651-90CA07F75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04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340E73-0066-495F-84F0-AF7A61E0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767DBE4-1F7D-45B4-AE90-1FF1D167C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89F70D-2F1C-4073-8193-C6FF9C376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1DC82AF-C065-46BB-9F0C-E46799B4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254562E-DC8C-41C6-BD48-5C80D8C4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E2078EC-8892-4F4F-9CB5-2CB7CBB0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222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300743-5C2C-4C13-AF66-A9998A82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C41115D-5D77-442D-A98C-AB3FD0318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9EEFCD-5BBE-431D-8126-6CDD89731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F65D52-48FB-4769-A02B-615588F7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690050-2EAA-4ACF-BEC6-B7BBDBD2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54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13AD2DB-B3CA-4974-8774-C215DF867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90D3004-22AB-4013-94FF-25CFA99B8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2A8711-E9C8-4F55-BF89-78E88088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7411BC-2B56-491A-8227-B8365121A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1EBA85-07CA-4638-82AC-DDFE6C66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835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F8AFDF5-29C2-49DF-A318-91746C8F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1B4B79-9E8B-40C8-9D9A-139461234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1DDF67-F86A-4DDE-A3FF-1C758C5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97EA3-6CA3-4258-89B6-05F1101B8650}" type="datetimeFigureOut">
              <a:rPr lang="zh-TW" altLang="en-US" smtClean="0"/>
              <a:t>2020/11/10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DB0E10-67DC-4741-BC57-A9A2A9091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F7B7F2-0C69-479C-8945-0953FD69E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57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E4B1A5-E0E2-4B00-9B66-BC1FA8395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611" y="1549083"/>
            <a:ext cx="11232777" cy="1655762"/>
          </a:xfrm>
        </p:spPr>
        <p:txBody>
          <a:bodyPr>
            <a:normAutofit fontScale="90000"/>
          </a:bodyPr>
          <a:lstStyle/>
          <a:p>
            <a:r>
              <a:rPr lang="en-US" altLang="zh-TW" sz="4900" b="1" dirty="0"/>
              <a:t>A Simple Algorithm for Solving for the Generalized Longest</a:t>
            </a:r>
            <a:r>
              <a:rPr lang="zh-TW" altLang="en-US" sz="4900" b="1" dirty="0"/>
              <a:t> </a:t>
            </a:r>
            <a:r>
              <a:rPr lang="en-US" altLang="zh-TW" sz="4900" b="1" dirty="0"/>
              <a:t>Common Subsequence (LCS) Problem</a:t>
            </a:r>
            <a:r>
              <a:rPr lang="zh-TW" altLang="en-US" sz="4900" b="1" dirty="0"/>
              <a:t> </a:t>
            </a:r>
            <a:r>
              <a:rPr lang="en-US" altLang="zh-TW" sz="4900" b="1" dirty="0"/>
              <a:t>with a Substring Exclusion Constraint</a:t>
            </a:r>
            <a:br>
              <a:rPr lang="en-US" altLang="zh-TW" sz="4400" b="1" dirty="0"/>
            </a:br>
            <a:r>
              <a:rPr lang="en-US" altLang="zh-TW" sz="2700" dirty="0" err="1"/>
              <a:t>Daxin</a:t>
            </a:r>
            <a:r>
              <a:rPr lang="en-US" altLang="zh-TW" sz="2700" dirty="0"/>
              <a:t> Zhu ,</a:t>
            </a:r>
            <a:r>
              <a:rPr lang="en-US" altLang="zh-TW" sz="2700" dirty="0" err="1"/>
              <a:t>Xiaodong</a:t>
            </a:r>
            <a:r>
              <a:rPr lang="en-US" altLang="zh-TW" sz="2700" dirty="0"/>
              <a:t> Wang</a:t>
            </a:r>
            <a:endParaRPr lang="zh-TW" altLang="en-US" sz="27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E123DAE-A3CB-40B7-99A2-F5B5A4458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945" y="3940249"/>
            <a:ext cx="9144000" cy="1005821"/>
          </a:xfrm>
        </p:spPr>
        <p:txBody>
          <a:bodyPr/>
          <a:lstStyle/>
          <a:p>
            <a:r>
              <a:rPr lang="en-US" altLang="zh-TW" dirty="0">
                <a:latin typeface="+mj-lt"/>
                <a:ea typeface="+mj-ea"/>
                <a:cs typeface="+mj-cs"/>
              </a:rPr>
              <a:t>Algorithms 2013, 6, p485-p493</a:t>
            </a:r>
            <a:endParaRPr lang="zh-TW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F03108F1-CF87-4425-BAA5-8637EFF2921A}"/>
              </a:ext>
            </a:extLst>
          </p:cNvPr>
          <p:cNvSpPr txBox="1">
            <a:spLocks/>
          </p:cNvSpPr>
          <p:nvPr/>
        </p:nvSpPr>
        <p:spPr>
          <a:xfrm>
            <a:off x="8783273" y="5308917"/>
            <a:ext cx="2471956" cy="820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latin typeface="微軟正黑體" pitchFamily="34" charset="-120"/>
                <a:ea typeface="微軟正黑體" pitchFamily="34" charset="-120"/>
              </a:rPr>
              <a:t>Presenter :</a:t>
            </a:r>
            <a:r>
              <a:rPr lang="zh-TW" altLang="en-US" sz="16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600" dirty="0"/>
              <a:t>Yu-Ju, Liao</a:t>
            </a:r>
          </a:p>
          <a:p>
            <a:r>
              <a:rPr lang="en-US" altLang="zh-TW" sz="1600" dirty="0">
                <a:latin typeface="微軟正黑體" pitchFamily="34" charset="-120"/>
                <a:ea typeface="微軟正黑體" pitchFamily="34" charset="-120"/>
              </a:rPr>
              <a:t>Date :</a:t>
            </a:r>
            <a:r>
              <a:rPr lang="zh-TW" altLang="en-US" sz="16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Nov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10. 2020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8085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550715-45BC-480C-929E-02B819AF8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924614-B3FE-49DB-A43B-C5C6C654484D}"/>
              </a:ext>
            </a:extLst>
          </p:cNvPr>
          <p:cNvSpPr txBox="1"/>
          <p:nvPr/>
        </p:nvSpPr>
        <p:spPr>
          <a:xfrm>
            <a:off x="838199" y="1526796"/>
            <a:ext cx="108728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This paper studies the string-excluding (STR-EC)-constrained longest common</a:t>
            </a:r>
          </a:p>
          <a:p>
            <a:r>
              <a:rPr lang="en-US" altLang="zh-TW" sz="2400" dirty="0"/>
              <a:t>subsequence (LCS) problem, a generalized LCS problem. For the two input sequences, X and Y , of lengths n and m and a constraint string, P, of length r, the goal is to find the longest common subsequence, Z, of X and Y that excludes P as a substring. The problem and its solution were first proposed by Chen and Chao, but we found that their algorithm cannot solve the problem correctly. A new dynamic programming solution for the STR-EC-LCS problem is then presented in this paper, and the correctness of the new algorithm is proven.</a:t>
            </a:r>
          </a:p>
          <a:p>
            <a:r>
              <a:rPr lang="en-US" altLang="zh-TW" sz="2400" dirty="0"/>
              <a:t>The time complexity of the new algorithm is O(</a:t>
            </a:r>
            <a:r>
              <a:rPr lang="en-US" altLang="zh-TW" sz="2400" dirty="0" err="1"/>
              <a:t>nmr</a:t>
            </a:r>
            <a:r>
              <a:rPr lang="en-US" altLang="zh-TW" sz="2400" dirty="0"/>
              <a:t>).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92193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72FEBF-0A2A-4888-810A-AAB14024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/>
          <a:lstStyle/>
          <a:p>
            <a:r>
              <a:rPr lang="en-US" altLang="zh-TW" sz="4400" dirty="0"/>
              <a:t>STR-EC- LCS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A5AC83E-8ADF-4322-ABC7-962111FB3009}"/>
              </a:ext>
            </a:extLst>
          </p:cNvPr>
          <p:cNvSpPr txBox="1"/>
          <p:nvPr/>
        </p:nvSpPr>
        <p:spPr>
          <a:xfrm>
            <a:off x="905312" y="1752039"/>
            <a:ext cx="10872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X = </a:t>
            </a:r>
            <a:r>
              <a:rPr lang="en-US" altLang="zh-TW" sz="2400" dirty="0" err="1">
                <a:highlight>
                  <a:srgbClr val="FFFF00"/>
                </a:highlight>
              </a:rPr>
              <a:t>ab</a:t>
            </a:r>
            <a:r>
              <a:rPr lang="en-US" altLang="zh-TW" sz="2400" dirty="0" err="1"/>
              <a:t>bb</a:t>
            </a:r>
            <a:endParaRPr lang="en-US" altLang="zh-TW" sz="2400" dirty="0"/>
          </a:p>
          <a:p>
            <a:r>
              <a:rPr lang="en-US" altLang="zh-TW" sz="2400" dirty="0"/>
              <a:t>     Y = </a:t>
            </a:r>
            <a:r>
              <a:rPr lang="en-US" altLang="zh-TW" sz="2400" dirty="0" err="1"/>
              <a:t>a</a:t>
            </a:r>
            <a:r>
              <a:rPr lang="en-US" altLang="zh-TW" sz="2400" dirty="0" err="1">
                <a:highlight>
                  <a:srgbClr val="FFFF00"/>
                </a:highlight>
              </a:rPr>
              <a:t>ab</a:t>
            </a:r>
            <a:endParaRPr lang="en-US" altLang="zh-TW" sz="2400" dirty="0">
              <a:highlight>
                <a:srgbClr val="FFFF00"/>
              </a:highlight>
            </a:endParaRPr>
          </a:p>
          <a:p>
            <a:r>
              <a:rPr lang="en-US" altLang="zh-TW" sz="2400" dirty="0"/>
              <a:t>     P = ab</a:t>
            </a:r>
          </a:p>
          <a:p>
            <a:r>
              <a:rPr lang="en-US" altLang="zh-TW" sz="2400" dirty="0"/>
              <a:t>     =&gt;STR-EC- LCS : a/b</a:t>
            </a:r>
          </a:p>
        </p:txBody>
      </p:sp>
    </p:spTree>
    <p:extLst>
      <p:ext uri="{BB962C8B-B14F-4D97-AF65-F5344CB8AC3E}">
        <p14:creationId xmlns:p14="http://schemas.microsoft.com/office/powerpoint/2010/main" val="50765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標題 1">
            <a:extLst>
              <a:ext uri="{FF2B5EF4-FFF2-40B4-BE49-F238E27FC236}">
                <a16:creationId xmlns:a16="http://schemas.microsoft.com/office/drawing/2014/main" id="{F9994D52-4494-42FA-A942-012DCE7C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/>
          <a:lstStyle/>
          <a:p>
            <a:r>
              <a:rPr lang="en-US" altLang="zh-TW" dirty="0"/>
              <a:t>Algorithm for STR-EC-LCS</a:t>
            </a:r>
            <a:endParaRPr lang="zh-TW" altLang="en-US" dirty="0"/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64A669C6-8E2E-42F6-8690-636D3E657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428787"/>
              </p:ext>
            </p:extLst>
          </p:nvPr>
        </p:nvGraphicFramePr>
        <p:xfrm>
          <a:off x="2806966" y="1446194"/>
          <a:ext cx="7816931" cy="32190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128">
                  <a:extLst>
                    <a:ext uri="{9D8B030D-6E8A-4147-A177-3AD203B41FA5}">
                      <a16:colId xmlns:a16="http://schemas.microsoft.com/office/drawing/2014/main" val="1664356092"/>
                    </a:ext>
                  </a:extLst>
                </a:gridCol>
                <a:gridCol w="864084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905691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775063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923109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931817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787526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942113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5985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k=0  (P[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0</a:t>
                      </a:r>
                      <a:r>
                        <a:rPr lang="en-US" altLang="zh-TW" dirty="0"/>
                        <a:t>:1] = “”)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k=1  (P[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US" altLang="zh-TW" dirty="0"/>
                        <a:t>:1] = “a”)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29C5A1D2-7FEF-46D2-9FD9-3D07845AE18C}"/>
              </a:ext>
            </a:extLst>
          </p:cNvPr>
          <p:cNvSpPr txBox="1"/>
          <p:nvPr/>
        </p:nvSpPr>
        <p:spPr>
          <a:xfrm>
            <a:off x="969468" y="2062399"/>
            <a:ext cx="13878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X = </a:t>
            </a:r>
            <a:r>
              <a:rPr lang="en-US" altLang="zh-TW" sz="2400" dirty="0" err="1"/>
              <a:t>abbb</a:t>
            </a:r>
            <a:endParaRPr lang="en-US" altLang="zh-TW" sz="2400" dirty="0"/>
          </a:p>
          <a:p>
            <a:r>
              <a:rPr lang="en-US" altLang="zh-TW" sz="2400" dirty="0"/>
              <a:t>Y = </a:t>
            </a:r>
            <a:r>
              <a:rPr lang="en-US" altLang="zh-TW" sz="2400" dirty="0" err="1"/>
              <a:t>aab</a:t>
            </a:r>
            <a:endParaRPr lang="en-US" altLang="zh-TW" sz="2400" dirty="0"/>
          </a:p>
          <a:p>
            <a:r>
              <a:rPr lang="en-US" altLang="zh-TW" sz="2400" dirty="0"/>
              <a:t>P = ab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C288005-07B5-4419-A349-3540B9400ECC}"/>
              </a:ext>
            </a:extLst>
          </p:cNvPr>
          <p:cNvSpPr txBox="1"/>
          <p:nvPr/>
        </p:nvSpPr>
        <p:spPr>
          <a:xfrm>
            <a:off x="2806966" y="4919008"/>
            <a:ext cx="47298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X[4:4] = b</a:t>
            </a:r>
          </a:p>
          <a:p>
            <a:r>
              <a:rPr lang="en-US" altLang="zh-TW" sz="2400" dirty="0"/>
              <a:t>Y[3:3] = b</a:t>
            </a:r>
          </a:p>
          <a:p>
            <a:r>
              <a:rPr lang="en-US" altLang="zh-TW" sz="2400" dirty="0"/>
              <a:t>=&gt;common string: z</a:t>
            </a:r>
          </a:p>
          <a:p>
            <a:r>
              <a:rPr lang="en-US" altLang="zh-TW" sz="2400" dirty="0"/>
              <a:t>=&gt;</a:t>
            </a:r>
            <a:r>
              <a:rPr lang="en-US" altLang="zh-TW" sz="2400" dirty="0">
                <a:highlight>
                  <a:srgbClr val="FFFF00"/>
                </a:highlight>
              </a:rPr>
              <a:t>p[0:1]+z </a:t>
            </a:r>
            <a:r>
              <a:rPr lang="en-US" altLang="zh-TW" sz="2400" dirty="0"/>
              <a:t> =“” +”b”=“b”</a:t>
            </a:r>
          </a:p>
          <a:p>
            <a:endParaRPr lang="en-US" altLang="zh-TW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63297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標題 1">
            <a:extLst>
              <a:ext uri="{FF2B5EF4-FFF2-40B4-BE49-F238E27FC236}">
                <a16:creationId xmlns:a16="http://schemas.microsoft.com/office/drawing/2014/main" id="{F9994D52-4494-42FA-A942-012DCE7C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/>
          <a:lstStyle/>
          <a:p>
            <a:r>
              <a:rPr lang="en-US" altLang="zh-TW" dirty="0"/>
              <a:t>Algorithm for STR-EC-LCS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9C5A1D2-7FEF-46D2-9FD9-3D07845AE18C}"/>
              </a:ext>
            </a:extLst>
          </p:cNvPr>
          <p:cNvSpPr txBox="1"/>
          <p:nvPr/>
        </p:nvSpPr>
        <p:spPr>
          <a:xfrm>
            <a:off x="992946" y="2498626"/>
            <a:ext cx="13207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X = </a:t>
            </a:r>
            <a:r>
              <a:rPr lang="en-US" altLang="zh-TW" sz="2400" dirty="0" err="1"/>
              <a:t>abbb</a:t>
            </a:r>
            <a:endParaRPr lang="en-US" altLang="zh-TW" sz="2400" dirty="0"/>
          </a:p>
          <a:p>
            <a:r>
              <a:rPr lang="en-US" altLang="zh-TW" sz="2400" dirty="0"/>
              <a:t>Y = </a:t>
            </a:r>
            <a:r>
              <a:rPr lang="en-US" altLang="zh-TW" sz="2400" dirty="0" err="1"/>
              <a:t>aab</a:t>
            </a:r>
            <a:endParaRPr lang="en-US" altLang="zh-TW" sz="2400" dirty="0"/>
          </a:p>
          <a:p>
            <a:r>
              <a:rPr lang="en-US" altLang="zh-TW" sz="2400" dirty="0"/>
              <a:t>P = ab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AB15D6C-0174-4FE1-85A6-5389F9CA2CBB}"/>
              </a:ext>
            </a:extLst>
          </p:cNvPr>
          <p:cNvSpPr txBox="1"/>
          <p:nvPr/>
        </p:nvSpPr>
        <p:spPr>
          <a:xfrm>
            <a:off x="7271867" y="4969902"/>
            <a:ext cx="47298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X[4:4] = b</a:t>
            </a:r>
          </a:p>
          <a:p>
            <a:r>
              <a:rPr lang="en-US" altLang="zh-TW" sz="2400" dirty="0"/>
              <a:t>Y[3:3] = b</a:t>
            </a:r>
          </a:p>
          <a:p>
            <a:r>
              <a:rPr lang="en-US" altLang="zh-TW" sz="2400" dirty="0"/>
              <a:t>=&gt;common string: z</a:t>
            </a:r>
          </a:p>
          <a:p>
            <a:r>
              <a:rPr lang="en-US" altLang="zh-TW" sz="2400" dirty="0"/>
              <a:t>=&gt;p[1:1]+z  =“a” +”b”=“ab” (x)</a:t>
            </a:r>
          </a:p>
          <a:p>
            <a:r>
              <a:rPr lang="en-US" altLang="zh-TW" sz="2400" dirty="0"/>
              <a:t>=&gt;p[1:1]+z  =“a” +””=“a”</a:t>
            </a:r>
            <a:endParaRPr lang="en-US" altLang="zh-TW" sz="2400" dirty="0">
              <a:highlight>
                <a:srgbClr val="FFFF00"/>
              </a:highlight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DAED7EDF-90F4-483F-97FF-B3DE3F030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44186"/>
              </p:ext>
            </p:extLst>
          </p:nvPr>
        </p:nvGraphicFramePr>
        <p:xfrm>
          <a:off x="2806966" y="1446194"/>
          <a:ext cx="7816931" cy="32190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128">
                  <a:extLst>
                    <a:ext uri="{9D8B030D-6E8A-4147-A177-3AD203B41FA5}">
                      <a16:colId xmlns:a16="http://schemas.microsoft.com/office/drawing/2014/main" val="1664356092"/>
                    </a:ext>
                  </a:extLst>
                </a:gridCol>
                <a:gridCol w="864084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905691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775063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923109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931817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787526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942113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5985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k=0  (P[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0</a:t>
                      </a:r>
                      <a:r>
                        <a:rPr lang="en-US" altLang="zh-TW" dirty="0"/>
                        <a:t>:1] = “”)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k=1  (P[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US" altLang="zh-TW" dirty="0"/>
                        <a:t>:1] = “a”)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89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標題 1">
            <a:extLst>
              <a:ext uri="{FF2B5EF4-FFF2-40B4-BE49-F238E27FC236}">
                <a16:creationId xmlns:a16="http://schemas.microsoft.com/office/drawing/2014/main" id="{F9994D52-4494-42FA-A942-012DCE7C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/>
          <a:lstStyle/>
          <a:p>
            <a:r>
              <a:rPr lang="en-US" altLang="zh-TW" dirty="0"/>
              <a:t>Algorithm for STR-EC-LCS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9C5A1D2-7FEF-46D2-9FD9-3D07845AE18C}"/>
              </a:ext>
            </a:extLst>
          </p:cNvPr>
          <p:cNvSpPr txBox="1"/>
          <p:nvPr/>
        </p:nvSpPr>
        <p:spPr>
          <a:xfrm>
            <a:off x="1003024" y="2330846"/>
            <a:ext cx="13878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X = </a:t>
            </a:r>
            <a:r>
              <a:rPr lang="en-US" altLang="zh-TW" sz="2400" dirty="0" err="1"/>
              <a:t>abbb</a:t>
            </a:r>
            <a:endParaRPr lang="en-US" altLang="zh-TW" sz="2400" dirty="0"/>
          </a:p>
          <a:p>
            <a:r>
              <a:rPr lang="en-US" altLang="zh-TW" sz="2400" dirty="0"/>
              <a:t>Y = </a:t>
            </a:r>
            <a:r>
              <a:rPr lang="en-US" altLang="zh-TW" sz="2400" dirty="0" err="1"/>
              <a:t>aab</a:t>
            </a:r>
            <a:endParaRPr lang="en-US" altLang="zh-TW" sz="2400" dirty="0"/>
          </a:p>
          <a:p>
            <a:r>
              <a:rPr lang="en-US" altLang="zh-TW" sz="2400" dirty="0"/>
              <a:t>P = ab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C288005-07B5-4419-A349-3540B9400ECC}"/>
              </a:ext>
            </a:extLst>
          </p:cNvPr>
          <p:cNvSpPr txBox="1"/>
          <p:nvPr/>
        </p:nvSpPr>
        <p:spPr>
          <a:xfrm>
            <a:off x="4535098" y="4893841"/>
            <a:ext cx="4729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=&gt;p[0:1]+”b” =“b”</a:t>
            </a:r>
          </a:p>
          <a:p>
            <a:r>
              <a:rPr lang="en-US" altLang="zh-TW" sz="2400" dirty="0"/>
              <a:t>=&gt;q=0</a:t>
            </a: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A5C194C2-948E-4FFB-8068-31BE25DDF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879233"/>
              </p:ext>
            </p:extLst>
          </p:nvPr>
        </p:nvGraphicFramePr>
        <p:xfrm>
          <a:off x="2806966" y="1446194"/>
          <a:ext cx="7816931" cy="32190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128">
                  <a:extLst>
                    <a:ext uri="{9D8B030D-6E8A-4147-A177-3AD203B41FA5}">
                      <a16:colId xmlns:a16="http://schemas.microsoft.com/office/drawing/2014/main" val="1664356092"/>
                    </a:ext>
                  </a:extLst>
                </a:gridCol>
                <a:gridCol w="864084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905691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775063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923109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931817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787526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942113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5985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k=0  (P[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0</a:t>
                      </a:r>
                      <a:r>
                        <a:rPr lang="en-US" altLang="zh-TW" dirty="0"/>
                        <a:t>:1] = “”)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k=1  (P[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US" altLang="zh-TW" dirty="0"/>
                        <a:t>:1] = “a”)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722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標題 1">
            <a:extLst>
              <a:ext uri="{FF2B5EF4-FFF2-40B4-BE49-F238E27FC236}">
                <a16:creationId xmlns:a16="http://schemas.microsoft.com/office/drawing/2014/main" id="{F9994D52-4494-42FA-A942-012DCE7C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/>
          <a:lstStyle/>
          <a:p>
            <a:r>
              <a:rPr lang="en-US" altLang="zh-TW" dirty="0"/>
              <a:t>Algorithm for STR-EC-LCS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9C5A1D2-7FEF-46D2-9FD9-3D07845AE18C}"/>
              </a:ext>
            </a:extLst>
          </p:cNvPr>
          <p:cNvSpPr txBox="1"/>
          <p:nvPr/>
        </p:nvSpPr>
        <p:spPr>
          <a:xfrm>
            <a:off x="1019802" y="2498626"/>
            <a:ext cx="1337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X = </a:t>
            </a:r>
            <a:r>
              <a:rPr lang="en-US" altLang="zh-TW" sz="2400" dirty="0" err="1"/>
              <a:t>abbb</a:t>
            </a:r>
            <a:endParaRPr lang="en-US" altLang="zh-TW" sz="2400" dirty="0"/>
          </a:p>
          <a:p>
            <a:r>
              <a:rPr lang="en-US" altLang="zh-TW" sz="2400" dirty="0"/>
              <a:t>Y = </a:t>
            </a:r>
            <a:r>
              <a:rPr lang="en-US" altLang="zh-TW" sz="2400" dirty="0" err="1"/>
              <a:t>aab</a:t>
            </a:r>
            <a:endParaRPr lang="en-US" altLang="zh-TW" sz="2400" dirty="0"/>
          </a:p>
          <a:p>
            <a:r>
              <a:rPr lang="en-US" altLang="zh-TW" sz="2400" dirty="0"/>
              <a:t>P = ab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2C4850D-EA15-4FBF-BF3C-CB9A02F13D68}"/>
              </a:ext>
            </a:extLst>
          </p:cNvPr>
          <p:cNvSpPr txBox="1"/>
          <p:nvPr/>
        </p:nvSpPr>
        <p:spPr>
          <a:xfrm>
            <a:off x="8056907" y="5258892"/>
            <a:ext cx="3150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=&gt;p[1:1]+”b” =“ab”</a:t>
            </a:r>
          </a:p>
          <a:p>
            <a:r>
              <a:rPr lang="en-US" altLang="zh-TW" sz="2400" dirty="0"/>
              <a:t>=&gt;q=2 (&gt;1)</a:t>
            </a:r>
          </a:p>
        </p:txBody>
      </p:sp>
      <p:graphicFrame>
        <p:nvGraphicFramePr>
          <p:cNvPr id="5" name="表格 3">
            <a:extLst>
              <a:ext uri="{FF2B5EF4-FFF2-40B4-BE49-F238E27FC236}">
                <a16:creationId xmlns:a16="http://schemas.microsoft.com/office/drawing/2014/main" id="{ECE1BA32-5B0E-40F2-B910-1456456C7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326388"/>
              </p:ext>
            </p:extLst>
          </p:nvPr>
        </p:nvGraphicFramePr>
        <p:xfrm>
          <a:off x="2806966" y="1446194"/>
          <a:ext cx="7816931" cy="32190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128">
                  <a:extLst>
                    <a:ext uri="{9D8B030D-6E8A-4147-A177-3AD203B41FA5}">
                      <a16:colId xmlns:a16="http://schemas.microsoft.com/office/drawing/2014/main" val="1664356092"/>
                    </a:ext>
                  </a:extLst>
                </a:gridCol>
                <a:gridCol w="864084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905691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775063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923109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931817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787526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942113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5985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k=0  (P[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0</a:t>
                      </a:r>
                      <a:r>
                        <a:rPr lang="en-US" altLang="zh-TW" dirty="0"/>
                        <a:t>:1] = “”)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k=1  (P[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US" altLang="zh-TW" dirty="0"/>
                        <a:t>:1] = “a”)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344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標題 1">
            <a:extLst>
              <a:ext uri="{FF2B5EF4-FFF2-40B4-BE49-F238E27FC236}">
                <a16:creationId xmlns:a16="http://schemas.microsoft.com/office/drawing/2014/main" id="{F9994D52-4494-42FA-A942-012DCE7C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/>
          <a:lstStyle/>
          <a:p>
            <a:r>
              <a:rPr lang="en-US" altLang="zh-TW" dirty="0"/>
              <a:t>Algorithm for STR-EC-LCS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9C5A1D2-7FEF-46D2-9FD9-3D07845AE18C}"/>
              </a:ext>
            </a:extLst>
          </p:cNvPr>
          <p:cNvSpPr txBox="1"/>
          <p:nvPr/>
        </p:nvSpPr>
        <p:spPr>
          <a:xfrm>
            <a:off x="1003024" y="2498626"/>
            <a:ext cx="12620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X = </a:t>
            </a:r>
            <a:r>
              <a:rPr lang="en-US" altLang="zh-TW" sz="2400" dirty="0" err="1"/>
              <a:t>abbb</a:t>
            </a:r>
            <a:endParaRPr lang="en-US" altLang="zh-TW" sz="2400" dirty="0"/>
          </a:p>
          <a:p>
            <a:r>
              <a:rPr lang="en-US" altLang="zh-TW" sz="2400" dirty="0"/>
              <a:t>Y = </a:t>
            </a:r>
            <a:r>
              <a:rPr lang="en-US" altLang="zh-TW" sz="2400" dirty="0" err="1"/>
              <a:t>aab</a:t>
            </a:r>
            <a:endParaRPr lang="en-US" altLang="zh-TW" sz="2400" dirty="0"/>
          </a:p>
          <a:p>
            <a:r>
              <a:rPr lang="en-US" altLang="zh-TW" sz="2400" dirty="0"/>
              <a:t>P = ab</a:t>
            </a: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08CE335C-8A02-456F-8330-4AFF94FEE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668502"/>
              </p:ext>
            </p:extLst>
          </p:nvPr>
        </p:nvGraphicFramePr>
        <p:xfrm>
          <a:off x="2806966" y="1446194"/>
          <a:ext cx="7816931" cy="32190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128">
                  <a:extLst>
                    <a:ext uri="{9D8B030D-6E8A-4147-A177-3AD203B41FA5}">
                      <a16:colId xmlns:a16="http://schemas.microsoft.com/office/drawing/2014/main" val="1664356092"/>
                    </a:ext>
                  </a:extLst>
                </a:gridCol>
                <a:gridCol w="864084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905691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775063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923109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931817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787526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942113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5985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k=0  (P[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0</a:t>
                      </a:r>
                      <a:r>
                        <a:rPr lang="en-US" altLang="zh-TW" dirty="0"/>
                        <a:t>:1] = “”)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k=1  (P[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US" altLang="zh-TW" dirty="0"/>
                        <a:t>:1] = “a”)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866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標題 1">
            <a:extLst>
              <a:ext uri="{FF2B5EF4-FFF2-40B4-BE49-F238E27FC236}">
                <a16:creationId xmlns:a16="http://schemas.microsoft.com/office/drawing/2014/main" id="{F9994D52-4494-42FA-A942-012DCE7C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/>
          <a:lstStyle/>
          <a:p>
            <a:r>
              <a:rPr lang="en-US" altLang="zh-TW" dirty="0"/>
              <a:t>Algorithm for STR-EC-LCS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9C5A1D2-7FEF-46D2-9FD9-3D07845AE18C}"/>
              </a:ext>
            </a:extLst>
          </p:cNvPr>
          <p:cNvSpPr txBox="1"/>
          <p:nvPr/>
        </p:nvSpPr>
        <p:spPr>
          <a:xfrm>
            <a:off x="838200" y="2828834"/>
            <a:ext cx="16227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X = </a:t>
            </a:r>
            <a:r>
              <a:rPr lang="en-US" altLang="zh-TW" sz="2400" dirty="0" err="1"/>
              <a:t>abbb</a:t>
            </a:r>
            <a:endParaRPr lang="en-US" altLang="zh-TW" sz="2400" dirty="0"/>
          </a:p>
          <a:p>
            <a:r>
              <a:rPr lang="en-US" altLang="zh-TW" sz="2400" dirty="0"/>
              <a:t>Y = </a:t>
            </a:r>
            <a:r>
              <a:rPr lang="en-US" altLang="zh-TW" sz="2400" dirty="0" err="1"/>
              <a:t>aab</a:t>
            </a:r>
            <a:endParaRPr lang="en-US" altLang="zh-TW" sz="2400" dirty="0"/>
          </a:p>
          <a:p>
            <a:r>
              <a:rPr lang="en-US" altLang="zh-TW" sz="2400" dirty="0"/>
              <a:t>P = ab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AEA8115-C65D-485E-BC41-4B73559EB7C3}"/>
              </a:ext>
            </a:extLst>
          </p:cNvPr>
          <p:cNvSpPr txBox="1"/>
          <p:nvPr/>
        </p:nvSpPr>
        <p:spPr>
          <a:xfrm>
            <a:off x="3442962" y="5096311"/>
            <a:ext cx="3150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=&gt;p[0:1]+”a” =“a”</a:t>
            </a:r>
          </a:p>
          <a:p>
            <a:r>
              <a:rPr lang="en-US" altLang="zh-TW" sz="2400" dirty="0"/>
              <a:t>=&gt;q=1</a:t>
            </a:r>
          </a:p>
        </p:txBody>
      </p:sp>
      <p:graphicFrame>
        <p:nvGraphicFramePr>
          <p:cNvPr id="6" name="表格 3">
            <a:extLst>
              <a:ext uri="{FF2B5EF4-FFF2-40B4-BE49-F238E27FC236}">
                <a16:creationId xmlns:a16="http://schemas.microsoft.com/office/drawing/2014/main" id="{079338D2-B226-4F40-992A-0B8CADD50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648099"/>
              </p:ext>
            </p:extLst>
          </p:nvPr>
        </p:nvGraphicFramePr>
        <p:xfrm>
          <a:off x="2806966" y="1446194"/>
          <a:ext cx="7816931" cy="32190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128">
                  <a:extLst>
                    <a:ext uri="{9D8B030D-6E8A-4147-A177-3AD203B41FA5}">
                      <a16:colId xmlns:a16="http://schemas.microsoft.com/office/drawing/2014/main" val="1664356092"/>
                    </a:ext>
                  </a:extLst>
                </a:gridCol>
                <a:gridCol w="864084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905691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775063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923109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931817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787526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942113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5985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k=0  (P[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0</a:t>
                      </a:r>
                      <a:r>
                        <a:rPr lang="en-US" altLang="zh-TW" dirty="0"/>
                        <a:t>:1] = “”)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k=1  (P[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US" altLang="zh-TW" dirty="0"/>
                        <a:t>:1] = “a”)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5985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25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8862</TotalTime>
  <Words>823</Words>
  <Application>Microsoft Office PowerPoint</Application>
  <PresentationFormat>寬螢幕</PresentationFormat>
  <Paragraphs>364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微軟正黑體</vt:lpstr>
      <vt:lpstr>Arial</vt:lpstr>
      <vt:lpstr>Calibri</vt:lpstr>
      <vt:lpstr>Calibri Light</vt:lpstr>
      <vt:lpstr>Times New Roman</vt:lpstr>
      <vt:lpstr>Office 佈景主題</vt:lpstr>
      <vt:lpstr>A Simple Algorithm for Solving for the Generalized Longest Common Subsequence (LCS) Problem with a Substring Exclusion Constraint Daxin Zhu ,Xiaodong Wang</vt:lpstr>
      <vt:lpstr>Abstract</vt:lpstr>
      <vt:lpstr>STR-EC- LCS</vt:lpstr>
      <vt:lpstr>Algorithm for STR-EC-LCS</vt:lpstr>
      <vt:lpstr>Algorithm for STR-EC-LCS</vt:lpstr>
      <vt:lpstr>Algorithm for STR-EC-LCS</vt:lpstr>
      <vt:lpstr>Algorithm for STR-EC-LCS</vt:lpstr>
      <vt:lpstr>Algorithm for STR-EC-LCS</vt:lpstr>
      <vt:lpstr>Algorithm for STR-EC-LCS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郁儒 廖</dc:creator>
  <cp:lastModifiedBy>郁儒 廖</cp:lastModifiedBy>
  <cp:revision>27</cp:revision>
  <dcterms:created xsi:type="dcterms:W3CDTF">2020-09-23T14:25:07Z</dcterms:created>
  <dcterms:modified xsi:type="dcterms:W3CDTF">2020-11-10T08:15:54Z</dcterms:modified>
</cp:coreProperties>
</file>