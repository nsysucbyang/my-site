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78" r:id="rId6"/>
    <p:sldId id="287" r:id="rId7"/>
    <p:sldId id="262" r:id="rId8"/>
    <p:sldId id="281" r:id="rId9"/>
    <p:sldId id="288" r:id="rId10"/>
    <p:sldId id="289" r:id="rId11"/>
    <p:sldId id="290" r:id="rId12"/>
    <p:sldId id="291" r:id="rId13"/>
    <p:sldId id="292" r:id="rId14"/>
    <p:sldId id="293" r:id="rId15"/>
    <p:sldId id="286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C598C-8F50-4D8A-A257-9F9A3D6EE20F}" type="datetimeFigureOut">
              <a:rPr lang="zh-TW" altLang="en-US" smtClean="0"/>
              <a:pPr/>
              <a:t>2020/6/3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18BCC-D1EA-4D8A-929C-D092EA2B439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2020/6/3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D1462-57C0-4459-9390-560953396E85}" type="datetimeFigureOut">
              <a:rPr lang="zh-TW" altLang="en-US" smtClean="0"/>
              <a:pPr/>
              <a:t>2020/6/3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x.doi.org/10.1038/srep01746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2" y="1715999"/>
            <a:ext cx="7890145" cy="649317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FOGSAA: Fast Optimal Global</a:t>
            </a:r>
            <a:r>
              <a:rPr lang="zh-TW" altLang="en-US" sz="3200" dirty="0"/>
              <a:t> </a:t>
            </a:r>
            <a:r>
              <a:rPr lang="en-US" altLang="zh-TW" sz="3200" dirty="0"/>
              <a:t>Sequence Alignment Algorithm</a:t>
            </a:r>
            <a:endParaRPr lang="en-US" altLang="zh-TW" sz="32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003984"/>
            <a:ext cx="6858000" cy="425017"/>
          </a:xfrm>
        </p:spPr>
        <p:txBody>
          <a:bodyPr>
            <a:noAutofit/>
          </a:bodyPr>
          <a:lstStyle/>
          <a:p>
            <a:pPr fontAlgn="ctr"/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Angana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Chakraborty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Sanghamitra</a:t>
            </a:r>
            <a:r>
              <a:rPr lang="en-US" altLang="zh-TW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Bandyopadhyay</a:t>
            </a:r>
            <a:endParaRPr lang="en-US" altLang="zh-TW" dirty="0">
              <a:solidFill>
                <a:schemeClr val="tx1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627874" y="3873343"/>
            <a:ext cx="8332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 volume 3 2013 Apr. 29. 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10.1038/srep01746</a:t>
            </a:r>
            <a:endParaRPr lang="en-US" altLang="zh-TW" sz="2200" dirty="0">
              <a:latin typeface="Times New Roman" panose="02020603050405020304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5580112" y="5357171"/>
            <a:ext cx="3375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Presenter: Yuan-Hsiu Tsai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5652120" y="5824855"/>
            <a:ext cx="2568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ea typeface="標楷體" pitchFamily="65" charset="-120"/>
              </a:rPr>
              <a:t>Date: June 3, 2020</a:t>
            </a:r>
            <a:endParaRPr lang="zh-TW" altLang="en-US" dirty="0"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116632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817647"/>
            <a:ext cx="9004993" cy="5347657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In this article we propose a Fast Optimal Global Sequence Alignment Algorithm, FOGSAA, which aligns a pair of nucleotide/protein sequences faster than any optimal global alignment method including the widely used Needleman-</a:t>
            </a:r>
            <a:r>
              <a:rPr lang="en-US" altLang="zh-TW" sz="2800" dirty="0" err="1">
                <a:latin typeface="Times New Roman" pitchFamily="18" charset="0"/>
                <a:cs typeface="Times New Roman" pitchFamily="18" charset="0"/>
              </a:rPr>
              <a:t>Wunsch</a:t>
            </a: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 (NW) algorithm. FOGSAA is applicable for all types of sequences, with any scoring scheme, and with or without affine gap penalty. Compared to NW, FOGSAA achieves a time gain of (70-90)% for highly similar nucleotide sequences (&gt; 80% similarity), and (54-70)% for sequences having (30-80)% similarity. </a:t>
            </a:r>
            <a:endParaRPr lang="fr-FR" altLang="zh-TW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116632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774493"/>
            <a:ext cx="9004993" cy="5246795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For other sequences, it terminates with an approximate score. For protein sequences, the average time gain is between (25-40)%. Compared to three heuristic global alignment methods, the quality of alignment is improved by about 23%-53%. FOGSAA is, in general, suitable for aligning any two sequences defined over a finite alphabet set, where the quality of the global alignment is of supreme importance.</a:t>
            </a:r>
            <a:endParaRPr lang="fr-FR" altLang="zh-TW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Introduction-Parameter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(P1,P2) : current position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P1,P2 are pair of the sequence.</a:t>
            </a:r>
          </a:p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Present Score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Sum of score of current position.</a:t>
            </a:r>
          </a:p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Future Score – 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</a:t>
            </a:r>
            <a:r>
              <a:rPr lang="en-US" altLang="zh-TW" baseline="-25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min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</a:t>
            </a:r>
            <a:r>
              <a:rPr lang="en-US" altLang="zh-TW" baseline="-25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max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Predict score by current position.</a:t>
            </a:r>
          </a:p>
          <a:p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Fitness Score – 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</a:t>
            </a:r>
            <a:r>
              <a:rPr lang="en-US" altLang="zh-TW" baseline="-25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min</a:t>
            </a:r>
            <a:r>
              <a:rPr lang="en-US" altLang="zh-TW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,T</a:t>
            </a:r>
            <a:r>
              <a:rPr lang="en-US" altLang="zh-TW" baseline="-25000" dirty="0" err="1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max</a:t>
            </a:r>
            <a:b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Sum of Present Score and Future Score</a:t>
            </a:r>
          </a:p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內容版面配置區 4" descr="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5536" y="1340768"/>
            <a:ext cx="8229600" cy="2665927"/>
          </a:xfrm>
        </p:spPr>
      </p:pic>
      <p:pic>
        <p:nvPicPr>
          <p:cNvPr id="8" name="圖片 7" descr="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520" y="4437112"/>
            <a:ext cx="4248472" cy="1884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" name="內容版面配置區 3" descr="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575372"/>
            <a:ext cx="8473498" cy="2501700"/>
          </a:xfrm>
          <a:prstGeom prst="rect">
            <a:avLst/>
          </a:prstGeom>
        </p:spPr>
      </p:pic>
      <p:pic>
        <p:nvPicPr>
          <p:cNvPr id="9" name="圖片 8" descr="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4149080"/>
            <a:ext cx="4248472" cy="1884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" name="內容版面配置區 7" descr="000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51720" y="0"/>
            <a:ext cx="4608512" cy="7068988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 descr="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97864" y="0"/>
            <a:ext cx="5698472" cy="685800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5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-11034" y="55252"/>
            <a:ext cx="9155034" cy="6802748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6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80752" cy="6858000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7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764704"/>
            <a:ext cx="9086060" cy="468052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8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23528" y="44624"/>
            <a:ext cx="8609107" cy="6741368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9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5536" y="10397"/>
            <a:ext cx="8352928" cy="6802979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10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19672" y="0"/>
            <a:ext cx="5400600" cy="6860416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Summary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lnSpcReduction="10000"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FOGSAA can get the optimal alignment.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(It use branch and bound, not heuristic method)</a:t>
            </a:r>
          </a:p>
          <a:p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FOGSAA  is suitable for all score matrix.</a:t>
            </a:r>
            <a:br>
              <a:rPr lang="en-US" altLang="zh-TW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(protein score matrix need to check)</a:t>
            </a:r>
          </a:p>
          <a:p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FOGSAA  is slower than other heuristic method like FASTA, BLAST,  but is faster than Needleman-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Wunsch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algorithm(NW).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336</Words>
  <Application>Microsoft Office PowerPoint</Application>
  <PresentationFormat>如螢幕大小 (4:3)</PresentationFormat>
  <Paragraphs>24</Paragraphs>
  <Slides>15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佈景主題</vt:lpstr>
      <vt:lpstr>FOGSAA: Fast Optimal Global Sequence Alignment Algorithm</vt:lpstr>
      <vt:lpstr>Abstract(1/2)</vt:lpstr>
      <vt:lpstr>Abstract(2/2)</vt:lpstr>
      <vt:lpstr>Introduction-Parameter</vt:lpstr>
      <vt:lpstr>Introduction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Indexed Dynamic Programming to Boost Edit Distance and LCSS Computation</dc:title>
  <dc:creator>阿修</dc:creator>
  <cp:lastModifiedBy>pplab</cp:lastModifiedBy>
  <cp:revision>79</cp:revision>
  <dcterms:created xsi:type="dcterms:W3CDTF">2019-09-15T07:43:36Z</dcterms:created>
  <dcterms:modified xsi:type="dcterms:W3CDTF">2020-06-03T13:05:06Z</dcterms:modified>
</cp:coreProperties>
</file>