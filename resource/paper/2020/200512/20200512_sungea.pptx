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83" r:id="rId9"/>
    <p:sldId id="263" r:id="rId10"/>
    <p:sldId id="265" r:id="rId11"/>
    <p:sldId id="266" r:id="rId12"/>
    <p:sldId id="267" r:id="rId13"/>
    <p:sldId id="268" r:id="rId14"/>
    <p:sldId id="285" r:id="rId15"/>
    <p:sldId id="271" r:id="rId16"/>
    <p:sldId id="270" r:id="rId17"/>
    <p:sldId id="269" r:id="rId18"/>
    <p:sldId id="272" r:id="rId19"/>
    <p:sldId id="287" r:id="rId20"/>
    <p:sldId id="274" r:id="rId21"/>
    <p:sldId id="286" r:id="rId22"/>
    <p:sldId id="275" r:id="rId23"/>
    <p:sldId id="276" r:id="rId24"/>
    <p:sldId id="282" r:id="rId25"/>
    <p:sldId id="281" r:id="rId26"/>
    <p:sldId id="284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1954A0A-2B2B-4784-A080-6AA0976A94A0}">
          <p14:sldIdLst>
            <p14:sldId id="256"/>
            <p14:sldId id="257"/>
            <p14:sldId id="258"/>
            <p14:sldId id="259"/>
            <p14:sldId id="260"/>
            <p14:sldId id="264"/>
            <p14:sldId id="261"/>
            <p14:sldId id="283"/>
            <p14:sldId id="263"/>
            <p14:sldId id="265"/>
            <p14:sldId id="266"/>
            <p14:sldId id="267"/>
            <p14:sldId id="268"/>
            <p14:sldId id="285"/>
            <p14:sldId id="271"/>
            <p14:sldId id="270"/>
            <p14:sldId id="269"/>
            <p14:sldId id="272"/>
            <p14:sldId id="287"/>
            <p14:sldId id="274"/>
            <p14:sldId id="286"/>
            <p14:sldId id="275"/>
            <p14:sldId id="276"/>
            <p14:sldId id="282"/>
            <p14:sldId id="281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948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90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72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339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51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07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34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237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769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215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18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AD519-DE3C-47E3-9700-4B38BEAEB2DE}" type="datetimeFigureOut">
              <a:rPr lang="zh-TW" altLang="en-US" smtClean="0"/>
              <a:t>2020/5/12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E8D37-6C79-4AF8-B068-D414DE822FC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445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472BAA-CA07-4687-AE59-FE0F36C80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1005"/>
            <a:ext cx="9144000" cy="1747066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 and simple algorithm for computing the longest common subsequence of run-length encoded string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63030F-63C3-429B-B824-6E77F3DE2B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Hsing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-Yen Ann, Chang-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Biau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Chiou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-Ting Tseng,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Chiou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-Yi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108 (2008) </a:t>
            </a:r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8475681" y="5876925"/>
            <a:ext cx="2646363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EN-AN SONG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altLang="zh-TW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May 12,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2939735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X and Y be two strings of lengths n and m, respectively, and k and l, respectively, be the numbers of runs in their corresponding run-length encoded forms. We propose a simple algorithm for computing the longest common subsequence of two given strings X and Y in O(kl + min{p1, p2}) time, where p1 and p2 denote the numbers of elements in the bottom and right boundaries of the matched blocks, respectively. It improves the previously known time bound O(min{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nl,km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 and outperforms the time bounds O(kl*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logkl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O((k + l + q)log(k + l + q)) for some cases, where q denotes the number of matched blocks.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73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496930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Run-Length Encoded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2069465"/>
            <a:ext cx="10515600" cy="4351338"/>
          </a:xfrm>
        </p:spPr>
        <p:txBody>
          <a:bodyPr/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can be encoded as 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 the run length encoding of string X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aaaa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…. 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cc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12896" y="3151505"/>
          <a:ext cx="81280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925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 = 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 is dark if the corresponding characters match, i.e., 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896855"/>
              </p:ext>
            </p:extLst>
          </p:nvPr>
        </p:nvGraphicFramePr>
        <p:xfrm>
          <a:off x="1112520" y="3372802"/>
          <a:ext cx="6502400" cy="3055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94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altLang="zh-TW" sz="28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4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800" b="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V="1">
            <a:off x="7277100" y="4168140"/>
            <a:ext cx="1021080" cy="91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393806" y="3951208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7277100" y="4747260"/>
            <a:ext cx="1021080" cy="91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397804" y="4531280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unmatch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0786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dirty="0"/>
          </a:p>
        </p:txBody>
      </p:sp>
      <p:graphicFrame>
        <p:nvGraphicFramePr>
          <p:cNvPr id="11" name="內容版面配置區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197073"/>
              </p:ext>
            </p:extLst>
          </p:nvPr>
        </p:nvGraphicFramePr>
        <p:xfrm>
          <a:off x="899160" y="1790700"/>
          <a:ext cx="6771648" cy="4650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322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48454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AB1B2123-E155-4A76-BF8C-356950AA9714}"/>
              </a:ext>
            </a:extLst>
          </p:cNvPr>
          <p:cNvSpPr txBox="1"/>
          <p:nvPr/>
        </p:nvSpPr>
        <p:spPr>
          <a:xfrm>
            <a:off x="7886699" y="1790700"/>
            <a:ext cx="37215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block  :  lower right corner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block : bottom block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86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749425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P,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points out the index of the former run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contains the same symbol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2085957"/>
              </p:ext>
            </p:extLst>
          </p:nvPr>
        </p:nvGraphicFramePr>
        <p:xfrm>
          <a:off x="1097280" y="3200400"/>
          <a:ext cx="665988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624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28721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V="1">
            <a:off x="7757168" y="6217920"/>
            <a:ext cx="617212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8455366" y="6033254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P[4] = 1</a:t>
            </a:r>
            <a:endParaRPr lang="zh-TW" altLang="en-US" dirty="0"/>
          </a:p>
        </p:txBody>
      </p:sp>
      <p:cxnSp>
        <p:nvCxnSpPr>
          <p:cNvPr id="20" name="直線單箭頭接點 19"/>
          <p:cNvCxnSpPr/>
          <p:nvPr/>
        </p:nvCxnSpPr>
        <p:spPr>
          <a:xfrm flipV="1">
            <a:off x="7757168" y="5276017"/>
            <a:ext cx="617212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455366" y="5091351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P[3] = 0</a:t>
            </a:r>
            <a:endParaRPr lang="zh-TW" altLang="en-US" dirty="0"/>
          </a:p>
        </p:txBody>
      </p:sp>
      <p:cxnSp>
        <p:nvCxnSpPr>
          <p:cNvPr id="22" name="直線單箭頭接點 21"/>
          <p:cNvCxnSpPr/>
          <p:nvPr/>
        </p:nvCxnSpPr>
        <p:spPr>
          <a:xfrm flipV="1">
            <a:off x="7757168" y="4334114"/>
            <a:ext cx="617212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8455366" y="4149448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P[2] = 0</a:t>
            </a:r>
            <a:endParaRPr lang="zh-TW" altLang="en-US" dirty="0"/>
          </a:p>
        </p:txBody>
      </p:sp>
      <p:cxnSp>
        <p:nvCxnSpPr>
          <p:cNvPr id="26" name="直線單箭頭接點 25"/>
          <p:cNvCxnSpPr/>
          <p:nvPr/>
        </p:nvCxnSpPr>
        <p:spPr>
          <a:xfrm flipV="1">
            <a:off x="7752341" y="3608627"/>
            <a:ext cx="617212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8450539" y="3423961"/>
            <a:ext cx="942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P[1] = 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158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749425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Array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prepared for each row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stores the number of occurrences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suffix Y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α(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)..m</a:t>
            </a: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25434"/>
              </p:ext>
            </p:extLst>
          </p:nvPr>
        </p:nvGraphicFramePr>
        <p:xfrm>
          <a:off x="1143000" y="3410585"/>
          <a:ext cx="9113520" cy="91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48454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866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/>
          <p:nvPr/>
        </p:nvCxnSpPr>
        <p:spPr>
          <a:xfrm flipH="1">
            <a:off x="1981200" y="4091940"/>
            <a:ext cx="594360" cy="693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027212" y="4785360"/>
            <a:ext cx="2196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[2,1] = 6</a:t>
            </a:r>
            <a:endParaRPr lang="zh-TW" altLang="en-US" sz="2400" dirty="0"/>
          </a:p>
        </p:txBody>
      </p:sp>
      <p:cxnSp>
        <p:nvCxnSpPr>
          <p:cNvPr id="14" name="直線單箭頭接點 13"/>
          <p:cNvCxnSpPr/>
          <p:nvPr/>
        </p:nvCxnSpPr>
        <p:spPr>
          <a:xfrm flipH="1">
            <a:off x="6560820" y="4091940"/>
            <a:ext cx="594360" cy="693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606832" y="4785360"/>
            <a:ext cx="2196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[5,1] = 3</a:t>
            </a:r>
            <a:endParaRPr lang="zh-TW" altLang="en-US" sz="2400" dirty="0"/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9433560" y="4091940"/>
            <a:ext cx="594360" cy="693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480316" y="4785360"/>
            <a:ext cx="21960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[7,2] = 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2621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779905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Array 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prepared and it contains the values of the lower left corners of the blocks in row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− 1) plus the number of occurrences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corners to the right end of Y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[j] = M[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− 1, j] +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j,m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624074"/>
              </p:ext>
            </p:extLst>
          </p:nvPr>
        </p:nvGraphicFramePr>
        <p:xfrm>
          <a:off x="1028700" y="3616577"/>
          <a:ext cx="911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28721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83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>
            <a:endCxn id="11" idx="0"/>
          </p:cNvCxnSpPr>
          <p:nvPr/>
        </p:nvCxnSpPr>
        <p:spPr>
          <a:xfrm>
            <a:off x="2964180" y="5445377"/>
            <a:ext cx="564790" cy="4057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508224" y="5851128"/>
            <a:ext cx="4041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= M[2− 1, 2] +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[2,3] = 1 + 3 = 4  </a:t>
            </a:r>
          </a:p>
        </p:txBody>
      </p:sp>
      <p:sp>
        <p:nvSpPr>
          <p:cNvPr id="12" name="矩形 11"/>
          <p:cNvSpPr/>
          <p:nvPr/>
        </p:nvSpPr>
        <p:spPr>
          <a:xfrm>
            <a:off x="3299460" y="3985260"/>
            <a:ext cx="586740" cy="3581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021580" y="5082540"/>
            <a:ext cx="1706880" cy="3628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5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779905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prepared where 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points out the head of the forced path corresponding to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i,j,r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6699508"/>
              </p:ext>
            </p:extLst>
          </p:nvPr>
        </p:nvGraphicFramePr>
        <p:xfrm>
          <a:off x="1135380" y="2666927"/>
          <a:ext cx="6827520" cy="3720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58068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769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2" name="直線單箭頭接點 11"/>
          <p:cNvCxnSpPr/>
          <p:nvPr/>
        </p:nvCxnSpPr>
        <p:spPr>
          <a:xfrm flipV="1">
            <a:off x="7719060" y="5798820"/>
            <a:ext cx="922020" cy="426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750176" y="5530334"/>
            <a:ext cx="1443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[7,2]=(5,1)</a:t>
            </a:r>
            <a:endParaRPr lang="zh-TW" altLang="en-US" dirty="0"/>
          </a:p>
        </p:txBody>
      </p:sp>
      <p:cxnSp>
        <p:nvCxnSpPr>
          <p:cNvPr id="15" name="直線接點 14"/>
          <p:cNvCxnSpPr/>
          <p:nvPr/>
        </p:nvCxnSpPr>
        <p:spPr>
          <a:xfrm flipH="1" flipV="1">
            <a:off x="7109460" y="5646420"/>
            <a:ext cx="853440" cy="7411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H="1">
            <a:off x="6271260" y="564642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flipH="1" flipV="1">
            <a:off x="5829300" y="5280660"/>
            <a:ext cx="441960" cy="3657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10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 </a:t>
            </a:r>
            <a:endParaRPr lang="zh-TW" altLang="en-US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9833849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7881640" y="1685608"/>
            <a:ext cx="39903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Case1 : White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block &amp; forced path is not across row(i-1)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Black block &amp; forced path is across row(i-1)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36731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Case1 : White block</a:t>
            </a:r>
            <a:endParaRPr lang="zh-TW" altLang="en-US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5183158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V="1">
            <a:off x="3611880" y="2819400"/>
            <a:ext cx="4663440" cy="1089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357966" y="2496234"/>
            <a:ext cx="25346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Max{M[i-1,j],M[i,j-1]} </a:t>
            </a:r>
            <a:r>
              <a:rPr lang="en-US" altLang="zh-TW" dirty="0"/>
              <a:t>=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Max{1,1} = 1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EEFEC8-A70F-419B-87D7-9AFBC807FE9C}"/>
              </a:ext>
            </a:extLst>
          </p:cNvPr>
          <p:cNvSpPr txBox="1"/>
          <p:nvPr/>
        </p:nvSpPr>
        <p:spPr>
          <a:xfrm>
            <a:off x="8357966" y="4146073"/>
            <a:ext cx="389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995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Case1 : White block</a:t>
            </a:r>
            <a:endParaRPr lang="zh-TW" altLang="en-US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9310033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29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Black block &amp; forced path is not across row(i-1)</a:t>
            </a:r>
            <a:endParaRPr lang="zh-TW" altLang="en-US" sz="40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9504482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 flipV="1">
            <a:off x="4030980" y="3901440"/>
            <a:ext cx="4000500" cy="15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031480" y="3716774"/>
            <a:ext cx="2050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across row(i-1)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64920" y="2171700"/>
            <a:ext cx="6380496" cy="4800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/>
          <p:nvPr/>
        </p:nvCxnSpPr>
        <p:spPr>
          <a:xfrm flipH="1" flipV="1">
            <a:off x="3817620" y="3649980"/>
            <a:ext cx="419100" cy="4361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676400" y="3642360"/>
            <a:ext cx="2133600" cy="7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 flipV="1">
            <a:off x="1264920" y="3276600"/>
            <a:ext cx="411480" cy="373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857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Black block &amp; forced path is not across row(i-1)</a:t>
            </a:r>
            <a:endParaRPr lang="zh-TW" altLang="en-US" sz="40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3702197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9" name="直線接點 8"/>
          <p:cNvCxnSpPr/>
          <p:nvPr/>
        </p:nvCxnSpPr>
        <p:spPr>
          <a:xfrm flipH="1" flipV="1">
            <a:off x="3817620" y="3649980"/>
            <a:ext cx="419100" cy="4361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676400" y="3642360"/>
            <a:ext cx="2133600" cy="7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 flipV="1">
            <a:off x="1264920" y="3276600"/>
            <a:ext cx="411480" cy="3733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>
            <a:off x="3810000" y="2651760"/>
            <a:ext cx="762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>
            <a:off x="2964180" y="2659380"/>
            <a:ext cx="762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1676400" y="2651760"/>
            <a:ext cx="7620" cy="99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60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Black block &amp; forced path is not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6893669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7780393" y="1685608"/>
            <a:ext cx="212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– C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[4,1] = 2</a:t>
            </a:r>
            <a:endParaRPr lang="zh-TW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7780393" y="2085718"/>
            <a:ext cx="13805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1+3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393" y="2549704"/>
            <a:ext cx="4038150" cy="145571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301951" y="2846903"/>
            <a:ext cx="241284" cy="290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9547998" y="3718759"/>
            <a:ext cx="752475" cy="286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780393" y="4284741"/>
            <a:ext cx="1218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[4,1] = 2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393" y="4681755"/>
            <a:ext cx="4038150" cy="1455717"/>
          </a:xfrm>
          <a:prstGeom prst="rect">
            <a:avLst/>
          </a:prstGeom>
          <a:ln>
            <a:noFill/>
          </a:ln>
        </p:spPr>
      </p:pic>
      <p:sp>
        <p:nvSpPr>
          <p:cNvPr id="12" name="矩形 11"/>
          <p:cNvSpPr/>
          <p:nvPr/>
        </p:nvSpPr>
        <p:spPr>
          <a:xfrm>
            <a:off x="9801998" y="5855534"/>
            <a:ext cx="498475" cy="281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8033216" y="4956253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200" dirty="0"/>
          </a:p>
        </p:txBody>
      </p:sp>
      <p:sp>
        <p:nvSpPr>
          <p:cNvPr id="14" name="矩形 13"/>
          <p:cNvSpPr/>
          <p:nvPr/>
        </p:nvSpPr>
        <p:spPr>
          <a:xfrm>
            <a:off x="8033216" y="2829857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200" dirty="0"/>
          </a:p>
        </p:txBody>
      </p:sp>
      <p:cxnSp>
        <p:nvCxnSpPr>
          <p:cNvPr id="18" name="直線接點 17"/>
          <p:cNvCxnSpPr/>
          <p:nvPr/>
        </p:nvCxnSpPr>
        <p:spPr>
          <a:xfrm flipH="1">
            <a:off x="3810000" y="2667000"/>
            <a:ext cx="7620" cy="9753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817620" y="3665220"/>
            <a:ext cx="411480" cy="4724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7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Black block &amp; forced path is not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4368230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7780393" y="1685608"/>
            <a:ext cx="212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– C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[4,1] = 2</a:t>
            </a:r>
            <a:endParaRPr lang="zh-TW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7780393" y="2085718"/>
            <a:ext cx="13805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1+3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393" y="2549704"/>
            <a:ext cx="4038150" cy="145571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800302" y="2842299"/>
            <a:ext cx="241284" cy="290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9547998" y="3718759"/>
            <a:ext cx="752475" cy="286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780393" y="4284741"/>
            <a:ext cx="1218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[4,1] = 2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393" y="4681755"/>
            <a:ext cx="4038150" cy="1455717"/>
          </a:xfrm>
          <a:prstGeom prst="rect">
            <a:avLst/>
          </a:prstGeom>
          <a:ln>
            <a:noFill/>
          </a:ln>
        </p:spPr>
      </p:pic>
      <p:sp>
        <p:nvSpPr>
          <p:cNvPr id="12" name="矩形 11"/>
          <p:cNvSpPr/>
          <p:nvPr/>
        </p:nvSpPr>
        <p:spPr>
          <a:xfrm>
            <a:off x="9801998" y="5855534"/>
            <a:ext cx="498475" cy="281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8033216" y="2829857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200" dirty="0"/>
          </a:p>
        </p:txBody>
      </p:sp>
      <p:sp>
        <p:nvSpPr>
          <p:cNvPr id="22" name="矩形 21"/>
          <p:cNvSpPr/>
          <p:nvPr/>
        </p:nvSpPr>
        <p:spPr>
          <a:xfrm>
            <a:off x="8033216" y="4956253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200" dirty="0"/>
          </a:p>
        </p:txBody>
      </p:sp>
      <p:cxnSp>
        <p:nvCxnSpPr>
          <p:cNvPr id="25" name="直線接點 24"/>
          <p:cNvCxnSpPr/>
          <p:nvPr/>
        </p:nvCxnSpPr>
        <p:spPr>
          <a:xfrm flipH="1">
            <a:off x="2956560" y="2667000"/>
            <a:ext cx="7620" cy="9829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2964180" y="3642360"/>
            <a:ext cx="838200" cy="152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3802380" y="3649980"/>
            <a:ext cx="441960" cy="4953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615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Black block &amp; forced path is not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9922761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780393" y="1685608"/>
            <a:ext cx="212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– C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[4,1] = 2</a:t>
            </a:r>
            <a:endParaRPr lang="zh-TW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7780393" y="2085718"/>
            <a:ext cx="13805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0+3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393" y="2549704"/>
            <a:ext cx="4038150" cy="145571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045922" y="2849919"/>
            <a:ext cx="241284" cy="290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547998" y="3718759"/>
            <a:ext cx="752475" cy="286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7780393" y="4284741"/>
            <a:ext cx="1218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[4,1] = 2</a:t>
            </a:r>
            <a:endParaRPr lang="zh-TW" alt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393" y="4681755"/>
            <a:ext cx="4038150" cy="1455717"/>
          </a:xfrm>
          <a:prstGeom prst="rect">
            <a:avLst/>
          </a:prstGeom>
          <a:ln>
            <a:noFill/>
          </a:ln>
        </p:spPr>
      </p:pic>
      <p:sp>
        <p:nvSpPr>
          <p:cNvPr id="13" name="矩形 12"/>
          <p:cNvSpPr/>
          <p:nvPr/>
        </p:nvSpPr>
        <p:spPr>
          <a:xfrm>
            <a:off x="9801998" y="5855534"/>
            <a:ext cx="498475" cy="281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8033216" y="2829857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200" dirty="0"/>
          </a:p>
        </p:txBody>
      </p:sp>
      <p:sp>
        <p:nvSpPr>
          <p:cNvPr id="16" name="矩形 15"/>
          <p:cNvSpPr/>
          <p:nvPr/>
        </p:nvSpPr>
        <p:spPr>
          <a:xfrm>
            <a:off x="8033216" y="4956253"/>
            <a:ext cx="2616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200" dirty="0"/>
          </a:p>
        </p:txBody>
      </p:sp>
      <p:cxnSp>
        <p:nvCxnSpPr>
          <p:cNvPr id="20" name="直線接點 19"/>
          <p:cNvCxnSpPr/>
          <p:nvPr/>
        </p:nvCxnSpPr>
        <p:spPr>
          <a:xfrm flipH="1">
            <a:off x="1684020" y="2659380"/>
            <a:ext cx="15240" cy="9829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1691640" y="3642360"/>
            <a:ext cx="2118360" cy="7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3817620" y="3642360"/>
            <a:ext cx="419100" cy="5105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616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Case2 : Black block &amp; forced path is not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861720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7834276" y="2192774"/>
            <a:ext cx="37481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[1],L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[2],L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[3]}-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[4,1]  = 2</a:t>
            </a:r>
          </a:p>
        </p:txBody>
      </p:sp>
      <p:cxnSp>
        <p:nvCxnSpPr>
          <p:cNvPr id="14" name="直線單箭頭接點 13"/>
          <p:cNvCxnSpPr/>
          <p:nvPr/>
        </p:nvCxnSpPr>
        <p:spPr>
          <a:xfrm flipV="1">
            <a:off x="4053840" y="2407920"/>
            <a:ext cx="3695700" cy="1533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834276" y="2192774"/>
            <a:ext cx="2277464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7749540" y="3094672"/>
            <a:ext cx="389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RMQ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(Range Minimum Query) : O(1)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/>
          <p:cNvCxnSpPr/>
          <p:nvPr/>
        </p:nvCxnSpPr>
        <p:spPr>
          <a:xfrm flipH="1">
            <a:off x="8481060" y="2562106"/>
            <a:ext cx="651" cy="663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7749540" y="3966685"/>
            <a:ext cx="389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338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Minimum Query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an array of real numbers A[1..n], the range minimal (maximal) query (RMQ) problem is to answer the consequent queries on intervals.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preprocessing time and O(1) answering time.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{3,7,9,2,4,5,1,12}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RMQ(A,2,5) = min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{7,9,2,4}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338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Black block &amp; forced path is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6836684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8705159" y="6178034"/>
            <a:ext cx="1588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row(i-1)</a:t>
            </a:r>
            <a:endParaRPr lang="zh-TW" altLang="en-US" dirty="0"/>
          </a:p>
        </p:txBody>
      </p:sp>
      <p:cxnSp>
        <p:nvCxnSpPr>
          <p:cNvPr id="7" name="直線單箭頭接點 6"/>
          <p:cNvCxnSpPr>
            <a:endCxn id="9" idx="1"/>
          </p:cNvCxnSpPr>
          <p:nvPr/>
        </p:nvCxnSpPr>
        <p:spPr>
          <a:xfrm>
            <a:off x="7501199" y="6362700"/>
            <a:ext cx="12039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257300" y="4153693"/>
            <a:ext cx="6388116" cy="967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/>
          <p:nvPr/>
        </p:nvCxnSpPr>
        <p:spPr>
          <a:xfrm flipH="1" flipV="1">
            <a:off x="6804660" y="5554980"/>
            <a:ext cx="840756" cy="10515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H="1">
            <a:off x="5951220" y="5554980"/>
            <a:ext cx="8534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H="1" flipV="1">
            <a:off x="5516880" y="5121433"/>
            <a:ext cx="419100" cy="43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5516880" y="2651760"/>
            <a:ext cx="0" cy="24696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573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Black block &amp; forced path is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/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4" name="直線接點 13"/>
          <p:cNvCxnSpPr/>
          <p:nvPr/>
        </p:nvCxnSpPr>
        <p:spPr>
          <a:xfrm flipH="1" flipV="1">
            <a:off x="6804660" y="5554980"/>
            <a:ext cx="840756" cy="10515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H="1">
            <a:off x="5951220" y="5554980"/>
            <a:ext cx="8534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 flipH="1" flipV="1">
            <a:off x="5516880" y="5121433"/>
            <a:ext cx="419100" cy="4335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5516880" y="2651760"/>
            <a:ext cx="0" cy="246967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3"/>
          <p:cNvCxnSpPr/>
          <p:nvPr/>
        </p:nvCxnSpPr>
        <p:spPr>
          <a:xfrm>
            <a:off x="6804660" y="5121433"/>
            <a:ext cx="0" cy="4335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5943600" y="5129053"/>
            <a:ext cx="0" cy="4335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5090160" y="5121433"/>
            <a:ext cx="42672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516880" y="2651760"/>
            <a:ext cx="0" cy="24772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642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Black block &amp; forced path is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009120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780393" y="1685608"/>
            <a:ext cx="212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– C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[7,2] = 8</a:t>
            </a:r>
            <a:endParaRPr lang="zh-TW" altLang="en-US" sz="2000" dirty="0"/>
          </a:p>
        </p:txBody>
      </p:sp>
      <p:cxnSp>
        <p:nvCxnSpPr>
          <p:cNvPr id="4" name="直線接點 3"/>
          <p:cNvCxnSpPr/>
          <p:nvPr/>
        </p:nvCxnSpPr>
        <p:spPr>
          <a:xfrm flipH="1" flipV="1">
            <a:off x="6804660" y="5600700"/>
            <a:ext cx="838200" cy="10058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H="1">
            <a:off x="6797040" y="5128260"/>
            <a:ext cx="7620" cy="4724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285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Black block &amp; forced path is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4527370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780393" y="1685608"/>
            <a:ext cx="21291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– C</a:t>
            </a:r>
            <a:r>
              <a:rPr lang="en-US" altLang="zh-TW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[7,2] = 6</a:t>
            </a:r>
            <a:endParaRPr lang="zh-TW" altLang="en-US" sz="2000" dirty="0"/>
          </a:p>
        </p:txBody>
      </p:sp>
      <p:cxnSp>
        <p:nvCxnSpPr>
          <p:cNvPr id="4" name="直線接點 3"/>
          <p:cNvCxnSpPr/>
          <p:nvPr/>
        </p:nvCxnSpPr>
        <p:spPr>
          <a:xfrm flipH="1" flipV="1">
            <a:off x="6797040" y="5631180"/>
            <a:ext cx="848376" cy="9753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H="1">
            <a:off x="5943600" y="5623560"/>
            <a:ext cx="838200" cy="76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5943600" y="5135880"/>
            <a:ext cx="0" cy="4953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885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Black block &amp; forced path is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6399244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6" name="直線接點 5"/>
          <p:cNvCxnSpPr/>
          <p:nvPr/>
        </p:nvCxnSpPr>
        <p:spPr>
          <a:xfrm>
            <a:off x="5509260" y="2667000"/>
            <a:ext cx="0" cy="24536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5501640" y="5120640"/>
            <a:ext cx="434340" cy="4724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5935980" y="5593080"/>
            <a:ext cx="84582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781800" y="5593080"/>
            <a:ext cx="863616" cy="10134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5090160" y="5120640"/>
            <a:ext cx="4114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7737542" y="1685608"/>
            <a:ext cx="26452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max{M[3, 4],W[1,5,1]}+3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Max{4,1}+3 = 7</a:t>
            </a:r>
          </a:p>
        </p:txBody>
      </p:sp>
    </p:spTree>
    <p:extLst>
      <p:ext uri="{BB962C8B-B14F-4D97-AF65-F5344CB8AC3E}">
        <p14:creationId xmlns:p14="http://schemas.microsoft.com/office/powerpoint/2010/main" val="162744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Case3 : Black block &amp; forced path is across row(i-1)</a:t>
            </a:r>
            <a:endParaRPr lang="zh-TW" altLang="en-US" sz="3600" dirty="0"/>
          </a:p>
        </p:txBody>
      </p:sp>
      <p:graphicFrame>
        <p:nvGraphicFramePr>
          <p:cNvPr id="10" name="內容版面配置區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4638545"/>
              </p:ext>
            </p:extLst>
          </p:nvPr>
        </p:nvGraphicFramePr>
        <p:xfrm>
          <a:off x="838200" y="1685608"/>
          <a:ext cx="6807216" cy="492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545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375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020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7702727" y="1685608"/>
            <a:ext cx="44892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Temp1 = max{L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[6], L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[5}– C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[7,2]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Step2.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Temp2 = max{M[3, 4],W[1,5,1]}+3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Step3.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W[4,7,2] =  max{Temp1,Temp2} = 8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702727" y="4146073"/>
            <a:ext cx="389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O(1)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523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kl+min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{p1,p2})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adopts the subset of the elements in the original DP lattices. We improve the previously known time bound O(min{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nl,km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 and outperform the time bounds O(kl*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logkl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O((k + l + q)log(k + l + q)) for some cases.</a:t>
            </a: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98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1619</Words>
  <Application>Microsoft Office PowerPoint</Application>
  <PresentationFormat>寬螢幕</PresentationFormat>
  <Paragraphs>672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佈景主題</vt:lpstr>
      <vt:lpstr>A fast and simple algorithm for computing the longest common subsequence of run-length encoded string</vt:lpstr>
      <vt:lpstr>Abstract</vt:lpstr>
      <vt:lpstr> Run-Length Encoded </vt:lpstr>
      <vt:lpstr>Longest Common Subsequence</vt:lpstr>
      <vt:lpstr>Longest Common Subsequence</vt:lpstr>
      <vt:lpstr>Longest Common Subsequence </vt:lpstr>
      <vt:lpstr>Longest Common Subsequence </vt:lpstr>
      <vt:lpstr>Longest Common Subsequence </vt:lpstr>
      <vt:lpstr>Longest Common Subsequence </vt:lpstr>
      <vt:lpstr>Longest Common Subsequence </vt:lpstr>
      <vt:lpstr>Case1 : White block</vt:lpstr>
      <vt:lpstr>Case1 : White block</vt:lpstr>
      <vt:lpstr>Case2 : Black block &amp; forced path is not across row(i-1)</vt:lpstr>
      <vt:lpstr>Case2 : Black block &amp; forced path is not across row(i-1)</vt:lpstr>
      <vt:lpstr>Case2 : Black block &amp; forced path is not across row(i-1)</vt:lpstr>
      <vt:lpstr>Case2 : Black block &amp; forced path is not across row(i-1)</vt:lpstr>
      <vt:lpstr>Case2 : Black block &amp; forced path is not across row(i-1)</vt:lpstr>
      <vt:lpstr>Case2 : Black block &amp; forced path is not across row(i-1)</vt:lpstr>
      <vt:lpstr>Range Minimum Query</vt:lpstr>
      <vt:lpstr>Case3 : Black block &amp; forced path is across row(i-1)</vt:lpstr>
      <vt:lpstr>Case3 : Black block &amp; forced path is across row(i-1)</vt:lpstr>
      <vt:lpstr>Case3 : Black block &amp; forced path is across row(i-1)</vt:lpstr>
      <vt:lpstr>Case3 : Black block &amp; forced path is across row(i-1)</vt:lpstr>
      <vt:lpstr>Case3 : Black block &amp; forced path is across row(i-1)</vt:lpstr>
      <vt:lpstr>Case3 : Black block &amp; forced path is across row(i-1)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Matching for Run-Length Encoded Strings</dc:title>
  <dc:creator>Alex</dc:creator>
  <cp:lastModifiedBy>pplab</cp:lastModifiedBy>
  <cp:revision>93</cp:revision>
  <dcterms:created xsi:type="dcterms:W3CDTF">2020-04-13T07:19:25Z</dcterms:created>
  <dcterms:modified xsi:type="dcterms:W3CDTF">2020-05-12T12:12:06Z</dcterms:modified>
</cp:coreProperties>
</file>