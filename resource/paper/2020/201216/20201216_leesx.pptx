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9CF9C-7434-490B-A624-45709E41D337}" v="29" dt="2020-12-16T10:05:25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9" autoAdjust="0"/>
    <p:restoredTop sz="90867" autoAdjust="0"/>
  </p:normalViewPr>
  <p:slideViewPr>
    <p:cSldViewPr snapToGrid="0">
      <p:cViewPr varScale="1">
        <p:scale>
          <a:sx n="114" d="100"/>
          <a:sy n="114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紹瑄 李" userId="ed024a1fb83a03e0" providerId="LiveId" clId="{5049CF9C-7434-490B-A624-45709E41D337}"/>
    <pc:docChg chg="undo custSel addSld delSld modSld">
      <pc:chgData name="紹瑄 李" userId="ed024a1fb83a03e0" providerId="LiveId" clId="{5049CF9C-7434-490B-A624-45709E41D337}" dt="2020-12-16T10:14:36.216" v="228" actId="207"/>
      <pc:docMkLst>
        <pc:docMk/>
      </pc:docMkLst>
      <pc:sldChg chg="modSp mod">
        <pc:chgData name="紹瑄 李" userId="ed024a1fb83a03e0" providerId="LiveId" clId="{5049CF9C-7434-490B-A624-45709E41D337}" dt="2020-12-16T09:53:04.249" v="7" actId="1076"/>
        <pc:sldMkLst>
          <pc:docMk/>
          <pc:sldMk cId="3557049930" sldId="256"/>
        </pc:sldMkLst>
        <pc:spChg chg="mod">
          <ac:chgData name="紹瑄 李" userId="ed024a1fb83a03e0" providerId="LiveId" clId="{5049CF9C-7434-490B-A624-45709E41D337}" dt="2020-12-16T09:52:47.172" v="0" actId="1076"/>
          <ac:spMkLst>
            <pc:docMk/>
            <pc:sldMk cId="3557049930" sldId="256"/>
            <ac:spMk id="2" creationId="{40B6A882-00D3-47EF-9E00-5F5448FB3E79}"/>
          </ac:spMkLst>
        </pc:spChg>
        <pc:spChg chg="mod">
          <ac:chgData name="紹瑄 李" userId="ed024a1fb83a03e0" providerId="LiveId" clId="{5049CF9C-7434-490B-A624-45709E41D337}" dt="2020-12-16T09:53:01.812" v="6" actId="1076"/>
          <ac:spMkLst>
            <pc:docMk/>
            <pc:sldMk cId="3557049930" sldId="256"/>
            <ac:spMk id="3" creationId="{7DA53B5D-3737-4D8B-A009-A9D02CAEE169}"/>
          </ac:spMkLst>
        </pc:spChg>
        <pc:spChg chg="mod">
          <ac:chgData name="紹瑄 李" userId="ed024a1fb83a03e0" providerId="LiveId" clId="{5049CF9C-7434-490B-A624-45709E41D337}" dt="2020-12-16T09:53:04.249" v="7" actId="1076"/>
          <ac:spMkLst>
            <pc:docMk/>
            <pc:sldMk cId="3557049930" sldId="256"/>
            <ac:spMk id="7" creationId="{157E1AF4-6EFB-4D55-99F4-870F8F720C62}"/>
          </ac:spMkLst>
        </pc:spChg>
        <pc:spChg chg="mod">
          <ac:chgData name="紹瑄 李" userId="ed024a1fb83a03e0" providerId="LiveId" clId="{5049CF9C-7434-490B-A624-45709E41D337}" dt="2020-12-16T09:52:59.437" v="5" actId="1076"/>
          <ac:spMkLst>
            <pc:docMk/>
            <pc:sldMk cId="3557049930" sldId="256"/>
            <ac:spMk id="8" creationId="{8F2527E8-BB8F-41FB-8AF1-03DCC96BC069}"/>
          </ac:spMkLst>
        </pc:spChg>
      </pc:sldChg>
      <pc:sldChg chg="addSp delSp modSp mod">
        <pc:chgData name="紹瑄 李" userId="ed024a1fb83a03e0" providerId="LiveId" clId="{5049CF9C-7434-490B-A624-45709E41D337}" dt="2020-12-16T09:54:48.553" v="29" actId="1076"/>
        <pc:sldMkLst>
          <pc:docMk/>
          <pc:sldMk cId="3988091232" sldId="259"/>
        </pc:sldMkLst>
        <pc:spChg chg="del">
          <ac:chgData name="紹瑄 李" userId="ed024a1fb83a03e0" providerId="LiveId" clId="{5049CF9C-7434-490B-A624-45709E41D337}" dt="2020-12-16T09:53:46.698" v="8" actId="478"/>
          <ac:spMkLst>
            <pc:docMk/>
            <pc:sldMk cId="3988091232" sldId="259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09:54:48.553" v="29" actId="1076"/>
          <ac:spMkLst>
            <pc:docMk/>
            <pc:sldMk cId="3988091232" sldId="259"/>
            <ac:spMk id="7" creationId="{0DE355E3-6362-4692-9BB7-00D47D2C380F}"/>
          </ac:spMkLst>
        </pc:spChg>
        <pc:spChg chg="add del mod">
          <ac:chgData name="紹瑄 李" userId="ed024a1fb83a03e0" providerId="LiveId" clId="{5049CF9C-7434-490B-A624-45709E41D337}" dt="2020-12-16T09:54:39.882" v="26" actId="478"/>
          <ac:spMkLst>
            <pc:docMk/>
            <pc:sldMk cId="3988091232" sldId="259"/>
            <ac:spMk id="8" creationId="{8294A066-2CE6-4AA0-81C6-DCA79146DFAB}"/>
          </ac:spMkLst>
        </pc:spChg>
        <pc:spChg chg="mod">
          <ac:chgData name="紹瑄 李" userId="ed024a1fb83a03e0" providerId="LiveId" clId="{5049CF9C-7434-490B-A624-45709E41D337}" dt="2020-12-16T09:54:48.553" v="29" actId="1076"/>
          <ac:spMkLst>
            <pc:docMk/>
            <pc:sldMk cId="3988091232" sldId="259"/>
            <ac:spMk id="12" creationId="{652F1AAC-13A7-4F2E-8939-B8B124487E32}"/>
          </ac:spMkLst>
        </pc:spChg>
        <pc:graphicFrameChg chg="mod">
          <ac:chgData name="紹瑄 李" userId="ed024a1fb83a03e0" providerId="LiveId" clId="{5049CF9C-7434-490B-A624-45709E41D337}" dt="2020-12-16T09:54:48.553" v="29" actId="1076"/>
          <ac:graphicFrameMkLst>
            <pc:docMk/>
            <pc:sldMk cId="3988091232" sldId="259"/>
            <ac:graphicFrameMk id="3" creationId="{4B2370B5-536E-4F7A-9B21-85C4A5F284CD}"/>
          </ac:graphicFrameMkLst>
        </pc:graphicFrameChg>
        <pc:graphicFrameChg chg="mod">
          <ac:chgData name="紹瑄 李" userId="ed024a1fb83a03e0" providerId="LiveId" clId="{5049CF9C-7434-490B-A624-45709E41D337}" dt="2020-12-16T09:54:48.553" v="29" actId="1076"/>
          <ac:graphicFrameMkLst>
            <pc:docMk/>
            <pc:sldMk cId="3988091232" sldId="259"/>
            <ac:graphicFrameMk id="4" creationId="{BBBA13FF-4EA5-439B-957D-C34F1809126C}"/>
          </ac:graphicFrameMkLst>
        </pc:graphicFrameChg>
        <pc:graphicFrameChg chg="mod">
          <ac:chgData name="紹瑄 李" userId="ed024a1fb83a03e0" providerId="LiveId" clId="{5049CF9C-7434-490B-A624-45709E41D337}" dt="2020-12-16T09:54:48.553" v="29" actId="1076"/>
          <ac:graphicFrameMkLst>
            <pc:docMk/>
            <pc:sldMk cId="3988091232" sldId="259"/>
            <ac:graphicFrameMk id="5" creationId="{3E7C8E39-D3C3-4C7C-AD2E-451BC5B9BD04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08.249" v="220" actId="207"/>
        <pc:sldMkLst>
          <pc:docMk/>
          <pc:sldMk cId="3442814450" sldId="260"/>
        </pc:sldMkLst>
        <pc:spChg chg="del">
          <ac:chgData name="紹瑄 李" userId="ed024a1fb83a03e0" providerId="LiveId" clId="{5049CF9C-7434-490B-A624-45709E41D337}" dt="2020-12-16T09:53:51.119" v="9" actId="478"/>
          <ac:spMkLst>
            <pc:docMk/>
            <pc:sldMk cId="3442814450" sldId="260"/>
            <ac:spMk id="2" creationId="{02CD88E0-92F0-4756-A55F-499E0B4501EB}"/>
          </ac:spMkLst>
        </pc:spChg>
        <pc:spChg chg="add del mod">
          <ac:chgData name="紹瑄 李" userId="ed024a1fb83a03e0" providerId="LiveId" clId="{5049CF9C-7434-490B-A624-45709E41D337}" dt="2020-12-16T09:54:53.943" v="30" actId="478"/>
          <ac:spMkLst>
            <pc:docMk/>
            <pc:sldMk cId="3442814450" sldId="260"/>
            <ac:spMk id="5" creationId="{97B5F753-F9C1-4B5B-BFF4-970CF34A57E5}"/>
          </ac:spMkLst>
        </pc:spChg>
        <pc:spChg chg="mod">
          <ac:chgData name="紹瑄 李" userId="ed024a1fb83a03e0" providerId="LiveId" clId="{5049CF9C-7434-490B-A624-45709E41D337}" dt="2020-12-16T09:55:08.755" v="33" actId="1076"/>
          <ac:spMkLst>
            <pc:docMk/>
            <pc:sldMk cId="3442814450" sldId="260"/>
            <ac:spMk id="10" creationId="{3B90E28A-FECE-4E88-8815-B1ED575301BF}"/>
          </ac:spMkLst>
        </pc:spChg>
        <pc:spChg chg="mod">
          <ac:chgData name="紹瑄 李" userId="ed024a1fb83a03e0" providerId="LiveId" clId="{5049CF9C-7434-490B-A624-45709E41D337}" dt="2020-12-16T09:55:08.755" v="33" actId="1076"/>
          <ac:spMkLst>
            <pc:docMk/>
            <pc:sldMk cId="3442814450" sldId="260"/>
            <ac:spMk id="11" creationId="{4F201B57-4563-4730-8D72-39ACA51E9270}"/>
          </ac:spMkLst>
        </pc:spChg>
        <pc:spChg chg="mod">
          <ac:chgData name="紹瑄 李" userId="ed024a1fb83a03e0" providerId="LiveId" clId="{5049CF9C-7434-490B-A624-45709E41D337}" dt="2020-12-16T09:55:13.832" v="34" actId="1076"/>
          <ac:spMkLst>
            <pc:docMk/>
            <pc:sldMk cId="3442814450" sldId="260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09:56:11.235" v="51" actId="1076"/>
          <ac:spMkLst>
            <pc:docMk/>
            <pc:sldMk cId="3442814450" sldId="260"/>
            <ac:spMk id="15" creationId="{C26C9A3A-545C-45A1-8241-3A2928ECEBF5}"/>
          </ac:spMkLst>
        </pc:spChg>
        <pc:graphicFrameChg chg="mod modGraphic">
          <ac:chgData name="紹瑄 李" userId="ed024a1fb83a03e0" providerId="LiveId" clId="{5049CF9C-7434-490B-A624-45709E41D337}" dt="2020-12-16T10:14:08.249" v="220" actId="207"/>
          <ac:graphicFrameMkLst>
            <pc:docMk/>
            <pc:sldMk cId="3442814450" sldId="260"/>
            <ac:graphicFrameMk id="3" creationId="{4B2370B5-536E-4F7A-9B21-85C4A5F284CD}"/>
          </ac:graphicFrameMkLst>
        </pc:graphicFrameChg>
        <pc:graphicFrameChg chg="mod">
          <ac:chgData name="紹瑄 李" userId="ed024a1fb83a03e0" providerId="LiveId" clId="{5049CF9C-7434-490B-A624-45709E41D337}" dt="2020-12-16T09:55:08.755" v="33" actId="1076"/>
          <ac:graphicFrameMkLst>
            <pc:docMk/>
            <pc:sldMk cId="3442814450" sldId="260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09:55:08.755" v="33" actId="1076"/>
          <ac:graphicFrameMkLst>
            <pc:docMk/>
            <pc:sldMk cId="3442814450" sldId="260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09:55:08.755" v="33" actId="1076"/>
          <ac:graphicFrameMkLst>
            <pc:docMk/>
            <pc:sldMk cId="3442814450" sldId="260"/>
            <ac:graphicFrameMk id="8" creationId="{C3585514-2FB1-4B06-8AF7-2EA977E2B5BC}"/>
          </ac:graphicFrameMkLst>
        </pc:graphicFrameChg>
        <pc:graphicFrameChg chg="del">
          <ac:chgData name="紹瑄 李" userId="ed024a1fb83a03e0" providerId="LiveId" clId="{5049CF9C-7434-490B-A624-45709E41D337}" dt="2020-12-16T09:56:15.094" v="52" actId="478"/>
          <ac:graphicFrameMkLst>
            <pc:docMk/>
            <pc:sldMk cId="3442814450" sldId="260"/>
            <ac:graphicFrameMk id="9" creationId="{1D4C279C-BC7E-4BC7-869B-49401485078A}"/>
          </ac:graphicFrameMkLst>
        </pc:graphicFrameChg>
        <pc:graphicFrameChg chg="add mod modGraphic">
          <ac:chgData name="紹瑄 李" userId="ed024a1fb83a03e0" providerId="LiveId" clId="{5049CF9C-7434-490B-A624-45709E41D337}" dt="2020-12-16T09:55:59.845" v="48" actId="207"/>
          <ac:graphicFrameMkLst>
            <pc:docMk/>
            <pc:sldMk cId="3442814450" sldId="260"/>
            <ac:graphicFrameMk id="13" creationId="{5B89D4A1-C2F0-4753-B499-0CC7630CEC1E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16.030" v="221" actId="207"/>
        <pc:sldMkLst>
          <pc:docMk/>
          <pc:sldMk cId="4282549318" sldId="261"/>
        </pc:sldMkLst>
        <pc:spChg chg="del">
          <ac:chgData name="紹瑄 李" userId="ed024a1fb83a03e0" providerId="LiveId" clId="{5049CF9C-7434-490B-A624-45709E41D337}" dt="2020-12-16T09:53:55.244" v="11" actId="478"/>
          <ac:spMkLst>
            <pc:docMk/>
            <pc:sldMk cId="4282549318" sldId="261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09:56:45.920" v="56" actId="1076"/>
          <ac:spMkLst>
            <pc:docMk/>
            <pc:sldMk cId="4282549318" sldId="261"/>
            <ac:spMk id="4" creationId="{95F9719A-6521-4EA9-B4B9-44E4F145F074}"/>
          </ac:spMkLst>
        </pc:spChg>
        <pc:spChg chg="mod">
          <ac:chgData name="紹瑄 李" userId="ed024a1fb83a03e0" providerId="LiveId" clId="{5049CF9C-7434-490B-A624-45709E41D337}" dt="2020-12-16T09:56:45.920" v="56" actId="1076"/>
          <ac:spMkLst>
            <pc:docMk/>
            <pc:sldMk cId="4282549318" sldId="261"/>
            <ac:spMk id="10" creationId="{0F3D6B29-0C5B-4506-A4C1-2EFB3839CE6C}"/>
          </ac:spMkLst>
        </pc:spChg>
        <pc:spChg chg="mod">
          <ac:chgData name="紹瑄 李" userId="ed024a1fb83a03e0" providerId="LiveId" clId="{5049CF9C-7434-490B-A624-45709E41D337}" dt="2020-12-16T09:56:45.920" v="56" actId="1076"/>
          <ac:spMkLst>
            <pc:docMk/>
            <pc:sldMk cId="4282549318" sldId="261"/>
            <ac:spMk id="11" creationId="{81E4764A-D1A9-457C-A604-00AB49D4D2EC}"/>
          </ac:spMkLst>
        </pc:spChg>
        <pc:spChg chg="add del mod">
          <ac:chgData name="紹瑄 李" userId="ed024a1fb83a03e0" providerId="LiveId" clId="{5049CF9C-7434-490B-A624-45709E41D337}" dt="2020-12-16T09:56:27.218" v="53" actId="478"/>
          <ac:spMkLst>
            <pc:docMk/>
            <pc:sldMk cId="4282549318" sldId="261"/>
            <ac:spMk id="13" creationId="{F6BB409D-9112-46BA-ACCD-85208E9770E0}"/>
          </ac:spMkLst>
        </pc:spChg>
        <pc:spChg chg="mod">
          <ac:chgData name="紹瑄 李" userId="ed024a1fb83a03e0" providerId="LiveId" clId="{5049CF9C-7434-490B-A624-45709E41D337}" dt="2020-12-16T09:56:45.920" v="56" actId="1076"/>
          <ac:spMkLst>
            <pc:docMk/>
            <pc:sldMk cId="4282549318" sldId="261"/>
            <ac:spMk id="14" creationId="{E5BD649F-8B9E-4922-BB51-E524B04F8988}"/>
          </ac:spMkLst>
        </pc:spChg>
        <pc:spChg chg="mod">
          <ac:chgData name="紹瑄 李" userId="ed024a1fb83a03e0" providerId="LiveId" clId="{5049CF9C-7434-490B-A624-45709E41D337}" dt="2020-12-16T09:56:45.920" v="56" actId="1076"/>
          <ac:spMkLst>
            <pc:docMk/>
            <pc:sldMk cId="4282549318" sldId="261"/>
            <ac:spMk id="15" creationId="{BA59B3B5-20E8-40BA-A1A4-268CCF125725}"/>
          </ac:spMkLst>
        </pc:spChg>
        <pc:spChg chg="mod">
          <ac:chgData name="紹瑄 李" userId="ed024a1fb83a03e0" providerId="LiveId" clId="{5049CF9C-7434-490B-A624-45709E41D337}" dt="2020-12-16T09:56:45.920" v="56" actId="1076"/>
          <ac:spMkLst>
            <pc:docMk/>
            <pc:sldMk cId="4282549318" sldId="261"/>
            <ac:spMk id="18" creationId="{3FBF8908-93EE-4DBE-A60F-11F84B1E80AA}"/>
          </ac:spMkLst>
        </pc:spChg>
        <pc:spChg chg="add mod">
          <ac:chgData name="紹瑄 李" userId="ed024a1fb83a03e0" providerId="LiveId" clId="{5049CF9C-7434-490B-A624-45709E41D337}" dt="2020-12-16T09:56:37.843" v="55"/>
          <ac:spMkLst>
            <pc:docMk/>
            <pc:sldMk cId="4282549318" sldId="261"/>
            <ac:spMk id="19" creationId="{75D59585-F69B-4DB6-8A70-BA001494484A}"/>
          </ac:spMkLst>
        </pc:spChg>
        <pc:graphicFrameChg chg="mod modGraphic">
          <ac:chgData name="紹瑄 李" userId="ed024a1fb83a03e0" providerId="LiveId" clId="{5049CF9C-7434-490B-A624-45709E41D337}" dt="2020-12-16T10:14:16.030" v="221" actId="207"/>
          <ac:graphicFrameMkLst>
            <pc:docMk/>
            <pc:sldMk cId="4282549318" sldId="261"/>
            <ac:graphicFrameMk id="3" creationId="{4B2370B5-536E-4F7A-9B21-85C4A5F284CD}"/>
          </ac:graphicFrameMkLst>
        </pc:graphicFrameChg>
        <pc:graphicFrameChg chg="mod">
          <ac:chgData name="紹瑄 李" userId="ed024a1fb83a03e0" providerId="LiveId" clId="{5049CF9C-7434-490B-A624-45709E41D337}" dt="2020-12-16T09:56:45.920" v="56" actId="1076"/>
          <ac:graphicFrameMkLst>
            <pc:docMk/>
            <pc:sldMk cId="4282549318" sldId="261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09:56:45.920" v="56" actId="1076"/>
          <ac:graphicFrameMkLst>
            <pc:docMk/>
            <pc:sldMk cId="4282549318" sldId="261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09:56:45.920" v="56" actId="1076"/>
          <ac:graphicFrameMkLst>
            <pc:docMk/>
            <pc:sldMk cId="4282549318" sldId="261"/>
            <ac:graphicFrameMk id="8" creationId="{C3585514-2FB1-4B06-8AF7-2EA977E2B5BC}"/>
          </ac:graphicFrameMkLst>
        </pc:graphicFrameChg>
        <pc:graphicFrameChg chg="del">
          <ac:chgData name="紹瑄 李" userId="ed024a1fb83a03e0" providerId="LiveId" clId="{5049CF9C-7434-490B-A624-45709E41D337}" dt="2020-12-16T09:57:05.606" v="66" actId="478"/>
          <ac:graphicFrameMkLst>
            <pc:docMk/>
            <pc:sldMk cId="4282549318" sldId="261"/>
            <ac:graphicFrameMk id="9" creationId="{60E2DB3E-47C6-4404-ACFD-81A27EA4F806}"/>
          </ac:graphicFrameMkLst>
        </pc:graphicFrameChg>
        <pc:graphicFrameChg chg="add mod modGraphic">
          <ac:chgData name="紹瑄 李" userId="ed024a1fb83a03e0" providerId="LiveId" clId="{5049CF9C-7434-490B-A624-45709E41D337}" dt="2020-12-16T09:57:02.966" v="65" actId="207"/>
          <ac:graphicFrameMkLst>
            <pc:docMk/>
            <pc:sldMk cId="4282549318" sldId="261"/>
            <ac:graphicFrameMk id="17" creationId="{401DBCBC-611A-4E4B-9E8E-53687E47F58F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18.858" v="222" actId="207"/>
        <pc:sldMkLst>
          <pc:docMk/>
          <pc:sldMk cId="2679276285" sldId="262"/>
        </pc:sldMkLst>
        <pc:spChg chg="del">
          <ac:chgData name="紹瑄 李" userId="ed024a1fb83a03e0" providerId="LiveId" clId="{5049CF9C-7434-490B-A624-45709E41D337}" dt="2020-12-16T09:53:53.494" v="10" actId="478"/>
          <ac:spMkLst>
            <pc:docMk/>
            <pc:sldMk cId="2679276285" sldId="262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09:57:19.215" v="68" actId="1076"/>
          <ac:spMkLst>
            <pc:docMk/>
            <pc:sldMk cId="2679276285" sldId="262"/>
            <ac:spMk id="9" creationId="{0942A03B-DDA7-4374-AE42-1E05CE1B84A1}"/>
          </ac:spMkLst>
        </pc:spChg>
        <pc:spChg chg="mod">
          <ac:chgData name="紹瑄 李" userId="ed024a1fb83a03e0" providerId="LiveId" clId="{5049CF9C-7434-490B-A624-45709E41D337}" dt="2020-12-16T09:57:19.215" v="68" actId="1076"/>
          <ac:spMkLst>
            <pc:docMk/>
            <pc:sldMk cId="2679276285" sldId="262"/>
            <ac:spMk id="10" creationId="{B7942719-7DD1-48DB-81EC-FD115D554044}"/>
          </ac:spMkLst>
        </pc:spChg>
        <pc:spChg chg="add del mod">
          <ac:chgData name="紹瑄 李" userId="ed024a1fb83a03e0" providerId="LiveId" clId="{5049CF9C-7434-490B-A624-45709E41D337}" dt="2020-12-16T09:57:41.229" v="76" actId="478"/>
          <ac:spMkLst>
            <pc:docMk/>
            <pc:sldMk cId="2679276285" sldId="262"/>
            <ac:spMk id="11" creationId="{F8D5F8CB-2680-426F-A86F-85A06F93A981}"/>
          </ac:spMkLst>
        </pc:spChg>
        <pc:spChg chg="mod">
          <ac:chgData name="紹瑄 李" userId="ed024a1fb83a03e0" providerId="LiveId" clId="{5049CF9C-7434-490B-A624-45709E41D337}" dt="2020-12-16T09:57:19.215" v="68" actId="1076"/>
          <ac:spMkLst>
            <pc:docMk/>
            <pc:sldMk cId="2679276285" sldId="262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09:57:26.136" v="70" actId="1076"/>
          <ac:spMkLst>
            <pc:docMk/>
            <pc:sldMk cId="2679276285" sldId="262"/>
            <ac:spMk id="14" creationId="{8D5AE0F8-CC2D-401A-A39A-B744A6171E67}"/>
          </ac:spMkLst>
        </pc:spChg>
        <pc:graphicFrameChg chg="mod modGraphic">
          <ac:chgData name="紹瑄 李" userId="ed024a1fb83a03e0" providerId="LiveId" clId="{5049CF9C-7434-490B-A624-45709E41D337}" dt="2020-12-16T10:14:18.858" v="222" actId="207"/>
          <ac:graphicFrameMkLst>
            <pc:docMk/>
            <pc:sldMk cId="2679276285" sldId="262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09:58:06.290" v="88" actId="478"/>
          <ac:graphicFrameMkLst>
            <pc:docMk/>
            <pc:sldMk cId="2679276285" sldId="262"/>
            <ac:graphicFrameMk id="5" creationId="{C63B1E08-17CB-4CE9-A363-ABE6C728684F}"/>
          </ac:graphicFrameMkLst>
        </pc:graphicFrameChg>
        <pc:graphicFrameChg chg="mod">
          <ac:chgData name="紹瑄 李" userId="ed024a1fb83a03e0" providerId="LiveId" clId="{5049CF9C-7434-490B-A624-45709E41D337}" dt="2020-12-16T09:57:19.215" v="68" actId="1076"/>
          <ac:graphicFrameMkLst>
            <pc:docMk/>
            <pc:sldMk cId="2679276285" sldId="262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09:57:19.215" v="68" actId="1076"/>
          <ac:graphicFrameMkLst>
            <pc:docMk/>
            <pc:sldMk cId="2679276285" sldId="262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09:57:19.215" v="68" actId="1076"/>
          <ac:graphicFrameMkLst>
            <pc:docMk/>
            <pc:sldMk cId="2679276285" sldId="262"/>
            <ac:graphicFrameMk id="8" creationId="{C3585514-2FB1-4B06-8AF7-2EA977E2B5BC}"/>
          </ac:graphicFrameMkLst>
        </pc:graphicFrameChg>
        <pc:graphicFrameChg chg="add del mod modGraphic">
          <ac:chgData name="紹瑄 李" userId="ed024a1fb83a03e0" providerId="LiveId" clId="{5049CF9C-7434-490B-A624-45709E41D337}" dt="2020-12-16T09:57:35.792" v="74" actId="478"/>
          <ac:graphicFrameMkLst>
            <pc:docMk/>
            <pc:sldMk cId="2679276285" sldId="262"/>
            <ac:graphicFrameMk id="13" creationId="{20BB55CB-5960-49C7-9247-06B3CE61D90A}"/>
          </ac:graphicFrameMkLst>
        </pc:graphicFrameChg>
        <pc:graphicFrameChg chg="add mod modGraphic">
          <ac:chgData name="紹瑄 李" userId="ed024a1fb83a03e0" providerId="LiveId" clId="{5049CF9C-7434-490B-A624-45709E41D337}" dt="2020-12-16T09:59:17.036" v="111" actId="113"/>
          <ac:graphicFrameMkLst>
            <pc:docMk/>
            <pc:sldMk cId="2679276285" sldId="262"/>
            <ac:graphicFrameMk id="15" creationId="{FED4278F-21AF-493C-92D1-AC14CFD1FEBB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22.107" v="223" actId="207"/>
        <pc:sldMkLst>
          <pc:docMk/>
          <pc:sldMk cId="426701803" sldId="263"/>
        </pc:sldMkLst>
        <pc:spChg chg="del">
          <ac:chgData name="紹瑄 李" userId="ed024a1fb83a03e0" providerId="LiveId" clId="{5049CF9C-7434-490B-A624-45709E41D337}" dt="2020-12-16T09:53:57.712" v="12" actId="478"/>
          <ac:spMkLst>
            <pc:docMk/>
            <pc:sldMk cId="426701803" sldId="263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09:58:18.992" v="90" actId="1076"/>
          <ac:spMkLst>
            <pc:docMk/>
            <pc:sldMk cId="426701803" sldId="263"/>
            <ac:spMk id="9" creationId="{A4D225FB-1E40-422A-96FF-D9AE9AD8A331}"/>
          </ac:spMkLst>
        </pc:spChg>
        <pc:spChg chg="mod">
          <ac:chgData name="紹瑄 李" userId="ed024a1fb83a03e0" providerId="LiveId" clId="{5049CF9C-7434-490B-A624-45709E41D337}" dt="2020-12-16T09:58:18.992" v="90" actId="1076"/>
          <ac:spMkLst>
            <pc:docMk/>
            <pc:sldMk cId="426701803" sldId="263"/>
            <ac:spMk id="10" creationId="{48EE54B5-E653-493D-B854-1618631DE693}"/>
          </ac:spMkLst>
        </pc:spChg>
        <pc:spChg chg="add del mod">
          <ac:chgData name="紹瑄 李" userId="ed024a1fb83a03e0" providerId="LiveId" clId="{5049CF9C-7434-490B-A624-45709E41D337}" dt="2020-12-16T09:58:20.805" v="91" actId="478"/>
          <ac:spMkLst>
            <pc:docMk/>
            <pc:sldMk cId="426701803" sldId="263"/>
            <ac:spMk id="11" creationId="{75952356-B5A5-4908-BBBB-42B46A410138}"/>
          </ac:spMkLst>
        </pc:spChg>
        <pc:spChg chg="mod">
          <ac:chgData name="紹瑄 李" userId="ed024a1fb83a03e0" providerId="LiveId" clId="{5049CF9C-7434-490B-A624-45709E41D337}" dt="2020-12-16T09:58:18.992" v="90" actId="1076"/>
          <ac:spMkLst>
            <pc:docMk/>
            <pc:sldMk cId="426701803" sldId="263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09:58:26.773" v="92"/>
          <ac:spMkLst>
            <pc:docMk/>
            <pc:sldMk cId="426701803" sldId="263"/>
            <ac:spMk id="14" creationId="{DF6338A9-D727-43E5-BA80-74383E0B1E43}"/>
          </ac:spMkLst>
        </pc:spChg>
        <pc:graphicFrameChg chg="mod modGraphic">
          <ac:chgData name="紹瑄 李" userId="ed024a1fb83a03e0" providerId="LiveId" clId="{5049CF9C-7434-490B-A624-45709E41D337}" dt="2020-12-16T10:14:22.107" v="223" actId="207"/>
          <ac:graphicFrameMkLst>
            <pc:docMk/>
            <pc:sldMk cId="426701803" sldId="263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09:59:23.707" v="112" actId="478"/>
          <ac:graphicFrameMkLst>
            <pc:docMk/>
            <pc:sldMk cId="426701803" sldId="263"/>
            <ac:graphicFrameMk id="4" creationId="{46DF319B-6C02-4A30-8BDC-8305837B5397}"/>
          </ac:graphicFrameMkLst>
        </pc:graphicFrameChg>
        <pc:graphicFrameChg chg="mod">
          <ac:chgData name="紹瑄 李" userId="ed024a1fb83a03e0" providerId="LiveId" clId="{5049CF9C-7434-490B-A624-45709E41D337}" dt="2020-12-16T09:58:18.992" v="90" actId="1076"/>
          <ac:graphicFrameMkLst>
            <pc:docMk/>
            <pc:sldMk cId="426701803" sldId="263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09:58:18.992" v="90" actId="1076"/>
          <ac:graphicFrameMkLst>
            <pc:docMk/>
            <pc:sldMk cId="426701803" sldId="263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09:58:18.992" v="90" actId="1076"/>
          <ac:graphicFrameMkLst>
            <pc:docMk/>
            <pc:sldMk cId="426701803" sldId="263"/>
            <ac:graphicFrameMk id="8" creationId="{C3585514-2FB1-4B06-8AF7-2EA977E2B5BC}"/>
          </ac:graphicFrameMkLst>
        </pc:graphicFrameChg>
        <pc:graphicFrameChg chg="add del mod">
          <ac:chgData name="紹瑄 李" userId="ed024a1fb83a03e0" providerId="LiveId" clId="{5049CF9C-7434-490B-A624-45709E41D337}" dt="2020-12-16T09:58:38.304" v="93" actId="478"/>
          <ac:graphicFrameMkLst>
            <pc:docMk/>
            <pc:sldMk cId="426701803" sldId="263"/>
            <ac:graphicFrameMk id="13" creationId="{B5CC8D3A-8161-445B-A884-0CB002E000C0}"/>
          </ac:graphicFrameMkLst>
        </pc:graphicFrameChg>
        <pc:graphicFrameChg chg="add mod modGraphic">
          <ac:chgData name="紹瑄 李" userId="ed024a1fb83a03e0" providerId="LiveId" clId="{5049CF9C-7434-490B-A624-45709E41D337}" dt="2020-12-16T09:59:13.770" v="110" actId="113"/>
          <ac:graphicFrameMkLst>
            <pc:docMk/>
            <pc:sldMk cId="426701803" sldId="263"/>
            <ac:graphicFrameMk id="15" creationId="{5779F0CC-D752-4FE9-B44F-A8D33E569BFE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24.670" v="224" actId="207"/>
        <pc:sldMkLst>
          <pc:docMk/>
          <pc:sldMk cId="1173316303" sldId="264"/>
        </pc:sldMkLst>
        <pc:spChg chg="del">
          <ac:chgData name="紹瑄 李" userId="ed024a1fb83a03e0" providerId="LiveId" clId="{5049CF9C-7434-490B-A624-45709E41D337}" dt="2020-12-16T09:54:00.306" v="13" actId="478"/>
          <ac:spMkLst>
            <pc:docMk/>
            <pc:sldMk cId="1173316303" sldId="264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09:59:48.893" v="116" actId="1076"/>
          <ac:spMkLst>
            <pc:docMk/>
            <pc:sldMk cId="1173316303" sldId="264"/>
            <ac:spMk id="9" creationId="{9D6C9BA4-F581-485A-985B-81D6C75051D4}"/>
          </ac:spMkLst>
        </pc:spChg>
        <pc:spChg chg="mod">
          <ac:chgData name="紹瑄 李" userId="ed024a1fb83a03e0" providerId="LiveId" clId="{5049CF9C-7434-490B-A624-45709E41D337}" dt="2020-12-16T09:59:48.893" v="116" actId="1076"/>
          <ac:spMkLst>
            <pc:docMk/>
            <pc:sldMk cId="1173316303" sldId="264"/>
            <ac:spMk id="10" creationId="{36BFABCA-1177-4D66-8E59-24F950B19CF7}"/>
          </ac:spMkLst>
        </pc:spChg>
        <pc:spChg chg="add del mod">
          <ac:chgData name="紹瑄 李" userId="ed024a1fb83a03e0" providerId="LiveId" clId="{5049CF9C-7434-490B-A624-45709E41D337}" dt="2020-12-16T09:59:33.597" v="114" actId="478"/>
          <ac:spMkLst>
            <pc:docMk/>
            <pc:sldMk cId="1173316303" sldId="264"/>
            <ac:spMk id="11" creationId="{B2BB8DCD-FA26-4D17-BD6B-6A01B012C75A}"/>
          </ac:spMkLst>
        </pc:spChg>
        <pc:spChg chg="mod">
          <ac:chgData name="紹瑄 李" userId="ed024a1fb83a03e0" providerId="LiveId" clId="{5049CF9C-7434-490B-A624-45709E41D337}" dt="2020-12-16T09:59:52.689" v="117" actId="1076"/>
          <ac:spMkLst>
            <pc:docMk/>
            <pc:sldMk cId="1173316303" sldId="264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09:59:56.689" v="118"/>
          <ac:spMkLst>
            <pc:docMk/>
            <pc:sldMk cId="1173316303" sldId="264"/>
            <ac:spMk id="14" creationId="{D94B1A5B-E1AD-457E-AB06-2174BE01832C}"/>
          </ac:spMkLst>
        </pc:spChg>
        <pc:graphicFrameChg chg="mod modGraphic">
          <ac:chgData name="紹瑄 李" userId="ed024a1fb83a03e0" providerId="LiveId" clId="{5049CF9C-7434-490B-A624-45709E41D337}" dt="2020-12-16T10:14:24.670" v="224" actId="207"/>
          <ac:graphicFrameMkLst>
            <pc:docMk/>
            <pc:sldMk cId="1173316303" sldId="264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10:00:23.953" v="129" actId="478"/>
          <ac:graphicFrameMkLst>
            <pc:docMk/>
            <pc:sldMk cId="1173316303" sldId="264"/>
            <ac:graphicFrameMk id="4" creationId="{0C676C50-876B-4F5C-AB05-9387EE0EE1C0}"/>
          </ac:graphicFrameMkLst>
        </pc:graphicFrameChg>
        <pc:graphicFrameChg chg="mod">
          <ac:chgData name="紹瑄 李" userId="ed024a1fb83a03e0" providerId="LiveId" clId="{5049CF9C-7434-490B-A624-45709E41D337}" dt="2020-12-16T09:59:48.893" v="116" actId="1076"/>
          <ac:graphicFrameMkLst>
            <pc:docMk/>
            <pc:sldMk cId="1173316303" sldId="264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09:59:48.893" v="116" actId="1076"/>
          <ac:graphicFrameMkLst>
            <pc:docMk/>
            <pc:sldMk cId="1173316303" sldId="264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09:59:48.893" v="116" actId="1076"/>
          <ac:graphicFrameMkLst>
            <pc:docMk/>
            <pc:sldMk cId="1173316303" sldId="264"/>
            <ac:graphicFrameMk id="8" creationId="{C3585514-2FB1-4B06-8AF7-2EA977E2B5BC}"/>
          </ac:graphicFrameMkLst>
        </pc:graphicFrameChg>
        <pc:graphicFrameChg chg="add del mod">
          <ac:chgData name="紹瑄 李" userId="ed024a1fb83a03e0" providerId="LiveId" clId="{5049CF9C-7434-490B-A624-45709E41D337}" dt="2020-12-16T10:00:05.876" v="119" actId="478"/>
          <ac:graphicFrameMkLst>
            <pc:docMk/>
            <pc:sldMk cId="1173316303" sldId="264"/>
            <ac:graphicFrameMk id="13" creationId="{7F646D20-DF9E-4E01-A19E-471F1DECC562}"/>
          </ac:graphicFrameMkLst>
        </pc:graphicFrameChg>
        <pc:graphicFrameChg chg="add mod modGraphic">
          <ac:chgData name="紹瑄 李" userId="ed024a1fb83a03e0" providerId="LiveId" clId="{5049CF9C-7434-490B-A624-45709E41D337}" dt="2020-12-16T10:00:19.969" v="128" actId="113"/>
          <ac:graphicFrameMkLst>
            <pc:docMk/>
            <pc:sldMk cId="1173316303" sldId="264"/>
            <ac:graphicFrameMk id="15" creationId="{1C49119F-20B0-4057-B208-1DA4BF1AEA50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27.185" v="225" actId="207"/>
        <pc:sldMkLst>
          <pc:docMk/>
          <pc:sldMk cId="181474956" sldId="265"/>
        </pc:sldMkLst>
        <pc:spChg chg="del">
          <ac:chgData name="紹瑄 李" userId="ed024a1fb83a03e0" providerId="LiveId" clId="{5049CF9C-7434-490B-A624-45709E41D337}" dt="2020-12-16T09:54:03.900" v="14" actId="478"/>
          <ac:spMkLst>
            <pc:docMk/>
            <pc:sldMk cId="181474956" sldId="265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10:00:53.936" v="134" actId="1076"/>
          <ac:spMkLst>
            <pc:docMk/>
            <pc:sldMk cId="181474956" sldId="265"/>
            <ac:spMk id="9" creationId="{97796D39-FBD6-4CC9-BF24-C24CD1A07B32}"/>
          </ac:spMkLst>
        </pc:spChg>
        <pc:spChg chg="mod">
          <ac:chgData name="紹瑄 李" userId="ed024a1fb83a03e0" providerId="LiveId" clId="{5049CF9C-7434-490B-A624-45709E41D337}" dt="2020-12-16T10:00:53.936" v="134" actId="1076"/>
          <ac:spMkLst>
            <pc:docMk/>
            <pc:sldMk cId="181474956" sldId="265"/>
            <ac:spMk id="10" creationId="{62D34ACF-F851-4191-80BE-A3B041912232}"/>
          </ac:spMkLst>
        </pc:spChg>
        <pc:spChg chg="add del mod">
          <ac:chgData name="紹瑄 李" userId="ed024a1fb83a03e0" providerId="LiveId" clId="{5049CF9C-7434-490B-A624-45709E41D337}" dt="2020-12-16T09:54:06.353" v="15" actId="478"/>
          <ac:spMkLst>
            <pc:docMk/>
            <pc:sldMk cId="181474956" sldId="265"/>
            <ac:spMk id="11" creationId="{86D63FF2-E9BD-4070-9467-E54D5E3D545E}"/>
          </ac:spMkLst>
        </pc:spChg>
        <pc:spChg chg="mod">
          <ac:chgData name="紹瑄 李" userId="ed024a1fb83a03e0" providerId="LiveId" clId="{5049CF9C-7434-490B-A624-45709E41D337}" dt="2020-12-16T10:00:53.936" v="134" actId="1076"/>
          <ac:spMkLst>
            <pc:docMk/>
            <pc:sldMk cId="181474956" sldId="265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10:00:45.748" v="133"/>
          <ac:spMkLst>
            <pc:docMk/>
            <pc:sldMk cId="181474956" sldId="265"/>
            <ac:spMk id="14" creationId="{FDBA691A-9DE9-4183-B849-ABA176741B6A}"/>
          </ac:spMkLst>
        </pc:spChg>
        <pc:spChg chg="add del mod">
          <ac:chgData name="紹瑄 李" userId="ed024a1fb83a03e0" providerId="LiveId" clId="{5049CF9C-7434-490B-A624-45709E41D337}" dt="2020-12-16T10:01:06.372" v="140"/>
          <ac:spMkLst>
            <pc:docMk/>
            <pc:sldMk cId="181474956" sldId="265"/>
            <ac:spMk id="15" creationId="{15390AA7-F492-41C4-81C0-1390162ECF60}"/>
          </ac:spMkLst>
        </pc:spChg>
        <pc:graphicFrameChg chg="mod modGraphic">
          <ac:chgData name="紹瑄 李" userId="ed024a1fb83a03e0" providerId="LiveId" clId="{5049CF9C-7434-490B-A624-45709E41D337}" dt="2020-12-16T10:14:27.185" v="225" actId="207"/>
          <ac:graphicFrameMkLst>
            <pc:docMk/>
            <pc:sldMk cId="181474956" sldId="265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10:01:15.403" v="144" actId="478"/>
          <ac:graphicFrameMkLst>
            <pc:docMk/>
            <pc:sldMk cId="181474956" sldId="265"/>
            <ac:graphicFrameMk id="4" creationId="{B5DC9107-F56B-4956-BB52-395BA52BE317}"/>
          </ac:graphicFrameMkLst>
        </pc:graphicFrameChg>
        <pc:graphicFrameChg chg="mod">
          <ac:chgData name="紹瑄 李" userId="ed024a1fb83a03e0" providerId="LiveId" clId="{5049CF9C-7434-490B-A624-45709E41D337}" dt="2020-12-16T10:00:53.936" v="134" actId="1076"/>
          <ac:graphicFrameMkLst>
            <pc:docMk/>
            <pc:sldMk cId="181474956" sldId="265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10:00:53.936" v="134" actId="1076"/>
          <ac:graphicFrameMkLst>
            <pc:docMk/>
            <pc:sldMk cId="181474956" sldId="265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10:00:53.936" v="134" actId="1076"/>
          <ac:graphicFrameMkLst>
            <pc:docMk/>
            <pc:sldMk cId="181474956" sldId="265"/>
            <ac:graphicFrameMk id="8" creationId="{C3585514-2FB1-4B06-8AF7-2EA977E2B5BC}"/>
          </ac:graphicFrameMkLst>
        </pc:graphicFrameChg>
        <pc:graphicFrameChg chg="add mod modGraphic">
          <ac:chgData name="紹瑄 李" userId="ed024a1fb83a03e0" providerId="LiveId" clId="{5049CF9C-7434-490B-A624-45709E41D337}" dt="2020-12-16T10:01:11.106" v="143" actId="113"/>
          <ac:graphicFrameMkLst>
            <pc:docMk/>
            <pc:sldMk cId="181474956" sldId="265"/>
            <ac:graphicFrameMk id="13" creationId="{F8C3E21F-C6E1-45ED-8852-EBC96424DC6B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29.544" v="226" actId="207"/>
        <pc:sldMkLst>
          <pc:docMk/>
          <pc:sldMk cId="1978280266" sldId="266"/>
        </pc:sldMkLst>
        <pc:spChg chg="del">
          <ac:chgData name="紹瑄 李" userId="ed024a1fb83a03e0" providerId="LiveId" clId="{5049CF9C-7434-490B-A624-45709E41D337}" dt="2020-12-16T09:54:09.446" v="16" actId="478"/>
          <ac:spMkLst>
            <pc:docMk/>
            <pc:sldMk cId="1978280266" sldId="266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10:01:39.464" v="148" actId="1076"/>
          <ac:spMkLst>
            <pc:docMk/>
            <pc:sldMk cId="1978280266" sldId="266"/>
            <ac:spMk id="9" creationId="{79A682AF-A7FA-4062-8EAF-500734EE9E86}"/>
          </ac:spMkLst>
        </pc:spChg>
        <pc:spChg chg="mod">
          <ac:chgData name="紹瑄 李" userId="ed024a1fb83a03e0" providerId="LiveId" clId="{5049CF9C-7434-490B-A624-45709E41D337}" dt="2020-12-16T10:01:39.464" v="148" actId="1076"/>
          <ac:spMkLst>
            <pc:docMk/>
            <pc:sldMk cId="1978280266" sldId="266"/>
            <ac:spMk id="10" creationId="{7CD63D8C-9F03-42F3-82E6-6EE8225EEA1C}"/>
          </ac:spMkLst>
        </pc:spChg>
        <pc:spChg chg="add del mod">
          <ac:chgData name="紹瑄 李" userId="ed024a1fb83a03e0" providerId="LiveId" clId="{5049CF9C-7434-490B-A624-45709E41D337}" dt="2020-12-16T10:01:20.293" v="145" actId="478"/>
          <ac:spMkLst>
            <pc:docMk/>
            <pc:sldMk cId="1978280266" sldId="266"/>
            <ac:spMk id="11" creationId="{DABD65BA-21B1-4926-9D18-3734AE234200}"/>
          </ac:spMkLst>
        </pc:spChg>
        <pc:spChg chg="add del mod">
          <ac:chgData name="紹瑄 李" userId="ed024a1fb83a03e0" providerId="LiveId" clId="{5049CF9C-7434-490B-A624-45709E41D337}" dt="2020-12-16T10:02:18.680" v="164" actId="1076"/>
          <ac:spMkLst>
            <pc:docMk/>
            <pc:sldMk cId="1978280266" sldId="266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10:01:31.386" v="147"/>
          <ac:spMkLst>
            <pc:docMk/>
            <pc:sldMk cId="1978280266" sldId="266"/>
            <ac:spMk id="14" creationId="{50EC8D58-201C-4D62-A5BA-E545EBAE12A6}"/>
          </ac:spMkLst>
        </pc:spChg>
        <pc:spChg chg="add del mod">
          <ac:chgData name="紹瑄 李" userId="ed024a1fb83a03e0" providerId="LiveId" clId="{5049CF9C-7434-490B-A624-45709E41D337}" dt="2020-12-16T10:02:18.305" v="163" actId="21"/>
          <ac:spMkLst>
            <pc:docMk/>
            <pc:sldMk cId="1978280266" sldId="266"/>
            <ac:spMk id="16" creationId="{7255C237-74BC-45F4-B7E7-903B6E0B8B34}"/>
          </ac:spMkLst>
        </pc:spChg>
        <pc:graphicFrameChg chg="mod modGraphic">
          <ac:chgData name="紹瑄 李" userId="ed024a1fb83a03e0" providerId="LiveId" clId="{5049CF9C-7434-490B-A624-45709E41D337}" dt="2020-12-16T10:14:29.544" v="226" actId="207"/>
          <ac:graphicFrameMkLst>
            <pc:docMk/>
            <pc:sldMk cId="1978280266" sldId="266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10:02:11.618" v="160" actId="478"/>
          <ac:graphicFrameMkLst>
            <pc:docMk/>
            <pc:sldMk cId="1978280266" sldId="266"/>
            <ac:graphicFrameMk id="4" creationId="{B75C97F4-291D-4CB3-96A6-ABC6383969D8}"/>
          </ac:graphicFrameMkLst>
        </pc:graphicFrameChg>
        <pc:graphicFrameChg chg="mod">
          <ac:chgData name="紹瑄 李" userId="ed024a1fb83a03e0" providerId="LiveId" clId="{5049CF9C-7434-490B-A624-45709E41D337}" dt="2020-12-16T10:01:39.464" v="148" actId="1076"/>
          <ac:graphicFrameMkLst>
            <pc:docMk/>
            <pc:sldMk cId="1978280266" sldId="266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10:01:39.464" v="148" actId="1076"/>
          <ac:graphicFrameMkLst>
            <pc:docMk/>
            <pc:sldMk cId="1978280266" sldId="266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10:01:39.464" v="148" actId="1076"/>
          <ac:graphicFrameMkLst>
            <pc:docMk/>
            <pc:sldMk cId="1978280266" sldId="266"/>
            <ac:graphicFrameMk id="8" creationId="{C3585514-2FB1-4B06-8AF7-2EA977E2B5BC}"/>
          </ac:graphicFrameMkLst>
        </pc:graphicFrameChg>
        <pc:graphicFrameChg chg="add mod modGraphic">
          <ac:chgData name="紹瑄 李" userId="ed024a1fb83a03e0" providerId="LiveId" clId="{5049CF9C-7434-490B-A624-45709E41D337}" dt="2020-12-16T10:02:06.478" v="159" actId="207"/>
          <ac:graphicFrameMkLst>
            <pc:docMk/>
            <pc:sldMk cId="1978280266" sldId="266"/>
            <ac:graphicFrameMk id="13" creationId="{998F4DB4-54D8-4560-BBBD-9A0F75CAC3DC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14:33.747" v="227" actId="207"/>
        <pc:sldMkLst>
          <pc:docMk/>
          <pc:sldMk cId="2702127001" sldId="267"/>
        </pc:sldMkLst>
        <pc:spChg chg="del">
          <ac:chgData name="紹瑄 李" userId="ed024a1fb83a03e0" providerId="LiveId" clId="{5049CF9C-7434-490B-A624-45709E41D337}" dt="2020-12-16T09:54:13.040" v="17" actId="478"/>
          <ac:spMkLst>
            <pc:docMk/>
            <pc:sldMk cId="2702127001" sldId="267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10:02:30.539" v="166" actId="1076"/>
          <ac:spMkLst>
            <pc:docMk/>
            <pc:sldMk cId="2702127001" sldId="267"/>
            <ac:spMk id="9" creationId="{B2D4017D-A69C-4B7A-8FB6-05E84FA856E2}"/>
          </ac:spMkLst>
        </pc:spChg>
        <pc:spChg chg="mod">
          <ac:chgData name="紹瑄 李" userId="ed024a1fb83a03e0" providerId="LiveId" clId="{5049CF9C-7434-490B-A624-45709E41D337}" dt="2020-12-16T10:02:30.539" v="166" actId="1076"/>
          <ac:spMkLst>
            <pc:docMk/>
            <pc:sldMk cId="2702127001" sldId="267"/>
            <ac:spMk id="10" creationId="{85DB3AC6-2F9C-427A-B180-FC1851E78395}"/>
          </ac:spMkLst>
        </pc:spChg>
        <pc:spChg chg="add del mod">
          <ac:chgData name="紹瑄 李" userId="ed024a1fb83a03e0" providerId="LiveId" clId="{5049CF9C-7434-490B-A624-45709E41D337}" dt="2020-12-16T10:02:38.148" v="169" actId="478"/>
          <ac:spMkLst>
            <pc:docMk/>
            <pc:sldMk cId="2702127001" sldId="267"/>
            <ac:spMk id="11" creationId="{1B214657-CBA1-41CB-ABD1-E542DB8CC8C0}"/>
          </ac:spMkLst>
        </pc:spChg>
        <pc:spChg chg="mod">
          <ac:chgData name="紹瑄 李" userId="ed024a1fb83a03e0" providerId="LiveId" clId="{5049CF9C-7434-490B-A624-45709E41D337}" dt="2020-12-16T10:02:36.445" v="168" actId="1076"/>
          <ac:spMkLst>
            <pc:docMk/>
            <pc:sldMk cId="2702127001" sldId="267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10:02:33.757" v="167" actId="1076"/>
          <ac:spMkLst>
            <pc:docMk/>
            <pc:sldMk cId="2702127001" sldId="267"/>
            <ac:spMk id="14" creationId="{77CABDBB-038C-4A5C-B5C4-26AC64DB99B3}"/>
          </ac:spMkLst>
        </pc:spChg>
        <pc:graphicFrameChg chg="mod modGraphic">
          <ac:chgData name="紹瑄 李" userId="ed024a1fb83a03e0" providerId="LiveId" clId="{5049CF9C-7434-490B-A624-45709E41D337}" dt="2020-12-16T10:14:33.747" v="227" actId="207"/>
          <ac:graphicFrameMkLst>
            <pc:docMk/>
            <pc:sldMk cId="2702127001" sldId="267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10:03:09.380" v="182" actId="478"/>
          <ac:graphicFrameMkLst>
            <pc:docMk/>
            <pc:sldMk cId="2702127001" sldId="267"/>
            <ac:graphicFrameMk id="4" creationId="{A0BB7630-20A6-4AA2-841B-3E698D0CB3AB}"/>
          </ac:graphicFrameMkLst>
        </pc:graphicFrameChg>
        <pc:graphicFrameChg chg="mod">
          <ac:chgData name="紹瑄 李" userId="ed024a1fb83a03e0" providerId="LiveId" clId="{5049CF9C-7434-490B-A624-45709E41D337}" dt="2020-12-16T10:02:30.539" v="166" actId="1076"/>
          <ac:graphicFrameMkLst>
            <pc:docMk/>
            <pc:sldMk cId="2702127001" sldId="267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10:02:30.539" v="166" actId="1076"/>
          <ac:graphicFrameMkLst>
            <pc:docMk/>
            <pc:sldMk cId="2702127001" sldId="267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10:02:30.539" v="166" actId="1076"/>
          <ac:graphicFrameMkLst>
            <pc:docMk/>
            <pc:sldMk cId="2702127001" sldId="267"/>
            <ac:graphicFrameMk id="8" creationId="{C3585514-2FB1-4B06-8AF7-2EA977E2B5BC}"/>
          </ac:graphicFrameMkLst>
        </pc:graphicFrameChg>
        <pc:graphicFrameChg chg="add mod modGraphic">
          <ac:chgData name="紹瑄 李" userId="ed024a1fb83a03e0" providerId="LiveId" clId="{5049CF9C-7434-490B-A624-45709E41D337}" dt="2020-12-16T10:03:05.130" v="181" actId="207"/>
          <ac:graphicFrameMkLst>
            <pc:docMk/>
            <pc:sldMk cId="2702127001" sldId="267"/>
            <ac:graphicFrameMk id="13" creationId="{1C868979-6B20-447E-859A-12C4477DED0B}"/>
          </ac:graphicFrameMkLst>
        </pc:graphicFrameChg>
      </pc:sldChg>
      <pc:sldChg chg="addSp delSp modSp add del mod">
        <pc:chgData name="紹瑄 李" userId="ed024a1fb83a03e0" providerId="LiveId" clId="{5049CF9C-7434-490B-A624-45709E41D337}" dt="2020-12-16T10:14:36.216" v="228" actId="207"/>
        <pc:sldMkLst>
          <pc:docMk/>
          <pc:sldMk cId="93519110" sldId="268"/>
        </pc:sldMkLst>
        <pc:spChg chg="del">
          <ac:chgData name="紹瑄 李" userId="ed024a1fb83a03e0" providerId="LiveId" clId="{5049CF9C-7434-490B-A624-45709E41D337}" dt="2020-12-16T09:54:14.977" v="18" actId="478"/>
          <ac:spMkLst>
            <pc:docMk/>
            <pc:sldMk cId="93519110" sldId="268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10:03:27.672" v="185" actId="1076"/>
          <ac:spMkLst>
            <pc:docMk/>
            <pc:sldMk cId="93519110" sldId="268"/>
            <ac:spMk id="9" creationId="{B82A4286-CACA-4486-A0B4-2BAFC1EF9D17}"/>
          </ac:spMkLst>
        </pc:spChg>
        <pc:spChg chg="mod">
          <ac:chgData name="紹瑄 李" userId="ed024a1fb83a03e0" providerId="LiveId" clId="{5049CF9C-7434-490B-A624-45709E41D337}" dt="2020-12-16T10:03:27.672" v="185" actId="1076"/>
          <ac:spMkLst>
            <pc:docMk/>
            <pc:sldMk cId="93519110" sldId="268"/>
            <ac:spMk id="10" creationId="{0A371DFB-5E07-47BC-B0B1-21C09DB6B696}"/>
          </ac:spMkLst>
        </pc:spChg>
        <pc:spChg chg="add del mod">
          <ac:chgData name="紹瑄 李" userId="ed024a1fb83a03e0" providerId="LiveId" clId="{5049CF9C-7434-490B-A624-45709E41D337}" dt="2020-12-16T10:03:19.473" v="183" actId="478"/>
          <ac:spMkLst>
            <pc:docMk/>
            <pc:sldMk cId="93519110" sldId="268"/>
            <ac:spMk id="11" creationId="{EA12F2D6-EB9B-4C85-9AEC-4CD5EA13D723}"/>
          </ac:spMkLst>
        </pc:spChg>
        <pc:spChg chg="mod">
          <ac:chgData name="紹瑄 李" userId="ed024a1fb83a03e0" providerId="LiveId" clId="{5049CF9C-7434-490B-A624-45709E41D337}" dt="2020-12-16T10:03:33.938" v="186" actId="1076"/>
          <ac:spMkLst>
            <pc:docMk/>
            <pc:sldMk cId="93519110" sldId="268"/>
            <ac:spMk id="12" creationId="{652F1AAC-13A7-4F2E-8939-B8B124487E32}"/>
          </ac:spMkLst>
        </pc:spChg>
        <pc:spChg chg="add mod">
          <ac:chgData name="紹瑄 李" userId="ed024a1fb83a03e0" providerId="LiveId" clId="{5049CF9C-7434-490B-A624-45709E41D337}" dt="2020-12-16T10:03:58.827" v="196"/>
          <ac:spMkLst>
            <pc:docMk/>
            <pc:sldMk cId="93519110" sldId="268"/>
            <ac:spMk id="14" creationId="{4473EF49-3F12-4F21-A078-15DDDD65346F}"/>
          </ac:spMkLst>
        </pc:spChg>
        <pc:graphicFrameChg chg="mod modGraphic">
          <ac:chgData name="紹瑄 李" userId="ed024a1fb83a03e0" providerId="LiveId" clId="{5049CF9C-7434-490B-A624-45709E41D337}" dt="2020-12-16T10:14:36.216" v="228" actId="207"/>
          <ac:graphicFrameMkLst>
            <pc:docMk/>
            <pc:sldMk cId="93519110" sldId="268"/>
            <ac:graphicFrameMk id="3" creationId="{4B2370B5-536E-4F7A-9B21-85C4A5F284CD}"/>
          </ac:graphicFrameMkLst>
        </pc:graphicFrameChg>
        <pc:graphicFrameChg chg="del">
          <ac:chgData name="紹瑄 李" userId="ed024a1fb83a03e0" providerId="LiveId" clId="{5049CF9C-7434-490B-A624-45709E41D337}" dt="2020-12-16T10:04:02.780" v="197" actId="478"/>
          <ac:graphicFrameMkLst>
            <pc:docMk/>
            <pc:sldMk cId="93519110" sldId="268"/>
            <ac:graphicFrameMk id="4" creationId="{6CA0462C-178C-4C22-8C16-773D82F9154A}"/>
          </ac:graphicFrameMkLst>
        </pc:graphicFrameChg>
        <pc:graphicFrameChg chg="mod">
          <ac:chgData name="紹瑄 李" userId="ed024a1fb83a03e0" providerId="LiveId" clId="{5049CF9C-7434-490B-A624-45709E41D337}" dt="2020-12-16T10:03:27.672" v="185" actId="1076"/>
          <ac:graphicFrameMkLst>
            <pc:docMk/>
            <pc:sldMk cId="93519110" sldId="268"/>
            <ac:graphicFrameMk id="6" creationId="{0D375185-AA9D-484E-913B-3E828F31B3FF}"/>
          </ac:graphicFrameMkLst>
        </pc:graphicFrameChg>
        <pc:graphicFrameChg chg="mod">
          <ac:chgData name="紹瑄 李" userId="ed024a1fb83a03e0" providerId="LiveId" clId="{5049CF9C-7434-490B-A624-45709E41D337}" dt="2020-12-16T10:03:27.672" v="185" actId="1076"/>
          <ac:graphicFrameMkLst>
            <pc:docMk/>
            <pc:sldMk cId="93519110" sldId="268"/>
            <ac:graphicFrameMk id="7" creationId="{0C2018B5-B0AE-4AE7-8655-00AD6E0ACA68}"/>
          </ac:graphicFrameMkLst>
        </pc:graphicFrameChg>
        <pc:graphicFrameChg chg="mod">
          <ac:chgData name="紹瑄 李" userId="ed024a1fb83a03e0" providerId="LiveId" clId="{5049CF9C-7434-490B-A624-45709E41D337}" dt="2020-12-16T10:03:27.672" v="185" actId="1076"/>
          <ac:graphicFrameMkLst>
            <pc:docMk/>
            <pc:sldMk cId="93519110" sldId="268"/>
            <ac:graphicFrameMk id="8" creationId="{C3585514-2FB1-4B06-8AF7-2EA977E2B5BC}"/>
          </ac:graphicFrameMkLst>
        </pc:graphicFrameChg>
        <pc:graphicFrameChg chg="add mod modGraphic">
          <ac:chgData name="紹瑄 李" userId="ed024a1fb83a03e0" providerId="LiveId" clId="{5049CF9C-7434-490B-A624-45709E41D337}" dt="2020-12-16T10:03:53.405" v="195" actId="20577"/>
          <ac:graphicFrameMkLst>
            <pc:docMk/>
            <pc:sldMk cId="93519110" sldId="268"/>
            <ac:graphicFrameMk id="13" creationId="{8B267833-AA56-4798-A149-85C17BB3C06E}"/>
          </ac:graphicFrameMkLst>
        </pc:graphicFrameChg>
      </pc:sldChg>
      <pc:sldChg chg="addSp delSp modSp mod">
        <pc:chgData name="紹瑄 李" userId="ed024a1fb83a03e0" providerId="LiveId" clId="{5049CF9C-7434-490B-A624-45709E41D337}" dt="2020-12-16T10:08:23.334" v="219" actId="478"/>
        <pc:sldMkLst>
          <pc:docMk/>
          <pc:sldMk cId="1681758917" sldId="269"/>
        </pc:sldMkLst>
        <pc:spChg chg="del">
          <ac:chgData name="紹瑄 李" userId="ed024a1fb83a03e0" providerId="LiveId" clId="{5049CF9C-7434-490B-A624-45709E41D337}" dt="2020-12-16T10:05:24.580" v="212" actId="478"/>
          <ac:spMkLst>
            <pc:docMk/>
            <pc:sldMk cId="1681758917" sldId="269"/>
            <ac:spMk id="2" creationId="{02CD88E0-92F0-4756-A55F-499E0B4501EB}"/>
          </ac:spMkLst>
        </pc:spChg>
        <pc:spChg chg="add del mod">
          <ac:chgData name="紹瑄 李" userId="ed024a1fb83a03e0" providerId="LiveId" clId="{5049CF9C-7434-490B-A624-45709E41D337}" dt="2020-12-16T10:08:23.334" v="219" actId="478"/>
          <ac:spMkLst>
            <pc:docMk/>
            <pc:sldMk cId="1681758917" sldId="269"/>
            <ac:spMk id="4" creationId="{5367E2EF-091A-43D4-9114-6527BAEBE1DB}"/>
          </ac:spMkLst>
        </pc:spChg>
        <pc:spChg chg="add mod">
          <ac:chgData name="紹瑄 李" userId="ed024a1fb83a03e0" providerId="LiveId" clId="{5049CF9C-7434-490B-A624-45709E41D337}" dt="2020-12-16T10:05:25.611" v="213"/>
          <ac:spMkLst>
            <pc:docMk/>
            <pc:sldMk cId="1681758917" sldId="269"/>
            <ac:spMk id="7" creationId="{708246AF-89C8-43D3-BCF8-4307AF6F094B}"/>
          </ac:spMkLst>
        </pc:spChg>
      </pc:sldChg>
      <pc:sldChg chg="addSp delSp modSp add del mod">
        <pc:chgData name="紹瑄 李" userId="ed024a1fb83a03e0" providerId="LiveId" clId="{5049CF9C-7434-490B-A624-45709E41D337}" dt="2020-12-16T10:08:18.803" v="218" actId="47"/>
        <pc:sldMkLst>
          <pc:docMk/>
          <pc:sldMk cId="4176506927" sldId="270"/>
        </pc:sldMkLst>
        <pc:spChg chg="del">
          <ac:chgData name="紹瑄 李" userId="ed024a1fb83a03e0" providerId="LiveId" clId="{5049CF9C-7434-490B-A624-45709E41D337}" dt="2020-12-16T10:05:20.142" v="211" actId="478"/>
          <ac:spMkLst>
            <pc:docMk/>
            <pc:sldMk cId="4176506927" sldId="270"/>
            <ac:spMk id="2" creationId="{02CD88E0-92F0-4756-A55F-499E0B4501EB}"/>
          </ac:spMkLst>
        </pc:spChg>
        <pc:spChg chg="add mod">
          <ac:chgData name="紹瑄 李" userId="ed024a1fb83a03e0" providerId="LiveId" clId="{5049CF9C-7434-490B-A624-45709E41D337}" dt="2020-12-16T10:05:20.142" v="211" actId="478"/>
          <ac:spMkLst>
            <pc:docMk/>
            <pc:sldMk cId="4176506927" sldId="270"/>
            <ac:spMk id="5" creationId="{0BB72D6A-BBFE-45A0-B34D-4254E21AFAEA}"/>
          </ac:spMkLst>
        </pc:spChg>
      </pc:sldChg>
      <pc:sldChg chg="addSp delSp modSp add del mod">
        <pc:chgData name="紹瑄 李" userId="ed024a1fb83a03e0" providerId="LiveId" clId="{5049CF9C-7434-490B-A624-45709E41D337}" dt="2020-12-16T10:04:43.420" v="210" actId="207"/>
        <pc:sldMkLst>
          <pc:docMk/>
          <pc:sldMk cId="101456260" sldId="271"/>
        </pc:sldMkLst>
        <pc:spChg chg="del">
          <ac:chgData name="紹瑄 李" userId="ed024a1fb83a03e0" providerId="LiveId" clId="{5049CF9C-7434-490B-A624-45709E41D337}" dt="2020-12-16T09:54:33.366" v="25" actId="478"/>
          <ac:spMkLst>
            <pc:docMk/>
            <pc:sldMk cId="101456260" sldId="271"/>
            <ac:spMk id="2" creationId="{02CD88E0-92F0-4756-A55F-499E0B4501EB}"/>
          </ac:spMkLst>
        </pc:spChg>
        <pc:spChg chg="mod">
          <ac:chgData name="紹瑄 李" userId="ed024a1fb83a03e0" providerId="LiveId" clId="{5049CF9C-7434-490B-A624-45709E41D337}" dt="2020-12-16T10:04:17.474" v="200" actId="1076"/>
          <ac:spMkLst>
            <pc:docMk/>
            <pc:sldMk cId="101456260" sldId="271"/>
            <ac:spMk id="4" creationId="{7BCB7549-9ACD-4C02-A602-BE26E9D32A0E}"/>
          </ac:spMkLst>
        </pc:spChg>
        <pc:spChg chg="mod">
          <ac:chgData name="紹瑄 李" userId="ed024a1fb83a03e0" providerId="LiveId" clId="{5049CF9C-7434-490B-A624-45709E41D337}" dt="2020-12-16T10:04:37.023" v="207" actId="1076"/>
          <ac:spMkLst>
            <pc:docMk/>
            <pc:sldMk cId="101456260" sldId="271"/>
            <ac:spMk id="6" creationId="{BA278CA2-FEC7-4B42-8052-B90B6C6BFFA1}"/>
          </ac:spMkLst>
        </pc:spChg>
        <pc:spChg chg="add del mod">
          <ac:chgData name="紹瑄 李" userId="ed024a1fb83a03e0" providerId="LiveId" clId="{5049CF9C-7434-490B-A624-45709E41D337}" dt="2020-12-16T09:54:29.913" v="24" actId="478"/>
          <ac:spMkLst>
            <pc:docMk/>
            <pc:sldMk cId="101456260" sldId="271"/>
            <ac:spMk id="7" creationId="{A04BB8E1-3DAF-4719-8D41-7E0EE60587F1}"/>
          </ac:spMkLst>
        </pc:spChg>
        <pc:spChg chg="add del">
          <ac:chgData name="紹瑄 李" userId="ed024a1fb83a03e0" providerId="LiveId" clId="{5049CF9C-7434-490B-A624-45709E41D337}" dt="2020-12-16T09:54:29.913" v="24" actId="478"/>
          <ac:spMkLst>
            <pc:docMk/>
            <pc:sldMk cId="101456260" sldId="271"/>
            <ac:spMk id="12" creationId="{652F1AAC-13A7-4F2E-8939-B8B124487E32}"/>
          </ac:spMkLst>
        </pc:spChg>
        <pc:spChg chg="add del mod">
          <ac:chgData name="紹瑄 李" userId="ed024a1fb83a03e0" providerId="LiveId" clId="{5049CF9C-7434-490B-A624-45709E41D337}" dt="2020-12-16T10:04:18.771" v="201" actId="478"/>
          <ac:spMkLst>
            <pc:docMk/>
            <pc:sldMk cId="101456260" sldId="271"/>
            <ac:spMk id="13" creationId="{BF96FB6A-9B30-4B3D-A9E6-93A29F4595FB}"/>
          </ac:spMkLst>
        </pc:spChg>
        <pc:spChg chg="add mod">
          <ac:chgData name="紹瑄 李" userId="ed024a1fb83a03e0" providerId="LiveId" clId="{5049CF9C-7434-490B-A624-45709E41D337}" dt="2020-12-16T10:04:39.413" v="208" actId="1076"/>
          <ac:spMkLst>
            <pc:docMk/>
            <pc:sldMk cId="101456260" sldId="271"/>
            <ac:spMk id="15" creationId="{C8C576AD-0D28-4640-B6F5-63349F8731A1}"/>
          </ac:spMkLst>
        </pc:spChg>
        <pc:graphicFrameChg chg="mod">
          <ac:chgData name="紹瑄 李" userId="ed024a1fb83a03e0" providerId="LiveId" clId="{5049CF9C-7434-490B-A624-45709E41D337}" dt="2020-12-16T10:04:17.474" v="200" actId="1076"/>
          <ac:graphicFrameMkLst>
            <pc:docMk/>
            <pc:sldMk cId="101456260" sldId="271"/>
            <ac:graphicFrameMk id="3" creationId="{4B2370B5-536E-4F7A-9B21-85C4A5F284CD}"/>
          </ac:graphicFrameMkLst>
        </pc:graphicFrameChg>
        <pc:graphicFrameChg chg="mod">
          <ac:chgData name="紹瑄 李" userId="ed024a1fb83a03e0" providerId="LiveId" clId="{5049CF9C-7434-490B-A624-45709E41D337}" dt="2020-12-16T10:04:31.898" v="205" actId="1076"/>
          <ac:graphicFrameMkLst>
            <pc:docMk/>
            <pc:sldMk cId="101456260" sldId="271"/>
            <ac:graphicFrameMk id="8" creationId="{C3585514-2FB1-4B06-8AF7-2EA977E2B5BC}"/>
          </ac:graphicFrameMkLst>
        </pc:graphicFrameChg>
        <pc:graphicFrameChg chg="del">
          <ac:chgData name="紹瑄 李" userId="ed024a1fb83a03e0" providerId="LiveId" clId="{5049CF9C-7434-490B-A624-45709E41D337}" dt="2020-12-16T10:04:12.974" v="198" actId="478"/>
          <ac:graphicFrameMkLst>
            <pc:docMk/>
            <pc:sldMk cId="101456260" sldId="271"/>
            <ac:graphicFrameMk id="9" creationId="{738BDCE5-B0ED-4205-AD6B-168BD450314E}"/>
          </ac:graphicFrameMkLst>
        </pc:graphicFrameChg>
        <pc:graphicFrameChg chg="add mod modGraphic">
          <ac:chgData name="紹瑄 李" userId="ed024a1fb83a03e0" providerId="LiveId" clId="{5049CF9C-7434-490B-A624-45709E41D337}" dt="2020-12-16T10:04:43.420" v="210" actId="207"/>
          <ac:graphicFrameMkLst>
            <pc:docMk/>
            <pc:sldMk cId="101456260" sldId="271"/>
            <ac:graphicFrameMk id="14" creationId="{480861AD-A71C-4D9E-A651-074EBCC10A8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2020/12/16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90021"/>
            <a:ext cx="8945461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Algorithm for LCS Problem between Two Arbitrary Sequences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36401"/>
            <a:ext cx="9144000" cy="425017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3643245" y="3639800"/>
            <a:ext cx="4905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Problems in Engineering, 2018.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7E1AF4-6EFB-4D55-99F4-870F8F720C62}"/>
              </a:ext>
            </a:extLst>
          </p:cNvPr>
          <p:cNvSpPr/>
          <p:nvPr/>
        </p:nvSpPr>
        <p:spPr>
          <a:xfrm>
            <a:off x="8300114" y="5015624"/>
            <a:ext cx="362617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Dec. 16, 2020</a:t>
            </a: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47" y="383055"/>
            <a:ext cx="2138082" cy="674780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9EF1E7-604C-4E09-A7D2-D4B34B063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3782"/>
                <a:ext cx="10515600" cy="506084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longest common subsequence (LCS) problem is a classic computer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science problem. For the essential problem of computing LCS between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arbitrary sequences s1 and s2, this paper proposes an algorithm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O(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 and O(r+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time, where r is the total number of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 in the set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]}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algorithm can be more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than relevant classical algorithms in specific ranges of r.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9EF1E7-604C-4E09-A7D2-D4B34B063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3782"/>
                <a:ext cx="10515600" cy="5060849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320"/>
            <a:ext cx="10515600" cy="669348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988" y="1936376"/>
            <a:ext cx="3841376" cy="388199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x n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 f a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y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a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LCS(A,B) = f a f a</a:t>
            </a: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4" y="537660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249113"/>
              </p:ext>
            </p:extLst>
          </p:nvPr>
        </p:nvGraphicFramePr>
        <p:xfrm>
          <a:off x="1597753" y="4274213"/>
          <a:ext cx="8222877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3653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913653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3558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BA13FF-4EA5-439B-957D-C34F18091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237948"/>
              </p:ext>
            </p:extLst>
          </p:nvPr>
        </p:nvGraphicFramePr>
        <p:xfrm>
          <a:off x="1597753" y="1441375"/>
          <a:ext cx="455929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val="102314876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328677592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262277372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52482290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1862283281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30584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68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64342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E7C8E39-D3C3-4C7C-AD2E-451BC5B9B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49897"/>
              </p:ext>
            </p:extLst>
          </p:nvPr>
        </p:nvGraphicFramePr>
        <p:xfrm>
          <a:off x="1597753" y="2819315"/>
          <a:ext cx="455929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val="1436850750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692709715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414723212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3843310258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68529585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val="2350171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1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01940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DE355E3-6362-4692-9BB7-00D47D2C380F}"/>
              </a:ext>
            </a:extLst>
          </p:cNvPr>
          <p:cNvSpPr txBox="1"/>
          <p:nvPr/>
        </p:nvSpPr>
        <p:spPr>
          <a:xfrm flipH="1">
            <a:off x="859733" y="4698403"/>
            <a:ext cx="523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09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49" y="195152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L[0] = (1, 3)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s2′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547244"/>
              </p:ext>
            </p:extLst>
          </p:nvPr>
        </p:nvGraphicFramePr>
        <p:xfrm>
          <a:off x="2347525" y="228600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628913"/>
              </p:ext>
            </p:extLst>
          </p:nvPr>
        </p:nvGraphicFramePr>
        <p:xfrm>
          <a:off x="2347526" y="1702905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392845"/>
              </p:ext>
            </p:extLst>
          </p:nvPr>
        </p:nvGraphicFramePr>
        <p:xfrm>
          <a:off x="2347525" y="3229527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31068"/>
              </p:ext>
            </p:extLst>
          </p:nvPr>
        </p:nvGraphicFramePr>
        <p:xfrm>
          <a:off x="2347526" y="4667781"/>
          <a:ext cx="73152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3B90E28A-FECE-4E88-8815-B1ED575301BF}"/>
              </a:ext>
            </a:extLst>
          </p:cNvPr>
          <p:cNvSpPr txBox="1"/>
          <p:nvPr/>
        </p:nvSpPr>
        <p:spPr>
          <a:xfrm>
            <a:off x="1257988" y="4863668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F201B57-4563-4730-8D72-39ACA51E9270}"/>
              </a:ext>
            </a:extLst>
          </p:cNvPr>
          <p:cNvSpPr txBox="1"/>
          <p:nvPr/>
        </p:nvSpPr>
        <p:spPr>
          <a:xfrm flipH="1">
            <a:off x="1468393" y="612234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B89D4A1-C2F0-4753-B499-0CC7630CE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049216"/>
              </p:ext>
            </p:extLst>
          </p:nvPr>
        </p:nvGraphicFramePr>
        <p:xfrm>
          <a:off x="2347521" y="5775960"/>
          <a:ext cx="812800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C26C9A3A-545C-45A1-8241-3A2928ECEBF5}"/>
              </a:ext>
            </a:extLst>
          </p:cNvPr>
          <p:cNvSpPr txBox="1"/>
          <p:nvPr/>
        </p:nvSpPr>
        <p:spPr>
          <a:xfrm>
            <a:off x="729124" y="6030322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1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464455"/>
              </p:ext>
            </p:extLst>
          </p:nvPr>
        </p:nvGraphicFramePr>
        <p:xfrm>
          <a:off x="2347519" y="192946"/>
          <a:ext cx="7315191" cy="1294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315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315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3155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474423"/>
              </p:ext>
            </p:extLst>
          </p:nvPr>
        </p:nvGraphicFramePr>
        <p:xfrm>
          <a:off x="2347516" y="3155618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869206"/>
              </p:ext>
            </p:extLst>
          </p:nvPr>
        </p:nvGraphicFramePr>
        <p:xfrm>
          <a:off x="2347516" y="1730122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439259"/>
              </p:ext>
            </p:extLst>
          </p:nvPr>
        </p:nvGraphicFramePr>
        <p:xfrm>
          <a:off x="2347521" y="4678298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95F9719A-6521-4EA9-B4B9-44E4F145F074}"/>
              </a:ext>
            </a:extLst>
          </p:cNvPr>
          <p:cNvSpPr txBox="1"/>
          <p:nvPr/>
        </p:nvSpPr>
        <p:spPr>
          <a:xfrm>
            <a:off x="213932" y="272610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1E4764A-D1A9-457C-A604-00AB49D4D2EC}"/>
              </a:ext>
            </a:extLst>
          </p:cNvPr>
          <p:cNvSpPr txBox="1"/>
          <p:nvPr/>
        </p:nvSpPr>
        <p:spPr>
          <a:xfrm>
            <a:off x="438049" y="2336029"/>
            <a:ext cx="17242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L[0] = (1, 3)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3D6B29-0C5B-4506-A4C1-2EFB3839CE6C}"/>
              </a:ext>
            </a:extLst>
          </p:cNvPr>
          <p:cNvSpPr txBox="1"/>
          <p:nvPr/>
        </p:nvSpPr>
        <p:spPr>
          <a:xfrm>
            <a:off x="2644853" y="-67248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5BD649F-8B9E-4922-BB51-E524B04F8988}"/>
              </a:ext>
            </a:extLst>
          </p:cNvPr>
          <p:cNvSpPr txBox="1"/>
          <p:nvPr/>
        </p:nvSpPr>
        <p:spPr>
          <a:xfrm>
            <a:off x="440432" y="352428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L[1] = (2, 4)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A59B3B5-20E8-40BA-A1A4-268CCF125725}"/>
              </a:ext>
            </a:extLst>
          </p:cNvPr>
          <p:cNvSpPr txBox="1"/>
          <p:nvPr/>
        </p:nvSpPr>
        <p:spPr>
          <a:xfrm>
            <a:off x="1169822" y="487418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FBF8908-93EE-4DBE-A60F-11F84B1E80AA}"/>
              </a:ext>
            </a:extLst>
          </p:cNvPr>
          <p:cNvSpPr txBox="1"/>
          <p:nvPr/>
        </p:nvSpPr>
        <p:spPr>
          <a:xfrm flipH="1">
            <a:off x="1468389" y="652991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401DBCBC-611A-4E4B-9E8E-53687E47F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711974"/>
              </p:ext>
            </p:extLst>
          </p:nvPr>
        </p:nvGraphicFramePr>
        <p:xfrm>
          <a:off x="2347520" y="5774258"/>
          <a:ext cx="1628860" cy="855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4430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4430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</a:tblGrid>
              <a:tr h="4275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275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75D59585-F69B-4DB6-8A70-BA001494484A}"/>
              </a:ext>
            </a:extLst>
          </p:cNvPr>
          <p:cNvSpPr txBox="1"/>
          <p:nvPr/>
        </p:nvSpPr>
        <p:spPr>
          <a:xfrm>
            <a:off x="729124" y="6030322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4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40" y="1822169"/>
            <a:ext cx="1522176" cy="25370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L[1] = (2, 4)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L[2] = (2, 1)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008689"/>
              </p:ext>
            </p:extLst>
          </p:nvPr>
        </p:nvGraphicFramePr>
        <p:xfrm>
          <a:off x="2347519" y="356532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284971"/>
              </p:ext>
            </p:extLst>
          </p:nvPr>
        </p:nvGraphicFramePr>
        <p:xfrm>
          <a:off x="2347520" y="3257860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071612"/>
              </p:ext>
            </p:extLst>
          </p:nvPr>
        </p:nvGraphicFramePr>
        <p:xfrm>
          <a:off x="2347520" y="1810515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99044"/>
              </p:ext>
            </p:extLst>
          </p:nvPr>
        </p:nvGraphicFramePr>
        <p:xfrm>
          <a:off x="2347521" y="4791086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0942A03B-DDA7-4374-AE42-1E05CE1B84A1}"/>
              </a:ext>
            </a:extLst>
          </p:cNvPr>
          <p:cNvSpPr txBox="1"/>
          <p:nvPr/>
        </p:nvSpPr>
        <p:spPr>
          <a:xfrm>
            <a:off x="1169822" y="4898708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7942719-7DD1-48DB-81EC-FD115D554044}"/>
              </a:ext>
            </a:extLst>
          </p:cNvPr>
          <p:cNvSpPr txBox="1"/>
          <p:nvPr/>
        </p:nvSpPr>
        <p:spPr>
          <a:xfrm flipH="1">
            <a:off x="1468389" y="765779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D5AE0F8-CC2D-401A-A39A-B744A6171E67}"/>
              </a:ext>
            </a:extLst>
          </p:cNvPr>
          <p:cNvSpPr txBox="1"/>
          <p:nvPr/>
        </p:nvSpPr>
        <p:spPr>
          <a:xfrm>
            <a:off x="640958" y="5899900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FED4278F-21AF-493C-92D1-AC14CFD1F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665443"/>
              </p:ext>
            </p:extLst>
          </p:nvPr>
        </p:nvGraphicFramePr>
        <p:xfrm>
          <a:off x="2347519" y="5813850"/>
          <a:ext cx="1628860" cy="8551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4430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4430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</a:tblGrid>
              <a:tr h="4275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275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2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523" y="1329945"/>
            <a:ext cx="2770093" cy="31976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L[2] = (2, 1)</a:t>
            </a:r>
          </a:p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L[3] = (3, 5)</a:t>
            </a:r>
          </a:p>
          <a:p>
            <a:pPr marL="0" indent="0">
              <a:buNone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858863"/>
              </p:ext>
            </p:extLst>
          </p:nvPr>
        </p:nvGraphicFramePr>
        <p:xfrm>
          <a:off x="2347518" y="220007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1313"/>
              </p:ext>
            </p:extLst>
          </p:nvPr>
        </p:nvGraphicFramePr>
        <p:xfrm>
          <a:off x="2347519" y="3095935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505743"/>
              </p:ext>
            </p:extLst>
          </p:nvPr>
        </p:nvGraphicFramePr>
        <p:xfrm>
          <a:off x="2347519" y="1648590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75493"/>
              </p:ext>
            </p:extLst>
          </p:nvPr>
        </p:nvGraphicFramePr>
        <p:xfrm>
          <a:off x="2347520" y="4661152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94729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4D225FB-1E40-422A-96FF-D9AE9AD8A331}"/>
              </a:ext>
            </a:extLst>
          </p:cNvPr>
          <p:cNvSpPr txBox="1"/>
          <p:nvPr/>
        </p:nvSpPr>
        <p:spPr>
          <a:xfrm>
            <a:off x="1169821" y="4736783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EE54B5-E653-493D-B854-1618631DE693}"/>
              </a:ext>
            </a:extLst>
          </p:cNvPr>
          <p:cNvSpPr txBox="1"/>
          <p:nvPr/>
        </p:nvSpPr>
        <p:spPr>
          <a:xfrm flipH="1">
            <a:off x="1468388" y="573614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F6338A9-D727-43E5-BA80-74383E0B1E43}"/>
              </a:ext>
            </a:extLst>
          </p:cNvPr>
          <p:cNvSpPr txBox="1"/>
          <p:nvPr/>
        </p:nvSpPr>
        <p:spPr>
          <a:xfrm>
            <a:off x="640958" y="5899900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779F0CC-D752-4FE9-B44F-A8D33E569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659533"/>
              </p:ext>
            </p:extLst>
          </p:nvPr>
        </p:nvGraphicFramePr>
        <p:xfrm>
          <a:off x="2347518" y="5762084"/>
          <a:ext cx="2459373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791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9791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819791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0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59" y="1165066"/>
            <a:ext cx="2289000" cy="52123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L[3] = (3, 5)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 = (3, 2)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368090"/>
              </p:ext>
            </p:extLst>
          </p:nvPr>
        </p:nvGraphicFramePr>
        <p:xfrm>
          <a:off x="2347519" y="189008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37239"/>
              </p:ext>
            </p:extLst>
          </p:nvPr>
        </p:nvGraphicFramePr>
        <p:xfrm>
          <a:off x="2347520" y="3064936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8803"/>
              </p:ext>
            </p:extLst>
          </p:nvPr>
        </p:nvGraphicFramePr>
        <p:xfrm>
          <a:off x="2347520" y="1617591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317923"/>
              </p:ext>
            </p:extLst>
          </p:nvPr>
        </p:nvGraphicFramePr>
        <p:xfrm>
          <a:off x="2347521" y="4598162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D6C9BA4-F581-485A-985B-81D6C75051D4}"/>
              </a:ext>
            </a:extLst>
          </p:cNvPr>
          <p:cNvSpPr txBox="1"/>
          <p:nvPr/>
        </p:nvSpPr>
        <p:spPr>
          <a:xfrm>
            <a:off x="1169822" y="4705784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6BFABCA-1177-4D66-8E59-24F950B19CF7}"/>
              </a:ext>
            </a:extLst>
          </p:cNvPr>
          <p:cNvSpPr txBox="1"/>
          <p:nvPr/>
        </p:nvSpPr>
        <p:spPr>
          <a:xfrm flipH="1">
            <a:off x="1468389" y="542615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94B1A5B-E1AD-457E-AB06-2174BE01832C}"/>
              </a:ext>
            </a:extLst>
          </p:cNvPr>
          <p:cNvSpPr txBox="1"/>
          <p:nvPr/>
        </p:nvSpPr>
        <p:spPr>
          <a:xfrm>
            <a:off x="640958" y="5899900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1C49119F-20B0-4057-B208-1DA4BF1AEA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2625100"/>
              </p:ext>
            </p:extLst>
          </p:nvPr>
        </p:nvGraphicFramePr>
        <p:xfrm>
          <a:off x="2347518" y="5762084"/>
          <a:ext cx="2459373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791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9791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819791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31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87" y="812691"/>
            <a:ext cx="1777995" cy="375512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TW" sz="2200" dirty="0"/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 = (3, 2)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L[5] = (4, 4)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63249"/>
              </p:ext>
            </p:extLst>
          </p:nvPr>
        </p:nvGraphicFramePr>
        <p:xfrm>
          <a:off x="2347515" y="172611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80277"/>
              </p:ext>
            </p:extLst>
          </p:nvPr>
        </p:nvGraphicFramePr>
        <p:xfrm>
          <a:off x="2347515" y="3091479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334112"/>
              </p:ext>
            </p:extLst>
          </p:nvPr>
        </p:nvGraphicFramePr>
        <p:xfrm>
          <a:off x="2347516" y="1655014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4158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723241"/>
              </p:ext>
            </p:extLst>
          </p:nvPr>
        </p:nvGraphicFramePr>
        <p:xfrm>
          <a:off x="2347518" y="4624705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97796D39-FBD6-4CC9-BF24-C24CD1A07B32}"/>
              </a:ext>
            </a:extLst>
          </p:cNvPr>
          <p:cNvSpPr txBox="1"/>
          <p:nvPr/>
        </p:nvSpPr>
        <p:spPr>
          <a:xfrm flipH="1">
            <a:off x="1468385" y="569158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2D34ACF-F851-4191-80BE-A3B041912232}"/>
              </a:ext>
            </a:extLst>
          </p:cNvPr>
          <p:cNvSpPr txBox="1"/>
          <p:nvPr/>
        </p:nvSpPr>
        <p:spPr>
          <a:xfrm>
            <a:off x="1169818" y="4732327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8C3E21F-C6E1-45ED-8852-EBC96424D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966181"/>
              </p:ext>
            </p:extLst>
          </p:nvPr>
        </p:nvGraphicFramePr>
        <p:xfrm>
          <a:off x="2347518" y="5762084"/>
          <a:ext cx="2459373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791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9791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819791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1, 4 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FDBA691A-9DE9-4183-B849-ABA176741B6A}"/>
              </a:ext>
            </a:extLst>
          </p:cNvPr>
          <p:cNvSpPr txBox="1"/>
          <p:nvPr/>
        </p:nvSpPr>
        <p:spPr>
          <a:xfrm>
            <a:off x="640958" y="5899900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7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58" y="618456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L[5] = (4, 4)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L[6] = (4, 1)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29506"/>
              </p:ext>
            </p:extLst>
          </p:nvPr>
        </p:nvGraphicFramePr>
        <p:xfrm>
          <a:off x="2347515" y="184089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485554"/>
              </p:ext>
            </p:extLst>
          </p:nvPr>
        </p:nvGraphicFramePr>
        <p:xfrm>
          <a:off x="2347515" y="3078779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673404"/>
              </p:ext>
            </p:extLst>
          </p:nvPr>
        </p:nvGraphicFramePr>
        <p:xfrm>
          <a:off x="2347515" y="1623654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249554"/>
              </p:ext>
            </p:extLst>
          </p:nvPr>
        </p:nvGraphicFramePr>
        <p:xfrm>
          <a:off x="2347518" y="4612005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79A682AF-A7FA-4062-8EAF-500734EE9E86}"/>
              </a:ext>
            </a:extLst>
          </p:cNvPr>
          <p:cNvSpPr txBox="1"/>
          <p:nvPr/>
        </p:nvSpPr>
        <p:spPr>
          <a:xfrm>
            <a:off x="1169818" y="4719627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CD63D8C-9F03-42F3-82E6-6EE8225EEA1C}"/>
              </a:ext>
            </a:extLst>
          </p:cNvPr>
          <p:cNvSpPr txBox="1"/>
          <p:nvPr/>
        </p:nvSpPr>
        <p:spPr>
          <a:xfrm flipH="1">
            <a:off x="1468385" y="556458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98F4DB4-54D8-4560-BBBD-9A0F75CAC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184569"/>
              </p:ext>
            </p:extLst>
          </p:nvPr>
        </p:nvGraphicFramePr>
        <p:xfrm>
          <a:off x="2347518" y="5762084"/>
          <a:ext cx="2677488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496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92496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892496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1, 4 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50EC8D58-201C-4D62-A5BA-E545EBAE12A6}"/>
              </a:ext>
            </a:extLst>
          </p:cNvPr>
          <p:cNvSpPr txBox="1"/>
          <p:nvPr/>
        </p:nvSpPr>
        <p:spPr>
          <a:xfrm>
            <a:off x="640958" y="5899900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28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607" y="829449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L[6] = (4, 1)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L[7] = (5, 5)</a:t>
            </a: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808527"/>
              </p:ext>
            </p:extLst>
          </p:nvPr>
        </p:nvGraphicFramePr>
        <p:xfrm>
          <a:off x="2347515" y="262034"/>
          <a:ext cx="7361555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9155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022600"/>
              </p:ext>
            </p:extLst>
          </p:nvPr>
        </p:nvGraphicFramePr>
        <p:xfrm>
          <a:off x="2347515" y="3176062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(4, 7)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491577"/>
              </p:ext>
            </p:extLst>
          </p:nvPr>
        </p:nvGraphicFramePr>
        <p:xfrm>
          <a:off x="2347516" y="1728717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404719"/>
              </p:ext>
            </p:extLst>
          </p:nvPr>
        </p:nvGraphicFramePr>
        <p:xfrm>
          <a:off x="2347518" y="4709288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2D4017D-A69C-4B7A-8FB6-05E84FA856E2}"/>
              </a:ext>
            </a:extLst>
          </p:cNvPr>
          <p:cNvSpPr txBox="1"/>
          <p:nvPr/>
        </p:nvSpPr>
        <p:spPr>
          <a:xfrm>
            <a:off x="1169818" y="4816910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5DB3AC6-2F9C-427A-B180-FC1851E78395}"/>
              </a:ext>
            </a:extLst>
          </p:cNvPr>
          <p:cNvSpPr txBox="1"/>
          <p:nvPr/>
        </p:nvSpPr>
        <p:spPr>
          <a:xfrm flipH="1">
            <a:off x="1468385" y="653741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C868979-6B20-447E-859A-12C4477DE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532991"/>
              </p:ext>
            </p:extLst>
          </p:nvPr>
        </p:nvGraphicFramePr>
        <p:xfrm>
          <a:off x="2347514" y="5812589"/>
          <a:ext cx="3748484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121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2834181072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0, 2, 6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1, 4 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77CABDBB-038C-4A5C-B5C4-26AC64DB99B3}"/>
              </a:ext>
            </a:extLst>
          </p:cNvPr>
          <p:cNvSpPr txBox="1"/>
          <p:nvPr/>
        </p:nvSpPr>
        <p:spPr>
          <a:xfrm>
            <a:off x="712385" y="5976062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12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86" y="945425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200" dirty="0"/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L[7] = (5, 5)</a:t>
            </a: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L[8] = (5, 2)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51641"/>
              </p:ext>
            </p:extLst>
          </p:nvPr>
        </p:nvGraphicFramePr>
        <p:xfrm>
          <a:off x="2347511" y="186566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</a:t>
                      </a:r>
                      <a:r>
                        <a:rPr lang="en-US" altLang="zh-TW" sz="2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19704"/>
              </p:ext>
            </p:extLst>
          </p:nvPr>
        </p:nvGraphicFramePr>
        <p:xfrm>
          <a:off x="2347509" y="3167137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(2, 8)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(4, 7)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387143"/>
              </p:ext>
            </p:extLst>
          </p:nvPr>
        </p:nvGraphicFramePr>
        <p:xfrm>
          <a:off x="2347512" y="1670789"/>
          <a:ext cx="7315196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(4, 7)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522053"/>
              </p:ext>
            </p:extLst>
          </p:nvPr>
        </p:nvGraphicFramePr>
        <p:xfrm>
          <a:off x="2347514" y="4651360"/>
          <a:ext cx="7315191" cy="85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82A4286-CACA-4486-A0B4-2BAFC1EF9D17}"/>
              </a:ext>
            </a:extLst>
          </p:cNvPr>
          <p:cNvSpPr txBox="1"/>
          <p:nvPr/>
        </p:nvSpPr>
        <p:spPr>
          <a:xfrm>
            <a:off x="1169814" y="4758982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A371DFB-5E07-47BC-B0B1-21C09DB6B696}"/>
              </a:ext>
            </a:extLst>
          </p:cNvPr>
          <p:cNvSpPr txBox="1"/>
          <p:nvPr/>
        </p:nvSpPr>
        <p:spPr>
          <a:xfrm flipH="1">
            <a:off x="1468381" y="595813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B267833-AA56-4798-A149-85C17BB3C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86649"/>
              </p:ext>
            </p:extLst>
          </p:nvPr>
        </p:nvGraphicFramePr>
        <p:xfrm>
          <a:off x="2347514" y="5812589"/>
          <a:ext cx="3748484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121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2834181072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0, 2, 6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1, 4, </a:t>
                      </a:r>
                      <a:r>
                        <a:rPr lang="en-US" altLang="zh-TW" sz="2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4473EF49-3F12-4F21-A078-15DDDD65346F}"/>
              </a:ext>
            </a:extLst>
          </p:cNvPr>
          <p:cNvSpPr txBox="1"/>
          <p:nvPr/>
        </p:nvSpPr>
        <p:spPr>
          <a:xfrm>
            <a:off x="712385" y="5976062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1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L[7] = (5, 5) and pre[7] = 5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L[5] = (4, 4) and pre[5] = 4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L[4] = (3, 2) and pre[4] = 2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L[2] = (2, 1) and pre[2] = -  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LCS(A, B) = A[2][3][4][5] = B[1][2][4][5] = f a f a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822189"/>
              </p:ext>
            </p:extLst>
          </p:nvPr>
        </p:nvGraphicFramePr>
        <p:xfrm>
          <a:off x="2006595" y="322962"/>
          <a:ext cx="7315200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50846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1850416"/>
              </p:ext>
            </p:extLst>
          </p:nvPr>
        </p:nvGraphicFramePr>
        <p:xfrm>
          <a:off x="2006595" y="1856948"/>
          <a:ext cx="731520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44699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085112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835022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89094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024274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170703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483354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32033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BA278CA2-FEC7-4B42-8052-B90B6C6BFFA1}"/>
              </a:ext>
            </a:extLst>
          </p:cNvPr>
          <p:cNvSpPr txBox="1"/>
          <p:nvPr/>
        </p:nvSpPr>
        <p:spPr>
          <a:xfrm>
            <a:off x="1073603" y="2003425"/>
            <a:ext cx="577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BCB7549-9ACD-4C02-A602-BE26E9D32A0E}"/>
              </a:ext>
            </a:extLst>
          </p:cNvPr>
          <p:cNvSpPr txBox="1"/>
          <p:nvPr/>
        </p:nvSpPr>
        <p:spPr>
          <a:xfrm flipH="1">
            <a:off x="1127465" y="732209"/>
            <a:ext cx="523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8AF9B46-80AA-4A0F-BD91-94B32FD70C9E}"/>
              </a:ext>
            </a:extLst>
          </p:cNvPr>
          <p:cNvSpPr txBox="1"/>
          <p:nvPr/>
        </p:nvSpPr>
        <p:spPr>
          <a:xfrm>
            <a:off x="8305800" y="4307929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x n f a f a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y f a n f a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80861AD-A71C-4D9E-A651-074EBCC10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73294"/>
              </p:ext>
            </p:extLst>
          </p:nvPr>
        </p:nvGraphicFramePr>
        <p:xfrm>
          <a:off x="2006595" y="2831455"/>
          <a:ext cx="3748484" cy="8588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7121">
                  <a:extLst>
                    <a:ext uri="{9D8B030D-6E8A-4147-A177-3AD203B41FA5}">
                      <a16:colId xmlns:a16="http://schemas.microsoft.com/office/drawing/2014/main" val="1455775359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615833429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3220297165"/>
                    </a:ext>
                  </a:extLst>
                </a:gridCol>
                <a:gridCol w="937121">
                  <a:extLst>
                    <a:ext uri="{9D8B030D-6E8A-4147-A177-3AD203B41FA5}">
                      <a16:colId xmlns:a16="http://schemas.microsoft.com/office/drawing/2014/main" val="2834181072"/>
                    </a:ext>
                  </a:extLst>
                </a:gridCol>
              </a:tblGrid>
              <a:tr h="42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115420"/>
                  </a:ext>
                </a:extLst>
              </a:tr>
              <a:tr h="43212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0, 2, 6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1, 4, 8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96078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C8C576AD-0D28-4640-B6F5-63349F8731A1}"/>
              </a:ext>
            </a:extLst>
          </p:cNvPr>
          <p:cNvSpPr txBox="1"/>
          <p:nvPr/>
        </p:nvSpPr>
        <p:spPr>
          <a:xfrm>
            <a:off x="544739" y="3120558"/>
            <a:ext cx="16351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56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CA785F5-828E-4DE7-B96F-4D3D4F0F7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75" y="1034473"/>
            <a:ext cx="5318125" cy="563333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8617EC1-72AC-44A7-8EB5-56F20659E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465041"/>
            <a:ext cx="5497513" cy="1927918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708246AF-89C8-43D3-BCF8-4307AF6F094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669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20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75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3622</TotalTime>
  <Words>2251</Words>
  <Application>Microsoft Office PowerPoint</Application>
  <PresentationFormat>寬螢幕</PresentationFormat>
  <Paragraphs>986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Office 佈景主題</vt:lpstr>
      <vt:lpstr>An Efficient Algorithm for LCS Problem between Two Arbitrary Sequences</vt:lpstr>
      <vt:lpstr>Abstract</vt:lpstr>
      <vt:lpstr>Longest Common Subsequence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紹瑄 李</cp:lastModifiedBy>
  <cp:revision>172</cp:revision>
  <dcterms:created xsi:type="dcterms:W3CDTF">2018-09-30T05:00:05Z</dcterms:created>
  <dcterms:modified xsi:type="dcterms:W3CDTF">2020-12-16T10:19:17Z</dcterms:modified>
</cp:coreProperties>
</file>