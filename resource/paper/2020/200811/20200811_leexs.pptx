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5" r:id="rId2"/>
    <p:sldId id="273" r:id="rId3"/>
    <p:sldId id="256" r:id="rId4"/>
    <p:sldId id="262" r:id="rId5"/>
    <p:sldId id="263" r:id="rId6"/>
    <p:sldId id="264" r:id="rId7"/>
    <p:sldId id="265" r:id="rId8"/>
    <p:sldId id="266" r:id="rId9"/>
    <p:sldId id="257" r:id="rId10"/>
    <p:sldId id="267" r:id="rId11"/>
    <p:sldId id="268" r:id="rId12"/>
    <p:sldId id="269" r:id="rId13"/>
    <p:sldId id="270" r:id="rId14"/>
    <p:sldId id="271" r:id="rId15"/>
    <p:sldId id="258"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083040080" initials="M" lastIdx="1" clrIdx="0">
    <p:extLst>
      <p:ext uri="{19B8F6BF-5375-455C-9EA6-DF929625EA0E}">
        <p15:presenceInfo xmlns:p15="http://schemas.microsoft.com/office/powerpoint/2012/main" userId="M083040080"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32" autoAdjust="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110445-808B-4216-8F1A-F1D2813CA331}" type="datetimeFigureOut">
              <a:rPr lang="zh-TW" altLang="en-US" smtClean="0"/>
              <a:t>2020/8/11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89D6E6-D76E-4C17-AAA5-0CB433419393}" type="slidenum">
              <a:rPr lang="zh-TW" altLang="en-US" smtClean="0"/>
              <a:t>‹#›</a:t>
            </a:fld>
            <a:endParaRPr lang="zh-TW" altLang="en-US"/>
          </a:p>
        </p:txBody>
      </p:sp>
    </p:spTree>
    <p:extLst>
      <p:ext uri="{BB962C8B-B14F-4D97-AF65-F5344CB8AC3E}">
        <p14:creationId xmlns:p14="http://schemas.microsoft.com/office/powerpoint/2010/main" val="2712823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cPQeJt-2Y1Q"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cPQeJt-2Y1Q"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cPQeJt-2Y1Q"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youtube.com/watch?v=cPQeJt-2Y1Q"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youtube.com/watch?v=cPQeJt-2Y1Q"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youtube.com/watch?v=cPQeJt-2Y1Q"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https://www.youtube.com/watch?v=cPQeJt-2Y1Q</a:t>
            </a:r>
            <a:endParaRPr lang="zh-TW" altLang="en-US" dirty="0"/>
          </a:p>
        </p:txBody>
      </p:sp>
      <p:sp>
        <p:nvSpPr>
          <p:cNvPr id="4" name="投影片編號版面配置區 3"/>
          <p:cNvSpPr>
            <a:spLocks noGrp="1"/>
          </p:cNvSpPr>
          <p:nvPr>
            <p:ph type="sldNum" sz="quarter" idx="5"/>
          </p:nvPr>
        </p:nvSpPr>
        <p:spPr/>
        <p:txBody>
          <a:bodyPr/>
          <a:lstStyle/>
          <a:p>
            <a:fld id="{D689D6E6-D76E-4C17-AAA5-0CB433419393}" type="slidenum">
              <a:rPr lang="zh-TW" altLang="en-US" smtClean="0"/>
              <a:t>3</a:t>
            </a:fld>
            <a:endParaRPr lang="zh-TW" altLang="en-US"/>
          </a:p>
        </p:txBody>
      </p:sp>
    </p:spTree>
    <p:extLst>
      <p:ext uri="{BB962C8B-B14F-4D97-AF65-F5344CB8AC3E}">
        <p14:creationId xmlns:p14="http://schemas.microsoft.com/office/powerpoint/2010/main" val="1684611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https://www.youtube.com/watch?v=cPQeJt-2Y1Q</a:t>
            </a:r>
            <a:endParaRPr lang="zh-TW" altLang="en-US" dirty="0"/>
          </a:p>
        </p:txBody>
      </p:sp>
      <p:sp>
        <p:nvSpPr>
          <p:cNvPr id="4" name="投影片編號版面配置區 3"/>
          <p:cNvSpPr>
            <a:spLocks noGrp="1"/>
          </p:cNvSpPr>
          <p:nvPr>
            <p:ph type="sldNum" sz="quarter" idx="5"/>
          </p:nvPr>
        </p:nvSpPr>
        <p:spPr/>
        <p:txBody>
          <a:bodyPr/>
          <a:lstStyle/>
          <a:p>
            <a:fld id="{D689D6E6-D76E-4C17-AAA5-0CB433419393}" type="slidenum">
              <a:rPr lang="zh-TW" altLang="en-US" smtClean="0"/>
              <a:t>4</a:t>
            </a:fld>
            <a:endParaRPr lang="zh-TW" altLang="en-US"/>
          </a:p>
        </p:txBody>
      </p:sp>
    </p:spTree>
    <p:extLst>
      <p:ext uri="{BB962C8B-B14F-4D97-AF65-F5344CB8AC3E}">
        <p14:creationId xmlns:p14="http://schemas.microsoft.com/office/powerpoint/2010/main" val="2912292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https://www.youtube.com/watch?v=cPQeJt-2Y1Q</a:t>
            </a:r>
            <a:endParaRPr lang="zh-TW" altLang="en-US" dirty="0"/>
          </a:p>
        </p:txBody>
      </p:sp>
      <p:sp>
        <p:nvSpPr>
          <p:cNvPr id="4" name="投影片編號版面配置區 3"/>
          <p:cNvSpPr>
            <a:spLocks noGrp="1"/>
          </p:cNvSpPr>
          <p:nvPr>
            <p:ph type="sldNum" sz="quarter" idx="5"/>
          </p:nvPr>
        </p:nvSpPr>
        <p:spPr/>
        <p:txBody>
          <a:bodyPr/>
          <a:lstStyle/>
          <a:p>
            <a:fld id="{D689D6E6-D76E-4C17-AAA5-0CB433419393}" type="slidenum">
              <a:rPr lang="zh-TW" altLang="en-US" smtClean="0"/>
              <a:t>5</a:t>
            </a:fld>
            <a:endParaRPr lang="zh-TW" altLang="en-US"/>
          </a:p>
        </p:txBody>
      </p:sp>
    </p:spTree>
    <p:extLst>
      <p:ext uri="{BB962C8B-B14F-4D97-AF65-F5344CB8AC3E}">
        <p14:creationId xmlns:p14="http://schemas.microsoft.com/office/powerpoint/2010/main" val="694389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https://www.youtube.com/watch?v=cPQeJt-2Y1Q</a:t>
            </a:r>
            <a:endParaRPr lang="zh-TW" altLang="en-US" dirty="0"/>
          </a:p>
        </p:txBody>
      </p:sp>
      <p:sp>
        <p:nvSpPr>
          <p:cNvPr id="4" name="投影片編號版面配置區 3"/>
          <p:cNvSpPr>
            <a:spLocks noGrp="1"/>
          </p:cNvSpPr>
          <p:nvPr>
            <p:ph type="sldNum" sz="quarter" idx="5"/>
          </p:nvPr>
        </p:nvSpPr>
        <p:spPr/>
        <p:txBody>
          <a:bodyPr/>
          <a:lstStyle/>
          <a:p>
            <a:fld id="{D689D6E6-D76E-4C17-AAA5-0CB433419393}" type="slidenum">
              <a:rPr lang="zh-TW" altLang="en-US" smtClean="0"/>
              <a:t>6</a:t>
            </a:fld>
            <a:endParaRPr lang="zh-TW" altLang="en-US"/>
          </a:p>
        </p:txBody>
      </p:sp>
    </p:spTree>
    <p:extLst>
      <p:ext uri="{BB962C8B-B14F-4D97-AF65-F5344CB8AC3E}">
        <p14:creationId xmlns:p14="http://schemas.microsoft.com/office/powerpoint/2010/main" val="284250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https://www.youtube.com/watch?v=cPQeJt-2Y1Q</a:t>
            </a:r>
            <a:endParaRPr lang="zh-TW" altLang="en-US" dirty="0"/>
          </a:p>
        </p:txBody>
      </p:sp>
      <p:sp>
        <p:nvSpPr>
          <p:cNvPr id="4" name="投影片編號版面配置區 3"/>
          <p:cNvSpPr>
            <a:spLocks noGrp="1"/>
          </p:cNvSpPr>
          <p:nvPr>
            <p:ph type="sldNum" sz="quarter" idx="5"/>
          </p:nvPr>
        </p:nvSpPr>
        <p:spPr/>
        <p:txBody>
          <a:bodyPr/>
          <a:lstStyle/>
          <a:p>
            <a:fld id="{D689D6E6-D76E-4C17-AAA5-0CB433419393}" type="slidenum">
              <a:rPr lang="zh-TW" altLang="en-US" smtClean="0"/>
              <a:t>7</a:t>
            </a:fld>
            <a:endParaRPr lang="zh-TW" altLang="en-US"/>
          </a:p>
        </p:txBody>
      </p:sp>
    </p:spTree>
    <p:extLst>
      <p:ext uri="{BB962C8B-B14F-4D97-AF65-F5344CB8AC3E}">
        <p14:creationId xmlns:p14="http://schemas.microsoft.com/office/powerpoint/2010/main" val="3422752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https://www.youtube.com/watch?v=cPQeJt-2Y1Q</a:t>
            </a:r>
            <a:endParaRPr lang="zh-TW" altLang="en-US" dirty="0"/>
          </a:p>
        </p:txBody>
      </p:sp>
      <p:sp>
        <p:nvSpPr>
          <p:cNvPr id="4" name="投影片編號版面配置區 3"/>
          <p:cNvSpPr>
            <a:spLocks noGrp="1"/>
          </p:cNvSpPr>
          <p:nvPr>
            <p:ph type="sldNum" sz="quarter" idx="5"/>
          </p:nvPr>
        </p:nvSpPr>
        <p:spPr/>
        <p:txBody>
          <a:bodyPr/>
          <a:lstStyle/>
          <a:p>
            <a:fld id="{D689D6E6-D76E-4C17-AAA5-0CB433419393}" type="slidenum">
              <a:rPr lang="zh-TW" altLang="en-US" smtClean="0"/>
              <a:t>8</a:t>
            </a:fld>
            <a:endParaRPr lang="zh-TW" altLang="en-US"/>
          </a:p>
        </p:txBody>
      </p:sp>
    </p:spTree>
    <p:extLst>
      <p:ext uri="{BB962C8B-B14F-4D97-AF65-F5344CB8AC3E}">
        <p14:creationId xmlns:p14="http://schemas.microsoft.com/office/powerpoint/2010/main" val="953681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Experimental Result</a:t>
            </a:r>
            <a:endParaRPr lang="zh-TW" altLang="en-US" dirty="0"/>
          </a:p>
        </p:txBody>
      </p:sp>
      <p:sp>
        <p:nvSpPr>
          <p:cNvPr id="4" name="投影片編號版面配置區 3"/>
          <p:cNvSpPr>
            <a:spLocks noGrp="1"/>
          </p:cNvSpPr>
          <p:nvPr>
            <p:ph type="sldNum" sz="quarter" idx="5"/>
          </p:nvPr>
        </p:nvSpPr>
        <p:spPr/>
        <p:txBody>
          <a:bodyPr/>
          <a:lstStyle/>
          <a:p>
            <a:fld id="{D689D6E6-D76E-4C17-AAA5-0CB433419393}" type="slidenum">
              <a:rPr lang="zh-TW" altLang="en-US" smtClean="0"/>
              <a:t>15</a:t>
            </a:fld>
            <a:endParaRPr lang="zh-TW" altLang="en-US"/>
          </a:p>
        </p:txBody>
      </p:sp>
    </p:spTree>
    <p:extLst>
      <p:ext uri="{BB962C8B-B14F-4D97-AF65-F5344CB8AC3E}">
        <p14:creationId xmlns:p14="http://schemas.microsoft.com/office/powerpoint/2010/main" val="4156289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A379D3-4AC8-4A4F-93A9-34C56A68FC42}"/>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CC6261D-5D50-4BF8-920E-3C2BB7A891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12B0798-D249-4C7D-AD3C-05B952B32CC9}"/>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5" name="頁尾版面配置區 4">
            <a:extLst>
              <a:ext uri="{FF2B5EF4-FFF2-40B4-BE49-F238E27FC236}">
                <a16:creationId xmlns:a16="http://schemas.microsoft.com/office/drawing/2014/main" id="{08DE1377-1F39-439E-B4D0-0FB8A78BAD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DE5FD96-CE40-490B-B8E8-AF1A52601A98}"/>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3486340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29BD03-447C-47EF-A319-C89835E6838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FE1EA35-FF95-4C3D-8370-8FEA10216FC2}"/>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CC915FC-ECA2-4D23-88ED-C509C270CC8C}"/>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5" name="頁尾版面配置區 4">
            <a:extLst>
              <a:ext uri="{FF2B5EF4-FFF2-40B4-BE49-F238E27FC236}">
                <a16:creationId xmlns:a16="http://schemas.microsoft.com/office/drawing/2014/main" id="{40E92143-7FDD-49F1-8AC8-93F24967E3F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B96D13-5A34-43B4-8EC8-19FBA63F3E8E}"/>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78402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0ED2D9-4EE7-4D7C-BD5F-26CE74686719}"/>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44F8524-A99E-486E-920A-0DC48ACDB4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506E2D3-CD31-416E-83E0-313C371A92C3}"/>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5" name="頁尾版面配置區 4">
            <a:extLst>
              <a:ext uri="{FF2B5EF4-FFF2-40B4-BE49-F238E27FC236}">
                <a16:creationId xmlns:a16="http://schemas.microsoft.com/office/drawing/2014/main" id="{6AAFAF8A-A7A7-48F2-BF29-4D4448011EF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5E4E8B4-660E-4117-9E2C-0D2A3DA77C2F}"/>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2256166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98B67-B2B9-4276-980E-75C97AD7FD5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A3B13CD-DA10-4936-8914-A589E6935ED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91AC0D3-FDB5-4FFC-9181-055646C9A2A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139CA88-663F-44F5-831B-23A1B8BABD79}"/>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6" name="頁尾版面配置區 5">
            <a:extLst>
              <a:ext uri="{FF2B5EF4-FFF2-40B4-BE49-F238E27FC236}">
                <a16:creationId xmlns:a16="http://schemas.microsoft.com/office/drawing/2014/main" id="{6CEE3E72-8A89-4CBD-83FD-763BC95A2F2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EDB4AEC-200C-4184-BCF9-050F2ED2FF80}"/>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2460227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3997D2-BB1A-44EB-81C1-7AF21AE060A6}"/>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C0A7F88-6947-4F58-908C-5550F920C5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7FC002C5-A7D8-4AA3-8A51-6AFFC5269C5D}"/>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E0B0959-6373-49E1-802E-8180BD198D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3292E6A-8626-4F68-92F8-39DDFB2E848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1BAA6F1-82F3-4051-90F9-5B2F71305963}"/>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8" name="頁尾版面配置區 7">
            <a:extLst>
              <a:ext uri="{FF2B5EF4-FFF2-40B4-BE49-F238E27FC236}">
                <a16:creationId xmlns:a16="http://schemas.microsoft.com/office/drawing/2014/main" id="{3BFBE785-911C-44BD-B263-F59A0E37D3C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D7ED95F-0BB9-443A-B84B-34DE99D1E6CA}"/>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2224757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8442C6-8F67-402C-95A0-22D9D5C00CF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A3FC13D-E945-4253-AA2C-5D3782332BA3}"/>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4" name="頁尾版面配置區 3">
            <a:extLst>
              <a:ext uri="{FF2B5EF4-FFF2-40B4-BE49-F238E27FC236}">
                <a16:creationId xmlns:a16="http://schemas.microsoft.com/office/drawing/2014/main" id="{53FF7903-2900-4A8C-A2CE-094B0E4D224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014C56D-8C69-4EC9-ABDF-9E659C2F4C92}"/>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1817086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4D4944C-FD3D-47BC-A670-481BB3407187}"/>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3" name="頁尾版面配置區 2">
            <a:extLst>
              <a:ext uri="{FF2B5EF4-FFF2-40B4-BE49-F238E27FC236}">
                <a16:creationId xmlns:a16="http://schemas.microsoft.com/office/drawing/2014/main" id="{709E8AD9-4FF9-442F-8644-FDACD8FA22B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C5AC6CB-1D66-47F4-9ADB-CE078F590575}"/>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2225048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65C311-DC8F-4DCA-AA71-828D0EDED32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76D1197B-D606-421F-86E3-D32FEDCEA0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4B92D87-C886-457B-B36A-5F50250163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C4C2F34-840E-4303-B516-AB77445C604D}"/>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6" name="頁尾版面配置區 5">
            <a:extLst>
              <a:ext uri="{FF2B5EF4-FFF2-40B4-BE49-F238E27FC236}">
                <a16:creationId xmlns:a16="http://schemas.microsoft.com/office/drawing/2014/main" id="{4DC5359E-7018-4A9E-9B26-17DA7A6713B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CFFAEBD-B1E0-4745-9AB4-B2C6B628E23A}"/>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2245907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7EA4E3-9324-49C4-9954-268E0A5D134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989731C-CA76-4743-B815-3B3B49B5FC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D5B85CD1-AE2D-4646-9826-DC21876AB1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96FD796-22E5-4B14-8AE7-62125C67B0DE}"/>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6" name="頁尾版面配置區 5">
            <a:extLst>
              <a:ext uri="{FF2B5EF4-FFF2-40B4-BE49-F238E27FC236}">
                <a16:creationId xmlns:a16="http://schemas.microsoft.com/office/drawing/2014/main" id="{B52404B3-C57B-488F-B86E-5D3F0508171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3737D9-B1D6-41B6-A904-8D6B37E3A856}"/>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1262899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C19651-7BE5-4D87-A2DB-0B3BA005184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F94474AA-2416-484F-8C79-3F2642B5AB07}"/>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1894C28-BCEF-4340-822F-4F7B15A939B8}"/>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5" name="頁尾版面配置區 4">
            <a:extLst>
              <a:ext uri="{FF2B5EF4-FFF2-40B4-BE49-F238E27FC236}">
                <a16:creationId xmlns:a16="http://schemas.microsoft.com/office/drawing/2014/main" id="{D7CA6827-44A1-42E6-B373-391FF1A9E09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4DCC34B-4E49-4999-B1B0-28432E02B1F3}"/>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1896412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9E29A33-DFA3-41F3-8013-98988EF207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770CC37-2E95-401A-93C0-D12EBE1C390B}"/>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34B0BA-2E1A-490A-9426-DC2921E67986}"/>
              </a:ext>
            </a:extLst>
          </p:cNvPr>
          <p:cNvSpPr>
            <a:spLocks noGrp="1"/>
          </p:cNvSpPr>
          <p:nvPr>
            <p:ph type="dt" sz="half" idx="10"/>
          </p:nvPr>
        </p:nvSpPr>
        <p:spPr/>
        <p:txBody>
          <a:bodyPr/>
          <a:lstStyle/>
          <a:p>
            <a:fld id="{30B670D2-72A7-4D2A-B22C-A349BD122882}" type="datetimeFigureOut">
              <a:rPr lang="zh-TW" altLang="en-US" smtClean="0"/>
              <a:t>2020/8/11</a:t>
            </a:fld>
            <a:endParaRPr lang="zh-TW" altLang="en-US"/>
          </a:p>
        </p:txBody>
      </p:sp>
      <p:sp>
        <p:nvSpPr>
          <p:cNvPr id="5" name="頁尾版面配置區 4">
            <a:extLst>
              <a:ext uri="{FF2B5EF4-FFF2-40B4-BE49-F238E27FC236}">
                <a16:creationId xmlns:a16="http://schemas.microsoft.com/office/drawing/2014/main" id="{2C701F80-402C-430B-9E28-734763EED3D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77E84C1-D3E8-4955-9648-F3B8A6559132}"/>
              </a:ext>
            </a:extLst>
          </p:cNvPr>
          <p:cNvSpPr>
            <a:spLocks noGrp="1"/>
          </p:cNvSpPr>
          <p:nvPr>
            <p:ph type="sldNum" sz="quarter" idx="12"/>
          </p:nvPr>
        </p:nvSpPr>
        <p:spPr/>
        <p:txBody>
          <a:body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1024026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072078A-9417-4C6F-9686-00F1A44140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1CF156A-B0D1-4CD8-921A-6598D0739C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323AF5E-34C2-4799-A520-9DDE2BD0DD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B670D2-72A7-4D2A-B22C-A349BD122882}" type="datetimeFigureOut">
              <a:rPr lang="zh-TW" altLang="en-US" smtClean="0"/>
              <a:t>2020/8/11</a:t>
            </a:fld>
            <a:endParaRPr lang="zh-TW" altLang="en-US"/>
          </a:p>
        </p:txBody>
      </p:sp>
      <p:sp>
        <p:nvSpPr>
          <p:cNvPr id="5" name="頁尾版面配置區 4">
            <a:extLst>
              <a:ext uri="{FF2B5EF4-FFF2-40B4-BE49-F238E27FC236}">
                <a16:creationId xmlns:a16="http://schemas.microsoft.com/office/drawing/2014/main" id="{EC8221A2-F933-4D67-B9C6-9C4DB4DD15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A986BDB-BFC5-4049-B71D-F6E6739588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2E827D-F780-41E9-B999-3A1C60FCD17C}" type="slidenum">
              <a:rPr lang="zh-TW" altLang="en-US" smtClean="0"/>
              <a:t>‹#›</a:t>
            </a:fld>
            <a:endParaRPr lang="zh-TW" altLang="en-US"/>
          </a:p>
        </p:txBody>
      </p:sp>
    </p:spTree>
    <p:extLst>
      <p:ext uri="{BB962C8B-B14F-4D97-AF65-F5344CB8AC3E}">
        <p14:creationId xmlns:p14="http://schemas.microsoft.com/office/powerpoint/2010/main" val="2415572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DD8262-C530-4A84-B422-BB38D80F4623}"/>
              </a:ext>
            </a:extLst>
          </p:cNvPr>
          <p:cNvSpPr>
            <a:spLocks noGrp="1"/>
          </p:cNvSpPr>
          <p:nvPr>
            <p:ph type="ctrTitle"/>
          </p:nvPr>
        </p:nvSpPr>
        <p:spPr>
          <a:xfrm>
            <a:off x="1524000" y="1272619"/>
            <a:ext cx="9144000" cy="1407786"/>
          </a:xfrm>
        </p:spPr>
        <p:txBody>
          <a:bodyPr>
            <a:normAutofit/>
          </a:bodyPr>
          <a:lstStyle/>
          <a:p>
            <a:r>
              <a:rPr lang="en-US" altLang="zh-TW" sz="4400" dirty="0">
                <a:latin typeface="Times New Roman" panose="02020603050405020304" pitchFamily="18" charset="0"/>
                <a:cs typeface="Times New Roman" panose="02020603050405020304" pitchFamily="18" charset="0"/>
              </a:rPr>
              <a:t>Sequence Alignment using </a:t>
            </a:r>
            <a:r>
              <a:rPr lang="en-US" altLang="zh-TW" sz="4400" dirty="0" err="1">
                <a:latin typeface="Times New Roman" panose="02020603050405020304" pitchFamily="18" charset="0"/>
                <a:cs typeface="Times New Roman" panose="02020603050405020304" pitchFamily="18" charset="0"/>
              </a:rPr>
              <a:t>FastLSA</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1B0285CE-DF70-47B3-9648-E437B4BB3DB2}"/>
              </a:ext>
            </a:extLst>
          </p:cNvPr>
          <p:cNvSpPr>
            <a:spLocks noGrp="1"/>
          </p:cNvSpPr>
          <p:nvPr>
            <p:ph type="subTitle" idx="1"/>
          </p:nvPr>
        </p:nvSpPr>
        <p:spPr>
          <a:xfrm>
            <a:off x="1524000" y="3064710"/>
            <a:ext cx="9620250" cy="1655762"/>
          </a:xfrm>
        </p:spPr>
        <p:txBody>
          <a:bodyPr/>
          <a:lstStyle/>
          <a:p>
            <a:r>
              <a:rPr lang="en-US" altLang="zh-TW" dirty="0">
                <a:latin typeface="Times New Roman" panose="02020603050405020304" pitchFamily="18" charset="0"/>
                <a:cs typeface="Times New Roman" panose="02020603050405020304" pitchFamily="18" charset="0"/>
              </a:rPr>
              <a:t>Kevin Charter, Jonathan </a:t>
            </a:r>
            <a:r>
              <a:rPr lang="en-US" altLang="zh-TW" dirty="0" err="1">
                <a:latin typeface="Times New Roman" panose="02020603050405020304" pitchFamily="18" charset="0"/>
                <a:cs typeface="Times New Roman" panose="02020603050405020304" pitchFamily="18" charset="0"/>
              </a:rPr>
              <a:t>Schaeer</a:t>
            </a:r>
            <a:r>
              <a:rPr lang="en-US" altLang="zh-TW" dirty="0">
                <a:latin typeface="Times New Roman" panose="02020603050405020304" pitchFamily="18" charset="0"/>
                <a:cs typeface="Times New Roman" panose="02020603050405020304" pitchFamily="18" charset="0"/>
              </a:rPr>
              <a:t>, Duane </a:t>
            </a:r>
            <a:r>
              <a:rPr lang="en-US" altLang="zh-TW" dirty="0" err="1">
                <a:latin typeface="Times New Roman" panose="02020603050405020304" pitchFamily="18" charset="0"/>
                <a:cs typeface="Times New Roman" panose="02020603050405020304" pitchFamily="18" charset="0"/>
              </a:rPr>
              <a:t>Szafron</a:t>
            </a:r>
            <a:r>
              <a:rPr lang="en-US" altLang="zh-TW" dirty="0">
                <a:latin typeface="Times New Roman" panose="02020603050405020304" pitchFamily="18" charset="0"/>
                <a:cs typeface="Times New Roman" panose="02020603050405020304" pitchFamily="18" charset="0"/>
              </a:rPr>
              <a:t>, </a:t>
            </a:r>
          </a:p>
          <a:p>
            <a:r>
              <a:rPr lang="en-US" altLang="zh-TW" b="0" dirty="0">
                <a:effectLst/>
                <a:latin typeface="Times New Roman" panose="02020603050405020304" pitchFamily="18" charset="0"/>
                <a:cs typeface="Times New Roman" panose="02020603050405020304" pitchFamily="18" charset="0"/>
              </a:rPr>
              <a:t>In Proceedings of the 2000 International Conference on Mathematics and</a:t>
            </a:r>
          </a:p>
          <a:p>
            <a:r>
              <a:rPr lang="en-US" altLang="zh-TW" b="0" dirty="0">
                <a:effectLst/>
                <a:latin typeface="Times New Roman" panose="02020603050405020304" pitchFamily="18" charset="0"/>
                <a:cs typeface="Times New Roman" panose="02020603050405020304" pitchFamily="18" charset="0"/>
              </a:rPr>
              <a:t> Engineering Techniques in Medicine and Biological Sciences, 2000.</a:t>
            </a:r>
            <a:endParaRPr lang="zh-TW" altLang="en-US"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2AF88E4F-EC72-460E-AD9F-AE5DA2F437AE}"/>
              </a:ext>
            </a:extLst>
          </p:cNvPr>
          <p:cNvSpPr/>
          <p:nvPr/>
        </p:nvSpPr>
        <p:spPr>
          <a:xfrm>
            <a:off x="8006499" y="5109653"/>
            <a:ext cx="3626178" cy="830997"/>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Presenter: Shao-Xuan Lee</a:t>
            </a:r>
          </a:p>
          <a:p>
            <a:r>
              <a:rPr lang="en-US" altLang="zh-TW" sz="2400" dirty="0">
                <a:latin typeface="Times New Roman" panose="02020603050405020304" pitchFamily="18" charset="0"/>
                <a:cs typeface="Times New Roman" panose="02020603050405020304" pitchFamily="18" charset="0"/>
              </a:rPr>
              <a:t>Date: Aug. </a:t>
            </a:r>
            <a:r>
              <a:rPr lang="en-US" altLang="zh-TW" sz="2400">
                <a:latin typeface="Times New Roman" panose="02020603050405020304" pitchFamily="18" charset="0"/>
                <a:cs typeface="Times New Roman" panose="02020603050405020304" pitchFamily="18" charset="0"/>
              </a:rPr>
              <a:t>11, </a:t>
            </a:r>
            <a:r>
              <a:rPr lang="en-US" altLang="zh-TW" sz="2400" dirty="0">
                <a:latin typeface="Times New Roman" panose="02020603050405020304" pitchFamily="18" charset="0"/>
                <a:cs typeface="Times New Roman" panose="02020603050405020304" pitchFamily="18" charset="0"/>
              </a:rPr>
              <a:t>2020</a:t>
            </a:r>
          </a:p>
        </p:txBody>
      </p:sp>
    </p:spTree>
    <p:extLst>
      <p:ext uri="{BB962C8B-B14F-4D97-AF65-F5344CB8AC3E}">
        <p14:creationId xmlns:p14="http://schemas.microsoft.com/office/powerpoint/2010/main" val="62891760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228B644-3F5C-4328-8D4D-D2AA4C24015C}"/>
              </a:ext>
            </a:extLst>
          </p:cNvPr>
          <p:cNvSpPr>
            <a:spLocks noGrp="1"/>
          </p:cNvSpPr>
          <p:nvPr>
            <p:ph idx="1"/>
          </p:nvPr>
        </p:nvSpPr>
        <p:spPr>
          <a:xfrm>
            <a:off x="453665" y="824550"/>
            <a:ext cx="11541158" cy="5881050"/>
          </a:xfrm>
        </p:spPr>
        <p:txBody>
          <a:bodyPr>
            <a:normAutofit fontScale="92500" lnSpcReduction="10000"/>
          </a:bodyPr>
          <a:lstStyle/>
          <a:p>
            <a:pPr marL="0" indent="0">
              <a:lnSpc>
                <a:spcPct val="150000"/>
              </a:lnSpc>
              <a:spcBef>
                <a:spcPts val="1200"/>
              </a:spcBef>
              <a:buNone/>
            </a:pPr>
            <a:r>
              <a:rPr lang="en-US" altLang="zh-TW" sz="2700" dirty="0">
                <a:latin typeface="Times New Roman" panose="02020603050405020304" pitchFamily="18" charset="0"/>
                <a:cs typeface="Times New Roman" panose="02020603050405020304" pitchFamily="18" charset="0"/>
              </a:rPr>
              <a:t>For two strings of length m and n, optimal sequence alignment takes time and space proportional to </a:t>
            </a:r>
            <a:r>
              <a:rPr lang="en-US" altLang="zh-TW" sz="2700" dirty="0" err="1">
                <a:latin typeface="Times New Roman" panose="02020603050405020304" pitchFamily="18" charset="0"/>
                <a:cs typeface="Times New Roman" panose="02020603050405020304" pitchFamily="18" charset="0"/>
              </a:rPr>
              <a:t>m</a:t>
            </a:r>
            <a:r>
              <a:rPr lang="en-US" altLang="zh-TW" sz="2700" b="0" i="0" dirty="0" err="1">
                <a:solidFill>
                  <a:srgbClr val="444444"/>
                </a:solidFill>
                <a:effectLst/>
                <a:latin typeface="Times New Roman" panose="02020603050405020304" pitchFamily="18" charset="0"/>
                <a:cs typeface="Times New Roman" panose="02020603050405020304" pitchFamily="18" charset="0"/>
              </a:rPr>
              <a:t>×</a:t>
            </a:r>
            <a:r>
              <a:rPr lang="en-US" altLang="zh-TW" sz="2700" dirty="0" err="1">
                <a:latin typeface="Times New Roman" panose="02020603050405020304" pitchFamily="18" charset="0"/>
                <a:cs typeface="Times New Roman" panose="02020603050405020304" pitchFamily="18" charset="0"/>
              </a:rPr>
              <a:t>n</a:t>
            </a:r>
            <a:r>
              <a:rPr lang="en-US" altLang="zh-TW" sz="2700" dirty="0">
                <a:latin typeface="Times New Roman" panose="02020603050405020304" pitchFamily="18" charset="0"/>
                <a:cs typeface="Times New Roman" panose="02020603050405020304" pitchFamily="18" charset="0"/>
              </a:rPr>
              <a:t> to compute. The time actually consists of two parts: computing the score of the best alignment and then extracting the alignment (by reading the computed values). The space requirement is usually prohibitive. Hirschberg's algorithm reduces the space needs to roughly 2</a:t>
            </a:r>
            <a:r>
              <a:rPr lang="en-US" altLang="zh-TW" sz="2700" b="0" i="0" dirty="0">
                <a:solidFill>
                  <a:srgbClr val="444444"/>
                </a:solidFill>
                <a:effectLst/>
                <a:latin typeface="Times New Roman" panose="02020603050405020304" pitchFamily="18" charset="0"/>
                <a:cs typeface="Times New Roman" panose="02020603050405020304" pitchFamily="18" charset="0"/>
              </a:rPr>
              <a:t>×</a:t>
            </a:r>
            <a:r>
              <a:rPr lang="en-US" altLang="zh-TW" sz="2700" dirty="0">
                <a:latin typeface="Times New Roman" panose="02020603050405020304" pitchFamily="18" charset="0"/>
                <a:cs typeface="Times New Roman" panose="02020603050405020304" pitchFamily="18" charset="0"/>
              </a:rPr>
              <a:t>m, but doubles the cost of computing and extracting the alignment. This paper introduces the </a:t>
            </a:r>
            <a:r>
              <a:rPr lang="en-US" altLang="zh-TW" sz="2700" dirty="0" err="1">
                <a:latin typeface="Times New Roman" panose="02020603050405020304" pitchFamily="18" charset="0"/>
                <a:cs typeface="Times New Roman" panose="02020603050405020304" pitchFamily="18" charset="0"/>
              </a:rPr>
              <a:t>FastLSA</a:t>
            </a:r>
            <a:r>
              <a:rPr lang="en-US" altLang="zh-TW" sz="2700" dirty="0">
                <a:latin typeface="Times New Roman" panose="02020603050405020304" pitchFamily="18" charset="0"/>
                <a:cs typeface="Times New Roman" panose="02020603050405020304" pitchFamily="18" charset="0"/>
              </a:rPr>
              <a:t> algorithm that is adaptive to the amount of space available. At one extreme, it uses linear space, while at the other it uses quadratic space. Based on the memory resources available, the algorithm saves the maximum amount of information to achieve the lowest extraction cost. The algorithm is shown to be analytically and experimentally superior to Hirschberg's algorithm.</a:t>
            </a:r>
            <a:endParaRPr lang="zh-TW" altLang="en-US" sz="2700" dirty="0">
              <a:latin typeface="Times New Roman" panose="02020603050405020304" pitchFamily="18" charset="0"/>
              <a:cs typeface="Times New Roman" panose="02020603050405020304" pitchFamily="18" charset="0"/>
            </a:endParaRPr>
          </a:p>
          <a:p>
            <a:pPr marL="0" indent="0">
              <a:spcBef>
                <a:spcPts val="1200"/>
              </a:spcBef>
              <a:buNone/>
            </a:pPr>
            <a:r>
              <a:rPr lang="en-US" altLang="zh-TW" sz="2600" dirty="0">
                <a:latin typeface="Times New Roman" panose="02020603050405020304" pitchFamily="18" charset="0"/>
                <a:cs typeface="Times New Roman" panose="02020603050405020304" pitchFamily="18" charset="0"/>
              </a:rPr>
              <a:t> </a:t>
            </a:r>
          </a:p>
        </p:txBody>
      </p:sp>
      <p:sp>
        <p:nvSpPr>
          <p:cNvPr id="2" name="標題 1">
            <a:extLst>
              <a:ext uri="{FF2B5EF4-FFF2-40B4-BE49-F238E27FC236}">
                <a16:creationId xmlns:a16="http://schemas.microsoft.com/office/drawing/2014/main" id="{F721C8D6-9BEE-4496-986E-389AF52064DD}"/>
              </a:ext>
            </a:extLst>
          </p:cNvPr>
          <p:cNvSpPr txBox="1">
            <a:spLocks/>
          </p:cNvSpPr>
          <p:nvPr/>
        </p:nvSpPr>
        <p:spPr>
          <a:xfrm>
            <a:off x="197177" y="0"/>
            <a:ext cx="9399310" cy="9640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Abstract</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948905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26B8FB51-238D-41F7-9AC4-85D9AF98AE9B}"/>
              </a:ext>
            </a:extLst>
          </p:cNvPr>
          <p:cNvSpPr txBox="1"/>
          <p:nvPr/>
        </p:nvSpPr>
        <p:spPr>
          <a:xfrm>
            <a:off x="535297" y="582560"/>
            <a:ext cx="5560703" cy="646331"/>
          </a:xfrm>
          <a:prstGeom prst="rect">
            <a:avLst/>
          </a:prstGeom>
          <a:noFill/>
        </p:spPr>
        <p:txBody>
          <a:bodyPr wrap="square" rtlCol="0">
            <a:spAutoFit/>
          </a:bodyPr>
          <a:lstStyle/>
          <a:p>
            <a:r>
              <a:rPr lang="en-US" altLang="zh-TW" sz="3200" dirty="0">
                <a:latin typeface="Times New Roman" panose="02020603050405020304" pitchFamily="18" charset="0"/>
                <a:cs typeface="Times New Roman" panose="02020603050405020304" pitchFamily="18" charset="0"/>
              </a:rPr>
              <a:t>Hirschberg’s </a:t>
            </a:r>
            <a:r>
              <a:rPr lang="en-US" altLang="zh-TW" sz="3600" dirty="0">
                <a:latin typeface="Times New Roman" panose="02020603050405020304" pitchFamily="18" charset="0"/>
                <a:cs typeface="Times New Roman" panose="02020603050405020304" pitchFamily="18" charset="0"/>
              </a:rPr>
              <a:t>algorithm</a:t>
            </a:r>
            <a:endParaRPr lang="zh-TW" altLang="en-US" sz="3200" dirty="0">
              <a:latin typeface="Times New Roman" panose="02020603050405020304" pitchFamily="18" charset="0"/>
              <a:cs typeface="Times New Roman" panose="02020603050405020304" pitchFamily="18" charset="0"/>
            </a:endParaRPr>
          </a:p>
        </p:txBody>
      </p:sp>
      <p:pic>
        <p:nvPicPr>
          <p:cNvPr id="21" name="圖片 20">
            <a:extLst>
              <a:ext uri="{FF2B5EF4-FFF2-40B4-BE49-F238E27FC236}">
                <a16:creationId xmlns:a16="http://schemas.microsoft.com/office/drawing/2014/main" id="{D5E8BD70-F93E-4FFC-A771-4F2FF1B8A5C5}"/>
              </a:ext>
            </a:extLst>
          </p:cNvPr>
          <p:cNvPicPr>
            <a:picLocks noChangeAspect="1"/>
          </p:cNvPicPr>
          <p:nvPr/>
        </p:nvPicPr>
        <p:blipFill>
          <a:blip r:embed="rId3"/>
          <a:stretch>
            <a:fillRect/>
          </a:stretch>
        </p:blipFill>
        <p:spPr>
          <a:xfrm>
            <a:off x="5106784" y="487425"/>
            <a:ext cx="6005080" cy="5883150"/>
          </a:xfrm>
          <a:prstGeom prst="rect">
            <a:avLst/>
          </a:prstGeom>
        </p:spPr>
      </p:pic>
    </p:spTree>
    <p:extLst>
      <p:ext uri="{BB962C8B-B14F-4D97-AF65-F5344CB8AC3E}">
        <p14:creationId xmlns:p14="http://schemas.microsoft.com/office/powerpoint/2010/main" val="40452778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26B8FB51-238D-41F7-9AC4-85D9AF98AE9B}"/>
              </a:ext>
            </a:extLst>
          </p:cNvPr>
          <p:cNvSpPr txBox="1"/>
          <p:nvPr/>
        </p:nvSpPr>
        <p:spPr>
          <a:xfrm>
            <a:off x="1021072" y="734960"/>
            <a:ext cx="3497432"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Hirschberg’s algorithm</a:t>
            </a:r>
            <a:endParaRPr lang="zh-TW" altLang="en-US" sz="28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8E99CF1B-4A0C-4892-95EE-7EDBE531C61A}"/>
              </a:ext>
            </a:extLst>
          </p:cNvPr>
          <p:cNvSpPr/>
          <p:nvPr/>
        </p:nvSpPr>
        <p:spPr>
          <a:xfrm>
            <a:off x="6771998" y="2363701"/>
            <a:ext cx="3885331" cy="37424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02682D16-1639-4591-9362-A67F993D21AD}"/>
              </a:ext>
            </a:extLst>
          </p:cNvPr>
          <p:cNvSpPr/>
          <p:nvPr/>
        </p:nvSpPr>
        <p:spPr>
          <a:xfrm>
            <a:off x="6671450" y="2253006"/>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a:extLst>
              <a:ext uri="{FF2B5EF4-FFF2-40B4-BE49-F238E27FC236}">
                <a16:creationId xmlns:a16="http://schemas.microsoft.com/office/drawing/2014/main" id="{099D7B0E-B330-4275-96A1-425B92548BF4}"/>
              </a:ext>
            </a:extLst>
          </p:cNvPr>
          <p:cNvSpPr/>
          <p:nvPr/>
        </p:nvSpPr>
        <p:spPr>
          <a:xfrm>
            <a:off x="5042599" y="5884751"/>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7924A484-DA4E-404D-9E23-C1F3E56D3C23}"/>
              </a:ext>
            </a:extLst>
          </p:cNvPr>
          <p:cNvSpPr/>
          <p:nvPr/>
        </p:nvSpPr>
        <p:spPr>
          <a:xfrm>
            <a:off x="10605071" y="6002202"/>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接點 13">
            <a:extLst>
              <a:ext uri="{FF2B5EF4-FFF2-40B4-BE49-F238E27FC236}">
                <a16:creationId xmlns:a16="http://schemas.microsoft.com/office/drawing/2014/main" id="{ED3DC1BC-52E5-4EC7-874D-B808B5705423}"/>
              </a:ext>
            </a:extLst>
          </p:cNvPr>
          <p:cNvCxnSpPr>
            <a:stCxn id="5" idx="1"/>
            <a:endCxn id="5" idx="3"/>
          </p:cNvCxnSpPr>
          <p:nvPr/>
        </p:nvCxnSpPr>
        <p:spPr>
          <a:xfrm>
            <a:off x="6771998" y="4234921"/>
            <a:ext cx="3885331" cy="0"/>
          </a:xfrm>
          <a:prstGeom prst="line">
            <a:avLst/>
          </a:prstGeom>
        </p:spPr>
        <p:style>
          <a:lnRef idx="1">
            <a:schemeClr val="dk1"/>
          </a:lnRef>
          <a:fillRef idx="0">
            <a:schemeClr val="dk1"/>
          </a:fillRef>
          <a:effectRef idx="0">
            <a:schemeClr val="dk1"/>
          </a:effectRef>
          <a:fontRef idx="minor">
            <a:schemeClr val="tx1"/>
          </a:fontRef>
        </p:style>
      </p:cxnSp>
      <p:sp>
        <p:nvSpPr>
          <p:cNvPr id="16" name="箭號: 向下 15">
            <a:extLst>
              <a:ext uri="{FF2B5EF4-FFF2-40B4-BE49-F238E27FC236}">
                <a16:creationId xmlns:a16="http://schemas.microsoft.com/office/drawing/2014/main" id="{C2341B8E-E370-417F-BF34-B6984AB25890}"/>
              </a:ext>
            </a:extLst>
          </p:cNvPr>
          <p:cNvSpPr/>
          <p:nvPr/>
        </p:nvSpPr>
        <p:spPr>
          <a:xfrm rot="18635213">
            <a:off x="1500635" y="2366506"/>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下 17">
            <a:extLst>
              <a:ext uri="{FF2B5EF4-FFF2-40B4-BE49-F238E27FC236}">
                <a16:creationId xmlns:a16="http://schemas.microsoft.com/office/drawing/2014/main" id="{688A1264-449C-4ABB-9EB4-52C9634D75CC}"/>
              </a:ext>
            </a:extLst>
          </p:cNvPr>
          <p:cNvSpPr/>
          <p:nvPr/>
        </p:nvSpPr>
        <p:spPr>
          <a:xfrm rot="7659278">
            <a:off x="4635429" y="5418374"/>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箭號: 向下 1">
            <a:extLst>
              <a:ext uri="{FF2B5EF4-FFF2-40B4-BE49-F238E27FC236}">
                <a16:creationId xmlns:a16="http://schemas.microsoft.com/office/drawing/2014/main" id="{9082FB6F-FDAC-4AB6-8FC5-201D4C6A89AB}"/>
              </a:ext>
            </a:extLst>
          </p:cNvPr>
          <p:cNvSpPr/>
          <p:nvPr/>
        </p:nvSpPr>
        <p:spPr>
          <a:xfrm rot="16200000">
            <a:off x="5757975" y="4020168"/>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3AA458C5-85C5-424A-AA80-687A5938EF06}"/>
              </a:ext>
            </a:extLst>
          </p:cNvPr>
          <p:cNvSpPr/>
          <p:nvPr/>
        </p:nvSpPr>
        <p:spPr>
          <a:xfrm>
            <a:off x="1413610" y="2405406"/>
            <a:ext cx="3885331" cy="37424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15" name="橢圓 14">
            <a:extLst>
              <a:ext uri="{FF2B5EF4-FFF2-40B4-BE49-F238E27FC236}">
                <a16:creationId xmlns:a16="http://schemas.microsoft.com/office/drawing/2014/main" id="{1E8BC81F-AE79-4220-A1B1-C160771A4986}"/>
              </a:ext>
            </a:extLst>
          </p:cNvPr>
          <p:cNvSpPr/>
          <p:nvPr/>
        </p:nvSpPr>
        <p:spPr>
          <a:xfrm>
            <a:off x="1326787" y="2294712"/>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a:extLst>
              <a:ext uri="{FF2B5EF4-FFF2-40B4-BE49-F238E27FC236}">
                <a16:creationId xmlns:a16="http://schemas.microsoft.com/office/drawing/2014/main" id="{16515D84-3750-4E2C-96DC-F4909333ACFB}"/>
              </a:ext>
            </a:extLst>
          </p:cNvPr>
          <p:cNvSpPr/>
          <p:nvPr/>
        </p:nvSpPr>
        <p:spPr>
          <a:xfrm>
            <a:off x="5194999" y="6037151"/>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9" name="直線接點 18">
            <a:extLst>
              <a:ext uri="{FF2B5EF4-FFF2-40B4-BE49-F238E27FC236}">
                <a16:creationId xmlns:a16="http://schemas.microsoft.com/office/drawing/2014/main" id="{86892A02-7B86-454B-A882-1159CF40D634}"/>
              </a:ext>
            </a:extLst>
          </p:cNvPr>
          <p:cNvCxnSpPr>
            <a:stCxn id="13" idx="1"/>
            <a:endCxn id="13" idx="3"/>
          </p:cNvCxnSpPr>
          <p:nvPr/>
        </p:nvCxnSpPr>
        <p:spPr>
          <a:xfrm>
            <a:off x="1413610" y="4276626"/>
            <a:ext cx="3885331" cy="0"/>
          </a:xfrm>
          <a:prstGeom prst="line">
            <a:avLst/>
          </a:prstGeom>
        </p:spPr>
        <p:style>
          <a:lnRef idx="1">
            <a:schemeClr val="dk1"/>
          </a:lnRef>
          <a:fillRef idx="0">
            <a:schemeClr val="dk1"/>
          </a:fillRef>
          <a:effectRef idx="0">
            <a:schemeClr val="dk1"/>
          </a:effectRef>
          <a:fontRef idx="minor">
            <a:schemeClr val="tx1"/>
          </a:fontRef>
        </p:style>
      </p:cxnSp>
      <p:sp>
        <p:nvSpPr>
          <p:cNvPr id="20" name="箭號: 向下 19">
            <a:extLst>
              <a:ext uri="{FF2B5EF4-FFF2-40B4-BE49-F238E27FC236}">
                <a16:creationId xmlns:a16="http://schemas.microsoft.com/office/drawing/2014/main" id="{211C388C-300D-4A75-86E3-135510711E55}"/>
              </a:ext>
            </a:extLst>
          </p:cNvPr>
          <p:cNvSpPr/>
          <p:nvPr/>
        </p:nvSpPr>
        <p:spPr>
          <a:xfrm rot="18635213">
            <a:off x="1653035" y="2518906"/>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箭號: 向下 20">
            <a:extLst>
              <a:ext uri="{FF2B5EF4-FFF2-40B4-BE49-F238E27FC236}">
                <a16:creationId xmlns:a16="http://schemas.microsoft.com/office/drawing/2014/main" id="{AAFA6341-7575-4C58-89F3-F9000F542FCB}"/>
              </a:ext>
            </a:extLst>
          </p:cNvPr>
          <p:cNvSpPr/>
          <p:nvPr/>
        </p:nvSpPr>
        <p:spPr>
          <a:xfrm rot="7659278">
            <a:off x="4787829" y="5570774"/>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72D37B26-F671-4827-A769-66CE38B49926}"/>
              </a:ext>
            </a:extLst>
          </p:cNvPr>
          <p:cNvSpPr/>
          <p:nvPr/>
        </p:nvSpPr>
        <p:spPr>
          <a:xfrm>
            <a:off x="8184867" y="4124225"/>
            <a:ext cx="207884" cy="2213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034902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a:extLst>
              <a:ext uri="{FF2B5EF4-FFF2-40B4-BE49-F238E27FC236}">
                <a16:creationId xmlns:a16="http://schemas.microsoft.com/office/drawing/2014/main" id="{A48E0B31-A049-40AE-9DA2-6D7090588ABD}"/>
              </a:ext>
            </a:extLst>
          </p:cNvPr>
          <p:cNvSpPr/>
          <p:nvPr/>
        </p:nvSpPr>
        <p:spPr>
          <a:xfrm>
            <a:off x="8984257" y="4167904"/>
            <a:ext cx="2397937" cy="182259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D04F084E-F793-4FD9-8539-EAB065534A9D}"/>
              </a:ext>
            </a:extLst>
          </p:cNvPr>
          <p:cNvSpPr/>
          <p:nvPr/>
        </p:nvSpPr>
        <p:spPr>
          <a:xfrm>
            <a:off x="7512940" y="2279143"/>
            <a:ext cx="1456604" cy="186107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3A60E3CA-2A7C-4283-8D45-58707056E9B8}"/>
              </a:ext>
            </a:extLst>
          </p:cNvPr>
          <p:cNvSpPr/>
          <p:nvPr/>
        </p:nvSpPr>
        <p:spPr>
          <a:xfrm>
            <a:off x="7496864" y="2274844"/>
            <a:ext cx="3885331" cy="374244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4" name="文字方塊 3">
            <a:extLst>
              <a:ext uri="{FF2B5EF4-FFF2-40B4-BE49-F238E27FC236}">
                <a16:creationId xmlns:a16="http://schemas.microsoft.com/office/drawing/2014/main" id="{26B8FB51-238D-41F7-9AC4-85D9AF98AE9B}"/>
              </a:ext>
            </a:extLst>
          </p:cNvPr>
          <p:cNvSpPr txBox="1"/>
          <p:nvPr/>
        </p:nvSpPr>
        <p:spPr>
          <a:xfrm>
            <a:off x="1021072" y="734960"/>
            <a:ext cx="3497432"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Hirschberg’s algorithm</a:t>
            </a:r>
            <a:endParaRPr lang="zh-TW" altLang="en-US" sz="28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8E99CF1B-4A0C-4892-95EE-7EDBE531C61A}"/>
              </a:ext>
            </a:extLst>
          </p:cNvPr>
          <p:cNvSpPr/>
          <p:nvPr/>
        </p:nvSpPr>
        <p:spPr>
          <a:xfrm>
            <a:off x="1238464" y="2263150"/>
            <a:ext cx="3885331" cy="374244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8" name="橢圓 7">
            <a:extLst>
              <a:ext uri="{FF2B5EF4-FFF2-40B4-BE49-F238E27FC236}">
                <a16:creationId xmlns:a16="http://schemas.microsoft.com/office/drawing/2014/main" id="{02682D16-1639-4591-9362-A67F993D21AD}"/>
              </a:ext>
            </a:extLst>
          </p:cNvPr>
          <p:cNvSpPr/>
          <p:nvPr/>
        </p:nvSpPr>
        <p:spPr>
          <a:xfrm>
            <a:off x="1137916" y="2152455"/>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7924A484-DA4E-404D-9E23-C1F3E56D3C23}"/>
              </a:ext>
            </a:extLst>
          </p:cNvPr>
          <p:cNvSpPr/>
          <p:nvPr/>
        </p:nvSpPr>
        <p:spPr>
          <a:xfrm>
            <a:off x="5071537" y="5901651"/>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接點 13">
            <a:extLst>
              <a:ext uri="{FF2B5EF4-FFF2-40B4-BE49-F238E27FC236}">
                <a16:creationId xmlns:a16="http://schemas.microsoft.com/office/drawing/2014/main" id="{ED3DC1BC-52E5-4EC7-874D-B808B5705423}"/>
              </a:ext>
            </a:extLst>
          </p:cNvPr>
          <p:cNvCxnSpPr>
            <a:stCxn id="5" idx="1"/>
            <a:endCxn id="5" idx="3"/>
          </p:cNvCxnSpPr>
          <p:nvPr/>
        </p:nvCxnSpPr>
        <p:spPr>
          <a:xfrm>
            <a:off x="1238464" y="4134370"/>
            <a:ext cx="3885331" cy="0"/>
          </a:xfrm>
          <a:prstGeom prst="line">
            <a:avLst/>
          </a:prstGeom>
        </p:spPr>
        <p:style>
          <a:lnRef idx="1">
            <a:schemeClr val="dk1"/>
          </a:lnRef>
          <a:fillRef idx="0">
            <a:schemeClr val="dk1"/>
          </a:fillRef>
          <a:effectRef idx="0">
            <a:schemeClr val="dk1"/>
          </a:effectRef>
          <a:fontRef idx="minor">
            <a:schemeClr val="tx1"/>
          </a:fontRef>
        </p:style>
      </p:cxnSp>
      <p:sp>
        <p:nvSpPr>
          <p:cNvPr id="2" name="箭號: 向下 1">
            <a:extLst>
              <a:ext uri="{FF2B5EF4-FFF2-40B4-BE49-F238E27FC236}">
                <a16:creationId xmlns:a16="http://schemas.microsoft.com/office/drawing/2014/main" id="{9082FB6F-FDAC-4AB6-8FC5-201D4C6A89AB}"/>
              </a:ext>
            </a:extLst>
          </p:cNvPr>
          <p:cNvSpPr/>
          <p:nvPr/>
        </p:nvSpPr>
        <p:spPr>
          <a:xfrm rot="16200000">
            <a:off x="5757975" y="4020168"/>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72D37B26-F671-4827-A769-66CE38B49926}"/>
              </a:ext>
            </a:extLst>
          </p:cNvPr>
          <p:cNvSpPr/>
          <p:nvPr/>
        </p:nvSpPr>
        <p:spPr>
          <a:xfrm>
            <a:off x="2651333" y="4023674"/>
            <a:ext cx="207884" cy="2213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a:extLst>
              <a:ext uri="{FF2B5EF4-FFF2-40B4-BE49-F238E27FC236}">
                <a16:creationId xmlns:a16="http://schemas.microsoft.com/office/drawing/2014/main" id="{CF935471-E18B-49C1-B609-4EBACEBB611C}"/>
              </a:ext>
            </a:extLst>
          </p:cNvPr>
          <p:cNvSpPr/>
          <p:nvPr/>
        </p:nvSpPr>
        <p:spPr>
          <a:xfrm>
            <a:off x="11341933" y="5901651"/>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直線接點 24">
            <a:extLst>
              <a:ext uri="{FF2B5EF4-FFF2-40B4-BE49-F238E27FC236}">
                <a16:creationId xmlns:a16="http://schemas.microsoft.com/office/drawing/2014/main" id="{21626C31-9CF3-4C74-A211-D8C917AE87C9}"/>
              </a:ext>
            </a:extLst>
          </p:cNvPr>
          <p:cNvCxnSpPr>
            <a:stCxn id="22" idx="1"/>
            <a:endCxn id="22" idx="3"/>
          </p:cNvCxnSpPr>
          <p:nvPr/>
        </p:nvCxnSpPr>
        <p:spPr>
          <a:xfrm>
            <a:off x="7496864" y="4146064"/>
            <a:ext cx="3885331" cy="0"/>
          </a:xfrm>
          <a:prstGeom prst="line">
            <a:avLst/>
          </a:prstGeom>
        </p:spPr>
        <p:style>
          <a:lnRef idx="1">
            <a:schemeClr val="dk1"/>
          </a:lnRef>
          <a:fillRef idx="0">
            <a:schemeClr val="dk1"/>
          </a:fillRef>
          <a:effectRef idx="0">
            <a:schemeClr val="dk1"/>
          </a:effectRef>
          <a:fontRef idx="minor">
            <a:schemeClr val="tx1"/>
          </a:fontRef>
        </p:style>
      </p:cxnSp>
      <p:sp>
        <p:nvSpPr>
          <p:cNvPr id="23" name="橢圓 22">
            <a:extLst>
              <a:ext uri="{FF2B5EF4-FFF2-40B4-BE49-F238E27FC236}">
                <a16:creationId xmlns:a16="http://schemas.microsoft.com/office/drawing/2014/main" id="{08486AC3-5707-425B-8AB0-85B20245C685}"/>
              </a:ext>
            </a:extLst>
          </p:cNvPr>
          <p:cNvSpPr/>
          <p:nvPr/>
        </p:nvSpPr>
        <p:spPr>
          <a:xfrm>
            <a:off x="7408312" y="2152455"/>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直線接點 27">
            <a:extLst>
              <a:ext uri="{FF2B5EF4-FFF2-40B4-BE49-F238E27FC236}">
                <a16:creationId xmlns:a16="http://schemas.microsoft.com/office/drawing/2014/main" id="{60B6A620-5131-4FEE-8193-FE642BB0E93C}"/>
              </a:ext>
            </a:extLst>
          </p:cNvPr>
          <p:cNvCxnSpPr>
            <a:cxnSpLocks/>
          </p:cNvCxnSpPr>
          <p:nvPr/>
        </p:nvCxnSpPr>
        <p:spPr>
          <a:xfrm>
            <a:off x="8968863" y="2263150"/>
            <a:ext cx="0" cy="3749195"/>
          </a:xfrm>
          <a:prstGeom prst="line">
            <a:avLst/>
          </a:prstGeom>
        </p:spPr>
        <p:style>
          <a:lnRef idx="1">
            <a:schemeClr val="dk1"/>
          </a:lnRef>
          <a:fillRef idx="0">
            <a:schemeClr val="dk1"/>
          </a:fillRef>
          <a:effectRef idx="0">
            <a:schemeClr val="dk1"/>
          </a:effectRef>
          <a:fontRef idx="minor">
            <a:schemeClr val="tx1"/>
          </a:fontRef>
        </p:style>
      </p:cxnSp>
      <p:sp>
        <p:nvSpPr>
          <p:cNvPr id="26" name="橢圓 25">
            <a:extLst>
              <a:ext uri="{FF2B5EF4-FFF2-40B4-BE49-F238E27FC236}">
                <a16:creationId xmlns:a16="http://schemas.microsoft.com/office/drawing/2014/main" id="{50B5A7FD-72B1-4776-979A-D6ED33004655}"/>
              </a:ext>
            </a:extLst>
          </p:cNvPr>
          <p:cNvSpPr/>
          <p:nvPr/>
        </p:nvSpPr>
        <p:spPr>
          <a:xfrm>
            <a:off x="8864921" y="4013529"/>
            <a:ext cx="207884" cy="2213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50999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a:extLst>
              <a:ext uri="{FF2B5EF4-FFF2-40B4-BE49-F238E27FC236}">
                <a16:creationId xmlns:a16="http://schemas.microsoft.com/office/drawing/2014/main" id="{A48E0B31-A049-40AE-9DA2-6D7090588ABD}"/>
              </a:ext>
            </a:extLst>
          </p:cNvPr>
          <p:cNvSpPr/>
          <p:nvPr/>
        </p:nvSpPr>
        <p:spPr>
          <a:xfrm>
            <a:off x="8984257" y="4167904"/>
            <a:ext cx="2397937" cy="182259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D04F084E-F793-4FD9-8539-EAB065534A9D}"/>
              </a:ext>
            </a:extLst>
          </p:cNvPr>
          <p:cNvSpPr/>
          <p:nvPr/>
        </p:nvSpPr>
        <p:spPr>
          <a:xfrm>
            <a:off x="7512940" y="2279143"/>
            <a:ext cx="1456604" cy="186107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3A60E3CA-2A7C-4283-8D45-58707056E9B8}"/>
              </a:ext>
            </a:extLst>
          </p:cNvPr>
          <p:cNvSpPr/>
          <p:nvPr/>
        </p:nvSpPr>
        <p:spPr>
          <a:xfrm>
            <a:off x="7496864" y="2274844"/>
            <a:ext cx="3885331" cy="374244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4" name="文字方塊 3">
            <a:extLst>
              <a:ext uri="{FF2B5EF4-FFF2-40B4-BE49-F238E27FC236}">
                <a16:creationId xmlns:a16="http://schemas.microsoft.com/office/drawing/2014/main" id="{26B8FB51-238D-41F7-9AC4-85D9AF98AE9B}"/>
              </a:ext>
            </a:extLst>
          </p:cNvPr>
          <p:cNvSpPr txBox="1"/>
          <p:nvPr/>
        </p:nvSpPr>
        <p:spPr>
          <a:xfrm>
            <a:off x="1021072" y="734960"/>
            <a:ext cx="3497432"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Hirschberg’s algorithm</a:t>
            </a:r>
            <a:endParaRPr lang="zh-TW" altLang="en-US" sz="2800" dirty="0">
              <a:latin typeface="Times New Roman" panose="02020603050405020304" pitchFamily="18" charset="0"/>
              <a:cs typeface="Times New Roman" panose="02020603050405020304" pitchFamily="18" charset="0"/>
            </a:endParaRPr>
          </a:p>
        </p:txBody>
      </p:sp>
      <p:sp>
        <p:nvSpPr>
          <p:cNvPr id="2" name="箭號: 向下 1">
            <a:extLst>
              <a:ext uri="{FF2B5EF4-FFF2-40B4-BE49-F238E27FC236}">
                <a16:creationId xmlns:a16="http://schemas.microsoft.com/office/drawing/2014/main" id="{9082FB6F-FDAC-4AB6-8FC5-201D4C6A89AB}"/>
              </a:ext>
            </a:extLst>
          </p:cNvPr>
          <p:cNvSpPr/>
          <p:nvPr/>
        </p:nvSpPr>
        <p:spPr>
          <a:xfrm rot="16200000">
            <a:off x="5757975" y="4020168"/>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a:extLst>
              <a:ext uri="{FF2B5EF4-FFF2-40B4-BE49-F238E27FC236}">
                <a16:creationId xmlns:a16="http://schemas.microsoft.com/office/drawing/2014/main" id="{CF935471-E18B-49C1-B609-4EBACEBB611C}"/>
              </a:ext>
            </a:extLst>
          </p:cNvPr>
          <p:cNvSpPr/>
          <p:nvPr/>
        </p:nvSpPr>
        <p:spPr>
          <a:xfrm>
            <a:off x="11341933" y="5901651"/>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直線接點 24">
            <a:extLst>
              <a:ext uri="{FF2B5EF4-FFF2-40B4-BE49-F238E27FC236}">
                <a16:creationId xmlns:a16="http://schemas.microsoft.com/office/drawing/2014/main" id="{21626C31-9CF3-4C74-A211-D8C917AE87C9}"/>
              </a:ext>
            </a:extLst>
          </p:cNvPr>
          <p:cNvCxnSpPr>
            <a:stCxn id="22" idx="1"/>
            <a:endCxn id="22" idx="3"/>
          </p:cNvCxnSpPr>
          <p:nvPr/>
        </p:nvCxnSpPr>
        <p:spPr>
          <a:xfrm>
            <a:off x="7496864" y="4146064"/>
            <a:ext cx="3885331" cy="0"/>
          </a:xfrm>
          <a:prstGeom prst="line">
            <a:avLst/>
          </a:prstGeom>
        </p:spPr>
        <p:style>
          <a:lnRef idx="1">
            <a:schemeClr val="dk1"/>
          </a:lnRef>
          <a:fillRef idx="0">
            <a:schemeClr val="dk1"/>
          </a:fillRef>
          <a:effectRef idx="0">
            <a:schemeClr val="dk1"/>
          </a:effectRef>
          <a:fontRef idx="minor">
            <a:schemeClr val="tx1"/>
          </a:fontRef>
        </p:style>
      </p:cxnSp>
      <p:sp>
        <p:nvSpPr>
          <p:cNvPr id="23" name="橢圓 22">
            <a:extLst>
              <a:ext uri="{FF2B5EF4-FFF2-40B4-BE49-F238E27FC236}">
                <a16:creationId xmlns:a16="http://schemas.microsoft.com/office/drawing/2014/main" id="{08486AC3-5707-425B-8AB0-85B20245C685}"/>
              </a:ext>
            </a:extLst>
          </p:cNvPr>
          <p:cNvSpPr/>
          <p:nvPr/>
        </p:nvSpPr>
        <p:spPr>
          <a:xfrm>
            <a:off x="7408312" y="2152455"/>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直線接點 27">
            <a:extLst>
              <a:ext uri="{FF2B5EF4-FFF2-40B4-BE49-F238E27FC236}">
                <a16:creationId xmlns:a16="http://schemas.microsoft.com/office/drawing/2014/main" id="{60B6A620-5131-4FEE-8193-FE642BB0E93C}"/>
              </a:ext>
            </a:extLst>
          </p:cNvPr>
          <p:cNvCxnSpPr>
            <a:cxnSpLocks/>
          </p:cNvCxnSpPr>
          <p:nvPr/>
        </p:nvCxnSpPr>
        <p:spPr>
          <a:xfrm>
            <a:off x="8968863" y="2263150"/>
            <a:ext cx="0" cy="3749195"/>
          </a:xfrm>
          <a:prstGeom prst="line">
            <a:avLst/>
          </a:prstGeom>
        </p:spPr>
        <p:style>
          <a:lnRef idx="1">
            <a:schemeClr val="dk1"/>
          </a:lnRef>
          <a:fillRef idx="0">
            <a:schemeClr val="dk1"/>
          </a:fillRef>
          <a:effectRef idx="0">
            <a:schemeClr val="dk1"/>
          </a:effectRef>
          <a:fontRef idx="minor">
            <a:schemeClr val="tx1"/>
          </a:fontRef>
        </p:style>
      </p:cxnSp>
      <p:sp>
        <p:nvSpPr>
          <p:cNvPr id="26" name="橢圓 25">
            <a:extLst>
              <a:ext uri="{FF2B5EF4-FFF2-40B4-BE49-F238E27FC236}">
                <a16:creationId xmlns:a16="http://schemas.microsoft.com/office/drawing/2014/main" id="{50B5A7FD-72B1-4776-979A-D6ED33004655}"/>
              </a:ext>
            </a:extLst>
          </p:cNvPr>
          <p:cNvSpPr/>
          <p:nvPr/>
        </p:nvSpPr>
        <p:spPr>
          <a:xfrm>
            <a:off x="8864921" y="4013529"/>
            <a:ext cx="207884" cy="2213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箭號: 向下 34">
            <a:extLst>
              <a:ext uri="{FF2B5EF4-FFF2-40B4-BE49-F238E27FC236}">
                <a16:creationId xmlns:a16="http://schemas.microsoft.com/office/drawing/2014/main" id="{B0178623-F58C-4F48-87FB-F049ADB30AA5}"/>
              </a:ext>
            </a:extLst>
          </p:cNvPr>
          <p:cNvSpPr/>
          <p:nvPr/>
        </p:nvSpPr>
        <p:spPr>
          <a:xfrm rot="19389548">
            <a:off x="7709193" y="2388341"/>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箭號: 向下 36">
            <a:extLst>
              <a:ext uri="{FF2B5EF4-FFF2-40B4-BE49-F238E27FC236}">
                <a16:creationId xmlns:a16="http://schemas.microsoft.com/office/drawing/2014/main" id="{19C63BB6-DF46-42F8-BE42-1AD483302856}"/>
              </a:ext>
            </a:extLst>
          </p:cNvPr>
          <p:cNvSpPr/>
          <p:nvPr/>
        </p:nvSpPr>
        <p:spPr>
          <a:xfrm rot="18589930">
            <a:off x="9191905" y="4270059"/>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箭號: 向下 38">
            <a:extLst>
              <a:ext uri="{FF2B5EF4-FFF2-40B4-BE49-F238E27FC236}">
                <a16:creationId xmlns:a16="http://schemas.microsoft.com/office/drawing/2014/main" id="{C13C8CF4-BE45-4AF2-85D9-F260D82537EB}"/>
              </a:ext>
            </a:extLst>
          </p:cNvPr>
          <p:cNvSpPr/>
          <p:nvPr/>
        </p:nvSpPr>
        <p:spPr>
          <a:xfrm rot="7796116">
            <a:off x="8601651" y="3638802"/>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箭號: 向下 40">
            <a:extLst>
              <a:ext uri="{FF2B5EF4-FFF2-40B4-BE49-F238E27FC236}">
                <a16:creationId xmlns:a16="http://schemas.microsoft.com/office/drawing/2014/main" id="{1AF6AA2B-9737-498B-A556-FE125B8602AA}"/>
              </a:ext>
            </a:extLst>
          </p:cNvPr>
          <p:cNvSpPr/>
          <p:nvPr/>
        </p:nvSpPr>
        <p:spPr>
          <a:xfrm rot="7586113">
            <a:off x="10984404" y="5522763"/>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5E9DA073-532A-437E-87E6-F3D454EFA6D8}"/>
              </a:ext>
            </a:extLst>
          </p:cNvPr>
          <p:cNvSpPr/>
          <p:nvPr/>
        </p:nvSpPr>
        <p:spPr>
          <a:xfrm>
            <a:off x="2522173" y="4167904"/>
            <a:ext cx="2397937" cy="182259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ADE2BF09-BB18-425E-ADC2-E0FDB0F222B1}"/>
              </a:ext>
            </a:extLst>
          </p:cNvPr>
          <p:cNvSpPr/>
          <p:nvPr/>
        </p:nvSpPr>
        <p:spPr>
          <a:xfrm>
            <a:off x="1050856" y="2279143"/>
            <a:ext cx="1456604" cy="186107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AE626CC2-4140-4BE2-8D06-D8759B4E78B3}"/>
              </a:ext>
            </a:extLst>
          </p:cNvPr>
          <p:cNvSpPr/>
          <p:nvPr/>
        </p:nvSpPr>
        <p:spPr>
          <a:xfrm>
            <a:off x="1034780" y="2274844"/>
            <a:ext cx="3885331" cy="374244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7D17135B-81F6-418A-8CBD-547F615FE879}"/>
              </a:ext>
            </a:extLst>
          </p:cNvPr>
          <p:cNvSpPr/>
          <p:nvPr/>
        </p:nvSpPr>
        <p:spPr>
          <a:xfrm>
            <a:off x="4879849" y="5901651"/>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2" name="直線接點 31">
            <a:extLst>
              <a:ext uri="{FF2B5EF4-FFF2-40B4-BE49-F238E27FC236}">
                <a16:creationId xmlns:a16="http://schemas.microsoft.com/office/drawing/2014/main" id="{3F55F3D5-B1A5-41D7-9171-FD328B6332B3}"/>
              </a:ext>
            </a:extLst>
          </p:cNvPr>
          <p:cNvCxnSpPr>
            <a:cxnSpLocks/>
            <a:stCxn id="29" idx="1"/>
            <a:endCxn id="29" idx="3"/>
          </p:cNvCxnSpPr>
          <p:nvPr/>
        </p:nvCxnSpPr>
        <p:spPr>
          <a:xfrm>
            <a:off x="1034780" y="4146064"/>
            <a:ext cx="3885331" cy="0"/>
          </a:xfrm>
          <a:prstGeom prst="line">
            <a:avLst/>
          </a:prstGeom>
        </p:spPr>
        <p:style>
          <a:lnRef idx="1">
            <a:schemeClr val="dk1"/>
          </a:lnRef>
          <a:fillRef idx="0">
            <a:schemeClr val="dk1"/>
          </a:fillRef>
          <a:effectRef idx="0">
            <a:schemeClr val="dk1"/>
          </a:effectRef>
          <a:fontRef idx="minor">
            <a:schemeClr val="tx1"/>
          </a:fontRef>
        </p:style>
      </p:cxnSp>
      <p:sp>
        <p:nvSpPr>
          <p:cNvPr id="34" name="橢圓 33">
            <a:extLst>
              <a:ext uri="{FF2B5EF4-FFF2-40B4-BE49-F238E27FC236}">
                <a16:creationId xmlns:a16="http://schemas.microsoft.com/office/drawing/2014/main" id="{73F9EE33-FBD3-4ACC-AF2B-CEF07F2F3E10}"/>
              </a:ext>
            </a:extLst>
          </p:cNvPr>
          <p:cNvSpPr/>
          <p:nvPr/>
        </p:nvSpPr>
        <p:spPr>
          <a:xfrm>
            <a:off x="946228" y="2152455"/>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6" name="直線接點 35">
            <a:extLst>
              <a:ext uri="{FF2B5EF4-FFF2-40B4-BE49-F238E27FC236}">
                <a16:creationId xmlns:a16="http://schemas.microsoft.com/office/drawing/2014/main" id="{7166C70C-DB42-4177-9076-BFF993E7FF33}"/>
              </a:ext>
            </a:extLst>
          </p:cNvPr>
          <p:cNvCxnSpPr>
            <a:cxnSpLocks/>
          </p:cNvCxnSpPr>
          <p:nvPr/>
        </p:nvCxnSpPr>
        <p:spPr>
          <a:xfrm>
            <a:off x="2506779" y="2263150"/>
            <a:ext cx="0" cy="3749195"/>
          </a:xfrm>
          <a:prstGeom prst="line">
            <a:avLst/>
          </a:prstGeom>
        </p:spPr>
        <p:style>
          <a:lnRef idx="1">
            <a:schemeClr val="dk1"/>
          </a:lnRef>
          <a:fillRef idx="0">
            <a:schemeClr val="dk1"/>
          </a:fillRef>
          <a:effectRef idx="0">
            <a:schemeClr val="dk1"/>
          </a:effectRef>
          <a:fontRef idx="minor">
            <a:schemeClr val="tx1"/>
          </a:fontRef>
        </p:style>
      </p:cxnSp>
      <p:sp>
        <p:nvSpPr>
          <p:cNvPr id="38" name="橢圓 37">
            <a:extLst>
              <a:ext uri="{FF2B5EF4-FFF2-40B4-BE49-F238E27FC236}">
                <a16:creationId xmlns:a16="http://schemas.microsoft.com/office/drawing/2014/main" id="{B09FF1F4-BABC-4A92-8FE0-9DD5B8C266D0}"/>
              </a:ext>
            </a:extLst>
          </p:cNvPr>
          <p:cNvSpPr/>
          <p:nvPr/>
        </p:nvSpPr>
        <p:spPr>
          <a:xfrm>
            <a:off x="2402837" y="4013529"/>
            <a:ext cx="207884" cy="2213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直線接點 6">
            <a:extLst>
              <a:ext uri="{FF2B5EF4-FFF2-40B4-BE49-F238E27FC236}">
                <a16:creationId xmlns:a16="http://schemas.microsoft.com/office/drawing/2014/main" id="{89273686-D89A-4B46-9427-D62FA96F5F0C}"/>
              </a:ext>
            </a:extLst>
          </p:cNvPr>
          <p:cNvCxnSpPr>
            <a:endCxn id="27" idx="3"/>
          </p:cNvCxnSpPr>
          <p:nvPr/>
        </p:nvCxnSpPr>
        <p:spPr>
          <a:xfrm flipV="1">
            <a:off x="1034780" y="3209680"/>
            <a:ext cx="1472680" cy="14287"/>
          </a:xfrm>
          <a:prstGeom prst="line">
            <a:avLst/>
          </a:prstGeom>
          <a:ln w="19050"/>
        </p:spPr>
        <p:style>
          <a:lnRef idx="1">
            <a:schemeClr val="dk1"/>
          </a:lnRef>
          <a:fillRef idx="0">
            <a:schemeClr val="dk1"/>
          </a:fillRef>
          <a:effectRef idx="0">
            <a:schemeClr val="dk1"/>
          </a:effectRef>
          <a:fontRef idx="minor">
            <a:schemeClr val="tx1"/>
          </a:fontRef>
        </p:style>
      </p:cxnSp>
      <p:cxnSp>
        <p:nvCxnSpPr>
          <p:cNvPr id="45" name="直線接點 44">
            <a:extLst>
              <a:ext uri="{FF2B5EF4-FFF2-40B4-BE49-F238E27FC236}">
                <a16:creationId xmlns:a16="http://schemas.microsoft.com/office/drawing/2014/main" id="{1BF552AF-854F-4347-8299-EA96533CF22F}"/>
              </a:ext>
            </a:extLst>
          </p:cNvPr>
          <p:cNvCxnSpPr>
            <a:cxnSpLocks/>
          </p:cNvCxnSpPr>
          <p:nvPr/>
        </p:nvCxnSpPr>
        <p:spPr>
          <a:xfrm>
            <a:off x="2506099" y="5064692"/>
            <a:ext cx="2414011" cy="3991"/>
          </a:xfrm>
          <a:prstGeom prst="line">
            <a:avLst/>
          </a:prstGeom>
          <a:ln w="19050"/>
        </p:spPr>
        <p:style>
          <a:lnRef idx="1">
            <a:schemeClr val="dk1"/>
          </a:lnRef>
          <a:fillRef idx="0">
            <a:schemeClr val="dk1"/>
          </a:fillRef>
          <a:effectRef idx="0">
            <a:schemeClr val="dk1"/>
          </a:effectRef>
          <a:fontRef idx="minor">
            <a:schemeClr val="tx1"/>
          </a:fontRef>
        </p:style>
      </p:cxnSp>
      <p:cxnSp>
        <p:nvCxnSpPr>
          <p:cNvPr id="46" name="直線接點 45">
            <a:extLst>
              <a:ext uri="{FF2B5EF4-FFF2-40B4-BE49-F238E27FC236}">
                <a16:creationId xmlns:a16="http://schemas.microsoft.com/office/drawing/2014/main" id="{A601D0EC-F20A-498F-A17E-30F803D1F604}"/>
              </a:ext>
            </a:extLst>
          </p:cNvPr>
          <p:cNvCxnSpPr/>
          <p:nvPr/>
        </p:nvCxnSpPr>
        <p:spPr>
          <a:xfrm flipV="1">
            <a:off x="7496183" y="3245666"/>
            <a:ext cx="1472680" cy="14287"/>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線接點 46">
            <a:extLst>
              <a:ext uri="{FF2B5EF4-FFF2-40B4-BE49-F238E27FC236}">
                <a16:creationId xmlns:a16="http://schemas.microsoft.com/office/drawing/2014/main" id="{00586F21-C0DC-4CA2-9FBD-4CB998A0811A}"/>
              </a:ext>
            </a:extLst>
          </p:cNvPr>
          <p:cNvCxnSpPr>
            <a:cxnSpLocks/>
          </p:cNvCxnSpPr>
          <p:nvPr/>
        </p:nvCxnSpPr>
        <p:spPr>
          <a:xfrm>
            <a:off x="8968183" y="5056509"/>
            <a:ext cx="2414011" cy="399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89009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a:extLst>
              <a:ext uri="{FF2B5EF4-FFF2-40B4-BE49-F238E27FC236}">
                <a16:creationId xmlns:a16="http://schemas.microsoft.com/office/drawing/2014/main" id="{A48E0B31-A049-40AE-9DA2-6D7090588ABD}"/>
              </a:ext>
            </a:extLst>
          </p:cNvPr>
          <p:cNvSpPr/>
          <p:nvPr/>
        </p:nvSpPr>
        <p:spPr>
          <a:xfrm>
            <a:off x="8984257" y="4167904"/>
            <a:ext cx="2397937" cy="182259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D04F084E-F793-4FD9-8539-EAB065534A9D}"/>
              </a:ext>
            </a:extLst>
          </p:cNvPr>
          <p:cNvSpPr/>
          <p:nvPr/>
        </p:nvSpPr>
        <p:spPr>
          <a:xfrm>
            <a:off x="7512940" y="2279143"/>
            <a:ext cx="1456604" cy="186107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3A60E3CA-2A7C-4283-8D45-58707056E9B8}"/>
              </a:ext>
            </a:extLst>
          </p:cNvPr>
          <p:cNvSpPr/>
          <p:nvPr/>
        </p:nvSpPr>
        <p:spPr>
          <a:xfrm>
            <a:off x="7496864" y="2274844"/>
            <a:ext cx="3885331" cy="374244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4" name="文字方塊 3">
            <a:extLst>
              <a:ext uri="{FF2B5EF4-FFF2-40B4-BE49-F238E27FC236}">
                <a16:creationId xmlns:a16="http://schemas.microsoft.com/office/drawing/2014/main" id="{26B8FB51-238D-41F7-9AC4-85D9AF98AE9B}"/>
              </a:ext>
            </a:extLst>
          </p:cNvPr>
          <p:cNvSpPr txBox="1"/>
          <p:nvPr/>
        </p:nvSpPr>
        <p:spPr>
          <a:xfrm>
            <a:off x="1021072" y="734960"/>
            <a:ext cx="3497432"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Hirschberg’s algorithm</a:t>
            </a:r>
            <a:endParaRPr lang="zh-TW" altLang="en-US" sz="2800" dirty="0">
              <a:latin typeface="Times New Roman" panose="02020603050405020304" pitchFamily="18" charset="0"/>
              <a:cs typeface="Times New Roman" panose="02020603050405020304" pitchFamily="18" charset="0"/>
            </a:endParaRPr>
          </a:p>
        </p:txBody>
      </p:sp>
      <p:sp>
        <p:nvSpPr>
          <p:cNvPr id="2" name="箭號: 向下 1">
            <a:extLst>
              <a:ext uri="{FF2B5EF4-FFF2-40B4-BE49-F238E27FC236}">
                <a16:creationId xmlns:a16="http://schemas.microsoft.com/office/drawing/2014/main" id="{9082FB6F-FDAC-4AB6-8FC5-201D4C6A89AB}"/>
              </a:ext>
            </a:extLst>
          </p:cNvPr>
          <p:cNvSpPr/>
          <p:nvPr/>
        </p:nvSpPr>
        <p:spPr>
          <a:xfrm rot="16200000">
            <a:off x="5757975" y="4020168"/>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a:extLst>
              <a:ext uri="{FF2B5EF4-FFF2-40B4-BE49-F238E27FC236}">
                <a16:creationId xmlns:a16="http://schemas.microsoft.com/office/drawing/2014/main" id="{CF935471-E18B-49C1-B609-4EBACEBB611C}"/>
              </a:ext>
            </a:extLst>
          </p:cNvPr>
          <p:cNvSpPr/>
          <p:nvPr/>
        </p:nvSpPr>
        <p:spPr>
          <a:xfrm>
            <a:off x="11341933" y="5901651"/>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直線接點 24">
            <a:extLst>
              <a:ext uri="{FF2B5EF4-FFF2-40B4-BE49-F238E27FC236}">
                <a16:creationId xmlns:a16="http://schemas.microsoft.com/office/drawing/2014/main" id="{21626C31-9CF3-4C74-A211-D8C917AE87C9}"/>
              </a:ext>
            </a:extLst>
          </p:cNvPr>
          <p:cNvCxnSpPr>
            <a:stCxn id="22" idx="1"/>
            <a:endCxn id="22" idx="3"/>
          </p:cNvCxnSpPr>
          <p:nvPr/>
        </p:nvCxnSpPr>
        <p:spPr>
          <a:xfrm>
            <a:off x="7496864" y="4146064"/>
            <a:ext cx="3885331" cy="0"/>
          </a:xfrm>
          <a:prstGeom prst="line">
            <a:avLst/>
          </a:prstGeom>
        </p:spPr>
        <p:style>
          <a:lnRef idx="1">
            <a:schemeClr val="dk1"/>
          </a:lnRef>
          <a:fillRef idx="0">
            <a:schemeClr val="dk1"/>
          </a:fillRef>
          <a:effectRef idx="0">
            <a:schemeClr val="dk1"/>
          </a:effectRef>
          <a:fontRef idx="minor">
            <a:schemeClr val="tx1"/>
          </a:fontRef>
        </p:style>
      </p:cxnSp>
      <p:sp>
        <p:nvSpPr>
          <p:cNvPr id="23" name="橢圓 22">
            <a:extLst>
              <a:ext uri="{FF2B5EF4-FFF2-40B4-BE49-F238E27FC236}">
                <a16:creationId xmlns:a16="http://schemas.microsoft.com/office/drawing/2014/main" id="{08486AC3-5707-425B-8AB0-85B20245C685}"/>
              </a:ext>
            </a:extLst>
          </p:cNvPr>
          <p:cNvSpPr/>
          <p:nvPr/>
        </p:nvSpPr>
        <p:spPr>
          <a:xfrm>
            <a:off x="7408312" y="2152455"/>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直線接點 27">
            <a:extLst>
              <a:ext uri="{FF2B5EF4-FFF2-40B4-BE49-F238E27FC236}">
                <a16:creationId xmlns:a16="http://schemas.microsoft.com/office/drawing/2014/main" id="{60B6A620-5131-4FEE-8193-FE642BB0E93C}"/>
              </a:ext>
            </a:extLst>
          </p:cNvPr>
          <p:cNvCxnSpPr>
            <a:cxnSpLocks/>
          </p:cNvCxnSpPr>
          <p:nvPr/>
        </p:nvCxnSpPr>
        <p:spPr>
          <a:xfrm>
            <a:off x="8968863" y="2263150"/>
            <a:ext cx="0" cy="3749195"/>
          </a:xfrm>
          <a:prstGeom prst="line">
            <a:avLst/>
          </a:prstGeom>
        </p:spPr>
        <p:style>
          <a:lnRef idx="1">
            <a:schemeClr val="dk1"/>
          </a:lnRef>
          <a:fillRef idx="0">
            <a:schemeClr val="dk1"/>
          </a:fillRef>
          <a:effectRef idx="0">
            <a:schemeClr val="dk1"/>
          </a:effectRef>
          <a:fontRef idx="minor">
            <a:schemeClr val="tx1"/>
          </a:fontRef>
        </p:style>
      </p:cxnSp>
      <p:sp>
        <p:nvSpPr>
          <p:cNvPr id="26" name="橢圓 25">
            <a:extLst>
              <a:ext uri="{FF2B5EF4-FFF2-40B4-BE49-F238E27FC236}">
                <a16:creationId xmlns:a16="http://schemas.microsoft.com/office/drawing/2014/main" id="{50B5A7FD-72B1-4776-979A-D6ED33004655}"/>
              </a:ext>
            </a:extLst>
          </p:cNvPr>
          <p:cNvSpPr/>
          <p:nvPr/>
        </p:nvSpPr>
        <p:spPr>
          <a:xfrm>
            <a:off x="8864921" y="4013529"/>
            <a:ext cx="207884" cy="2213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6" name="直線接點 45">
            <a:extLst>
              <a:ext uri="{FF2B5EF4-FFF2-40B4-BE49-F238E27FC236}">
                <a16:creationId xmlns:a16="http://schemas.microsoft.com/office/drawing/2014/main" id="{A601D0EC-F20A-498F-A17E-30F803D1F604}"/>
              </a:ext>
            </a:extLst>
          </p:cNvPr>
          <p:cNvCxnSpPr/>
          <p:nvPr/>
        </p:nvCxnSpPr>
        <p:spPr>
          <a:xfrm flipV="1">
            <a:off x="7496183" y="3245666"/>
            <a:ext cx="1472680" cy="14287"/>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線接點 46">
            <a:extLst>
              <a:ext uri="{FF2B5EF4-FFF2-40B4-BE49-F238E27FC236}">
                <a16:creationId xmlns:a16="http://schemas.microsoft.com/office/drawing/2014/main" id="{00586F21-C0DC-4CA2-9FBD-4CB998A0811A}"/>
              </a:ext>
            </a:extLst>
          </p:cNvPr>
          <p:cNvCxnSpPr>
            <a:cxnSpLocks/>
          </p:cNvCxnSpPr>
          <p:nvPr/>
        </p:nvCxnSpPr>
        <p:spPr>
          <a:xfrm>
            <a:off x="8968183" y="5056509"/>
            <a:ext cx="2414011" cy="3991"/>
          </a:xfrm>
          <a:prstGeom prst="line">
            <a:avLst/>
          </a:prstGeom>
          <a:ln w="19050"/>
        </p:spPr>
        <p:style>
          <a:lnRef idx="1">
            <a:schemeClr val="dk1"/>
          </a:lnRef>
          <a:fillRef idx="0">
            <a:schemeClr val="dk1"/>
          </a:fillRef>
          <a:effectRef idx="0">
            <a:schemeClr val="dk1"/>
          </a:effectRef>
          <a:fontRef idx="minor">
            <a:schemeClr val="tx1"/>
          </a:fontRef>
        </p:style>
      </p:cxnSp>
      <p:sp>
        <p:nvSpPr>
          <p:cNvPr id="40" name="矩形 39">
            <a:extLst>
              <a:ext uri="{FF2B5EF4-FFF2-40B4-BE49-F238E27FC236}">
                <a16:creationId xmlns:a16="http://schemas.microsoft.com/office/drawing/2014/main" id="{EE8761B2-2D2B-4CB1-AB63-99AD14C7EDFC}"/>
              </a:ext>
            </a:extLst>
          </p:cNvPr>
          <p:cNvSpPr/>
          <p:nvPr/>
        </p:nvSpPr>
        <p:spPr>
          <a:xfrm>
            <a:off x="2508465" y="4156210"/>
            <a:ext cx="2397937" cy="182259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8C7B3029-AA80-4447-BA6D-2EC79B7A3B26}"/>
              </a:ext>
            </a:extLst>
          </p:cNvPr>
          <p:cNvSpPr/>
          <p:nvPr/>
        </p:nvSpPr>
        <p:spPr>
          <a:xfrm>
            <a:off x="1037148" y="2267449"/>
            <a:ext cx="1456604" cy="186107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43" name="矩形 42">
            <a:extLst>
              <a:ext uri="{FF2B5EF4-FFF2-40B4-BE49-F238E27FC236}">
                <a16:creationId xmlns:a16="http://schemas.microsoft.com/office/drawing/2014/main" id="{2C700B12-8616-4C6A-A217-B9A56506EDF0}"/>
              </a:ext>
            </a:extLst>
          </p:cNvPr>
          <p:cNvSpPr/>
          <p:nvPr/>
        </p:nvSpPr>
        <p:spPr>
          <a:xfrm>
            <a:off x="1021072" y="2263150"/>
            <a:ext cx="3885331" cy="374244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44" name="橢圓 43">
            <a:extLst>
              <a:ext uri="{FF2B5EF4-FFF2-40B4-BE49-F238E27FC236}">
                <a16:creationId xmlns:a16="http://schemas.microsoft.com/office/drawing/2014/main" id="{E9AC9761-99BE-4795-9E3D-90C49C9DF012}"/>
              </a:ext>
            </a:extLst>
          </p:cNvPr>
          <p:cNvSpPr/>
          <p:nvPr/>
        </p:nvSpPr>
        <p:spPr>
          <a:xfrm>
            <a:off x="4866141" y="5889957"/>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8" name="直線接點 47">
            <a:extLst>
              <a:ext uri="{FF2B5EF4-FFF2-40B4-BE49-F238E27FC236}">
                <a16:creationId xmlns:a16="http://schemas.microsoft.com/office/drawing/2014/main" id="{85F182A8-57D7-4F46-92AA-C87C9251A7E9}"/>
              </a:ext>
            </a:extLst>
          </p:cNvPr>
          <p:cNvCxnSpPr>
            <a:stCxn id="43" idx="1"/>
            <a:endCxn id="43" idx="3"/>
          </p:cNvCxnSpPr>
          <p:nvPr/>
        </p:nvCxnSpPr>
        <p:spPr>
          <a:xfrm>
            <a:off x="1021072" y="4134370"/>
            <a:ext cx="3885331" cy="0"/>
          </a:xfrm>
          <a:prstGeom prst="line">
            <a:avLst/>
          </a:prstGeom>
        </p:spPr>
        <p:style>
          <a:lnRef idx="1">
            <a:schemeClr val="dk1"/>
          </a:lnRef>
          <a:fillRef idx="0">
            <a:schemeClr val="dk1"/>
          </a:fillRef>
          <a:effectRef idx="0">
            <a:schemeClr val="dk1"/>
          </a:effectRef>
          <a:fontRef idx="minor">
            <a:schemeClr val="tx1"/>
          </a:fontRef>
        </p:style>
      </p:cxnSp>
      <p:sp>
        <p:nvSpPr>
          <p:cNvPr id="49" name="橢圓 48">
            <a:extLst>
              <a:ext uri="{FF2B5EF4-FFF2-40B4-BE49-F238E27FC236}">
                <a16:creationId xmlns:a16="http://schemas.microsoft.com/office/drawing/2014/main" id="{E69EF368-4FD7-40C3-BF3C-439B30E2E607}"/>
              </a:ext>
            </a:extLst>
          </p:cNvPr>
          <p:cNvSpPr/>
          <p:nvPr/>
        </p:nvSpPr>
        <p:spPr>
          <a:xfrm>
            <a:off x="932520" y="2140761"/>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0" name="直線接點 49">
            <a:extLst>
              <a:ext uri="{FF2B5EF4-FFF2-40B4-BE49-F238E27FC236}">
                <a16:creationId xmlns:a16="http://schemas.microsoft.com/office/drawing/2014/main" id="{89CCBBF8-E0D5-415D-BA22-E6031AC3E220}"/>
              </a:ext>
            </a:extLst>
          </p:cNvPr>
          <p:cNvCxnSpPr>
            <a:cxnSpLocks/>
          </p:cNvCxnSpPr>
          <p:nvPr/>
        </p:nvCxnSpPr>
        <p:spPr>
          <a:xfrm>
            <a:off x="2493071" y="2251456"/>
            <a:ext cx="0" cy="3749195"/>
          </a:xfrm>
          <a:prstGeom prst="line">
            <a:avLst/>
          </a:prstGeom>
        </p:spPr>
        <p:style>
          <a:lnRef idx="1">
            <a:schemeClr val="dk1"/>
          </a:lnRef>
          <a:fillRef idx="0">
            <a:schemeClr val="dk1"/>
          </a:fillRef>
          <a:effectRef idx="0">
            <a:schemeClr val="dk1"/>
          </a:effectRef>
          <a:fontRef idx="minor">
            <a:schemeClr val="tx1"/>
          </a:fontRef>
        </p:style>
      </p:cxnSp>
      <p:sp>
        <p:nvSpPr>
          <p:cNvPr id="51" name="橢圓 50">
            <a:extLst>
              <a:ext uri="{FF2B5EF4-FFF2-40B4-BE49-F238E27FC236}">
                <a16:creationId xmlns:a16="http://schemas.microsoft.com/office/drawing/2014/main" id="{B89FE13F-B34D-4B2B-B9DE-3B3D2DDCB7F2}"/>
              </a:ext>
            </a:extLst>
          </p:cNvPr>
          <p:cNvSpPr/>
          <p:nvPr/>
        </p:nvSpPr>
        <p:spPr>
          <a:xfrm>
            <a:off x="2389129" y="4001835"/>
            <a:ext cx="207884" cy="2213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箭號: 向下 51">
            <a:extLst>
              <a:ext uri="{FF2B5EF4-FFF2-40B4-BE49-F238E27FC236}">
                <a16:creationId xmlns:a16="http://schemas.microsoft.com/office/drawing/2014/main" id="{E02DB043-A6F6-42FC-87DD-60F9B979022C}"/>
              </a:ext>
            </a:extLst>
          </p:cNvPr>
          <p:cNvSpPr/>
          <p:nvPr/>
        </p:nvSpPr>
        <p:spPr>
          <a:xfrm rot="19389548">
            <a:off x="1233401" y="2376647"/>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箭號: 向下 52">
            <a:extLst>
              <a:ext uri="{FF2B5EF4-FFF2-40B4-BE49-F238E27FC236}">
                <a16:creationId xmlns:a16="http://schemas.microsoft.com/office/drawing/2014/main" id="{CE834C0A-D1E4-439A-978E-DCD429BA44D7}"/>
              </a:ext>
            </a:extLst>
          </p:cNvPr>
          <p:cNvSpPr/>
          <p:nvPr/>
        </p:nvSpPr>
        <p:spPr>
          <a:xfrm rot="18589930">
            <a:off x="2716113" y="4258365"/>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箭號: 向下 53">
            <a:extLst>
              <a:ext uri="{FF2B5EF4-FFF2-40B4-BE49-F238E27FC236}">
                <a16:creationId xmlns:a16="http://schemas.microsoft.com/office/drawing/2014/main" id="{967B5D0A-7FBF-4368-9F10-F892C1633388}"/>
              </a:ext>
            </a:extLst>
          </p:cNvPr>
          <p:cNvSpPr/>
          <p:nvPr/>
        </p:nvSpPr>
        <p:spPr>
          <a:xfrm rot="7796116">
            <a:off x="2125859" y="3627108"/>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箭號: 向下 54">
            <a:extLst>
              <a:ext uri="{FF2B5EF4-FFF2-40B4-BE49-F238E27FC236}">
                <a16:creationId xmlns:a16="http://schemas.microsoft.com/office/drawing/2014/main" id="{604392AC-367D-4294-8A89-6648EE33A6F0}"/>
              </a:ext>
            </a:extLst>
          </p:cNvPr>
          <p:cNvSpPr/>
          <p:nvPr/>
        </p:nvSpPr>
        <p:spPr>
          <a:xfrm rot="7586113">
            <a:off x="4508612" y="5511069"/>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6" name="直線接點 55">
            <a:extLst>
              <a:ext uri="{FF2B5EF4-FFF2-40B4-BE49-F238E27FC236}">
                <a16:creationId xmlns:a16="http://schemas.microsoft.com/office/drawing/2014/main" id="{B50113D3-9015-4014-9BD3-99A494B6E937}"/>
              </a:ext>
            </a:extLst>
          </p:cNvPr>
          <p:cNvCxnSpPr/>
          <p:nvPr/>
        </p:nvCxnSpPr>
        <p:spPr>
          <a:xfrm flipV="1">
            <a:off x="1020391" y="3233972"/>
            <a:ext cx="1472680" cy="14287"/>
          </a:xfrm>
          <a:prstGeom prst="line">
            <a:avLst/>
          </a:prstGeom>
          <a:ln w="19050"/>
        </p:spPr>
        <p:style>
          <a:lnRef idx="1">
            <a:schemeClr val="dk1"/>
          </a:lnRef>
          <a:fillRef idx="0">
            <a:schemeClr val="dk1"/>
          </a:fillRef>
          <a:effectRef idx="0">
            <a:schemeClr val="dk1"/>
          </a:effectRef>
          <a:fontRef idx="minor">
            <a:schemeClr val="tx1"/>
          </a:fontRef>
        </p:style>
      </p:cxnSp>
      <p:cxnSp>
        <p:nvCxnSpPr>
          <p:cNvPr id="57" name="直線接點 56">
            <a:extLst>
              <a:ext uri="{FF2B5EF4-FFF2-40B4-BE49-F238E27FC236}">
                <a16:creationId xmlns:a16="http://schemas.microsoft.com/office/drawing/2014/main" id="{30C99676-32CF-4673-A7AC-3B0DAEB98274}"/>
              </a:ext>
            </a:extLst>
          </p:cNvPr>
          <p:cNvCxnSpPr>
            <a:cxnSpLocks/>
          </p:cNvCxnSpPr>
          <p:nvPr/>
        </p:nvCxnSpPr>
        <p:spPr>
          <a:xfrm>
            <a:off x="2492391" y="5044815"/>
            <a:ext cx="2414011" cy="3991"/>
          </a:xfrm>
          <a:prstGeom prst="line">
            <a:avLst/>
          </a:prstGeom>
          <a:ln w="19050"/>
        </p:spPr>
        <p:style>
          <a:lnRef idx="1">
            <a:schemeClr val="dk1"/>
          </a:lnRef>
          <a:fillRef idx="0">
            <a:schemeClr val="dk1"/>
          </a:fillRef>
          <a:effectRef idx="0">
            <a:schemeClr val="dk1"/>
          </a:effectRef>
          <a:fontRef idx="minor">
            <a:schemeClr val="tx1"/>
          </a:fontRef>
        </p:style>
      </p:cxnSp>
      <p:sp>
        <p:nvSpPr>
          <p:cNvPr id="3" name="橢圓 2">
            <a:extLst>
              <a:ext uri="{FF2B5EF4-FFF2-40B4-BE49-F238E27FC236}">
                <a16:creationId xmlns:a16="http://schemas.microsoft.com/office/drawing/2014/main" id="{5AF004B9-8B51-49A7-B1B6-02CCF1B5108F}"/>
              </a:ext>
            </a:extLst>
          </p:cNvPr>
          <p:cNvSpPr/>
          <p:nvPr/>
        </p:nvSpPr>
        <p:spPr>
          <a:xfrm>
            <a:off x="7937006" y="3149258"/>
            <a:ext cx="207884" cy="221389"/>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D253DC92-0453-4529-9A3B-1B641ECF559A}"/>
              </a:ext>
            </a:extLst>
          </p:cNvPr>
          <p:cNvSpPr/>
          <p:nvPr/>
        </p:nvSpPr>
        <p:spPr>
          <a:xfrm>
            <a:off x="10742426" y="4956812"/>
            <a:ext cx="207884" cy="221389"/>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04234918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D69401D-0491-4792-B348-DE5A8221887E}"/>
              </a:ext>
            </a:extLst>
          </p:cNvPr>
          <p:cNvSpPr/>
          <p:nvPr/>
        </p:nvSpPr>
        <p:spPr>
          <a:xfrm>
            <a:off x="4359607" y="5067896"/>
            <a:ext cx="509978" cy="940150"/>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30B9FFAE-F423-4DCD-85F2-4C9292E720AF}"/>
              </a:ext>
            </a:extLst>
          </p:cNvPr>
          <p:cNvSpPr/>
          <p:nvPr/>
        </p:nvSpPr>
        <p:spPr>
          <a:xfrm>
            <a:off x="1553642" y="3252378"/>
            <a:ext cx="927959" cy="891858"/>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2339E622-6E3B-4578-9906-C3C8DC52B072}"/>
              </a:ext>
            </a:extLst>
          </p:cNvPr>
          <p:cNvSpPr/>
          <p:nvPr/>
        </p:nvSpPr>
        <p:spPr>
          <a:xfrm>
            <a:off x="968183" y="2270544"/>
            <a:ext cx="559434" cy="982515"/>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4" name="文字方塊 3">
            <a:extLst>
              <a:ext uri="{FF2B5EF4-FFF2-40B4-BE49-F238E27FC236}">
                <a16:creationId xmlns:a16="http://schemas.microsoft.com/office/drawing/2014/main" id="{26B8FB51-238D-41F7-9AC4-85D9AF98AE9B}"/>
              </a:ext>
            </a:extLst>
          </p:cNvPr>
          <p:cNvSpPr txBox="1"/>
          <p:nvPr/>
        </p:nvSpPr>
        <p:spPr>
          <a:xfrm>
            <a:off x="1021072" y="734960"/>
            <a:ext cx="3497432"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Hirschberg’s algorithm</a:t>
            </a:r>
            <a:endParaRPr lang="zh-TW" altLang="en-US" sz="2800" dirty="0">
              <a:latin typeface="Times New Roman" panose="02020603050405020304" pitchFamily="18" charset="0"/>
              <a:cs typeface="Times New Roman" panose="02020603050405020304" pitchFamily="18" charset="0"/>
            </a:endParaRPr>
          </a:p>
        </p:txBody>
      </p:sp>
      <p:sp>
        <p:nvSpPr>
          <p:cNvPr id="2" name="箭號: 向下 1">
            <a:extLst>
              <a:ext uri="{FF2B5EF4-FFF2-40B4-BE49-F238E27FC236}">
                <a16:creationId xmlns:a16="http://schemas.microsoft.com/office/drawing/2014/main" id="{9082FB6F-FDAC-4AB6-8FC5-201D4C6A89AB}"/>
              </a:ext>
            </a:extLst>
          </p:cNvPr>
          <p:cNvSpPr/>
          <p:nvPr/>
        </p:nvSpPr>
        <p:spPr>
          <a:xfrm rot="16200000">
            <a:off x="5757975" y="4020168"/>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548CBB50-2EA3-4E3A-9E6C-DD90E64162D2}"/>
              </a:ext>
            </a:extLst>
          </p:cNvPr>
          <p:cNvSpPr/>
          <p:nvPr/>
        </p:nvSpPr>
        <p:spPr>
          <a:xfrm>
            <a:off x="984257" y="2270545"/>
            <a:ext cx="3885331" cy="374244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35" name="橢圓 34">
            <a:extLst>
              <a:ext uri="{FF2B5EF4-FFF2-40B4-BE49-F238E27FC236}">
                <a16:creationId xmlns:a16="http://schemas.microsoft.com/office/drawing/2014/main" id="{713B8C85-914F-45DA-BB5D-43F92D2DB72F}"/>
              </a:ext>
            </a:extLst>
          </p:cNvPr>
          <p:cNvSpPr/>
          <p:nvPr/>
        </p:nvSpPr>
        <p:spPr>
          <a:xfrm>
            <a:off x="4829326" y="5897352"/>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6" name="直線接點 35">
            <a:extLst>
              <a:ext uri="{FF2B5EF4-FFF2-40B4-BE49-F238E27FC236}">
                <a16:creationId xmlns:a16="http://schemas.microsoft.com/office/drawing/2014/main" id="{BC4598AF-5B54-45AA-8E58-6135FADE4B75}"/>
              </a:ext>
            </a:extLst>
          </p:cNvPr>
          <p:cNvCxnSpPr>
            <a:stCxn id="34" idx="1"/>
            <a:endCxn id="34" idx="3"/>
          </p:cNvCxnSpPr>
          <p:nvPr/>
        </p:nvCxnSpPr>
        <p:spPr>
          <a:xfrm>
            <a:off x="984257" y="4141765"/>
            <a:ext cx="3885331" cy="0"/>
          </a:xfrm>
          <a:prstGeom prst="line">
            <a:avLst/>
          </a:prstGeom>
        </p:spPr>
        <p:style>
          <a:lnRef idx="1">
            <a:schemeClr val="dk1"/>
          </a:lnRef>
          <a:fillRef idx="0">
            <a:schemeClr val="dk1"/>
          </a:fillRef>
          <a:effectRef idx="0">
            <a:schemeClr val="dk1"/>
          </a:effectRef>
          <a:fontRef idx="minor">
            <a:schemeClr val="tx1"/>
          </a:fontRef>
        </p:style>
      </p:cxnSp>
      <p:sp>
        <p:nvSpPr>
          <p:cNvPr id="37" name="橢圓 36">
            <a:extLst>
              <a:ext uri="{FF2B5EF4-FFF2-40B4-BE49-F238E27FC236}">
                <a16:creationId xmlns:a16="http://schemas.microsoft.com/office/drawing/2014/main" id="{4DBAF93A-2DD4-4396-A329-325989AE69F1}"/>
              </a:ext>
            </a:extLst>
          </p:cNvPr>
          <p:cNvSpPr/>
          <p:nvPr/>
        </p:nvSpPr>
        <p:spPr>
          <a:xfrm>
            <a:off x="895705" y="2148156"/>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8" name="直線接點 37">
            <a:extLst>
              <a:ext uri="{FF2B5EF4-FFF2-40B4-BE49-F238E27FC236}">
                <a16:creationId xmlns:a16="http://schemas.microsoft.com/office/drawing/2014/main" id="{D9F245DD-F77C-4508-BBA2-D63A9BE63245}"/>
              </a:ext>
            </a:extLst>
          </p:cNvPr>
          <p:cNvCxnSpPr>
            <a:cxnSpLocks/>
          </p:cNvCxnSpPr>
          <p:nvPr/>
        </p:nvCxnSpPr>
        <p:spPr>
          <a:xfrm>
            <a:off x="2456256" y="2258851"/>
            <a:ext cx="0" cy="3749195"/>
          </a:xfrm>
          <a:prstGeom prst="line">
            <a:avLst/>
          </a:prstGeom>
        </p:spPr>
        <p:style>
          <a:lnRef idx="1">
            <a:schemeClr val="dk1"/>
          </a:lnRef>
          <a:fillRef idx="0">
            <a:schemeClr val="dk1"/>
          </a:fillRef>
          <a:effectRef idx="0">
            <a:schemeClr val="dk1"/>
          </a:effectRef>
          <a:fontRef idx="minor">
            <a:schemeClr val="tx1"/>
          </a:fontRef>
        </p:style>
      </p:cxnSp>
      <p:sp>
        <p:nvSpPr>
          <p:cNvPr id="39" name="橢圓 38">
            <a:extLst>
              <a:ext uri="{FF2B5EF4-FFF2-40B4-BE49-F238E27FC236}">
                <a16:creationId xmlns:a16="http://schemas.microsoft.com/office/drawing/2014/main" id="{B4EC5BFA-E468-41CA-97D3-792179093216}"/>
              </a:ext>
            </a:extLst>
          </p:cNvPr>
          <p:cNvSpPr/>
          <p:nvPr/>
        </p:nvSpPr>
        <p:spPr>
          <a:xfrm>
            <a:off x="2352314" y="4009230"/>
            <a:ext cx="207884" cy="22138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1" name="直線接點 40">
            <a:extLst>
              <a:ext uri="{FF2B5EF4-FFF2-40B4-BE49-F238E27FC236}">
                <a16:creationId xmlns:a16="http://schemas.microsoft.com/office/drawing/2014/main" id="{DD269F3F-B885-4C6F-90FA-4B60C98F8107}"/>
              </a:ext>
            </a:extLst>
          </p:cNvPr>
          <p:cNvCxnSpPr/>
          <p:nvPr/>
        </p:nvCxnSpPr>
        <p:spPr>
          <a:xfrm flipV="1">
            <a:off x="983576" y="3241367"/>
            <a:ext cx="1472680" cy="14287"/>
          </a:xfrm>
          <a:prstGeom prst="line">
            <a:avLst/>
          </a:prstGeom>
          <a:ln w="19050"/>
        </p:spPr>
        <p:style>
          <a:lnRef idx="1">
            <a:schemeClr val="dk1"/>
          </a:lnRef>
          <a:fillRef idx="0">
            <a:schemeClr val="dk1"/>
          </a:fillRef>
          <a:effectRef idx="0">
            <a:schemeClr val="dk1"/>
          </a:effectRef>
          <a:fontRef idx="minor">
            <a:schemeClr val="tx1"/>
          </a:fontRef>
        </p:style>
      </p:cxnSp>
      <p:cxnSp>
        <p:nvCxnSpPr>
          <p:cNvPr id="45" name="直線接點 44">
            <a:extLst>
              <a:ext uri="{FF2B5EF4-FFF2-40B4-BE49-F238E27FC236}">
                <a16:creationId xmlns:a16="http://schemas.microsoft.com/office/drawing/2014/main" id="{62E3F14B-EBE9-49EA-A820-C68A9DABF531}"/>
              </a:ext>
            </a:extLst>
          </p:cNvPr>
          <p:cNvCxnSpPr>
            <a:cxnSpLocks/>
          </p:cNvCxnSpPr>
          <p:nvPr/>
        </p:nvCxnSpPr>
        <p:spPr>
          <a:xfrm>
            <a:off x="2455576" y="5052210"/>
            <a:ext cx="2414011" cy="3991"/>
          </a:xfrm>
          <a:prstGeom prst="line">
            <a:avLst/>
          </a:prstGeom>
          <a:ln w="19050"/>
        </p:spPr>
        <p:style>
          <a:lnRef idx="1">
            <a:schemeClr val="dk1"/>
          </a:lnRef>
          <a:fillRef idx="0">
            <a:schemeClr val="dk1"/>
          </a:fillRef>
          <a:effectRef idx="0">
            <a:schemeClr val="dk1"/>
          </a:effectRef>
          <a:fontRef idx="minor">
            <a:schemeClr val="tx1"/>
          </a:fontRef>
        </p:style>
      </p:cxnSp>
      <p:sp>
        <p:nvSpPr>
          <p:cNvPr id="58" name="橢圓 57">
            <a:extLst>
              <a:ext uri="{FF2B5EF4-FFF2-40B4-BE49-F238E27FC236}">
                <a16:creationId xmlns:a16="http://schemas.microsoft.com/office/drawing/2014/main" id="{C0B0D875-81F9-4359-BDF9-A39888A63608}"/>
              </a:ext>
            </a:extLst>
          </p:cNvPr>
          <p:cNvSpPr/>
          <p:nvPr/>
        </p:nvSpPr>
        <p:spPr>
          <a:xfrm>
            <a:off x="1424399" y="3144959"/>
            <a:ext cx="207884" cy="221389"/>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橢圓 58">
            <a:extLst>
              <a:ext uri="{FF2B5EF4-FFF2-40B4-BE49-F238E27FC236}">
                <a16:creationId xmlns:a16="http://schemas.microsoft.com/office/drawing/2014/main" id="{19EDECE1-1BEE-4E56-8045-1315C126BF99}"/>
              </a:ext>
            </a:extLst>
          </p:cNvPr>
          <p:cNvSpPr/>
          <p:nvPr/>
        </p:nvSpPr>
        <p:spPr>
          <a:xfrm>
            <a:off x="4229819" y="4952513"/>
            <a:ext cx="207884" cy="221389"/>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0" name="表格 10">
            <a:extLst>
              <a:ext uri="{FF2B5EF4-FFF2-40B4-BE49-F238E27FC236}">
                <a16:creationId xmlns:a16="http://schemas.microsoft.com/office/drawing/2014/main" id="{6C9A8335-8B3B-4BE6-8210-B2DE307233F0}"/>
              </a:ext>
            </a:extLst>
          </p:cNvPr>
          <p:cNvGraphicFramePr>
            <a:graphicFrameLocks noGrp="1"/>
          </p:cNvGraphicFramePr>
          <p:nvPr>
            <p:extLst>
              <p:ext uri="{D42A27DB-BD31-4B8C-83A1-F6EECF244321}">
                <p14:modId xmlns:p14="http://schemas.microsoft.com/office/powerpoint/2010/main" val="809911157"/>
              </p:ext>
            </p:extLst>
          </p:nvPr>
        </p:nvGraphicFramePr>
        <p:xfrm>
          <a:off x="7512253" y="2270544"/>
          <a:ext cx="3885328" cy="3737504"/>
        </p:xfrm>
        <a:graphic>
          <a:graphicData uri="http://schemas.openxmlformats.org/drawingml/2006/table">
            <a:tbl>
              <a:tblPr firstRow="1" bandRow="1">
                <a:tableStyleId>{5940675A-B579-460E-94D1-54222C63F5DA}</a:tableStyleId>
              </a:tblPr>
              <a:tblGrid>
                <a:gridCol w="485666">
                  <a:extLst>
                    <a:ext uri="{9D8B030D-6E8A-4147-A177-3AD203B41FA5}">
                      <a16:colId xmlns:a16="http://schemas.microsoft.com/office/drawing/2014/main" val="826940767"/>
                    </a:ext>
                  </a:extLst>
                </a:gridCol>
                <a:gridCol w="485666">
                  <a:extLst>
                    <a:ext uri="{9D8B030D-6E8A-4147-A177-3AD203B41FA5}">
                      <a16:colId xmlns:a16="http://schemas.microsoft.com/office/drawing/2014/main" val="470227114"/>
                    </a:ext>
                  </a:extLst>
                </a:gridCol>
                <a:gridCol w="485666">
                  <a:extLst>
                    <a:ext uri="{9D8B030D-6E8A-4147-A177-3AD203B41FA5}">
                      <a16:colId xmlns:a16="http://schemas.microsoft.com/office/drawing/2014/main" val="3267166480"/>
                    </a:ext>
                  </a:extLst>
                </a:gridCol>
                <a:gridCol w="485666">
                  <a:extLst>
                    <a:ext uri="{9D8B030D-6E8A-4147-A177-3AD203B41FA5}">
                      <a16:colId xmlns:a16="http://schemas.microsoft.com/office/drawing/2014/main" val="4067236880"/>
                    </a:ext>
                  </a:extLst>
                </a:gridCol>
                <a:gridCol w="485666">
                  <a:extLst>
                    <a:ext uri="{9D8B030D-6E8A-4147-A177-3AD203B41FA5}">
                      <a16:colId xmlns:a16="http://schemas.microsoft.com/office/drawing/2014/main" val="2476561658"/>
                    </a:ext>
                  </a:extLst>
                </a:gridCol>
                <a:gridCol w="485666">
                  <a:extLst>
                    <a:ext uri="{9D8B030D-6E8A-4147-A177-3AD203B41FA5}">
                      <a16:colId xmlns:a16="http://schemas.microsoft.com/office/drawing/2014/main" val="3950770245"/>
                    </a:ext>
                  </a:extLst>
                </a:gridCol>
                <a:gridCol w="485666">
                  <a:extLst>
                    <a:ext uri="{9D8B030D-6E8A-4147-A177-3AD203B41FA5}">
                      <a16:colId xmlns:a16="http://schemas.microsoft.com/office/drawing/2014/main" val="223223571"/>
                    </a:ext>
                  </a:extLst>
                </a:gridCol>
                <a:gridCol w="485666">
                  <a:extLst>
                    <a:ext uri="{9D8B030D-6E8A-4147-A177-3AD203B41FA5}">
                      <a16:colId xmlns:a16="http://schemas.microsoft.com/office/drawing/2014/main" val="3416159685"/>
                    </a:ext>
                  </a:extLst>
                </a:gridCol>
              </a:tblGrid>
              <a:tr h="467188">
                <a:tc>
                  <a:txBody>
                    <a:bodyPr/>
                    <a:lstStyle/>
                    <a:p>
                      <a:endParaRPr lang="zh-TW" altLang="en-US" dirty="0"/>
                    </a:p>
                  </a:txBody>
                  <a:tcPr>
                    <a:solidFill>
                      <a:schemeClr val="accent4">
                        <a:lumMod val="40000"/>
                        <a:lumOff val="60000"/>
                      </a:schemeClr>
                    </a:solidFill>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2616909842"/>
                  </a:ext>
                </a:extLst>
              </a:tr>
              <a:tr h="467188">
                <a:tc>
                  <a:txBody>
                    <a:bodyPr/>
                    <a:lstStyle/>
                    <a:p>
                      <a:endParaRPr lang="zh-TW" altLang="en-US"/>
                    </a:p>
                  </a:txBody>
                  <a:tcPr/>
                </a:tc>
                <a:tc>
                  <a:txBody>
                    <a:bodyPr/>
                    <a:lstStyle/>
                    <a:p>
                      <a:endParaRPr lang="zh-TW" altLang="en-US" dirty="0"/>
                    </a:p>
                  </a:txBody>
                  <a:tcPr>
                    <a:solidFill>
                      <a:schemeClr val="accent4">
                        <a:lumMod val="40000"/>
                        <a:lumOff val="60000"/>
                      </a:schemeClr>
                    </a:solidFill>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3808735797"/>
                  </a:ext>
                </a:extLst>
              </a:tr>
              <a:tr h="467188">
                <a:tc>
                  <a:txBody>
                    <a:bodyPr/>
                    <a:lstStyle/>
                    <a:p>
                      <a:endParaRPr lang="zh-TW" altLang="en-US"/>
                    </a:p>
                  </a:txBody>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250719914"/>
                  </a:ext>
                </a:extLst>
              </a:tr>
              <a:tr h="467188">
                <a:tc>
                  <a:txBody>
                    <a:bodyPr/>
                    <a:lstStyle/>
                    <a:p>
                      <a:endParaRPr lang="zh-TW" altLang="en-US"/>
                    </a:p>
                  </a:txBody>
                  <a:tcPr/>
                </a:tc>
                <a:tc>
                  <a:txBody>
                    <a:bodyPr/>
                    <a:lstStyle/>
                    <a:p>
                      <a:endParaRPr lang="zh-TW" altLang="en-US"/>
                    </a:p>
                  </a:txBody>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649667699"/>
                  </a:ext>
                </a:extLst>
              </a:tr>
              <a:tr h="467188">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3157965495"/>
                  </a:ext>
                </a:extLst>
              </a:tr>
              <a:tr h="467188">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669014452"/>
                  </a:ext>
                </a:extLst>
              </a:tr>
              <a:tr h="467188">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noFill/>
                  </a:tcPr>
                </a:tc>
                <a:tc>
                  <a:txBody>
                    <a:bodyPr/>
                    <a:lstStyle/>
                    <a:p>
                      <a:endParaRPr lang="zh-TW" altLang="en-US" dirty="0"/>
                    </a:p>
                  </a:txBody>
                  <a:tcPr>
                    <a:solidFill>
                      <a:schemeClr val="accent4">
                        <a:lumMod val="40000"/>
                        <a:lumOff val="60000"/>
                      </a:schemeClr>
                    </a:solidFill>
                  </a:tcPr>
                </a:tc>
                <a:tc>
                  <a:txBody>
                    <a:bodyPr/>
                    <a:lstStyle/>
                    <a:p>
                      <a:endParaRPr lang="zh-TW" altLang="en-US"/>
                    </a:p>
                  </a:txBody>
                  <a:tcPr/>
                </a:tc>
                <a:extLst>
                  <a:ext uri="{0D108BD9-81ED-4DB2-BD59-A6C34878D82A}">
                    <a16:rowId xmlns:a16="http://schemas.microsoft.com/office/drawing/2014/main" val="2102111730"/>
                  </a:ext>
                </a:extLst>
              </a:tr>
              <a:tr h="467188">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noFill/>
                  </a:tcPr>
                </a:tc>
                <a:tc>
                  <a:txBody>
                    <a:bodyPr/>
                    <a:lstStyle/>
                    <a:p>
                      <a:endParaRPr lang="zh-TW" altLang="en-US" dirty="0"/>
                    </a:p>
                  </a:txBody>
                  <a:tcPr>
                    <a:solidFill>
                      <a:schemeClr val="accent4">
                        <a:lumMod val="40000"/>
                        <a:lumOff val="60000"/>
                      </a:schemeClr>
                    </a:solidFill>
                  </a:tcPr>
                </a:tc>
                <a:extLst>
                  <a:ext uri="{0D108BD9-81ED-4DB2-BD59-A6C34878D82A}">
                    <a16:rowId xmlns:a16="http://schemas.microsoft.com/office/drawing/2014/main" val="1959686414"/>
                  </a:ext>
                </a:extLst>
              </a:tr>
            </a:tbl>
          </a:graphicData>
        </a:graphic>
      </p:graphicFrame>
      <p:sp>
        <p:nvSpPr>
          <p:cNvPr id="23" name="橢圓 22">
            <a:extLst>
              <a:ext uri="{FF2B5EF4-FFF2-40B4-BE49-F238E27FC236}">
                <a16:creationId xmlns:a16="http://schemas.microsoft.com/office/drawing/2014/main" id="{08486AC3-5707-425B-8AB0-85B20245C685}"/>
              </a:ext>
            </a:extLst>
          </p:cNvPr>
          <p:cNvSpPr/>
          <p:nvPr/>
        </p:nvSpPr>
        <p:spPr>
          <a:xfrm>
            <a:off x="7408312" y="2152455"/>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a:extLst>
              <a:ext uri="{FF2B5EF4-FFF2-40B4-BE49-F238E27FC236}">
                <a16:creationId xmlns:a16="http://schemas.microsoft.com/office/drawing/2014/main" id="{CF935471-E18B-49C1-B609-4EBACEBB611C}"/>
              </a:ext>
            </a:extLst>
          </p:cNvPr>
          <p:cNvSpPr/>
          <p:nvPr/>
        </p:nvSpPr>
        <p:spPr>
          <a:xfrm>
            <a:off x="11341933" y="5901651"/>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431345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AB5827-A55B-4962-AFC1-B25B3230E84A}"/>
              </a:ext>
            </a:extLst>
          </p:cNvPr>
          <p:cNvSpPr>
            <a:spLocks noGrp="1"/>
          </p:cNvSpPr>
          <p:nvPr>
            <p:ph type="title"/>
          </p:nvPr>
        </p:nvSpPr>
        <p:spPr>
          <a:xfrm>
            <a:off x="828773" y="495219"/>
            <a:ext cx="10181734" cy="775517"/>
          </a:xfrm>
        </p:spPr>
        <p:txBody>
          <a:bodyPr>
            <a:normAutofit/>
          </a:bodyPr>
          <a:lstStyle/>
          <a:p>
            <a:r>
              <a:rPr lang="en-US" altLang="zh-TW" sz="3600" dirty="0" err="1">
                <a:latin typeface="Times New Roman" panose="02020603050405020304" pitchFamily="18" charset="0"/>
                <a:cs typeface="Times New Roman" panose="02020603050405020304" pitchFamily="18" charset="0"/>
              </a:rPr>
              <a:t>FactLSA</a:t>
            </a:r>
            <a:endParaRPr lang="zh-TW" altLang="en-US" sz="3600"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32CEF78A-74BE-4D7C-9A5C-20D4061E6FEF}"/>
              </a:ext>
            </a:extLst>
          </p:cNvPr>
          <p:cNvGraphicFramePr>
            <a:graphicFrameLocks noGrp="1"/>
          </p:cNvGraphicFramePr>
          <p:nvPr>
            <p:extLst>
              <p:ext uri="{D42A27DB-BD31-4B8C-83A1-F6EECF244321}">
                <p14:modId xmlns:p14="http://schemas.microsoft.com/office/powerpoint/2010/main" val="3718195573"/>
              </p:ext>
            </p:extLst>
          </p:nvPr>
        </p:nvGraphicFramePr>
        <p:xfrm>
          <a:off x="2918120" y="1857081"/>
          <a:ext cx="5792248" cy="3855564"/>
        </p:xfrm>
        <a:graphic>
          <a:graphicData uri="http://schemas.openxmlformats.org/drawingml/2006/table">
            <a:tbl>
              <a:tblPr firstRow="1" bandRow="1">
                <a:tableStyleId>{5940675A-B579-460E-94D1-54222C63F5DA}</a:tableStyleId>
              </a:tblPr>
              <a:tblGrid>
                <a:gridCol w="1448062">
                  <a:extLst>
                    <a:ext uri="{9D8B030D-6E8A-4147-A177-3AD203B41FA5}">
                      <a16:colId xmlns:a16="http://schemas.microsoft.com/office/drawing/2014/main" val="1865977880"/>
                    </a:ext>
                  </a:extLst>
                </a:gridCol>
                <a:gridCol w="1448062">
                  <a:extLst>
                    <a:ext uri="{9D8B030D-6E8A-4147-A177-3AD203B41FA5}">
                      <a16:colId xmlns:a16="http://schemas.microsoft.com/office/drawing/2014/main" val="1249061194"/>
                    </a:ext>
                  </a:extLst>
                </a:gridCol>
                <a:gridCol w="1448062">
                  <a:extLst>
                    <a:ext uri="{9D8B030D-6E8A-4147-A177-3AD203B41FA5}">
                      <a16:colId xmlns:a16="http://schemas.microsoft.com/office/drawing/2014/main" val="420556382"/>
                    </a:ext>
                  </a:extLst>
                </a:gridCol>
                <a:gridCol w="1448062">
                  <a:extLst>
                    <a:ext uri="{9D8B030D-6E8A-4147-A177-3AD203B41FA5}">
                      <a16:colId xmlns:a16="http://schemas.microsoft.com/office/drawing/2014/main" val="3729790762"/>
                    </a:ext>
                  </a:extLst>
                </a:gridCol>
              </a:tblGrid>
              <a:tr h="963891">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963891">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263468494"/>
                  </a:ext>
                </a:extLst>
              </a:tr>
              <a:tr h="963891">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118918757"/>
                  </a:ext>
                </a:extLst>
              </a:tr>
              <a:tr h="963891">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6" name="直線接點 5">
            <a:extLst>
              <a:ext uri="{FF2B5EF4-FFF2-40B4-BE49-F238E27FC236}">
                <a16:creationId xmlns:a16="http://schemas.microsoft.com/office/drawing/2014/main" id="{01D9AE67-8E20-4D86-ADA1-FC00B273DE68}"/>
              </a:ext>
            </a:extLst>
          </p:cNvPr>
          <p:cNvCxnSpPr>
            <a:cxnSpLocks/>
          </p:cNvCxnSpPr>
          <p:nvPr/>
        </p:nvCxnSpPr>
        <p:spPr>
          <a:xfrm flipH="1">
            <a:off x="2918120" y="1857081"/>
            <a:ext cx="5792248" cy="0"/>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7" name="直線接點 6">
            <a:extLst>
              <a:ext uri="{FF2B5EF4-FFF2-40B4-BE49-F238E27FC236}">
                <a16:creationId xmlns:a16="http://schemas.microsoft.com/office/drawing/2014/main" id="{81B3A349-A7A4-49AD-BF15-E71E4B998B87}"/>
              </a:ext>
            </a:extLst>
          </p:cNvPr>
          <p:cNvCxnSpPr/>
          <p:nvPr/>
        </p:nvCxnSpPr>
        <p:spPr>
          <a:xfrm>
            <a:off x="4361993" y="1857081"/>
            <a:ext cx="0" cy="3855564"/>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8" name="直線接點 7">
            <a:extLst>
              <a:ext uri="{FF2B5EF4-FFF2-40B4-BE49-F238E27FC236}">
                <a16:creationId xmlns:a16="http://schemas.microsoft.com/office/drawing/2014/main" id="{C9B5EE4A-75BB-404E-AA7B-A65EACC60D9D}"/>
              </a:ext>
            </a:extLst>
          </p:cNvPr>
          <p:cNvCxnSpPr/>
          <p:nvPr/>
        </p:nvCxnSpPr>
        <p:spPr>
          <a:xfrm>
            <a:off x="5814244" y="1857081"/>
            <a:ext cx="0" cy="3855564"/>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 name="直線接點 8">
            <a:extLst>
              <a:ext uri="{FF2B5EF4-FFF2-40B4-BE49-F238E27FC236}">
                <a16:creationId xmlns:a16="http://schemas.microsoft.com/office/drawing/2014/main" id="{48EEB778-3842-4060-8639-1648F40DBE6C}"/>
              </a:ext>
            </a:extLst>
          </p:cNvPr>
          <p:cNvCxnSpPr/>
          <p:nvPr/>
        </p:nvCxnSpPr>
        <p:spPr>
          <a:xfrm>
            <a:off x="7256021" y="1857081"/>
            <a:ext cx="0" cy="3855564"/>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11" name="直線接點 10">
            <a:extLst>
              <a:ext uri="{FF2B5EF4-FFF2-40B4-BE49-F238E27FC236}">
                <a16:creationId xmlns:a16="http://schemas.microsoft.com/office/drawing/2014/main" id="{8A619284-52E4-4CF5-83ED-B720C09F66A8}"/>
              </a:ext>
            </a:extLst>
          </p:cNvPr>
          <p:cNvCxnSpPr/>
          <p:nvPr/>
        </p:nvCxnSpPr>
        <p:spPr>
          <a:xfrm>
            <a:off x="2918120" y="1857081"/>
            <a:ext cx="0" cy="3855564"/>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14" name="直線接點 13">
            <a:extLst>
              <a:ext uri="{FF2B5EF4-FFF2-40B4-BE49-F238E27FC236}">
                <a16:creationId xmlns:a16="http://schemas.microsoft.com/office/drawing/2014/main" id="{D866C3CE-9038-4204-BFB4-F6396BD9B584}"/>
              </a:ext>
            </a:extLst>
          </p:cNvPr>
          <p:cNvCxnSpPr>
            <a:cxnSpLocks/>
          </p:cNvCxnSpPr>
          <p:nvPr/>
        </p:nvCxnSpPr>
        <p:spPr>
          <a:xfrm flipH="1">
            <a:off x="2918120" y="2810759"/>
            <a:ext cx="5792248" cy="0"/>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15" name="直線接點 14">
            <a:extLst>
              <a:ext uri="{FF2B5EF4-FFF2-40B4-BE49-F238E27FC236}">
                <a16:creationId xmlns:a16="http://schemas.microsoft.com/office/drawing/2014/main" id="{45C601AF-101B-4689-BDBD-D908732DFDC4}"/>
              </a:ext>
            </a:extLst>
          </p:cNvPr>
          <p:cNvCxnSpPr>
            <a:cxnSpLocks/>
          </p:cNvCxnSpPr>
          <p:nvPr/>
        </p:nvCxnSpPr>
        <p:spPr>
          <a:xfrm flipH="1">
            <a:off x="2918120" y="3784863"/>
            <a:ext cx="5792248" cy="0"/>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16" name="直線接點 15">
            <a:extLst>
              <a:ext uri="{FF2B5EF4-FFF2-40B4-BE49-F238E27FC236}">
                <a16:creationId xmlns:a16="http://schemas.microsoft.com/office/drawing/2014/main" id="{6170CC2B-D39B-4067-B836-0BAF35D6859D}"/>
              </a:ext>
            </a:extLst>
          </p:cNvPr>
          <p:cNvCxnSpPr>
            <a:cxnSpLocks/>
          </p:cNvCxnSpPr>
          <p:nvPr/>
        </p:nvCxnSpPr>
        <p:spPr>
          <a:xfrm flipH="1">
            <a:off x="2918120" y="4743254"/>
            <a:ext cx="5792248" cy="0"/>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18" name="文字方塊 17">
            <a:extLst>
              <a:ext uri="{FF2B5EF4-FFF2-40B4-BE49-F238E27FC236}">
                <a16:creationId xmlns:a16="http://schemas.microsoft.com/office/drawing/2014/main" id="{17CC72E7-C986-4813-A5E8-A18BE7B77428}"/>
              </a:ext>
            </a:extLst>
          </p:cNvPr>
          <p:cNvSpPr txBox="1"/>
          <p:nvPr/>
        </p:nvSpPr>
        <p:spPr>
          <a:xfrm>
            <a:off x="828773" y="3332345"/>
            <a:ext cx="1005403" cy="523220"/>
          </a:xfrm>
          <a:prstGeom prst="rect">
            <a:avLst/>
          </a:prstGeom>
          <a:noFill/>
        </p:spPr>
        <p:txBody>
          <a:bodyPr wrap="none" rtlCol="0">
            <a:spAutoFit/>
          </a:bodyPr>
          <a:lstStyle/>
          <a:p>
            <a:r>
              <a:rPr lang="en-US" altLang="zh-TW" sz="2800" dirty="0">
                <a:latin typeface="Times New Roman" panose="02020603050405020304" pitchFamily="18" charset="0"/>
                <a:cs typeface="Times New Roman" panose="02020603050405020304" pitchFamily="18" charset="0"/>
              </a:rPr>
              <a:t>K = 4</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021252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AB5827-A55B-4962-AFC1-B25B3230E84A}"/>
              </a:ext>
            </a:extLst>
          </p:cNvPr>
          <p:cNvSpPr>
            <a:spLocks noGrp="1"/>
          </p:cNvSpPr>
          <p:nvPr>
            <p:ph type="title"/>
          </p:nvPr>
        </p:nvSpPr>
        <p:spPr>
          <a:xfrm>
            <a:off x="829690" y="507310"/>
            <a:ext cx="10181734" cy="775517"/>
          </a:xfrm>
        </p:spPr>
        <p:txBody>
          <a:bodyPr>
            <a:normAutofit/>
          </a:bodyPr>
          <a:lstStyle/>
          <a:p>
            <a:r>
              <a:rPr lang="en-US" altLang="zh-TW" sz="3600" dirty="0" err="1">
                <a:latin typeface="Times New Roman" panose="02020603050405020304" pitchFamily="18" charset="0"/>
                <a:cs typeface="Times New Roman" panose="02020603050405020304" pitchFamily="18" charset="0"/>
              </a:rPr>
              <a:t>FactLSA</a:t>
            </a:r>
            <a:endParaRPr lang="zh-TW" altLang="en-US" sz="3600"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7135688E-77B0-4AA1-94DB-A2C828A7425F}"/>
              </a:ext>
            </a:extLst>
          </p:cNvPr>
          <p:cNvSpPr txBox="1"/>
          <p:nvPr/>
        </p:nvSpPr>
        <p:spPr>
          <a:xfrm>
            <a:off x="979602" y="3143400"/>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38" name="表格 4">
            <a:extLst>
              <a:ext uri="{FF2B5EF4-FFF2-40B4-BE49-F238E27FC236}">
                <a16:creationId xmlns:a16="http://schemas.microsoft.com/office/drawing/2014/main" id="{EFA746F9-B450-4CEF-98A4-498D8B39DC8F}"/>
              </a:ext>
            </a:extLst>
          </p:cNvPr>
          <p:cNvGraphicFramePr>
            <a:graphicFrameLocks noGrp="1"/>
          </p:cNvGraphicFramePr>
          <p:nvPr>
            <p:extLst>
              <p:ext uri="{D42A27DB-BD31-4B8C-83A1-F6EECF244321}">
                <p14:modId xmlns:p14="http://schemas.microsoft.com/office/powerpoint/2010/main" val="689792989"/>
              </p:ext>
            </p:extLst>
          </p:nvPr>
        </p:nvGraphicFramePr>
        <p:xfrm>
          <a:off x="979602" y="2365438"/>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39" name="直線接點 38">
            <a:extLst>
              <a:ext uri="{FF2B5EF4-FFF2-40B4-BE49-F238E27FC236}">
                <a16:creationId xmlns:a16="http://schemas.microsoft.com/office/drawing/2014/main" id="{0E1EAE54-9D47-47EA-837F-A954DF1790EF}"/>
              </a:ext>
            </a:extLst>
          </p:cNvPr>
          <p:cNvCxnSpPr>
            <a:cxnSpLocks/>
          </p:cNvCxnSpPr>
          <p:nvPr/>
        </p:nvCxnSpPr>
        <p:spPr>
          <a:xfrm>
            <a:off x="988374" y="2374079"/>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1" name="直線接點 40">
            <a:extLst>
              <a:ext uri="{FF2B5EF4-FFF2-40B4-BE49-F238E27FC236}">
                <a16:creationId xmlns:a16="http://schemas.microsoft.com/office/drawing/2014/main" id="{47B6CADA-09A4-463C-A36E-7E8E3C181604}"/>
              </a:ext>
            </a:extLst>
          </p:cNvPr>
          <p:cNvCxnSpPr>
            <a:cxnSpLocks/>
          </p:cNvCxnSpPr>
          <p:nvPr/>
        </p:nvCxnSpPr>
        <p:spPr>
          <a:xfrm>
            <a:off x="2093536" y="2374079"/>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2" name="直線接點 41">
            <a:extLst>
              <a:ext uri="{FF2B5EF4-FFF2-40B4-BE49-F238E27FC236}">
                <a16:creationId xmlns:a16="http://schemas.microsoft.com/office/drawing/2014/main" id="{E6305D6B-8D9F-401B-A3BC-05C386AAE97D}"/>
              </a:ext>
            </a:extLst>
          </p:cNvPr>
          <p:cNvCxnSpPr>
            <a:cxnSpLocks/>
          </p:cNvCxnSpPr>
          <p:nvPr/>
        </p:nvCxnSpPr>
        <p:spPr>
          <a:xfrm>
            <a:off x="3187045" y="2374079"/>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3" name="直線接點 42">
            <a:extLst>
              <a:ext uri="{FF2B5EF4-FFF2-40B4-BE49-F238E27FC236}">
                <a16:creationId xmlns:a16="http://schemas.microsoft.com/office/drawing/2014/main" id="{EFF4FD69-DEAC-4011-AA28-092916825357}"/>
              </a:ext>
            </a:extLst>
          </p:cNvPr>
          <p:cNvCxnSpPr>
            <a:cxnSpLocks/>
          </p:cNvCxnSpPr>
          <p:nvPr/>
        </p:nvCxnSpPr>
        <p:spPr>
          <a:xfrm>
            <a:off x="4261701" y="2374079"/>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4" name="直線接點 43">
            <a:extLst>
              <a:ext uri="{FF2B5EF4-FFF2-40B4-BE49-F238E27FC236}">
                <a16:creationId xmlns:a16="http://schemas.microsoft.com/office/drawing/2014/main" id="{FAE6EB37-2E9F-4776-B23E-26074B8AE395}"/>
              </a:ext>
            </a:extLst>
          </p:cNvPr>
          <p:cNvCxnSpPr>
            <a:cxnSpLocks/>
          </p:cNvCxnSpPr>
          <p:nvPr/>
        </p:nvCxnSpPr>
        <p:spPr>
          <a:xfrm flipH="1">
            <a:off x="988898" y="4623163"/>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6" name="直線接點 45">
            <a:extLst>
              <a:ext uri="{FF2B5EF4-FFF2-40B4-BE49-F238E27FC236}">
                <a16:creationId xmlns:a16="http://schemas.microsoft.com/office/drawing/2014/main" id="{B5BC3EAB-640E-4FA6-A57C-10F67A2A3DF5}"/>
              </a:ext>
            </a:extLst>
          </p:cNvPr>
          <p:cNvCxnSpPr>
            <a:cxnSpLocks/>
          </p:cNvCxnSpPr>
          <p:nvPr/>
        </p:nvCxnSpPr>
        <p:spPr>
          <a:xfrm flipH="1">
            <a:off x="988898" y="3859592"/>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7" name="直線接點 46">
            <a:extLst>
              <a:ext uri="{FF2B5EF4-FFF2-40B4-BE49-F238E27FC236}">
                <a16:creationId xmlns:a16="http://schemas.microsoft.com/office/drawing/2014/main" id="{628D81B7-C2A2-425B-B31D-E91C805C3E97}"/>
              </a:ext>
            </a:extLst>
          </p:cNvPr>
          <p:cNvCxnSpPr>
            <a:cxnSpLocks/>
          </p:cNvCxnSpPr>
          <p:nvPr/>
        </p:nvCxnSpPr>
        <p:spPr>
          <a:xfrm flipH="1">
            <a:off x="971092" y="3096021"/>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8" name="直線接點 47">
            <a:extLst>
              <a:ext uri="{FF2B5EF4-FFF2-40B4-BE49-F238E27FC236}">
                <a16:creationId xmlns:a16="http://schemas.microsoft.com/office/drawing/2014/main" id="{87B352BE-6E37-46DC-B2A4-EE5152C8BCAA}"/>
              </a:ext>
            </a:extLst>
          </p:cNvPr>
          <p:cNvCxnSpPr>
            <a:cxnSpLocks/>
          </p:cNvCxnSpPr>
          <p:nvPr/>
        </p:nvCxnSpPr>
        <p:spPr>
          <a:xfrm flipH="1">
            <a:off x="971092" y="2352476"/>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51" name="箭號: 向下 50">
            <a:extLst>
              <a:ext uri="{FF2B5EF4-FFF2-40B4-BE49-F238E27FC236}">
                <a16:creationId xmlns:a16="http://schemas.microsoft.com/office/drawing/2014/main" id="{F5A74EB3-113B-4B47-8DB8-45CF68307214}"/>
              </a:ext>
            </a:extLst>
          </p:cNvPr>
          <p:cNvSpPr/>
          <p:nvPr/>
        </p:nvSpPr>
        <p:spPr>
          <a:xfrm rot="16200000">
            <a:off x="5750707" y="3669976"/>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文字方塊 51">
            <a:extLst>
              <a:ext uri="{FF2B5EF4-FFF2-40B4-BE49-F238E27FC236}">
                <a16:creationId xmlns:a16="http://schemas.microsoft.com/office/drawing/2014/main" id="{F622941C-C3F8-4826-8C85-308248E81DE7}"/>
              </a:ext>
            </a:extLst>
          </p:cNvPr>
          <p:cNvSpPr txBox="1"/>
          <p:nvPr/>
        </p:nvSpPr>
        <p:spPr>
          <a:xfrm>
            <a:off x="6806022" y="3126906"/>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53" name="表格 4">
            <a:extLst>
              <a:ext uri="{FF2B5EF4-FFF2-40B4-BE49-F238E27FC236}">
                <a16:creationId xmlns:a16="http://schemas.microsoft.com/office/drawing/2014/main" id="{FC285AA9-FD3D-4B2B-B02E-13506F0B1497}"/>
              </a:ext>
            </a:extLst>
          </p:cNvPr>
          <p:cNvGraphicFramePr>
            <a:graphicFrameLocks noGrp="1"/>
          </p:cNvGraphicFramePr>
          <p:nvPr>
            <p:extLst>
              <p:ext uri="{D42A27DB-BD31-4B8C-83A1-F6EECF244321}">
                <p14:modId xmlns:p14="http://schemas.microsoft.com/office/powerpoint/2010/main" val="1363105056"/>
              </p:ext>
            </p:extLst>
          </p:nvPr>
        </p:nvGraphicFramePr>
        <p:xfrm>
          <a:off x="6806022" y="2348944"/>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54" name="直線接點 53">
            <a:extLst>
              <a:ext uri="{FF2B5EF4-FFF2-40B4-BE49-F238E27FC236}">
                <a16:creationId xmlns:a16="http://schemas.microsoft.com/office/drawing/2014/main" id="{295D8816-4464-4E04-9F9B-B63822890CD3}"/>
              </a:ext>
            </a:extLst>
          </p:cNvPr>
          <p:cNvCxnSpPr>
            <a:cxnSpLocks/>
          </p:cNvCxnSpPr>
          <p:nvPr/>
        </p:nvCxnSpPr>
        <p:spPr>
          <a:xfrm>
            <a:off x="6814794" y="235758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5" name="直線接點 54">
            <a:extLst>
              <a:ext uri="{FF2B5EF4-FFF2-40B4-BE49-F238E27FC236}">
                <a16:creationId xmlns:a16="http://schemas.microsoft.com/office/drawing/2014/main" id="{A6B2B7BA-CA68-40EB-89D5-1C62631B2CA4}"/>
              </a:ext>
            </a:extLst>
          </p:cNvPr>
          <p:cNvCxnSpPr>
            <a:cxnSpLocks/>
          </p:cNvCxnSpPr>
          <p:nvPr/>
        </p:nvCxnSpPr>
        <p:spPr>
          <a:xfrm>
            <a:off x="7919956" y="235758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6" name="直線接點 55">
            <a:extLst>
              <a:ext uri="{FF2B5EF4-FFF2-40B4-BE49-F238E27FC236}">
                <a16:creationId xmlns:a16="http://schemas.microsoft.com/office/drawing/2014/main" id="{89EACE7C-C50F-4DFC-9E4F-0EFD9FDB9E22}"/>
              </a:ext>
            </a:extLst>
          </p:cNvPr>
          <p:cNvCxnSpPr>
            <a:cxnSpLocks/>
          </p:cNvCxnSpPr>
          <p:nvPr/>
        </p:nvCxnSpPr>
        <p:spPr>
          <a:xfrm>
            <a:off x="9013465" y="235758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7" name="直線接點 56">
            <a:extLst>
              <a:ext uri="{FF2B5EF4-FFF2-40B4-BE49-F238E27FC236}">
                <a16:creationId xmlns:a16="http://schemas.microsoft.com/office/drawing/2014/main" id="{F4FED269-672C-40E7-ACD7-7C518E4F303F}"/>
              </a:ext>
            </a:extLst>
          </p:cNvPr>
          <p:cNvCxnSpPr>
            <a:cxnSpLocks/>
          </p:cNvCxnSpPr>
          <p:nvPr/>
        </p:nvCxnSpPr>
        <p:spPr>
          <a:xfrm>
            <a:off x="10088121" y="235758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8" name="直線接點 57">
            <a:extLst>
              <a:ext uri="{FF2B5EF4-FFF2-40B4-BE49-F238E27FC236}">
                <a16:creationId xmlns:a16="http://schemas.microsoft.com/office/drawing/2014/main" id="{94DE625D-217C-4360-8D27-14D64D160751}"/>
              </a:ext>
            </a:extLst>
          </p:cNvPr>
          <p:cNvCxnSpPr>
            <a:cxnSpLocks/>
          </p:cNvCxnSpPr>
          <p:nvPr/>
        </p:nvCxnSpPr>
        <p:spPr>
          <a:xfrm flipH="1">
            <a:off x="6815318" y="4606669"/>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9" name="直線接點 58">
            <a:extLst>
              <a:ext uri="{FF2B5EF4-FFF2-40B4-BE49-F238E27FC236}">
                <a16:creationId xmlns:a16="http://schemas.microsoft.com/office/drawing/2014/main" id="{6AA4C094-BC14-4404-B38B-D10C9AAC6F74}"/>
              </a:ext>
            </a:extLst>
          </p:cNvPr>
          <p:cNvCxnSpPr>
            <a:cxnSpLocks/>
          </p:cNvCxnSpPr>
          <p:nvPr/>
        </p:nvCxnSpPr>
        <p:spPr>
          <a:xfrm flipH="1">
            <a:off x="6815318" y="3843098"/>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0" name="直線接點 59">
            <a:extLst>
              <a:ext uri="{FF2B5EF4-FFF2-40B4-BE49-F238E27FC236}">
                <a16:creationId xmlns:a16="http://schemas.microsoft.com/office/drawing/2014/main" id="{32AA16B3-4F8A-45D9-95CD-5FAC5F735D3D}"/>
              </a:ext>
            </a:extLst>
          </p:cNvPr>
          <p:cNvCxnSpPr>
            <a:cxnSpLocks/>
          </p:cNvCxnSpPr>
          <p:nvPr/>
        </p:nvCxnSpPr>
        <p:spPr>
          <a:xfrm flipH="1">
            <a:off x="6797512" y="3079527"/>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1" name="直線接點 60">
            <a:extLst>
              <a:ext uri="{FF2B5EF4-FFF2-40B4-BE49-F238E27FC236}">
                <a16:creationId xmlns:a16="http://schemas.microsoft.com/office/drawing/2014/main" id="{C1DE6ED0-5CA3-40A0-9425-715C59D463BF}"/>
              </a:ext>
            </a:extLst>
          </p:cNvPr>
          <p:cNvCxnSpPr>
            <a:cxnSpLocks/>
          </p:cNvCxnSpPr>
          <p:nvPr/>
        </p:nvCxnSpPr>
        <p:spPr>
          <a:xfrm flipH="1">
            <a:off x="6797512" y="2335982"/>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63" name="橢圓 62">
            <a:extLst>
              <a:ext uri="{FF2B5EF4-FFF2-40B4-BE49-F238E27FC236}">
                <a16:creationId xmlns:a16="http://schemas.microsoft.com/office/drawing/2014/main" id="{2E8E27BF-4C38-4B3C-A79F-C07CBE718864}"/>
              </a:ext>
            </a:extLst>
          </p:cNvPr>
          <p:cNvSpPr/>
          <p:nvPr/>
        </p:nvSpPr>
        <p:spPr>
          <a:xfrm>
            <a:off x="11099160" y="5268186"/>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箭號: 向下 64">
            <a:extLst>
              <a:ext uri="{FF2B5EF4-FFF2-40B4-BE49-F238E27FC236}">
                <a16:creationId xmlns:a16="http://schemas.microsoft.com/office/drawing/2014/main" id="{AE2F8DAD-E343-4B6F-959D-FD21577ACF23}"/>
              </a:ext>
            </a:extLst>
          </p:cNvPr>
          <p:cNvSpPr/>
          <p:nvPr/>
        </p:nvSpPr>
        <p:spPr>
          <a:xfrm rot="7233944">
            <a:off x="10717957" y="4904287"/>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80854001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線接點 5">
            <a:extLst>
              <a:ext uri="{FF2B5EF4-FFF2-40B4-BE49-F238E27FC236}">
                <a16:creationId xmlns:a16="http://schemas.microsoft.com/office/drawing/2014/main" id="{D57E4E7F-693D-492C-8624-C48D1F03891C}"/>
              </a:ext>
            </a:extLst>
          </p:cNvPr>
          <p:cNvCxnSpPr>
            <a:cxnSpLocks/>
            <a:stCxn id="4" idx="5"/>
            <a:endCxn id="3" idx="5"/>
          </p:cNvCxnSpPr>
          <p:nvPr/>
        </p:nvCxnSpPr>
        <p:spPr>
          <a:xfrm>
            <a:off x="10558549" y="4684941"/>
            <a:ext cx="708755" cy="728253"/>
          </a:xfrm>
          <a:prstGeom prst="line">
            <a:avLst/>
          </a:prstGeom>
          <a:ln w="38100"/>
        </p:spPr>
        <p:style>
          <a:lnRef idx="1">
            <a:schemeClr val="dk1"/>
          </a:lnRef>
          <a:fillRef idx="0">
            <a:schemeClr val="dk1"/>
          </a:fillRef>
          <a:effectRef idx="0">
            <a:schemeClr val="dk1"/>
          </a:effectRef>
          <a:fontRef idx="minor">
            <a:schemeClr val="tx1"/>
          </a:fontRef>
        </p:style>
      </p:cxnSp>
      <p:sp>
        <p:nvSpPr>
          <p:cNvPr id="2" name="標題 1">
            <a:extLst>
              <a:ext uri="{FF2B5EF4-FFF2-40B4-BE49-F238E27FC236}">
                <a16:creationId xmlns:a16="http://schemas.microsoft.com/office/drawing/2014/main" id="{6BAB5827-A55B-4962-AFC1-B25B3230E84A}"/>
              </a:ext>
            </a:extLst>
          </p:cNvPr>
          <p:cNvSpPr>
            <a:spLocks noGrp="1"/>
          </p:cNvSpPr>
          <p:nvPr>
            <p:ph type="title"/>
          </p:nvPr>
        </p:nvSpPr>
        <p:spPr>
          <a:xfrm>
            <a:off x="829690" y="507310"/>
            <a:ext cx="10181734" cy="775517"/>
          </a:xfrm>
        </p:spPr>
        <p:txBody>
          <a:bodyPr>
            <a:normAutofit/>
          </a:bodyPr>
          <a:lstStyle/>
          <a:p>
            <a:r>
              <a:rPr lang="en-US" altLang="zh-TW" sz="3600" dirty="0" err="1">
                <a:latin typeface="Times New Roman" panose="02020603050405020304" pitchFamily="18" charset="0"/>
                <a:cs typeface="Times New Roman" panose="02020603050405020304" pitchFamily="18" charset="0"/>
              </a:rPr>
              <a:t>FactLSA</a:t>
            </a:r>
            <a:endParaRPr lang="zh-TW" altLang="en-US" sz="3600"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7135688E-77B0-4AA1-94DB-A2C828A7425F}"/>
              </a:ext>
            </a:extLst>
          </p:cNvPr>
          <p:cNvSpPr txBox="1"/>
          <p:nvPr/>
        </p:nvSpPr>
        <p:spPr>
          <a:xfrm>
            <a:off x="979602" y="3143400"/>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38" name="表格 4">
            <a:extLst>
              <a:ext uri="{FF2B5EF4-FFF2-40B4-BE49-F238E27FC236}">
                <a16:creationId xmlns:a16="http://schemas.microsoft.com/office/drawing/2014/main" id="{EFA746F9-B450-4CEF-98A4-498D8B39DC8F}"/>
              </a:ext>
            </a:extLst>
          </p:cNvPr>
          <p:cNvGraphicFramePr>
            <a:graphicFrameLocks noGrp="1"/>
          </p:cNvGraphicFramePr>
          <p:nvPr/>
        </p:nvGraphicFramePr>
        <p:xfrm>
          <a:off x="979602" y="2365438"/>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39" name="直線接點 38">
            <a:extLst>
              <a:ext uri="{FF2B5EF4-FFF2-40B4-BE49-F238E27FC236}">
                <a16:creationId xmlns:a16="http://schemas.microsoft.com/office/drawing/2014/main" id="{0E1EAE54-9D47-47EA-837F-A954DF1790EF}"/>
              </a:ext>
            </a:extLst>
          </p:cNvPr>
          <p:cNvCxnSpPr>
            <a:cxnSpLocks/>
          </p:cNvCxnSpPr>
          <p:nvPr/>
        </p:nvCxnSpPr>
        <p:spPr>
          <a:xfrm>
            <a:off x="988374" y="2374079"/>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1" name="直線接點 40">
            <a:extLst>
              <a:ext uri="{FF2B5EF4-FFF2-40B4-BE49-F238E27FC236}">
                <a16:creationId xmlns:a16="http://schemas.microsoft.com/office/drawing/2014/main" id="{47B6CADA-09A4-463C-A36E-7E8E3C181604}"/>
              </a:ext>
            </a:extLst>
          </p:cNvPr>
          <p:cNvCxnSpPr>
            <a:cxnSpLocks/>
          </p:cNvCxnSpPr>
          <p:nvPr/>
        </p:nvCxnSpPr>
        <p:spPr>
          <a:xfrm>
            <a:off x="2093536" y="2374079"/>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2" name="直線接點 41">
            <a:extLst>
              <a:ext uri="{FF2B5EF4-FFF2-40B4-BE49-F238E27FC236}">
                <a16:creationId xmlns:a16="http://schemas.microsoft.com/office/drawing/2014/main" id="{E6305D6B-8D9F-401B-A3BC-05C386AAE97D}"/>
              </a:ext>
            </a:extLst>
          </p:cNvPr>
          <p:cNvCxnSpPr>
            <a:cxnSpLocks/>
          </p:cNvCxnSpPr>
          <p:nvPr/>
        </p:nvCxnSpPr>
        <p:spPr>
          <a:xfrm>
            <a:off x="3187045" y="2374079"/>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3" name="直線接點 42">
            <a:extLst>
              <a:ext uri="{FF2B5EF4-FFF2-40B4-BE49-F238E27FC236}">
                <a16:creationId xmlns:a16="http://schemas.microsoft.com/office/drawing/2014/main" id="{EFF4FD69-DEAC-4011-AA28-092916825357}"/>
              </a:ext>
            </a:extLst>
          </p:cNvPr>
          <p:cNvCxnSpPr>
            <a:cxnSpLocks/>
          </p:cNvCxnSpPr>
          <p:nvPr/>
        </p:nvCxnSpPr>
        <p:spPr>
          <a:xfrm>
            <a:off x="4261701" y="2374079"/>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4" name="直線接點 43">
            <a:extLst>
              <a:ext uri="{FF2B5EF4-FFF2-40B4-BE49-F238E27FC236}">
                <a16:creationId xmlns:a16="http://schemas.microsoft.com/office/drawing/2014/main" id="{FAE6EB37-2E9F-4776-B23E-26074B8AE395}"/>
              </a:ext>
            </a:extLst>
          </p:cNvPr>
          <p:cNvCxnSpPr>
            <a:cxnSpLocks/>
          </p:cNvCxnSpPr>
          <p:nvPr/>
        </p:nvCxnSpPr>
        <p:spPr>
          <a:xfrm flipH="1">
            <a:off x="988898" y="4623163"/>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6" name="直線接點 45">
            <a:extLst>
              <a:ext uri="{FF2B5EF4-FFF2-40B4-BE49-F238E27FC236}">
                <a16:creationId xmlns:a16="http://schemas.microsoft.com/office/drawing/2014/main" id="{B5BC3EAB-640E-4FA6-A57C-10F67A2A3DF5}"/>
              </a:ext>
            </a:extLst>
          </p:cNvPr>
          <p:cNvCxnSpPr>
            <a:cxnSpLocks/>
          </p:cNvCxnSpPr>
          <p:nvPr/>
        </p:nvCxnSpPr>
        <p:spPr>
          <a:xfrm flipH="1">
            <a:off x="988898" y="3859592"/>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7" name="直線接點 46">
            <a:extLst>
              <a:ext uri="{FF2B5EF4-FFF2-40B4-BE49-F238E27FC236}">
                <a16:creationId xmlns:a16="http://schemas.microsoft.com/office/drawing/2014/main" id="{628D81B7-C2A2-425B-B31D-E91C805C3E97}"/>
              </a:ext>
            </a:extLst>
          </p:cNvPr>
          <p:cNvCxnSpPr>
            <a:cxnSpLocks/>
          </p:cNvCxnSpPr>
          <p:nvPr/>
        </p:nvCxnSpPr>
        <p:spPr>
          <a:xfrm flipH="1">
            <a:off x="971092" y="3096021"/>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8" name="直線接點 47">
            <a:extLst>
              <a:ext uri="{FF2B5EF4-FFF2-40B4-BE49-F238E27FC236}">
                <a16:creationId xmlns:a16="http://schemas.microsoft.com/office/drawing/2014/main" id="{87B352BE-6E37-46DC-B2A4-EE5152C8BCAA}"/>
              </a:ext>
            </a:extLst>
          </p:cNvPr>
          <p:cNvCxnSpPr>
            <a:cxnSpLocks/>
          </p:cNvCxnSpPr>
          <p:nvPr/>
        </p:nvCxnSpPr>
        <p:spPr>
          <a:xfrm flipH="1">
            <a:off x="971092" y="2352476"/>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51" name="箭號: 向下 50">
            <a:extLst>
              <a:ext uri="{FF2B5EF4-FFF2-40B4-BE49-F238E27FC236}">
                <a16:creationId xmlns:a16="http://schemas.microsoft.com/office/drawing/2014/main" id="{F5A74EB3-113B-4B47-8DB8-45CF68307214}"/>
              </a:ext>
            </a:extLst>
          </p:cNvPr>
          <p:cNvSpPr/>
          <p:nvPr/>
        </p:nvSpPr>
        <p:spPr>
          <a:xfrm rot="16200000">
            <a:off x="5750707" y="3669976"/>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文字方塊 51">
            <a:extLst>
              <a:ext uri="{FF2B5EF4-FFF2-40B4-BE49-F238E27FC236}">
                <a16:creationId xmlns:a16="http://schemas.microsoft.com/office/drawing/2014/main" id="{F622941C-C3F8-4826-8C85-308248E81DE7}"/>
              </a:ext>
            </a:extLst>
          </p:cNvPr>
          <p:cNvSpPr txBox="1"/>
          <p:nvPr/>
        </p:nvSpPr>
        <p:spPr>
          <a:xfrm>
            <a:off x="6806022" y="3126906"/>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53" name="表格 4">
            <a:extLst>
              <a:ext uri="{FF2B5EF4-FFF2-40B4-BE49-F238E27FC236}">
                <a16:creationId xmlns:a16="http://schemas.microsoft.com/office/drawing/2014/main" id="{FC285AA9-FD3D-4B2B-B02E-13506F0B1497}"/>
              </a:ext>
            </a:extLst>
          </p:cNvPr>
          <p:cNvGraphicFramePr>
            <a:graphicFrameLocks noGrp="1"/>
          </p:cNvGraphicFramePr>
          <p:nvPr/>
        </p:nvGraphicFramePr>
        <p:xfrm>
          <a:off x="6806022" y="2348944"/>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54" name="直線接點 53">
            <a:extLst>
              <a:ext uri="{FF2B5EF4-FFF2-40B4-BE49-F238E27FC236}">
                <a16:creationId xmlns:a16="http://schemas.microsoft.com/office/drawing/2014/main" id="{295D8816-4464-4E04-9F9B-B63822890CD3}"/>
              </a:ext>
            </a:extLst>
          </p:cNvPr>
          <p:cNvCxnSpPr>
            <a:cxnSpLocks/>
          </p:cNvCxnSpPr>
          <p:nvPr/>
        </p:nvCxnSpPr>
        <p:spPr>
          <a:xfrm>
            <a:off x="6814794" y="235758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5" name="直線接點 54">
            <a:extLst>
              <a:ext uri="{FF2B5EF4-FFF2-40B4-BE49-F238E27FC236}">
                <a16:creationId xmlns:a16="http://schemas.microsoft.com/office/drawing/2014/main" id="{A6B2B7BA-CA68-40EB-89D5-1C62631B2CA4}"/>
              </a:ext>
            </a:extLst>
          </p:cNvPr>
          <p:cNvCxnSpPr>
            <a:cxnSpLocks/>
          </p:cNvCxnSpPr>
          <p:nvPr/>
        </p:nvCxnSpPr>
        <p:spPr>
          <a:xfrm>
            <a:off x="7919956" y="235758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6" name="直線接點 55">
            <a:extLst>
              <a:ext uri="{FF2B5EF4-FFF2-40B4-BE49-F238E27FC236}">
                <a16:creationId xmlns:a16="http://schemas.microsoft.com/office/drawing/2014/main" id="{89EACE7C-C50F-4DFC-9E4F-0EFD9FDB9E22}"/>
              </a:ext>
            </a:extLst>
          </p:cNvPr>
          <p:cNvCxnSpPr>
            <a:cxnSpLocks/>
          </p:cNvCxnSpPr>
          <p:nvPr/>
        </p:nvCxnSpPr>
        <p:spPr>
          <a:xfrm>
            <a:off x="9013465" y="235758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7" name="直線接點 56">
            <a:extLst>
              <a:ext uri="{FF2B5EF4-FFF2-40B4-BE49-F238E27FC236}">
                <a16:creationId xmlns:a16="http://schemas.microsoft.com/office/drawing/2014/main" id="{F4FED269-672C-40E7-ACD7-7C518E4F303F}"/>
              </a:ext>
            </a:extLst>
          </p:cNvPr>
          <p:cNvCxnSpPr>
            <a:cxnSpLocks/>
          </p:cNvCxnSpPr>
          <p:nvPr/>
        </p:nvCxnSpPr>
        <p:spPr>
          <a:xfrm>
            <a:off x="10088121" y="235758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8" name="直線接點 57">
            <a:extLst>
              <a:ext uri="{FF2B5EF4-FFF2-40B4-BE49-F238E27FC236}">
                <a16:creationId xmlns:a16="http://schemas.microsoft.com/office/drawing/2014/main" id="{94DE625D-217C-4360-8D27-14D64D160751}"/>
              </a:ext>
            </a:extLst>
          </p:cNvPr>
          <p:cNvCxnSpPr>
            <a:cxnSpLocks/>
          </p:cNvCxnSpPr>
          <p:nvPr/>
        </p:nvCxnSpPr>
        <p:spPr>
          <a:xfrm flipH="1">
            <a:off x="6815318" y="4606669"/>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9" name="直線接點 58">
            <a:extLst>
              <a:ext uri="{FF2B5EF4-FFF2-40B4-BE49-F238E27FC236}">
                <a16:creationId xmlns:a16="http://schemas.microsoft.com/office/drawing/2014/main" id="{6AA4C094-BC14-4404-B38B-D10C9AAC6F74}"/>
              </a:ext>
            </a:extLst>
          </p:cNvPr>
          <p:cNvCxnSpPr>
            <a:cxnSpLocks/>
          </p:cNvCxnSpPr>
          <p:nvPr/>
        </p:nvCxnSpPr>
        <p:spPr>
          <a:xfrm flipH="1">
            <a:off x="6815318" y="3843098"/>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0" name="直線接點 59">
            <a:extLst>
              <a:ext uri="{FF2B5EF4-FFF2-40B4-BE49-F238E27FC236}">
                <a16:creationId xmlns:a16="http://schemas.microsoft.com/office/drawing/2014/main" id="{32AA16B3-4F8A-45D9-95CD-5FAC5F735D3D}"/>
              </a:ext>
            </a:extLst>
          </p:cNvPr>
          <p:cNvCxnSpPr>
            <a:cxnSpLocks/>
          </p:cNvCxnSpPr>
          <p:nvPr/>
        </p:nvCxnSpPr>
        <p:spPr>
          <a:xfrm flipH="1">
            <a:off x="6797512" y="3079527"/>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1" name="直線接點 60">
            <a:extLst>
              <a:ext uri="{FF2B5EF4-FFF2-40B4-BE49-F238E27FC236}">
                <a16:creationId xmlns:a16="http://schemas.microsoft.com/office/drawing/2014/main" id="{C1DE6ED0-5CA3-40A0-9425-715C59D463BF}"/>
              </a:ext>
            </a:extLst>
          </p:cNvPr>
          <p:cNvCxnSpPr>
            <a:cxnSpLocks/>
          </p:cNvCxnSpPr>
          <p:nvPr/>
        </p:nvCxnSpPr>
        <p:spPr>
          <a:xfrm flipH="1">
            <a:off x="6797512" y="2335982"/>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63" name="橢圓 62">
            <a:extLst>
              <a:ext uri="{FF2B5EF4-FFF2-40B4-BE49-F238E27FC236}">
                <a16:creationId xmlns:a16="http://schemas.microsoft.com/office/drawing/2014/main" id="{2E8E27BF-4C38-4B3C-A79F-C07CBE718864}"/>
              </a:ext>
            </a:extLst>
          </p:cNvPr>
          <p:cNvSpPr/>
          <p:nvPr/>
        </p:nvSpPr>
        <p:spPr>
          <a:xfrm>
            <a:off x="5247485" y="5268186"/>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箭號: 向下 64">
            <a:extLst>
              <a:ext uri="{FF2B5EF4-FFF2-40B4-BE49-F238E27FC236}">
                <a16:creationId xmlns:a16="http://schemas.microsoft.com/office/drawing/2014/main" id="{AE2F8DAD-E343-4B6F-959D-FD21577ACF23}"/>
              </a:ext>
            </a:extLst>
          </p:cNvPr>
          <p:cNvSpPr/>
          <p:nvPr/>
        </p:nvSpPr>
        <p:spPr>
          <a:xfrm rot="7233944">
            <a:off x="4929659" y="4922010"/>
            <a:ext cx="191296" cy="399733"/>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橢圓 2">
            <a:extLst>
              <a:ext uri="{FF2B5EF4-FFF2-40B4-BE49-F238E27FC236}">
                <a16:creationId xmlns:a16="http://schemas.microsoft.com/office/drawing/2014/main" id="{770EC90D-C406-4A01-B17E-BF9F96C5EB54}"/>
              </a:ext>
            </a:extLst>
          </p:cNvPr>
          <p:cNvSpPr/>
          <p:nvPr/>
        </p:nvSpPr>
        <p:spPr>
          <a:xfrm>
            <a:off x="11089864" y="5224227"/>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橢圓 3">
            <a:extLst>
              <a:ext uri="{FF2B5EF4-FFF2-40B4-BE49-F238E27FC236}">
                <a16:creationId xmlns:a16="http://schemas.microsoft.com/office/drawing/2014/main" id="{4EF18BDB-564B-4BDA-AE45-E44EA03A0DC5}"/>
              </a:ext>
            </a:extLst>
          </p:cNvPr>
          <p:cNvSpPr/>
          <p:nvPr/>
        </p:nvSpPr>
        <p:spPr>
          <a:xfrm>
            <a:off x="10381109" y="4495974"/>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6872327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B4F78504-D4F4-4021-A356-19A886A897BD}"/>
              </a:ext>
            </a:extLst>
          </p:cNvPr>
          <p:cNvSpPr/>
          <p:nvPr/>
        </p:nvSpPr>
        <p:spPr>
          <a:xfrm>
            <a:off x="4224649" y="3875299"/>
            <a:ext cx="403911" cy="730584"/>
          </a:xfrm>
          <a:prstGeom prst="rect">
            <a:avLst/>
          </a:prstGeom>
          <a:ln>
            <a:solidFill>
              <a:schemeClr val="bg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cxnSp>
        <p:nvCxnSpPr>
          <p:cNvPr id="6" name="直線接點 5">
            <a:extLst>
              <a:ext uri="{FF2B5EF4-FFF2-40B4-BE49-F238E27FC236}">
                <a16:creationId xmlns:a16="http://schemas.microsoft.com/office/drawing/2014/main" id="{D57E4E7F-693D-492C-8624-C48D1F03891C}"/>
              </a:ext>
            </a:extLst>
          </p:cNvPr>
          <p:cNvCxnSpPr>
            <a:cxnSpLocks/>
            <a:stCxn id="4" idx="5"/>
            <a:endCxn id="3" idx="5"/>
          </p:cNvCxnSpPr>
          <p:nvPr/>
        </p:nvCxnSpPr>
        <p:spPr>
          <a:xfrm>
            <a:off x="4695077" y="4675514"/>
            <a:ext cx="708755" cy="728253"/>
          </a:xfrm>
          <a:prstGeom prst="line">
            <a:avLst/>
          </a:prstGeom>
          <a:ln w="38100"/>
        </p:spPr>
        <p:style>
          <a:lnRef idx="1">
            <a:schemeClr val="dk1"/>
          </a:lnRef>
          <a:fillRef idx="0">
            <a:schemeClr val="dk1"/>
          </a:fillRef>
          <a:effectRef idx="0">
            <a:schemeClr val="dk1"/>
          </a:effectRef>
          <a:fontRef idx="minor">
            <a:schemeClr val="tx1"/>
          </a:fontRef>
        </p:style>
      </p:cxnSp>
      <p:sp>
        <p:nvSpPr>
          <p:cNvPr id="2" name="標題 1">
            <a:extLst>
              <a:ext uri="{FF2B5EF4-FFF2-40B4-BE49-F238E27FC236}">
                <a16:creationId xmlns:a16="http://schemas.microsoft.com/office/drawing/2014/main" id="{6BAB5827-A55B-4962-AFC1-B25B3230E84A}"/>
              </a:ext>
            </a:extLst>
          </p:cNvPr>
          <p:cNvSpPr>
            <a:spLocks noGrp="1"/>
          </p:cNvSpPr>
          <p:nvPr>
            <p:ph type="title"/>
          </p:nvPr>
        </p:nvSpPr>
        <p:spPr>
          <a:xfrm>
            <a:off x="829690" y="507310"/>
            <a:ext cx="10181734" cy="775517"/>
          </a:xfrm>
        </p:spPr>
        <p:txBody>
          <a:bodyPr>
            <a:normAutofit/>
          </a:bodyPr>
          <a:lstStyle/>
          <a:p>
            <a:r>
              <a:rPr lang="en-US" altLang="zh-TW" sz="3600" dirty="0" err="1">
                <a:latin typeface="Times New Roman" panose="02020603050405020304" pitchFamily="18" charset="0"/>
                <a:cs typeface="Times New Roman" panose="02020603050405020304" pitchFamily="18" charset="0"/>
              </a:rPr>
              <a:t>FactLSA</a:t>
            </a:r>
            <a:endParaRPr lang="zh-TW" altLang="en-US" sz="3600" dirty="0">
              <a:latin typeface="Times New Roman" panose="02020603050405020304" pitchFamily="18" charset="0"/>
              <a:cs typeface="Times New Roman" panose="02020603050405020304" pitchFamily="18" charset="0"/>
            </a:endParaRPr>
          </a:p>
        </p:txBody>
      </p:sp>
      <p:sp>
        <p:nvSpPr>
          <p:cNvPr id="51" name="箭號: 向下 50">
            <a:extLst>
              <a:ext uri="{FF2B5EF4-FFF2-40B4-BE49-F238E27FC236}">
                <a16:creationId xmlns:a16="http://schemas.microsoft.com/office/drawing/2014/main" id="{F5A74EB3-113B-4B47-8DB8-45CF68307214}"/>
              </a:ext>
            </a:extLst>
          </p:cNvPr>
          <p:cNvSpPr/>
          <p:nvPr/>
        </p:nvSpPr>
        <p:spPr>
          <a:xfrm rot="16200000">
            <a:off x="5750707" y="3669976"/>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文字方塊 51">
            <a:extLst>
              <a:ext uri="{FF2B5EF4-FFF2-40B4-BE49-F238E27FC236}">
                <a16:creationId xmlns:a16="http://schemas.microsoft.com/office/drawing/2014/main" id="{F622941C-C3F8-4826-8C85-308248E81DE7}"/>
              </a:ext>
            </a:extLst>
          </p:cNvPr>
          <p:cNvSpPr txBox="1"/>
          <p:nvPr/>
        </p:nvSpPr>
        <p:spPr>
          <a:xfrm>
            <a:off x="942550" y="3117479"/>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53" name="表格 4">
            <a:extLst>
              <a:ext uri="{FF2B5EF4-FFF2-40B4-BE49-F238E27FC236}">
                <a16:creationId xmlns:a16="http://schemas.microsoft.com/office/drawing/2014/main" id="{FC285AA9-FD3D-4B2B-B02E-13506F0B1497}"/>
              </a:ext>
            </a:extLst>
          </p:cNvPr>
          <p:cNvGraphicFramePr>
            <a:graphicFrameLocks noGrp="1"/>
          </p:cNvGraphicFramePr>
          <p:nvPr>
            <p:extLst>
              <p:ext uri="{D42A27DB-BD31-4B8C-83A1-F6EECF244321}">
                <p14:modId xmlns:p14="http://schemas.microsoft.com/office/powerpoint/2010/main" val="1499508040"/>
              </p:ext>
            </p:extLst>
          </p:nvPr>
        </p:nvGraphicFramePr>
        <p:xfrm>
          <a:off x="942550" y="2339517"/>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54" name="直線接點 53">
            <a:extLst>
              <a:ext uri="{FF2B5EF4-FFF2-40B4-BE49-F238E27FC236}">
                <a16:creationId xmlns:a16="http://schemas.microsoft.com/office/drawing/2014/main" id="{295D8816-4464-4E04-9F9B-B63822890CD3}"/>
              </a:ext>
            </a:extLst>
          </p:cNvPr>
          <p:cNvCxnSpPr>
            <a:cxnSpLocks/>
          </p:cNvCxnSpPr>
          <p:nvPr/>
        </p:nvCxnSpPr>
        <p:spPr>
          <a:xfrm>
            <a:off x="951322" y="2348158"/>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5" name="直線接點 54">
            <a:extLst>
              <a:ext uri="{FF2B5EF4-FFF2-40B4-BE49-F238E27FC236}">
                <a16:creationId xmlns:a16="http://schemas.microsoft.com/office/drawing/2014/main" id="{A6B2B7BA-CA68-40EB-89D5-1C62631B2CA4}"/>
              </a:ext>
            </a:extLst>
          </p:cNvPr>
          <p:cNvCxnSpPr>
            <a:cxnSpLocks/>
          </p:cNvCxnSpPr>
          <p:nvPr/>
        </p:nvCxnSpPr>
        <p:spPr>
          <a:xfrm>
            <a:off x="2056484" y="2348158"/>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6" name="直線接點 55">
            <a:extLst>
              <a:ext uri="{FF2B5EF4-FFF2-40B4-BE49-F238E27FC236}">
                <a16:creationId xmlns:a16="http://schemas.microsoft.com/office/drawing/2014/main" id="{89EACE7C-C50F-4DFC-9E4F-0EFD9FDB9E22}"/>
              </a:ext>
            </a:extLst>
          </p:cNvPr>
          <p:cNvCxnSpPr>
            <a:cxnSpLocks/>
          </p:cNvCxnSpPr>
          <p:nvPr/>
        </p:nvCxnSpPr>
        <p:spPr>
          <a:xfrm>
            <a:off x="3149993" y="2348158"/>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7" name="直線接點 56">
            <a:extLst>
              <a:ext uri="{FF2B5EF4-FFF2-40B4-BE49-F238E27FC236}">
                <a16:creationId xmlns:a16="http://schemas.microsoft.com/office/drawing/2014/main" id="{F4FED269-672C-40E7-ACD7-7C518E4F303F}"/>
              </a:ext>
            </a:extLst>
          </p:cNvPr>
          <p:cNvCxnSpPr>
            <a:cxnSpLocks/>
          </p:cNvCxnSpPr>
          <p:nvPr/>
        </p:nvCxnSpPr>
        <p:spPr>
          <a:xfrm>
            <a:off x="4224649" y="2348158"/>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8" name="直線接點 57">
            <a:extLst>
              <a:ext uri="{FF2B5EF4-FFF2-40B4-BE49-F238E27FC236}">
                <a16:creationId xmlns:a16="http://schemas.microsoft.com/office/drawing/2014/main" id="{94DE625D-217C-4360-8D27-14D64D160751}"/>
              </a:ext>
            </a:extLst>
          </p:cNvPr>
          <p:cNvCxnSpPr>
            <a:cxnSpLocks/>
          </p:cNvCxnSpPr>
          <p:nvPr/>
        </p:nvCxnSpPr>
        <p:spPr>
          <a:xfrm flipH="1">
            <a:off x="951846" y="4597242"/>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9" name="直線接點 58">
            <a:extLst>
              <a:ext uri="{FF2B5EF4-FFF2-40B4-BE49-F238E27FC236}">
                <a16:creationId xmlns:a16="http://schemas.microsoft.com/office/drawing/2014/main" id="{6AA4C094-BC14-4404-B38B-D10C9AAC6F74}"/>
              </a:ext>
            </a:extLst>
          </p:cNvPr>
          <p:cNvCxnSpPr>
            <a:cxnSpLocks/>
          </p:cNvCxnSpPr>
          <p:nvPr/>
        </p:nvCxnSpPr>
        <p:spPr>
          <a:xfrm flipH="1">
            <a:off x="951846" y="3833671"/>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0" name="直線接點 59">
            <a:extLst>
              <a:ext uri="{FF2B5EF4-FFF2-40B4-BE49-F238E27FC236}">
                <a16:creationId xmlns:a16="http://schemas.microsoft.com/office/drawing/2014/main" id="{32AA16B3-4F8A-45D9-95CD-5FAC5F735D3D}"/>
              </a:ext>
            </a:extLst>
          </p:cNvPr>
          <p:cNvCxnSpPr>
            <a:cxnSpLocks/>
          </p:cNvCxnSpPr>
          <p:nvPr/>
        </p:nvCxnSpPr>
        <p:spPr>
          <a:xfrm flipH="1">
            <a:off x="934040" y="3070100"/>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1" name="直線接點 60">
            <a:extLst>
              <a:ext uri="{FF2B5EF4-FFF2-40B4-BE49-F238E27FC236}">
                <a16:creationId xmlns:a16="http://schemas.microsoft.com/office/drawing/2014/main" id="{C1DE6ED0-5CA3-40A0-9425-715C59D463BF}"/>
              </a:ext>
            </a:extLst>
          </p:cNvPr>
          <p:cNvCxnSpPr>
            <a:cxnSpLocks/>
          </p:cNvCxnSpPr>
          <p:nvPr/>
        </p:nvCxnSpPr>
        <p:spPr>
          <a:xfrm flipH="1">
            <a:off x="934040" y="2326555"/>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3" name="橢圓 2">
            <a:extLst>
              <a:ext uri="{FF2B5EF4-FFF2-40B4-BE49-F238E27FC236}">
                <a16:creationId xmlns:a16="http://schemas.microsoft.com/office/drawing/2014/main" id="{770EC90D-C406-4A01-B17E-BF9F96C5EB54}"/>
              </a:ext>
            </a:extLst>
          </p:cNvPr>
          <p:cNvSpPr/>
          <p:nvPr/>
        </p:nvSpPr>
        <p:spPr>
          <a:xfrm>
            <a:off x="5226392" y="5214800"/>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橢圓 3">
            <a:extLst>
              <a:ext uri="{FF2B5EF4-FFF2-40B4-BE49-F238E27FC236}">
                <a16:creationId xmlns:a16="http://schemas.microsoft.com/office/drawing/2014/main" id="{4EF18BDB-564B-4BDA-AE45-E44EA03A0DC5}"/>
              </a:ext>
            </a:extLst>
          </p:cNvPr>
          <p:cNvSpPr/>
          <p:nvPr/>
        </p:nvSpPr>
        <p:spPr>
          <a:xfrm>
            <a:off x="4517637" y="4486547"/>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4" name="直線接點 63">
            <a:extLst>
              <a:ext uri="{FF2B5EF4-FFF2-40B4-BE49-F238E27FC236}">
                <a16:creationId xmlns:a16="http://schemas.microsoft.com/office/drawing/2014/main" id="{A7730ABC-7BFB-4238-B189-B62E3140035C}"/>
              </a:ext>
            </a:extLst>
          </p:cNvPr>
          <p:cNvCxnSpPr>
            <a:cxnSpLocks/>
          </p:cNvCxnSpPr>
          <p:nvPr/>
        </p:nvCxnSpPr>
        <p:spPr>
          <a:xfrm flipH="1">
            <a:off x="4157220" y="3833671"/>
            <a:ext cx="471340" cy="0"/>
          </a:xfrm>
          <a:prstGeom prst="line">
            <a:avLst/>
          </a:prstGeom>
          <a:ln w="762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9295F170-928F-4ECA-99E2-49D3BA38A566}"/>
              </a:ext>
            </a:extLst>
          </p:cNvPr>
          <p:cNvCxnSpPr/>
          <p:nvPr/>
        </p:nvCxnSpPr>
        <p:spPr>
          <a:xfrm>
            <a:off x="4224649" y="3842312"/>
            <a:ext cx="0" cy="772212"/>
          </a:xfrm>
          <a:prstGeom prst="line">
            <a:avLst/>
          </a:prstGeom>
          <a:ln w="762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AEBC0003-91B2-44E2-97A1-CC46D6136539}"/>
              </a:ext>
            </a:extLst>
          </p:cNvPr>
          <p:cNvSpPr/>
          <p:nvPr/>
        </p:nvSpPr>
        <p:spPr>
          <a:xfrm>
            <a:off x="9822847" y="3918253"/>
            <a:ext cx="403911" cy="730584"/>
          </a:xfrm>
          <a:prstGeom prst="rect">
            <a:avLst/>
          </a:prstGeom>
          <a:ln>
            <a:solidFill>
              <a:schemeClr val="bg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cxnSp>
        <p:nvCxnSpPr>
          <p:cNvPr id="68" name="直線接點 67">
            <a:extLst>
              <a:ext uri="{FF2B5EF4-FFF2-40B4-BE49-F238E27FC236}">
                <a16:creationId xmlns:a16="http://schemas.microsoft.com/office/drawing/2014/main" id="{BAF6AF8F-7B59-44BC-B64D-F9C4FF5597A9}"/>
              </a:ext>
            </a:extLst>
          </p:cNvPr>
          <p:cNvCxnSpPr>
            <a:cxnSpLocks/>
            <a:stCxn id="80" idx="5"/>
            <a:endCxn id="79" idx="5"/>
          </p:cNvCxnSpPr>
          <p:nvPr/>
        </p:nvCxnSpPr>
        <p:spPr>
          <a:xfrm>
            <a:off x="10293275" y="4718468"/>
            <a:ext cx="708755" cy="728253"/>
          </a:xfrm>
          <a:prstGeom prst="line">
            <a:avLst/>
          </a:prstGeom>
          <a:ln w="38100"/>
        </p:spPr>
        <p:style>
          <a:lnRef idx="1">
            <a:schemeClr val="dk1"/>
          </a:lnRef>
          <a:fillRef idx="0">
            <a:schemeClr val="dk1"/>
          </a:fillRef>
          <a:effectRef idx="0">
            <a:schemeClr val="dk1"/>
          </a:effectRef>
          <a:fontRef idx="minor">
            <a:schemeClr val="tx1"/>
          </a:fontRef>
        </p:style>
      </p:cxnSp>
      <p:sp>
        <p:nvSpPr>
          <p:cNvPr id="69" name="文字方塊 68">
            <a:extLst>
              <a:ext uri="{FF2B5EF4-FFF2-40B4-BE49-F238E27FC236}">
                <a16:creationId xmlns:a16="http://schemas.microsoft.com/office/drawing/2014/main" id="{4357DEA4-6678-4418-AC59-0C03AB5E1972}"/>
              </a:ext>
            </a:extLst>
          </p:cNvPr>
          <p:cNvSpPr txBox="1"/>
          <p:nvPr/>
        </p:nvSpPr>
        <p:spPr>
          <a:xfrm>
            <a:off x="6540748" y="3160433"/>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70" name="表格 4">
            <a:extLst>
              <a:ext uri="{FF2B5EF4-FFF2-40B4-BE49-F238E27FC236}">
                <a16:creationId xmlns:a16="http://schemas.microsoft.com/office/drawing/2014/main" id="{76881AB2-DD34-4DD1-AAD7-9EB27AFD304A}"/>
              </a:ext>
            </a:extLst>
          </p:cNvPr>
          <p:cNvGraphicFramePr>
            <a:graphicFrameLocks noGrp="1"/>
          </p:cNvGraphicFramePr>
          <p:nvPr>
            <p:extLst>
              <p:ext uri="{D42A27DB-BD31-4B8C-83A1-F6EECF244321}">
                <p14:modId xmlns:p14="http://schemas.microsoft.com/office/powerpoint/2010/main" val="1100515062"/>
              </p:ext>
            </p:extLst>
          </p:nvPr>
        </p:nvGraphicFramePr>
        <p:xfrm>
          <a:off x="6540748" y="2382471"/>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71" name="直線接點 70">
            <a:extLst>
              <a:ext uri="{FF2B5EF4-FFF2-40B4-BE49-F238E27FC236}">
                <a16:creationId xmlns:a16="http://schemas.microsoft.com/office/drawing/2014/main" id="{AB685D71-8F6D-4927-87A1-9633DE385E3E}"/>
              </a:ext>
            </a:extLst>
          </p:cNvPr>
          <p:cNvCxnSpPr>
            <a:cxnSpLocks/>
          </p:cNvCxnSpPr>
          <p:nvPr/>
        </p:nvCxnSpPr>
        <p:spPr>
          <a:xfrm>
            <a:off x="6549520" y="2391112"/>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72" name="直線接點 71">
            <a:extLst>
              <a:ext uri="{FF2B5EF4-FFF2-40B4-BE49-F238E27FC236}">
                <a16:creationId xmlns:a16="http://schemas.microsoft.com/office/drawing/2014/main" id="{6AB5646C-3247-42A3-94E0-F8500F8B9BCE}"/>
              </a:ext>
            </a:extLst>
          </p:cNvPr>
          <p:cNvCxnSpPr>
            <a:cxnSpLocks/>
          </p:cNvCxnSpPr>
          <p:nvPr/>
        </p:nvCxnSpPr>
        <p:spPr>
          <a:xfrm>
            <a:off x="7654682" y="2391112"/>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73" name="直線接點 72">
            <a:extLst>
              <a:ext uri="{FF2B5EF4-FFF2-40B4-BE49-F238E27FC236}">
                <a16:creationId xmlns:a16="http://schemas.microsoft.com/office/drawing/2014/main" id="{E3495189-558E-40A0-9965-5ACF700FEDE1}"/>
              </a:ext>
            </a:extLst>
          </p:cNvPr>
          <p:cNvCxnSpPr>
            <a:cxnSpLocks/>
          </p:cNvCxnSpPr>
          <p:nvPr/>
        </p:nvCxnSpPr>
        <p:spPr>
          <a:xfrm>
            <a:off x="8748191" y="2391112"/>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74" name="直線接點 73">
            <a:extLst>
              <a:ext uri="{FF2B5EF4-FFF2-40B4-BE49-F238E27FC236}">
                <a16:creationId xmlns:a16="http://schemas.microsoft.com/office/drawing/2014/main" id="{9A2890C1-0310-4C25-AC7E-238B2AB646F6}"/>
              </a:ext>
            </a:extLst>
          </p:cNvPr>
          <p:cNvCxnSpPr>
            <a:cxnSpLocks/>
          </p:cNvCxnSpPr>
          <p:nvPr/>
        </p:nvCxnSpPr>
        <p:spPr>
          <a:xfrm>
            <a:off x="9822847" y="2391112"/>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75" name="直線接點 74">
            <a:extLst>
              <a:ext uri="{FF2B5EF4-FFF2-40B4-BE49-F238E27FC236}">
                <a16:creationId xmlns:a16="http://schemas.microsoft.com/office/drawing/2014/main" id="{97A1E4FA-1CA1-4412-9D70-6B8686E829DE}"/>
              </a:ext>
            </a:extLst>
          </p:cNvPr>
          <p:cNvCxnSpPr>
            <a:cxnSpLocks/>
          </p:cNvCxnSpPr>
          <p:nvPr/>
        </p:nvCxnSpPr>
        <p:spPr>
          <a:xfrm flipH="1">
            <a:off x="6550044" y="4640196"/>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76" name="直線接點 75">
            <a:extLst>
              <a:ext uri="{FF2B5EF4-FFF2-40B4-BE49-F238E27FC236}">
                <a16:creationId xmlns:a16="http://schemas.microsoft.com/office/drawing/2014/main" id="{97E096D2-B98D-4D25-A89F-7B8CEA3E0DCE}"/>
              </a:ext>
            </a:extLst>
          </p:cNvPr>
          <p:cNvCxnSpPr>
            <a:cxnSpLocks/>
          </p:cNvCxnSpPr>
          <p:nvPr/>
        </p:nvCxnSpPr>
        <p:spPr>
          <a:xfrm flipH="1">
            <a:off x="6550044" y="3876625"/>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77" name="直線接點 76">
            <a:extLst>
              <a:ext uri="{FF2B5EF4-FFF2-40B4-BE49-F238E27FC236}">
                <a16:creationId xmlns:a16="http://schemas.microsoft.com/office/drawing/2014/main" id="{5EB6B3B0-0365-4978-B02E-8ECC72A9E2CB}"/>
              </a:ext>
            </a:extLst>
          </p:cNvPr>
          <p:cNvCxnSpPr>
            <a:cxnSpLocks/>
          </p:cNvCxnSpPr>
          <p:nvPr/>
        </p:nvCxnSpPr>
        <p:spPr>
          <a:xfrm flipH="1">
            <a:off x="6532238" y="3113054"/>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78" name="直線接點 77">
            <a:extLst>
              <a:ext uri="{FF2B5EF4-FFF2-40B4-BE49-F238E27FC236}">
                <a16:creationId xmlns:a16="http://schemas.microsoft.com/office/drawing/2014/main" id="{48B63452-4CEC-4493-82D8-F4B5A693B31F}"/>
              </a:ext>
            </a:extLst>
          </p:cNvPr>
          <p:cNvCxnSpPr>
            <a:cxnSpLocks/>
          </p:cNvCxnSpPr>
          <p:nvPr/>
        </p:nvCxnSpPr>
        <p:spPr>
          <a:xfrm flipH="1">
            <a:off x="6532238" y="2369509"/>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79" name="橢圓 78">
            <a:extLst>
              <a:ext uri="{FF2B5EF4-FFF2-40B4-BE49-F238E27FC236}">
                <a16:creationId xmlns:a16="http://schemas.microsoft.com/office/drawing/2014/main" id="{CDCB2929-1BCF-4FBC-A5D9-86869DF97DF1}"/>
              </a:ext>
            </a:extLst>
          </p:cNvPr>
          <p:cNvSpPr/>
          <p:nvPr/>
        </p:nvSpPr>
        <p:spPr>
          <a:xfrm>
            <a:off x="10824590" y="5257754"/>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橢圓 79">
            <a:extLst>
              <a:ext uri="{FF2B5EF4-FFF2-40B4-BE49-F238E27FC236}">
                <a16:creationId xmlns:a16="http://schemas.microsoft.com/office/drawing/2014/main" id="{9A5F5308-5307-4E69-BDFB-90ABB09BCB24}"/>
              </a:ext>
            </a:extLst>
          </p:cNvPr>
          <p:cNvSpPr/>
          <p:nvPr/>
        </p:nvSpPr>
        <p:spPr>
          <a:xfrm>
            <a:off x="10115835" y="4529501"/>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A15B3324-ED31-44BA-B0B2-BD8ACDAC8308}"/>
              </a:ext>
            </a:extLst>
          </p:cNvPr>
          <p:cNvSpPr/>
          <p:nvPr/>
        </p:nvSpPr>
        <p:spPr>
          <a:xfrm>
            <a:off x="9718904" y="4172850"/>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接點 15">
            <a:extLst>
              <a:ext uri="{FF2B5EF4-FFF2-40B4-BE49-F238E27FC236}">
                <a16:creationId xmlns:a16="http://schemas.microsoft.com/office/drawing/2014/main" id="{31C8EF4E-B82C-416E-B9F6-2E204E1092F5}"/>
              </a:ext>
            </a:extLst>
          </p:cNvPr>
          <p:cNvCxnSpPr>
            <a:cxnSpLocks/>
            <a:stCxn id="14" idx="5"/>
            <a:endCxn id="80" idx="1"/>
          </p:cNvCxnSpPr>
          <p:nvPr/>
        </p:nvCxnSpPr>
        <p:spPr>
          <a:xfrm>
            <a:off x="9896344" y="4361817"/>
            <a:ext cx="249935" cy="200106"/>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061098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1965D970-7137-4BAD-B065-862F2067E9BB}"/>
              </a:ext>
            </a:extLst>
          </p:cNvPr>
          <p:cNvSpPr/>
          <p:nvPr/>
        </p:nvSpPr>
        <p:spPr>
          <a:xfrm>
            <a:off x="3249093" y="3918253"/>
            <a:ext cx="1083443" cy="336006"/>
          </a:xfrm>
          <a:prstGeom prst="rect">
            <a:avLst/>
          </a:prstGeom>
          <a:ln>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6BAB5827-A55B-4962-AFC1-B25B3230E84A}"/>
              </a:ext>
            </a:extLst>
          </p:cNvPr>
          <p:cNvSpPr>
            <a:spLocks noGrp="1"/>
          </p:cNvSpPr>
          <p:nvPr>
            <p:ph type="title"/>
          </p:nvPr>
        </p:nvSpPr>
        <p:spPr>
          <a:xfrm>
            <a:off x="829690" y="507310"/>
            <a:ext cx="10181734" cy="775517"/>
          </a:xfrm>
        </p:spPr>
        <p:txBody>
          <a:bodyPr>
            <a:normAutofit/>
          </a:bodyPr>
          <a:lstStyle/>
          <a:p>
            <a:r>
              <a:rPr lang="en-US" altLang="zh-TW" sz="3600" dirty="0" err="1">
                <a:latin typeface="Times New Roman" panose="02020603050405020304" pitchFamily="18" charset="0"/>
                <a:cs typeface="Times New Roman" panose="02020603050405020304" pitchFamily="18" charset="0"/>
              </a:rPr>
              <a:t>FactLSA</a:t>
            </a:r>
            <a:endParaRPr lang="zh-TW" altLang="en-US" sz="3600" dirty="0">
              <a:latin typeface="Times New Roman" panose="02020603050405020304" pitchFamily="18" charset="0"/>
              <a:cs typeface="Times New Roman" panose="02020603050405020304" pitchFamily="18" charset="0"/>
            </a:endParaRPr>
          </a:p>
        </p:txBody>
      </p:sp>
      <p:sp>
        <p:nvSpPr>
          <p:cNvPr id="51" name="箭號: 向下 50">
            <a:extLst>
              <a:ext uri="{FF2B5EF4-FFF2-40B4-BE49-F238E27FC236}">
                <a16:creationId xmlns:a16="http://schemas.microsoft.com/office/drawing/2014/main" id="{F5A74EB3-113B-4B47-8DB8-45CF68307214}"/>
              </a:ext>
            </a:extLst>
          </p:cNvPr>
          <p:cNvSpPr/>
          <p:nvPr/>
        </p:nvSpPr>
        <p:spPr>
          <a:xfrm rot="16200000">
            <a:off x="5750707" y="3669976"/>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82A65A49-2ACE-40C8-A3FE-7224FA3778DF}"/>
              </a:ext>
            </a:extLst>
          </p:cNvPr>
          <p:cNvSpPr/>
          <p:nvPr/>
        </p:nvSpPr>
        <p:spPr>
          <a:xfrm>
            <a:off x="4326706" y="3926894"/>
            <a:ext cx="403911" cy="730584"/>
          </a:xfrm>
          <a:prstGeom prst="rect">
            <a:avLst/>
          </a:prstGeom>
          <a:ln>
            <a:solidFill>
              <a:schemeClr val="bg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cxnSp>
        <p:nvCxnSpPr>
          <p:cNvPr id="37" name="直線接點 36">
            <a:extLst>
              <a:ext uri="{FF2B5EF4-FFF2-40B4-BE49-F238E27FC236}">
                <a16:creationId xmlns:a16="http://schemas.microsoft.com/office/drawing/2014/main" id="{B5922147-1639-49D2-829F-4A7A66BB0DDF}"/>
              </a:ext>
            </a:extLst>
          </p:cNvPr>
          <p:cNvCxnSpPr>
            <a:cxnSpLocks/>
            <a:stCxn id="49" idx="5"/>
            <a:endCxn id="48" idx="5"/>
          </p:cNvCxnSpPr>
          <p:nvPr/>
        </p:nvCxnSpPr>
        <p:spPr>
          <a:xfrm>
            <a:off x="4797134" y="4727109"/>
            <a:ext cx="708755" cy="728253"/>
          </a:xfrm>
          <a:prstGeom prst="line">
            <a:avLst/>
          </a:prstGeom>
          <a:ln w="38100"/>
        </p:spPr>
        <p:style>
          <a:lnRef idx="1">
            <a:schemeClr val="dk1"/>
          </a:lnRef>
          <a:fillRef idx="0">
            <a:schemeClr val="dk1"/>
          </a:fillRef>
          <a:effectRef idx="0">
            <a:schemeClr val="dk1"/>
          </a:effectRef>
          <a:fontRef idx="minor">
            <a:schemeClr val="tx1"/>
          </a:fontRef>
        </p:style>
      </p:cxnSp>
      <p:sp>
        <p:nvSpPr>
          <p:cNvPr id="38" name="文字方塊 37">
            <a:extLst>
              <a:ext uri="{FF2B5EF4-FFF2-40B4-BE49-F238E27FC236}">
                <a16:creationId xmlns:a16="http://schemas.microsoft.com/office/drawing/2014/main" id="{3FB0887D-2F21-411B-995A-98E05DD911A7}"/>
              </a:ext>
            </a:extLst>
          </p:cNvPr>
          <p:cNvSpPr txBox="1"/>
          <p:nvPr/>
        </p:nvSpPr>
        <p:spPr>
          <a:xfrm>
            <a:off x="1044607" y="3169074"/>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39" name="表格 4">
            <a:extLst>
              <a:ext uri="{FF2B5EF4-FFF2-40B4-BE49-F238E27FC236}">
                <a16:creationId xmlns:a16="http://schemas.microsoft.com/office/drawing/2014/main" id="{C6EBCF59-4364-4CC9-A9C7-2E92CDE13173}"/>
              </a:ext>
            </a:extLst>
          </p:cNvPr>
          <p:cNvGraphicFramePr>
            <a:graphicFrameLocks noGrp="1"/>
          </p:cNvGraphicFramePr>
          <p:nvPr>
            <p:extLst>
              <p:ext uri="{D42A27DB-BD31-4B8C-83A1-F6EECF244321}">
                <p14:modId xmlns:p14="http://schemas.microsoft.com/office/powerpoint/2010/main" val="3402224387"/>
              </p:ext>
            </p:extLst>
          </p:nvPr>
        </p:nvGraphicFramePr>
        <p:xfrm>
          <a:off x="1044607" y="2391112"/>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40" name="直線接點 39">
            <a:extLst>
              <a:ext uri="{FF2B5EF4-FFF2-40B4-BE49-F238E27FC236}">
                <a16:creationId xmlns:a16="http://schemas.microsoft.com/office/drawing/2014/main" id="{6E71EC26-57DF-4451-8227-E51BD5853637}"/>
              </a:ext>
            </a:extLst>
          </p:cNvPr>
          <p:cNvCxnSpPr>
            <a:cxnSpLocks/>
          </p:cNvCxnSpPr>
          <p:nvPr/>
        </p:nvCxnSpPr>
        <p:spPr>
          <a:xfrm>
            <a:off x="1053379" y="2399753"/>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1" name="直線接點 40">
            <a:extLst>
              <a:ext uri="{FF2B5EF4-FFF2-40B4-BE49-F238E27FC236}">
                <a16:creationId xmlns:a16="http://schemas.microsoft.com/office/drawing/2014/main" id="{59B04FDF-2E5F-4E39-9216-11A8A949308C}"/>
              </a:ext>
            </a:extLst>
          </p:cNvPr>
          <p:cNvCxnSpPr>
            <a:cxnSpLocks/>
          </p:cNvCxnSpPr>
          <p:nvPr/>
        </p:nvCxnSpPr>
        <p:spPr>
          <a:xfrm>
            <a:off x="2158541" y="2399753"/>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2" name="直線接點 41">
            <a:extLst>
              <a:ext uri="{FF2B5EF4-FFF2-40B4-BE49-F238E27FC236}">
                <a16:creationId xmlns:a16="http://schemas.microsoft.com/office/drawing/2014/main" id="{72CF34F3-312C-4BEB-A729-C3C555BA5ED7}"/>
              </a:ext>
            </a:extLst>
          </p:cNvPr>
          <p:cNvCxnSpPr>
            <a:cxnSpLocks/>
          </p:cNvCxnSpPr>
          <p:nvPr/>
        </p:nvCxnSpPr>
        <p:spPr>
          <a:xfrm>
            <a:off x="3252050" y="2399753"/>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3" name="直線接點 42">
            <a:extLst>
              <a:ext uri="{FF2B5EF4-FFF2-40B4-BE49-F238E27FC236}">
                <a16:creationId xmlns:a16="http://schemas.microsoft.com/office/drawing/2014/main" id="{9C22F9B5-8289-4FEB-B234-B3BECD5180BA}"/>
              </a:ext>
            </a:extLst>
          </p:cNvPr>
          <p:cNvCxnSpPr>
            <a:cxnSpLocks/>
          </p:cNvCxnSpPr>
          <p:nvPr/>
        </p:nvCxnSpPr>
        <p:spPr>
          <a:xfrm>
            <a:off x="4326706" y="2399753"/>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4" name="直線接點 43">
            <a:extLst>
              <a:ext uri="{FF2B5EF4-FFF2-40B4-BE49-F238E27FC236}">
                <a16:creationId xmlns:a16="http://schemas.microsoft.com/office/drawing/2014/main" id="{B4B61517-A9BF-4E6C-ADFB-9654331169FB}"/>
              </a:ext>
            </a:extLst>
          </p:cNvPr>
          <p:cNvCxnSpPr>
            <a:cxnSpLocks/>
          </p:cNvCxnSpPr>
          <p:nvPr/>
        </p:nvCxnSpPr>
        <p:spPr>
          <a:xfrm flipH="1">
            <a:off x="1053903" y="4648837"/>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5" name="直線接點 44">
            <a:extLst>
              <a:ext uri="{FF2B5EF4-FFF2-40B4-BE49-F238E27FC236}">
                <a16:creationId xmlns:a16="http://schemas.microsoft.com/office/drawing/2014/main" id="{EA196BDB-0012-46E6-B569-CDD163E8BB75}"/>
              </a:ext>
            </a:extLst>
          </p:cNvPr>
          <p:cNvCxnSpPr>
            <a:cxnSpLocks/>
          </p:cNvCxnSpPr>
          <p:nvPr/>
        </p:nvCxnSpPr>
        <p:spPr>
          <a:xfrm flipH="1">
            <a:off x="1053903" y="3885266"/>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6" name="直線接點 45">
            <a:extLst>
              <a:ext uri="{FF2B5EF4-FFF2-40B4-BE49-F238E27FC236}">
                <a16:creationId xmlns:a16="http://schemas.microsoft.com/office/drawing/2014/main" id="{C4CD060D-5659-4375-9934-657A5F036EE3}"/>
              </a:ext>
            </a:extLst>
          </p:cNvPr>
          <p:cNvCxnSpPr>
            <a:cxnSpLocks/>
          </p:cNvCxnSpPr>
          <p:nvPr/>
        </p:nvCxnSpPr>
        <p:spPr>
          <a:xfrm flipH="1">
            <a:off x="1036097" y="3121695"/>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47" name="直線接點 46">
            <a:extLst>
              <a:ext uri="{FF2B5EF4-FFF2-40B4-BE49-F238E27FC236}">
                <a16:creationId xmlns:a16="http://schemas.microsoft.com/office/drawing/2014/main" id="{E50E959E-A1E6-4229-A997-489E1C48CC20}"/>
              </a:ext>
            </a:extLst>
          </p:cNvPr>
          <p:cNvCxnSpPr>
            <a:cxnSpLocks/>
          </p:cNvCxnSpPr>
          <p:nvPr/>
        </p:nvCxnSpPr>
        <p:spPr>
          <a:xfrm flipH="1">
            <a:off x="1036097" y="2378150"/>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48" name="橢圓 47">
            <a:extLst>
              <a:ext uri="{FF2B5EF4-FFF2-40B4-BE49-F238E27FC236}">
                <a16:creationId xmlns:a16="http://schemas.microsoft.com/office/drawing/2014/main" id="{46702965-EA05-4172-BE3A-38BAC5C1FE88}"/>
              </a:ext>
            </a:extLst>
          </p:cNvPr>
          <p:cNvSpPr/>
          <p:nvPr/>
        </p:nvSpPr>
        <p:spPr>
          <a:xfrm>
            <a:off x="5328449" y="5266395"/>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橢圓 48">
            <a:extLst>
              <a:ext uri="{FF2B5EF4-FFF2-40B4-BE49-F238E27FC236}">
                <a16:creationId xmlns:a16="http://schemas.microsoft.com/office/drawing/2014/main" id="{2DB820AC-63FF-40AB-9405-B5991FE4F0CF}"/>
              </a:ext>
            </a:extLst>
          </p:cNvPr>
          <p:cNvSpPr/>
          <p:nvPr/>
        </p:nvSpPr>
        <p:spPr>
          <a:xfrm>
            <a:off x="4619694" y="4538142"/>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橢圓 49">
            <a:extLst>
              <a:ext uri="{FF2B5EF4-FFF2-40B4-BE49-F238E27FC236}">
                <a16:creationId xmlns:a16="http://schemas.microsoft.com/office/drawing/2014/main" id="{67A2A1FF-32F9-48AB-A0FD-7A0755CBA8B2}"/>
              </a:ext>
            </a:extLst>
          </p:cNvPr>
          <p:cNvSpPr/>
          <p:nvPr/>
        </p:nvSpPr>
        <p:spPr>
          <a:xfrm>
            <a:off x="4222763" y="4181491"/>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2" name="直線接點 61">
            <a:extLst>
              <a:ext uri="{FF2B5EF4-FFF2-40B4-BE49-F238E27FC236}">
                <a16:creationId xmlns:a16="http://schemas.microsoft.com/office/drawing/2014/main" id="{7F787996-C5AF-4110-9CD6-00D9B54809DE}"/>
              </a:ext>
            </a:extLst>
          </p:cNvPr>
          <p:cNvCxnSpPr>
            <a:cxnSpLocks/>
            <a:stCxn id="50" idx="5"/>
            <a:endCxn id="49" idx="1"/>
          </p:cNvCxnSpPr>
          <p:nvPr/>
        </p:nvCxnSpPr>
        <p:spPr>
          <a:xfrm>
            <a:off x="4400203" y="4370458"/>
            <a:ext cx="249935" cy="200106"/>
          </a:xfrm>
          <a:prstGeom prst="line">
            <a:avLst/>
          </a:prstGeom>
          <a:ln w="38100"/>
        </p:spPr>
        <p:style>
          <a:lnRef idx="1">
            <a:schemeClr val="dk1"/>
          </a:lnRef>
          <a:fillRef idx="0">
            <a:schemeClr val="dk1"/>
          </a:fillRef>
          <a:effectRef idx="0">
            <a:schemeClr val="dk1"/>
          </a:effectRef>
          <a:fontRef idx="minor">
            <a:schemeClr val="tx1"/>
          </a:fontRef>
        </p:style>
      </p:cxnSp>
      <p:cxnSp>
        <p:nvCxnSpPr>
          <p:cNvPr id="65" name="直線接點 64">
            <a:extLst>
              <a:ext uri="{FF2B5EF4-FFF2-40B4-BE49-F238E27FC236}">
                <a16:creationId xmlns:a16="http://schemas.microsoft.com/office/drawing/2014/main" id="{5E7BCC6B-4BF1-4D87-B563-4F2BB96C3083}"/>
              </a:ext>
            </a:extLst>
          </p:cNvPr>
          <p:cNvCxnSpPr>
            <a:cxnSpLocks/>
          </p:cNvCxnSpPr>
          <p:nvPr/>
        </p:nvCxnSpPr>
        <p:spPr>
          <a:xfrm>
            <a:off x="3249093" y="3876625"/>
            <a:ext cx="0" cy="404663"/>
          </a:xfrm>
          <a:prstGeom prst="line">
            <a:avLst/>
          </a:prstGeom>
          <a:ln w="762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94FAD8C4-1DE2-4AC4-83BD-72ED1CDB5EDB}"/>
              </a:ext>
            </a:extLst>
          </p:cNvPr>
          <p:cNvCxnSpPr>
            <a:cxnSpLocks/>
          </p:cNvCxnSpPr>
          <p:nvPr/>
        </p:nvCxnSpPr>
        <p:spPr>
          <a:xfrm flipH="1">
            <a:off x="3249093" y="3885266"/>
            <a:ext cx="1077613" cy="0"/>
          </a:xfrm>
          <a:prstGeom prst="line">
            <a:avLst/>
          </a:prstGeom>
          <a:ln w="762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81" name="矩形 80">
            <a:extLst>
              <a:ext uri="{FF2B5EF4-FFF2-40B4-BE49-F238E27FC236}">
                <a16:creationId xmlns:a16="http://schemas.microsoft.com/office/drawing/2014/main" id="{A272F0FF-84A1-4A00-81D4-2F5A6A392854}"/>
              </a:ext>
            </a:extLst>
          </p:cNvPr>
          <p:cNvSpPr/>
          <p:nvPr/>
        </p:nvSpPr>
        <p:spPr>
          <a:xfrm>
            <a:off x="8860153" y="3910400"/>
            <a:ext cx="1083443" cy="336006"/>
          </a:xfrm>
          <a:prstGeom prst="rect">
            <a:avLst/>
          </a:prstGeom>
          <a:ln>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82" name="矩形 81">
            <a:extLst>
              <a:ext uri="{FF2B5EF4-FFF2-40B4-BE49-F238E27FC236}">
                <a16:creationId xmlns:a16="http://schemas.microsoft.com/office/drawing/2014/main" id="{E14DF61D-A236-4875-95AA-D8F3EA8CC542}"/>
              </a:ext>
            </a:extLst>
          </p:cNvPr>
          <p:cNvSpPr/>
          <p:nvPr/>
        </p:nvSpPr>
        <p:spPr>
          <a:xfrm>
            <a:off x="9937766" y="3919041"/>
            <a:ext cx="403911" cy="730584"/>
          </a:xfrm>
          <a:prstGeom prst="rect">
            <a:avLst/>
          </a:prstGeom>
          <a:ln>
            <a:solidFill>
              <a:schemeClr val="bg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cxnSp>
        <p:nvCxnSpPr>
          <p:cNvPr id="83" name="直線接點 82">
            <a:extLst>
              <a:ext uri="{FF2B5EF4-FFF2-40B4-BE49-F238E27FC236}">
                <a16:creationId xmlns:a16="http://schemas.microsoft.com/office/drawing/2014/main" id="{C2A55424-6ABD-425C-94FB-996AAC37BC24}"/>
              </a:ext>
            </a:extLst>
          </p:cNvPr>
          <p:cNvCxnSpPr>
            <a:cxnSpLocks/>
            <a:stCxn id="95" idx="5"/>
            <a:endCxn id="94" idx="5"/>
          </p:cNvCxnSpPr>
          <p:nvPr/>
        </p:nvCxnSpPr>
        <p:spPr>
          <a:xfrm>
            <a:off x="10408194" y="4719256"/>
            <a:ext cx="708755" cy="728253"/>
          </a:xfrm>
          <a:prstGeom prst="line">
            <a:avLst/>
          </a:prstGeom>
          <a:ln w="38100"/>
        </p:spPr>
        <p:style>
          <a:lnRef idx="1">
            <a:schemeClr val="dk1"/>
          </a:lnRef>
          <a:fillRef idx="0">
            <a:schemeClr val="dk1"/>
          </a:fillRef>
          <a:effectRef idx="0">
            <a:schemeClr val="dk1"/>
          </a:effectRef>
          <a:fontRef idx="minor">
            <a:schemeClr val="tx1"/>
          </a:fontRef>
        </p:style>
      </p:cxnSp>
      <p:sp>
        <p:nvSpPr>
          <p:cNvPr id="84" name="文字方塊 83">
            <a:extLst>
              <a:ext uri="{FF2B5EF4-FFF2-40B4-BE49-F238E27FC236}">
                <a16:creationId xmlns:a16="http://schemas.microsoft.com/office/drawing/2014/main" id="{39AFA5EF-B882-423C-847E-936B43FF72F6}"/>
              </a:ext>
            </a:extLst>
          </p:cNvPr>
          <p:cNvSpPr txBox="1"/>
          <p:nvPr/>
        </p:nvSpPr>
        <p:spPr>
          <a:xfrm>
            <a:off x="6655667" y="3161221"/>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85" name="表格 4">
            <a:extLst>
              <a:ext uri="{FF2B5EF4-FFF2-40B4-BE49-F238E27FC236}">
                <a16:creationId xmlns:a16="http://schemas.microsoft.com/office/drawing/2014/main" id="{187CF6FD-5B20-4935-8826-7733A1CFC681}"/>
              </a:ext>
            </a:extLst>
          </p:cNvPr>
          <p:cNvGraphicFramePr>
            <a:graphicFrameLocks noGrp="1"/>
          </p:cNvGraphicFramePr>
          <p:nvPr>
            <p:extLst>
              <p:ext uri="{D42A27DB-BD31-4B8C-83A1-F6EECF244321}">
                <p14:modId xmlns:p14="http://schemas.microsoft.com/office/powerpoint/2010/main" val="3209280316"/>
              </p:ext>
            </p:extLst>
          </p:nvPr>
        </p:nvGraphicFramePr>
        <p:xfrm>
          <a:off x="6655667" y="2383259"/>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86" name="直線接點 85">
            <a:extLst>
              <a:ext uri="{FF2B5EF4-FFF2-40B4-BE49-F238E27FC236}">
                <a16:creationId xmlns:a16="http://schemas.microsoft.com/office/drawing/2014/main" id="{6FAD2D7A-B64F-419D-A7C0-F817C33D5161}"/>
              </a:ext>
            </a:extLst>
          </p:cNvPr>
          <p:cNvCxnSpPr>
            <a:cxnSpLocks/>
          </p:cNvCxnSpPr>
          <p:nvPr/>
        </p:nvCxnSpPr>
        <p:spPr>
          <a:xfrm>
            <a:off x="6664439" y="2391900"/>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87" name="直線接點 86">
            <a:extLst>
              <a:ext uri="{FF2B5EF4-FFF2-40B4-BE49-F238E27FC236}">
                <a16:creationId xmlns:a16="http://schemas.microsoft.com/office/drawing/2014/main" id="{5550E9A6-FA15-4FB7-AAC0-E85FAF973395}"/>
              </a:ext>
            </a:extLst>
          </p:cNvPr>
          <p:cNvCxnSpPr>
            <a:cxnSpLocks/>
          </p:cNvCxnSpPr>
          <p:nvPr/>
        </p:nvCxnSpPr>
        <p:spPr>
          <a:xfrm>
            <a:off x="7769601" y="2391900"/>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88" name="直線接點 87">
            <a:extLst>
              <a:ext uri="{FF2B5EF4-FFF2-40B4-BE49-F238E27FC236}">
                <a16:creationId xmlns:a16="http://schemas.microsoft.com/office/drawing/2014/main" id="{D8CE0FA5-5CDF-471B-82A4-55D4558548BD}"/>
              </a:ext>
            </a:extLst>
          </p:cNvPr>
          <p:cNvCxnSpPr>
            <a:cxnSpLocks/>
          </p:cNvCxnSpPr>
          <p:nvPr/>
        </p:nvCxnSpPr>
        <p:spPr>
          <a:xfrm>
            <a:off x="8863110" y="2391900"/>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89" name="直線接點 88">
            <a:extLst>
              <a:ext uri="{FF2B5EF4-FFF2-40B4-BE49-F238E27FC236}">
                <a16:creationId xmlns:a16="http://schemas.microsoft.com/office/drawing/2014/main" id="{7544C427-EF1A-4582-9817-239AD3C54F0D}"/>
              </a:ext>
            </a:extLst>
          </p:cNvPr>
          <p:cNvCxnSpPr>
            <a:cxnSpLocks/>
          </p:cNvCxnSpPr>
          <p:nvPr/>
        </p:nvCxnSpPr>
        <p:spPr>
          <a:xfrm>
            <a:off x="9937766" y="2391900"/>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0" name="直線接點 89">
            <a:extLst>
              <a:ext uri="{FF2B5EF4-FFF2-40B4-BE49-F238E27FC236}">
                <a16:creationId xmlns:a16="http://schemas.microsoft.com/office/drawing/2014/main" id="{8CD74C5A-D270-43B7-9522-85D139680B20}"/>
              </a:ext>
            </a:extLst>
          </p:cNvPr>
          <p:cNvCxnSpPr>
            <a:cxnSpLocks/>
          </p:cNvCxnSpPr>
          <p:nvPr/>
        </p:nvCxnSpPr>
        <p:spPr>
          <a:xfrm flipH="1">
            <a:off x="6664963" y="4640984"/>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1" name="直線接點 90">
            <a:extLst>
              <a:ext uri="{FF2B5EF4-FFF2-40B4-BE49-F238E27FC236}">
                <a16:creationId xmlns:a16="http://schemas.microsoft.com/office/drawing/2014/main" id="{E4997B1E-8354-4731-AC52-AD1432898D46}"/>
              </a:ext>
            </a:extLst>
          </p:cNvPr>
          <p:cNvCxnSpPr>
            <a:cxnSpLocks/>
          </p:cNvCxnSpPr>
          <p:nvPr/>
        </p:nvCxnSpPr>
        <p:spPr>
          <a:xfrm flipH="1">
            <a:off x="6664963" y="3877413"/>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2" name="直線接點 91">
            <a:extLst>
              <a:ext uri="{FF2B5EF4-FFF2-40B4-BE49-F238E27FC236}">
                <a16:creationId xmlns:a16="http://schemas.microsoft.com/office/drawing/2014/main" id="{F250B91B-239B-4A30-80B7-1B5EC9898E9B}"/>
              </a:ext>
            </a:extLst>
          </p:cNvPr>
          <p:cNvCxnSpPr>
            <a:cxnSpLocks/>
          </p:cNvCxnSpPr>
          <p:nvPr/>
        </p:nvCxnSpPr>
        <p:spPr>
          <a:xfrm flipH="1">
            <a:off x="6647157" y="3113842"/>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3" name="直線接點 92">
            <a:extLst>
              <a:ext uri="{FF2B5EF4-FFF2-40B4-BE49-F238E27FC236}">
                <a16:creationId xmlns:a16="http://schemas.microsoft.com/office/drawing/2014/main" id="{CFC9DE12-233F-4D3E-8A07-2039EEA89CBF}"/>
              </a:ext>
            </a:extLst>
          </p:cNvPr>
          <p:cNvCxnSpPr>
            <a:cxnSpLocks/>
          </p:cNvCxnSpPr>
          <p:nvPr/>
        </p:nvCxnSpPr>
        <p:spPr>
          <a:xfrm flipH="1">
            <a:off x="6647157" y="2370297"/>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94" name="橢圓 93">
            <a:extLst>
              <a:ext uri="{FF2B5EF4-FFF2-40B4-BE49-F238E27FC236}">
                <a16:creationId xmlns:a16="http://schemas.microsoft.com/office/drawing/2014/main" id="{E171A46D-28EF-408F-B894-1305EBAE09E6}"/>
              </a:ext>
            </a:extLst>
          </p:cNvPr>
          <p:cNvSpPr/>
          <p:nvPr/>
        </p:nvSpPr>
        <p:spPr>
          <a:xfrm>
            <a:off x="10939509" y="5258542"/>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橢圓 94">
            <a:extLst>
              <a:ext uri="{FF2B5EF4-FFF2-40B4-BE49-F238E27FC236}">
                <a16:creationId xmlns:a16="http://schemas.microsoft.com/office/drawing/2014/main" id="{1ED61F2A-6CD3-4F27-BBD4-AC94E3E6A69D}"/>
              </a:ext>
            </a:extLst>
          </p:cNvPr>
          <p:cNvSpPr/>
          <p:nvPr/>
        </p:nvSpPr>
        <p:spPr>
          <a:xfrm>
            <a:off x="10230754" y="4530289"/>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橢圓 95">
            <a:extLst>
              <a:ext uri="{FF2B5EF4-FFF2-40B4-BE49-F238E27FC236}">
                <a16:creationId xmlns:a16="http://schemas.microsoft.com/office/drawing/2014/main" id="{2936DAF3-B2C2-4EA5-B6C1-0FE36959E05A}"/>
              </a:ext>
            </a:extLst>
          </p:cNvPr>
          <p:cNvSpPr/>
          <p:nvPr/>
        </p:nvSpPr>
        <p:spPr>
          <a:xfrm>
            <a:off x="9833823" y="4173638"/>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7" name="直線接點 96">
            <a:extLst>
              <a:ext uri="{FF2B5EF4-FFF2-40B4-BE49-F238E27FC236}">
                <a16:creationId xmlns:a16="http://schemas.microsoft.com/office/drawing/2014/main" id="{A9A8731B-9758-4450-9A39-66A752C451E0}"/>
              </a:ext>
            </a:extLst>
          </p:cNvPr>
          <p:cNvCxnSpPr>
            <a:cxnSpLocks/>
            <a:stCxn id="96" idx="5"/>
            <a:endCxn id="95" idx="1"/>
          </p:cNvCxnSpPr>
          <p:nvPr/>
        </p:nvCxnSpPr>
        <p:spPr>
          <a:xfrm>
            <a:off x="10011263" y="4362605"/>
            <a:ext cx="249935" cy="200106"/>
          </a:xfrm>
          <a:prstGeom prst="line">
            <a:avLst/>
          </a:prstGeom>
          <a:ln w="38100"/>
        </p:spPr>
        <p:style>
          <a:lnRef idx="1">
            <a:schemeClr val="dk1"/>
          </a:lnRef>
          <a:fillRef idx="0">
            <a:schemeClr val="dk1"/>
          </a:fillRef>
          <a:effectRef idx="0">
            <a:schemeClr val="dk1"/>
          </a:effectRef>
          <a:fontRef idx="minor">
            <a:schemeClr val="tx1"/>
          </a:fontRef>
        </p:style>
      </p:cxnSp>
      <p:cxnSp>
        <p:nvCxnSpPr>
          <p:cNvPr id="101" name="直線接點 100">
            <a:extLst>
              <a:ext uri="{FF2B5EF4-FFF2-40B4-BE49-F238E27FC236}">
                <a16:creationId xmlns:a16="http://schemas.microsoft.com/office/drawing/2014/main" id="{298778BE-09A1-4FA1-AE89-C2323566FF37}"/>
              </a:ext>
            </a:extLst>
          </p:cNvPr>
          <p:cNvCxnSpPr>
            <a:cxnSpLocks/>
            <a:endCxn id="96" idx="1"/>
          </p:cNvCxnSpPr>
          <p:nvPr/>
        </p:nvCxnSpPr>
        <p:spPr>
          <a:xfrm>
            <a:off x="9166017" y="3963360"/>
            <a:ext cx="698250" cy="242700"/>
          </a:xfrm>
          <a:prstGeom prst="line">
            <a:avLst/>
          </a:prstGeom>
          <a:ln w="38100"/>
        </p:spPr>
        <p:style>
          <a:lnRef idx="1">
            <a:schemeClr val="dk1"/>
          </a:lnRef>
          <a:fillRef idx="0">
            <a:schemeClr val="dk1"/>
          </a:fillRef>
          <a:effectRef idx="0">
            <a:schemeClr val="dk1"/>
          </a:effectRef>
          <a:fontRef idx="minor">
            <a:schemeClr val="tx1"/>
          </a:fontRef>
        </p:style>
      </p:cxnSp>
      <p:sp>
        <p:nvSpPr>
          <p:cNvPr id="12" name="橢圓 11">
            <a:extLst>
              <a:ext uri="{FF2B5EF4-FFF2-40B4-BE49-F238E27FC236}">
                <a16:creationId xmlns:a16="http://schemas.microsoft.com/office/drawing/2014/main" id="{4C293713-9700-4FFF-BA39-03FFFF31703F}"/>
              </a:ext>
            </a:extLst>
          </p:cNvPr>
          <p:cNvSpPr/>
          <p:nvPr/>
        </p:nvSpPr>
        <p:spPr>
          <a:xfrm>
            <a:off x="9015504" y="3797545"/>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7524010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82EC1B47-4201-4E15-A92E-7582532E76E4}"/>
              </a:ext>
            </a:extLst>
          </p:cNvPr>
          <p:cNvSpPr/>
          <p:nvPr/>
        </p:nvSpPr>
        <p:spPr>
          <a:xfrm>
            <a:off x="7870119" y="2198882"/>
            <a:ext cx="1060778" cy="447556"/>
          </a:xfrm>
          <a:prstGeom prst="rect">
            <a:avLst/>
          </a:prstGeom>
          <a:ln>
            <a:solidFill>
              <a:schemeClr val="bg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7A1CD93C-B9D1-455C-B6F2-4B40BDF13950}"/>
              </a:ext>
            </a:extLst>
          </p:cNvPr>
          <p:cNvSpPr/>
          <p:nvPr/>
        </p:nvSpPr>
        <p:spPr>
          <a:xfrm>
            <a:off x="7830743" y="1465487"/>
            <a:ext cx="290823" cy="705449"/>
          </a:xfrm>
          <a:prstGeom prst="rect">
            <a:avLst/>
          </a:prstGeom>
          <a:ln>
            <a:solidFill>
              <a:schemeClr val="bg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4" name="矩形 3">
            <a:extLst>
              <a:ext uri="{FF2B5EF4-FFF2-40B4-BE49-F238E27FC236}">
                <a16:creationId xmlns:a16="http://schemas.microsoft.com/office/drawing/2014/main" id="{C810D6FB-DCEB-47AB-ACE9-C418BE555DDE}"/>
              </a:ext>
            </a:extLst>
          </p:cNvPr>
          <p:cNvSpPr/>
          <p:nvPr/>
        </p:nvSpPr>
        <p:spPr>
          <a:xfrm>
            <a:off x="6775838" y="1453315"/>
            <a:ext cx="1073018" cy="255819"/>
          </a:xfrm>
          <a:prstGeom prst="rect">
            <a:avLst/>
          </a:prstGeom>
          <a:ln>
            <a:solidFill>
              <a:schemeClr val="bg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2049E5F5-0291-45C2-B598-E82FD2B266C3}"/>
              </a:ext>
            </a:extLst>
          </p:cNvPr>
          <p:cNvSpPr/>
          <p:nvPr/>
        </p:nvSpPr>
        <p:spPr>
          <a:xfrm>
            <a:off x="8945894" y="2216885"/>
            <a:ext cx="228704" cy="688955"/>
          </a:xfrm>
          <a:prstGeom prst="rect">
            <a:avLst/>
          </a:prstGeom>
          <a:ln>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6BAB5827-A55B-4962-AFC1-B25B3230E84A}"/>
              </a:ext>
            </a:extLst>
          </p:cNvPr>
          <p:cNvSpPr>
            <a:spLocks noGrp="1"/>
          </p:cNvSpPr>
          <p:nvPr>
            <p:ph type="title"/>
          </p:nvPr>
        </p:nvSpPr>
        <p:spPr>
          <a:xfrm>
            <a:off x="764308" y="506682"/>
            <a:ext cx="10181734" cy="775517"/>
          </a:xfrm>
        </p:spPr>
        <p:txBody>
          <a:bodyPr>
            <a:normAutofit/>
          </a:bodyPr>
          <a:lstStyle/>
          <a:p>
            <a:r>
              <a:rPr lang="en-US" altLang="zh-TW" sz="3600" dirty="0" err="1">
                <a:latin typeface="Times New Roman" panose="02020603050405020304" pitchFamily="18" charset="0"/>
                <a:cs typeface="Times New Roman" panose="02020603050405020304" pitchFamily="18" charset="0"/>
              </a:rPr>
              <a:t>FactLSA</a:t>
            </a:r>
            <a:endParaRPr lang="zh-TW" altLang="en-US" sz="3600" dirty="0">
              <a:latin typeface="Times New Roman" panose="02020603050405020304" pitchFamily="18" charset="0"/>
              <a:cs typeface="Times New Roman" panose="02020603050405020304" pitchFamily="18" charset="0"/>
            </a:endParaRPr>
          </a:p>
        </p:txBody>
      </p:sp>
      <p:sp>
        <p:nvSpPr>
          <p:cNvPr id="51" name="箭號: 向下 50">
            <a:extLst>
              <a:ext uri="{FF2B5EF4-FFF2-40B4-BE49-F238E27FC236}">
                <a16:creationId xmlns:a16="http://schemas.microsoft.com/office/drawing/2014/main" id="{F5A74EB3-113B-4B47-8DB8-45CF68307214}"/>
              </a:ext>
            </a:extLst>
          </p:cNvPr>
          <p:cNvSpPr/>
          <p:nvPr/>
        </p:nvSpPr>
        <p:spPr>
          <a:xfrm rot="16200000">
            <a:off x="5807147" y="2710149"/>
            <a:ext cx="326605" cy="42950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a:extLst>
              <a:ext uri="{FF2B5EF4-FFF2-40B4-BE49-F238E27FC236}">
                <a16:creationId xmlns:a16="http://schemas.microsoft.com/office/drawing/2014/main" id="{A272F0FF-84A1-4A00-81D4-2F5A6A392854}"/>
              </a:ext>
            </a:extLst>
          </p:cNvPr>
          <p:cNvSpPr/>
          <p:nvPr/>
        </p:nvSpPr>
        <p:spPr>
          <a:xfrm>
            <a:off x="8930897" y="2971815"/>
            <a:ext cx="1083443" cy="336006"/>
          </a:xfrm>
          <a:prstGeom prst="rect">
            <a:avLst/>
          </a:prstGeom>
          <a:ln>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82" name="矩形 81">
            <a:extLst>
              <a:ext uri="{FF2B5EF4-FFF2-40B4-BE49-F238E27FC236}">
                <a16:creationId xmlns:a16="http://schemas.microsoft.com/office/drawing/2014/main" id="{E14DF61D-A236-4875-95AA-D8F3EA8CC542}"/>
              </a:ext>
            </a:extLst>
          </p:cNvPr>
          <p:cNvSpPr/>
          <p:nvPr/>
        </p:nvSpPr>
        <p:spPr>
          <a:xfrm>
            <a:off x="10008510" y="2980456"/>
            <a:ext cx="403911" cy="730584"/>
          </a:xfrm>
          <a:prstGeom prst="rect">
            <a:avLst/>
          </a:prstGeom>
          <a:ln>
            <a:solidFill>
              <a:schemeClr val="bg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cxnSp>
        <p:nvCxnSpPr>
          <p:cNvPr id="83" name="直線接點 82">
            <a:extLst>
              <a:ext uri="{FF2B5EF4-FFF2-40B4-BE49-F238E27FC236}">
                <a16:creationId xmlns:a16="http://schemas.microsoft.com/office/drawing/2014/main" id="{C2A55424-6ABD-425C-94FB-996AAC37BC24}"/>
              </a:ext>
            </a:extLst>
          </p:cNvPr>
          <p:cNvCxnSpPr>
            <a:cxnSpLocks/>
            <a:stCxn id="95" idx="5"/>
            <a:endCxn id="94" idx="5"/>
          </p:cNvCxnSpPr>
          <p:nvPr/>
        </p:nvCxnSpPr>
        <p:spPr>
          <a:xfrm>
            <a:off x="10478938" y="3780671"/>
            <a:ext cx="708755" cy="728253"/>
          </a:xfrm>
          <a:prstGeom prst="line">
            <a:avLst/>
          </a:prstGeom>
          <a:ln w="38100"/>
        </p:spPr>
        <p:style>
          <a:lnRef idx="1">
            <a:schemeClr val="dk1"/>
          </a:lnRef>
          <a:fillRef idx="0">
            <a:schemeClr val="dk1"/>
          </a:fillRef>
          <a:effectRef idx="0">
            <a:schemeClr val="dk1"/>
          </a:effectRef>
          <a:fontRef idx="minor">
            <a:schemeClr val="tx1"/>
          </a:fontRef>
        </p:style>
      </p:cxnSp>
      <p:sp>
        <p:nvSpPr>
          <p:cNvPr id="84" name="文字方塊 83">
            <a:extLst>
              <a:ext uri="{FF2B5EF4-FFF2-40B4-BE49-F238E27FC236}">
                <a16:creationId xmlns:a16="http://schemas.microsoft.com/office/drawing/2014/main" id="{39AFA5EF-B882-423C-847E-936B43FF72F6}"/>
              </a:ext>
            </a:extLst>
          </p:cNvPr>
          <p:cNvSpPr txBox="1"/>
          <p:nvPr/>
        </p:nvSpPr>
        <p:spPr>
          <a:xfrm>
            <a:off x="6726411" y="2222636"/>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85" name="表格 4">
            <a:extLst>
              <a:ext uri="{FF2B5EF4-FFF2-40B4-BE49-F238E27FC236}">
                <a16:creationId xmlns:a16="http://schemas.microsoft.com/office/drawing/2014/main" id="{187CF6FD-5B20-4935-8826-7733A1CFC681}"/>
              </a:ext>
            </a:extLst>
          </p:cNvPr>
          <p:cNvGraphicFramePr>
            <a:graphicFrameLocks noGrp="1"/>
          </p:cNvGraphicFramePr>
          <p:nvPr>
            <p:extLst>
              <p:ext uri="{D42A27DB-BD31-4B8C-83A1-F6EECF244321}">
                <p14:modId xmlns:p14="http://schemas.microsoft.com/office/powerpoint/2010/main" val="3939550567"/>
              </p:ext>
            </p:extLst>
          </p:nvPr>
        </p:nvGraphicFramePr>
        <p:xfrm>
          <a:off x="6726411" y="1444674"/>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86" name="直線接點 85">
            <a:extLst>
              <a:ext uri="{FF2B5EF4-FFF2-40B4-BE49-F238E27FC236}">
                <a16:creationId xmlns:a16="http://schemas.microsoft.com/office/drawing/2014/main" id="{6FAD2D7A-B64F-419D-A7C0-F817C33D5161}"/>
              </a:ext>
            </a:extLst>
          </p:cNvPr>
          <p:cNvCxnSpPr>
            <a:cxnSpLocks/>
          </p:cNvCxnSpPr>
          <p:nvPr/>
        </p:nvCxnSpPr>
        <p:spPr>
          <a:xfrm>
            <a:off x="6735183" y="145331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87" name="直線接點 86">
            <a:extLst>
              <a:ext uri="{FF2B5EF4-FFF2-40B4-BE49-F238E27FC236}">
                <a16:creationId xmlns:a16="http://schemas.microsoft.com/office/drawing/2014/main" id="{5550E9A6-FA15-4FB7-AAC0-E85FAF973395}"/>
              </a:ext>
            </a:extLst>
          </p:cNvPr>
          <p:cNvCxnSpPr>
            <a:cxnSpLocks/>
          </p:cNvCxnSpPr>
          <p:nvPr/>
        </p:nvCxnSpPr>
        <p:spPr>
          <a:xfrm>
            <a:off x="7840345" y="145331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88" name="直線接點 87">
            <a:extLst>
              <a:ext uri="{FF2B5EF4-FFF2-40B4-BE49-F238E27FC236}">
                <a16:creationId xmlns:a16="http://schemas.microsoft.com/office/drawing/2014/main" id="{D8CE0FA5-5CDF-471B-82A4-55D4558548BD}"/>
              </a:ext>
            </a:extLst>
          </p:cNvPr>
          <p:cNvCxnSpPr>
            <a:cxnSpLocks/>
          </p:cNvCxnSpPr>
          <p:nvPr/>
        </p:nvCxnSpPr>
        <p:spPr>
          <a:xfrm>
            <a:off x="8933854" y="145331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89" name="直線接點 88">
            <a:extLst>
              <a:ext uri="{FF2B5EF4-FFF2-40B4-BE49-F238E27FC236}">
                <a16:creationId xmlns:a16="http://schemas.microsoft.com/office/drawing/2014/main" id="{7544C427-EF1A-4582-9817-239AD3C54F0D}"/>
              </a:ext>
            </a:extLst>
          </p:cNvPr>
          <p:cNvCxnSpPr>
            <a:cxnSpLocks/>
          </p:cNvCxnSpPr>
          <p:nvPr/>
        </p:nvCxnSpPr>
        <p:spPr>
          <a:xfrm>
            <a:off x="10008510" y="1453315"/>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0" name="直線接點 89">
            <a:extLst>
              <a:ext uri="{FF2B5EF4-FFF2-40B4-BE49-F238E27FC236}">
                <a16:creationId xmlns:a16="http://schemas.microsoft.com/office/drawing/2014/main" id="{8CD74C5A-D270-43B7-9522-85D139680B20}"/>
              </a:ext>
            </a:extLst>
          </p:cNvPr>
          <p:cNvCxnSpPr>
            <a:cxnSpLocks/>
          </p:cNvCxnSpPr>
          <p:nvPr/>
        </p:nvCxnSpPr>
        <p:spPr>
          <a:xfrm flipH="1">
            <a:off x="6735707" y="3702399"/>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1" name="直線接點 90">
            <a:extLst>
              <a:ext uri="{FF2B5EF4-FFF2-40B4-BE49-F238E27FC236}">
                <a16:creationId xmlns:a16="http://schemas.microsoft.com/office/drawing/2014/main" id="{E4997B1E-8354-4731-AC52-AD1432898D46}"/>
              </a:ext>
            </a:extLst>
          </p:cNvPr>
          <p:cNvCxnSpPr>
            <a:cxnSpLocks/>
          </p:cNvCxnSpPr>
          <p:nvPr/>
        </p:nvCxnSpPr>
        <p:spPr>
          <a:xfrm flipH="1">
            <a:off x="6735707" y="2938828"/>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2" name="直線接點 91">
            <a:extLst>
              <a:ext uri="{FF2B5EF4-FFF2-40B4-BE49-F238E27FC236}">
                <a16:creationId xmlns:a16="http://schemas.microsoft.com/office/drawing/2014/main" id="{F250B91B-239B-4A30-80B7-1B5EC9898E9B}"/>
              </a:ext>
            </a:extLst>
          </p:cNvPr>
          <p:cNvCxnSpPr>
            <a:cxnSpLocks/>
          </p:cNvCxnSpPr>
          <p:nvPr/>
        </p:nvCxnSpPr>
        <p:spPr>
          <a:xfrm flipH="1">
            <a:off x="6717901" y="2175257"/>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93" name="直線接點 92">
            <a:extLst>
              <a:ext uri="{FF2B5EF4-FFF2-40B4-BE49-F238E27FC236}">
                <a16:creationId xmlns:a16="http://schemas.microsoft.com/office/drawing/2014/main" id="{CFC9DE12-233F-4D3E-8A07-2039EEA89CBF}"/>
              </a:ext>
            </a:extLst>
          </p:cNvPr>
          <p:cNvCxnSpPr>
            <a:cxnSpLocks/>
          </p:cNvCxnSpPr>
          <p:nvPr/>
        </p:nvCxnSpPr>
        <p:spPr>
          <a:xfrm flipH="1">
            <a:off x="6717901" y="1431712"/>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94" name="橢圓 93">
            <a:extLst>
              <a:ext uri="{FF2B5EF4-FFF2-40B4-BE49-F238E27FC236}">
                <a16:creationId xmlns:a16="http://schemas.microsoft.com/office/drawing/2014/main" id="{E171A46D-28EF-408F-B894-1305EBAE09E6}"/>
              </a:ext>
            </a:extLst>
          </p:cNvPr>
          <p:cNvSpPr/>
          <p:nvPr/>
        </p:nvSpPr>
        <p:spPr>
          <a:xfrm>
            <a:off x="11010253" y="4319957"/>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橢圓 94">
            <a:extLst>
              <a:ext uri="{FF2B5EF4-FFF2-40B4-BE49-F238E27FC236}">
                <a16:creationId xmlns:a16="http://schemas.microsoft.com/office/drawing/2014/main" id="{1ED61F2A-6CD3-4F27-BBD4-AC94E3E6A69D}"/>
              </a:ext>
            </a:extLst>
          </p:cNvPr>
          <p:cNvSpPr/>
          <p:nvPr/>
        </p:nvSpPr>
        <p:spPr>
          <a:xfrm>
            <a:off x="10301498" y="3591704"/>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橢圓 95">
            <a:extLst>
              <a:ext uri="{FF2B5EF4-FFF2-40B4-BE49-F238E27FC236}">
                <a16:creationId xmlns:a16="http://schemas.microsoft.com/office/drawing/2014/main" id="{2936DAF3-B2C2-4EA5-B6C1-0FE36959E05A}"/>
              </a:ext>
            </a:extLst>
          </p:cNvPr>
          <p:cNvSpPr/>
          <p:nvPr/>
        </p:nvSpPr>
        <p:spPr>
          <a:xfrm>
            <a:off x="9904567" y="3235053"/>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7" name="直線接點 96">
            <a:extLst>
              <a:ext uri="{FF2B5EF4-FFF2-40B4-BE49-F238E27FC236}">
                <a16:creationId xmlns:a16="http://schemas.microsoft.com/office/drawing/2014/main" id="{A9A8731B-9758-4450-9A39-66A752C451E0}"/>
              </a:ext>
            </a:extLst>
          </p:cNvPr>
          <p:cNvCxnSpPr>
            <a:cxnSpLocks/>
            <a:stCxn id="96" idx="5"/>
            <a:endCxn id="95" idx="1"/>
          </p:cNvCxnSpPr>
          <p:nvPr/>
        </p:nvCxnSpPr>
        <p:spPr>
          <a:xfrm>
            <a:off x="10082007" y="3424020"/>
            <a:ext cx="249935" cy="200106"/>
          </a:xfrm>
          <a:prstGeom prst="line">
            <a:avLst/>
          </a:prstGeom>
          <a:ln w="38100"/>
        </p:spPr>
        <p:style>
          <a:lnRef idx="1">
            <a:schemeClr val="dk1"/>
          </a:lnRef>
          <a:fillRef idx="0">
            <a:schemeClr val="dk1"/>
          </a:fillRef>
          <a:effectRef idx="0">
            <a:schemeClr val="dk1"/>
          </a:effectRef>
          <a:fontRef idx="minor">
            <a:schemeClr val="tx1"/>
          </a:fontRef>
        </p:style>
      </p:cxnSp>
      <p:cxnSp>
        <p:nvCxnSpPr>
          <p:cNvPr id="101" name="直線接點 100">
            <a:extLst>
              <a:ext uri="{FF2B5EF4-FFF2-40B4-BE49-F238E27FC236}">
                <a16:creationId xmlns:a16="http://schemas.microsoft.com/office/drawing/2014/main" id="{298778BE-09A1-4FA1-AE89-C2323566FF37}"/>
              </a:ext>
            </a:extLst>
          </p:cNvPr>
          <p:cNvCxnSpPr>
            <a:cxnSpLocks/>
            <a:endCxn id="96" idx="1"/>
          </p:cNvCxnSpPr>
          <p:nvPr/>
        </p:nvCxnSpPr>
        <p:spPr>
          <a:xfrm>
            <a:off x="9236761" y="3024775"/>
            <a:ext cx="698250" cy="242700"/>
          </a:xfrm>
          <a:prstGeom prst="line">
            <a:avLst/>
          </a:prstGeom>
          <a:ln w="38100"/>
        </p:spPr>
        <p:style>
          <a:lnRef idx="1">
            <a:schemeClr val="dk1"/>
          </a:lnRef>
          <a:fillRef idx="0">
            <a:schemeClr val="dk1"/>
          </a:fillRef>
          <a:effectRef idx="0">
            <a:schemeClr val="dk1"/>
          </a:effectRef>
          <a:fontRef idx="minor">
            <a:schemeClr val="tx1"/>
          </a:fontRef>
        </p:style>
      </p:cxnSp>
      <p:sp>
        <p:nvSpPr>
          <p:cNvPr id="52" name="矩形 51">
            <a:extLst>
              <a:ext uri="{FF2B5EF4-FFF2-40B4-BE49-F238E27FC236}">
                <a16:creationId xmlns:a16="http://schemas.microsoft.com/office/drawing/2014/main" id="{EF8E88E3-D044-4F25-8B3A-B9915AD22A9B}"/>
              </a:ext>
            </a:extLst>
          </p:cNvPr>
          <p:cNvSpPr/>
          <p:nvPr/>
        </p:nvSpPr>
        <p:spPr>
          <a:xfrm>
            <a:off x="3022252" y="2979668"/>
            <a:ext cx="1083443" cy="336006"/>
          </a:xfrm>
          <a:prstGeom prst="rect">
            <a:avLst/>
          </a:prstGeom>
          <a:ln>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id="{39EB0B3C-0EBA-456F-B5AD-04550D8F7733}"/>
              </a:ext>
            </a:extLst>
          </p:cNvPr>
          <p:cNvSpPr/>
          <p:nvPr/>
        </p:nvSpPr>
        <p:spPr>
          <a:xfrm>
            <a:off x="4099865" y="2988309"/>
            <a:ext cx="403911" cy="730584"/>
          </a:xfrm>
          <a:prstGeom prst="rect">
            <a:avLst/>
          </a:prstGeom>
          <a:ln>
            <a:solidFill>
              <a:schemeClr val="bg2">
                <a:lumMod val="75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a:p>
        </p:txBody>
      </p:sp>
      <p:cxnSp>
        <p:nvCxnSpPr>
          <p:cNvPr id="54" name="直線接點 53">
            <a:extLst>
              <a:ext uri="{FF2B5EF4-FFF2-40B4-BE49-F238E27FC236}">
                <a16:creationId xmlns:a16="http://schemas.microsoft.com/office/drawing/2014/main" id="{068E954A-4D31-4507-A937-99698158A634}"/>
              </a:ext>
            </a:extLst>
          </p:cNvPr>
          <p:cNvCxnSpPr>
            <a:cxnSpLocks/>
            <a:stCxn id="69" idx="5"/>
            <a:endCxn id="68" idx="5"/>
          </p:cNvCxnSpPr>
          <p:nvPr/>
        </p:nvCxnSpPr>
        <p:spPr>
          <a:xfrm>
            <a:off x="4570293" y="3788524"/>
            <a:ext cx="708755" cy="728253"/>
          </a:xfrm>
          <a:prstGeom prst="line">
            <a:avLst/>
          </a:prstGeom>
          <a:ln w="38100"/>
        </p:spPr>
        <p:style>
          <a:lnRef idx="1">
            <a:schemeClr val="dk1"/>
          </a:lnRef>
          <a:fillRef idx="0">
            <a:schemeClr val="dk1"/>
          </a:fillRef>
          <a:effectRef idx="0">
            <a:schemeClr val="dk1"/>
          </a:effectRef>
          <a:fontRef idx="minor">
            <a:schemeClr val="tx1"/>
          </a:fontRef>
        </p:style>
      </p:cxnSp>
      <p:sp>
        <p:nvSpPr>
          <p:cNvPr id="55" name="文字方塊 54">
            <a:extLst>
              <a:ext uri="{FF2B5EF4-FFF2-40B4-BE49-F238E27FC236}">
                <a16:creationId xmlns:a16="http://schemas.microsoft.com/office/drawing/2014/main" id="{A9D47C31-04B3-4A66-8343-ADA801B58D7B}"/>
              </a:ext>
            </a:extLst>
          </p:cNvPr>
          <p:cNvSpPr txBox="1"/>
          <p:nvPr/>
        </p:nvSpPr>
        <p:spPr>
          <a:xfrm>
            <a:off x="817766" y="2230489"/>
            <a:ext cx="1395167" cy="461665"/>
          </a:xfrm>
          <a:prstGeom prst="rect">
            <a:avLst/>
          </a:prstGeom>
          <a:noFill/>
        </p:spPr>
        <p:txBody>
          <a:bodyPr wrap="square" rtlCol="0">
            <a:spAutoFit/>
          </a:bodyPr>
          <a:lstStyle/>
          <a:p>
            <a:endParaRPr lang="zh-TW" altLang="en-US" sz="2400" dirty="0">
              <a:latin typeface="Times New Roman" panose="02020603050405020304" pitchFamily="18" charset="0"/>
              <a:cs typeface="Times New Roman" panose="02020603050405020304" pitchFamily="18" charset="0"/>
            </a:endParaRPr>
          </a:p>
        </p:txBody>
      </p:sp>
      <p:graphicFrame>
        <p:nvGraphicFramePr>
          <p:cNvPr id="56" name="表格 4">
            <a:extLst>
              <a:ext uri="{FF2B5EF4-FFF2-40B4-BE49-F238E27FC236}">
                <a16:creationId xmlns:a16="http://schemas.microsoft.com/office/drawing/2014/main" id="{E2C3CFCC-DF4C-46E5-BFC0-5ED1F684AB71}"/>
              </a:ext>
            </a:extLst>
          </p:cNvPr>
          <p:cNvGraphicFramePr>
            <a:graphicFrameLocks noGrp="1"/>
          </p:cNvGraphicFramePr>
          <p:nvPr>
            <p:extLst>
              <p:ext uri="{D42A27DB-BD31-4B8C-83A1-F6EECF244321}">
                <p14:modId xmlns:p14="http://schemas.microsoft.com/office/powerpoint/2010/main" val="2592323187"/>
              </p:ext>
            </p:extLst>
          </p:nvPr>
        </p:nvGraphicFramePr>
        <p:xfrm>
          <a:off x="817766" y="1452527"/>
          <a:ext cx="4397080" cy="3021296"/>
        </p:xfrm>
        <a:graphic>
          <a:graphicData uri="http://schemas.openxmlformats.org/drawingml/2006/table">
            <a:tbl>
              <a:tblPr firstRow="1" bandRow="1">
                <a:tableStyleId>{5940675A-B579-460E-94D1-54222C63F5DA}</a:tableStyleId>
              </a:tblPr>
              <a:tblGrid>
                <a:gridCol w="1099270">
                  <a:extLst>
                    <a:ext uri="{9D8B030D-6E8A-4147-A177-3AD203B41FA5}">
                      <a16:colId xmlns:a16="http://schemas.microsoft.com/office/drawing/2014/main" val="1865977880"/>
                    </a:ext>
                  </a:extLst>
                </a:gridCol>
                <a:gridCol w="1099270">
                  <a:extLst>
                    <a:ext uri="{9D8B030D-6E8A-4147-A177-3AD203B41FA5}">
                      <a16:colId xmlns:a16="http://schemas.microsoft.com/office/drawing/2014/main" val="1249061194"/>
                    </a:ext>
                  </a:extLst>
                </a:gridCol>
                <a:gridCol w="1099270">
                  <a:extLst>
                    <a:ext uri="{9D8B030D-6E8A-4147-A177-3AD203B41FA5}">
                      <a16:colId xmlns:a16="http://schemas.microsoft.com/office/drawing/2014/main" val="420556382"/>
                    </a:ext>
                  </a:extLst>
                </a:gridCol>
                <a:gridCol w="1099270">
                  <a:extLst>
                    <a:ext uri="{9D8B030D-6E8A-4147-A177-3AD203B41FA5}">
                      <a16:colId xmlns:a16="http://schemas.microsoft.com/office/drawing/2014/main" val="3729790762"/>
                    </a:ext>
                  </a:extLst>
                </a:gridCol>
              </a:tblGrid>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57742940"/>
                  </a:ext>
                </a:extLst>
              </a:tr>
              <a:tr h="755324">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263468494"/>
                  </a:ext>
                </a:extLst>
              </a:tr>
              <a:tr h="755324">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118918757"/>
                  </a:ext>
                </a:extLst>
              </a:tr>
              <a:tr h="755324">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45706691"/>
                  </a:ext>
                </a:extLst>
              </a:tr>
            </a:tbl>
          </a:graphicData>
        </a:graphic>
      </p:graphicFrame>
      <p:cxnSp>
        <p:nvCxnSpPr>
          <p:cNvPr id="57" name="直線接點 56">
            <a:extLst>
              <a:ext uri="{FF2B5EF4-FFF2-40B4-BE49-F238E27FC236}">
                <a16:creationId xmlns:a16="http://schemas.microsoft.com/office/drawing/2014/main" id="{71FF2F7F-AE7C-433C-856F-1FE7D4E1FD99}"/>
              </a:ext>
            </a:extLst>
          </p:cNvPr>
          <p:cNvCxnSpPr>
            <a:cxnSpLocks/>
          </p:cNvCxnSpPr>
          <p:nvPr/>
        </p:nvCxnSpPr>
        <p:spPr>
          <a:xfrm>
            <a:off x="826538" y="1461168"/>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8" name="直線接點 57">
            <a:extLst>
              <a:ext uri="{FF2B5EF4-FFF2-40B4-BE49-F238E27FC236}">
                <a16:creationId xmlns:a16="http://schemas.microsoft.com/office/drawing/2014/main" id="{9E7F8D40-1489-4602-950F-3A3ACC5A2B8F}"/>
              </a:ext>
            </a:extLst>
          </p:cNvPr>
          <p:cNvCxnSpPr>
            <a:cxnSpLocks/>
          </p:cNvCxnSpPr>
          <p:nvPr/>
        </p:nvCxnSpPr>
        <p:spPr>
          <a:xfrm>
            <a:off x="1931700" y="1461168"/>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59" name="直線接點 58">
            <a:extLst>
              <a:ext uri="{FF2B5EF4-FFF2-40B4-BE49-F238E27FC236}">
                <a16:creationId xmlns:a16="http://schemas.microsoft.com/office/drawing/2014/main" id="{2AB2121C-312E-45AD-B286-80E7498EA87E}"/>
              </a:ext>
            </a:extLst>
          </p:cNvPr>
          <p:cNvCxnSpPr>
            <a:cxnSpLocks/>
          </p:cNvCxnSpPr>
          <p:nvPr/>
        </p:nvCxnSpPr>
        <p:spPr>
          <a:xfrm>
            <a:off x="3025209" y="1461168"/>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0" name="直線接點 59">
            <a:extLst>
              <a:ext uri="{FF2B5EF4-FFF2-40B4-BE49-F238E27FC236}">
                <a16:creationId xmlns:a16="http://schemas.microsoft.com/office/drawing/2014/main" id="{DE8EDD99-30E8-4B71-9C20-1F691BA3D54D}"/>
              </a:ext>
            </a:extLst>
          </p:cNvPr>
          <p:cNvCxnSpPr>
            <a:cxnSpLocks/>
          </p:cNvCxnSpPr>
          <p:nvPr/>
        </p:nvCxnSpPr>
        <p:spPr>
          <a:xfrm>
            <a:off x="4099865" y="1461168"/>
            <a:ext cx="0" cy="3021296"/>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1" name="直線接點 60">
            <a:extLst>
              <a:ext uri="{FF2B5EF4-FFF2-40B4-BE49-F238E27FC236}">
                <a16:creationId xmlns:a16="http://schemas.microsoft.com/office/drawing/2014/main" id="{B5C144AC-E827-4DD6-B1D9-A28968B3FF75}"/>
              </a:ext>
            </a:extLst>
          </p:cNvPr>
          <p:cNvCxnSpPr>
            <a:cxnSpLocks/>
          </p:cNvCxnSpPr>
          <p:nvPr/>
        </p:nvCxnSpPr>
        <p:spPr>
          <a:xfrm flipH="1">
            <a:off x="827062" y="3710252"/>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3" name="直線接點 62">
            <a:extLst>
              <a:ext uri="{FF2B5EF4-FFF2-40B4-BE49-F238E27FC236}">
                <a16:creationId xmlns:a16="http://schemas.microsoft.com/office/drawing/2014/main" id="{879D9D16-8CBA-4AF7-BA46-9E0DD2A410B5}"/>
              </a:ext>
            </a:extLst>
          </p:cNvPr>
          <p:cNvCxnSpPr>
            <a:cxnSpLocks/>
          </p:cNvCxnSpPr>
          <p:nvPr/>
        </p:nvCxnSpPr>
        <p:spPr>
          <a:xfrm flipH="1">
            <a:off x="827062" y="2946681"/>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4" name="直線接點 63">
            <a:extLst>
              <a:ext uri="{FF2B5EF4-FFF2-40B4-BE49-F238E27FC236}">
                <a16:creationId xmlns:a16="http://schemas.microsoft.com/office/drawing/2014/main" id="{6158B72F-DFEF-46D3-A157-B9E9731B673C}"/>
              </a:ext>
            </a:extLst>
          </p:cNvPr>
          <p:cNvCxnSpPr>
            <a:cxnSpLocks/>
          </p:cNvCxnSpPr>
          <p:nvPr/>
        </p:nvCxnSpPr>
        <p:spPr>
          <a:xfrm flipH="1">
            <a:off x="809256" y="2183110"/>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cxnSp>
        <p:nvCxnSpPr>
          <p:cNvPr id="67" name="直線接點 66">
            <a:extLst>
              <a:ext uri="{FF2B5EF4-FFF2-40B4-BE49-F238E27FC236}">
                <a16:creationId xmlns:a16="http://schemas.microsoft.com/office/drawing/2014/main" id="{94B8D181-3DB3-45ED-BA2B-A91394323024}"/>
              </a:ext>
            </a:extLst>
          </p:cNvPr>
          <p:cNvCxnSpPr>
            <a:cxnSpLocks/>
          </p:cNvCxnSpPr>
          <p:nvPr/>
        </p:nvCxnSpPr>
        <p:spPr>
          <a:xfrm flipH="1">
            <a:off x="827062" y="1448839"/>
            <a:ext cx="4396294" cy="8641"/>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68" name="橢圓 67">
            <a:extLst>
              <a:ext uri="{FF2B5EF4-FFF2-40B4-BE49-F238E27FC236}">
                <a16:creationId xmlns:a16="http://schemas.microsoft.com/office/drawing/2014/main" id="{6C170122-6AD8-435D-812F-7BF2AE1A5FF6}"/>
              </a:ext>
            </a:extLst>
          </p:cNvPr>
          <p:cNvSpPr/>
          <p:nvPr/>
        </p:nvSpPr>
        <p:spPr>
          <a:xfrm>
            <a:off x="5101608" y="4327810"/>
            <a:ext cx="207884" cy="22138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橢圓 68">
            <a:extLst>
              <a:ext uri="{FF2B5EF4-FFF2-40B4-BE49-F238E27FC236}">
                <a16:creationId xmlns:a16="http://schemas.microsoft.com/office/drawing/2014/main" id="{4EB0AE8D-553C-4198-87D8-59A7D6D91940}"/>
              </a:ext>
            </a:extLst>
          </p:cNvPr>
          <p:cNvSpPr/>
          <p:nvPr/>
        </p:nvSpPr>
        <p:spPr>
          <a:xfrm>
            <a:off x="4392853" y="3599557"/>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橢圓 69">
            <a:extLst>
              <a:ext uri="{FF2B5EF4-FFF2-40B4-BE49-F238E27FC236}">
                <a16:creationId xmlns:a16="http://schemas.microsoft.com/office/drawing/2014/main" id="{FD2C8C2D-86AE-4FF9-9606-610E75340A84}"/>
              </a:ext>
            </a:extLst>
          </p:cNvPr>
          <p:cNvSpPr/>
          <p:nvPr/>
        </p:nvSpPr>
        <p:spPr>
          <a:xfrm>
            <a:off x="3995922" y="3242906"/>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1" name="直線接點 70">
            <a:extLst>
              <a:ext uri="{FF2B5EF4-FFF2-40B4-BE49-F238E27FC236}">
                <a16:creationId xmlns:a16="http://schemas.microsoft.com/office/drawing/2014/main" id="{B7593F88-927C-46F5-AFD7-076CEF651FC9}"/>
              </a:ext>
            </a:extLst>
          </p:cNvPr>
          <p:cNvCxnSpPr>
            <a:cxnSpLocks/>
            <a:stCxn id="70" idx="5"/>
            <a:endCxn id="69" idx="1"/>
          </p:cNvCxnSpPr>
          <p:nvPr/>
        </p:nvCxnSpPr>
        <p:spPr>
          <a:xfrm>
            <a:off x="4173362" y="3431873"/>
            <a:ext cx="249935" cy="200106"/>
          </a:xfrm>
          <a:prstGeom prst="line">
            <a:avLst/>
          </a:prstGeom>
          <a:ln w="38100"/>
        </p:spPr>
        <p:style>
          <a:lnRef idx="1">
            <a:schemeClr val="dk1"/>
          </a:lnRef>
          <a:fillRef idx="0">
            <a:schemeClr val="dk1"/>
          </a:fillRef>
          <a:effectRef idx="0">
            <a:schemeClr val="dk1"/>
          </a:effectRef>
          <a:fontRef idx="minor">
            <a:schemeClr val="tx1"/>
          </a:fontRef>
        </p:style>
      </p:cxnSp>
      <p:cxnSp>
        <p:nvCxnSpPr>
          <p:cNvPr id="72" name="直線接點 71">
            <a:extLst>
              <a:ext uri="{FF2B5EF4-FFF2-40B4-BE49-F238E27FC236}">
                <a16:creationId xmlns:a16="http://schemas.microsoft.com/office/drawing/2014/main" id="{861F37F1-E371-4338-8FDD-83761862D8A5}"/>
              </a:ext>
            </a:extLst>
          </p:cNvPr>
          <p:cNvCxnSpPr>
            <a:cxnSpLocks/>
            <a:endCxn id="70" idx="1"/>
          </p:cNvCxnSpPr>
          <p:nvPr/>
        </p:nvCxnSpPr>
        <p:spPr>
          <a:xfrm>
            <a:off x="3328116" y="3032628"/>
            <a:ext cx="698250" cy="242700"/>
          </a:xfrm>
          <a:prstGeom prst="line">
            <a:avLst/>
          </a:prstGeom>
          <a:ln w="38100"/>
        </p:spPr>
        <p:style>
          <a:lnRef idx="1">
            <a:schemeClr val="dk1"/>
          </a:lnRef>
          <a:fillRef idx="0">
            <a:schemeClr val="dk1"/>
          </a:fillRef>
          <a:effectRef idx="0">
            <a:schemeClr val="dk1"/>
          </a:effectRef>
          <a:fontRef idx="minor">
            <a:schemeClr val="tx1"/>
          </a:fontRef>
        </p:style>
      </p:cxnSp>
      <p:sp>
        <p:nvSpPr>
          <p:cNvPr id="73" name="橢圓 72">
            <a:extLst>
              <a:ext uri="{FF2B5EF4-FFF2-40B4-BE49-F238E27FC236}">
                <a16:creationId xmlns:a16="http://schemas.microsoft.com/office/drawing/2014/main" id="{D5082079-2992-42A0-A749-0D11DDDDD0EC}"/>
              </a:ext>
            </a:extLst>
          </p:cNvPr>
          <p:cNvSpPr/>
          <p:nvPr/>
        </p:nvSpPr>
        <p:spPr>
          <a:xfrm>
            <a:off x="3177603" y="2866813"/>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9" name="直線接點 98">
            <a:extLst>
              <a:ext uri="{FF2B5EF4-FFF2-40B4-BE49-F238E27FC236}">
                <a16:creationId xmlns:a16="http://schemas.microsoft.com/office/drawing/2014/main" id="{69AE3D98-C94A-4707-BA2F-9780D647AFB1}"/>
              </a:ext>
            </a:extLst>
          </p:cNvPr>
          <p:cNvCxnSpPr>
            <a:cxnSpLocks/>
            <a:endCxn id="5" idx="6"/>
          </p:cNvCxnSpPr>
          <p:nvPr/>
        </p:nvCxnSpPr>
        <p:spPr>
          <a:xfrm>
            <a:off x="8078207" y="2217095"/>
            <a:ext cx="934880" cy="454477"/>
          </a:xfrm>
          <a:prstGeom prst="line">
            <a:avLst/>
          </a:prstGeom>
          <a:ln w="38100"/>
        </p:spPr>
        <p:style>
          <a:lnRef idx="1">
            <a:schemeClr val="dk1"/>
          </a:lnRef>
          <a:fillRef idx="0">
            <a:schemeClr val="dk1"/>
          </a:fillRef>
          <a:effectRef idx="0">
            <a:schemeClr val="dk1"/>
          </a:effectRef>
          <a:fontRef idx="minor">
            <a:schemeClr val="tx1"/>
          </a:fontRef>
        </p:style>
      </p:cxnSp>
      <p:cxnSp>
        <p:nvCxnSpPr>
          <p:cNvPr id="100" name="直線接點 99">
            <a:extLst>
              <a:ext uri="{FF2B5EF4-FFF2-40B4-BE49-F238E27FC236}">
                <a16:creationId xmlns:a16="http://schemas.microsoft.com/office/drawing/2014/main" id="{E3CEE529-AAF2-4855-9679-1D875AA377B7}"/>
              </a:ext>
            </a:extLst>
          </p:cNvPr>
          <p:cNvCxnSpPr>
            <a:cxnSpLocks/>
          </p:cNvCxnSpPr>
          <p:nvPr/>
        </p:nvCxnSpPr>
        <p:spPr>
          <a:xfrm>
            <a:off x="8893530" y="2645200"/>
            <a:ext cx="362506" cy="404709"/>
          </a:xfrm>
          <a:prstGeom prst="line">
            <a:avLst/>
          </a:prstGeom>
          <a:ln w="38100"/>
        </p:spPr>
        <p:style>
          <a:lnRef idx="1">
            <a:schemeClr val="dk1"/>
          </a:lnRef>
          <a:fillRef idx="0">
            <a:schemeClr val="dk1"/>
          </a:fillRef>
          <a:effectRef idx="0">
            <a:schemeClr val="dk1"/>
          </a:effectRef>
          <a:fontRef idx="minor">
            <a:schemeClr val="tx1"/>
          </a:fontRef>
        </p:style>
      </p:cxnSp>
      <p:sp>
        <p:nvSpPr>
          <p:cNvPr id="5" name="橢圓 4">
            <a:extLst>
              <a:ext uri="{FF2B5EF4-FFF2-40B4-BE49-F238E27FC236}">
                <a16:creationId xmlns:a16="http://schemas.microsoft.com/office/drawing/2014/main" id="{955434CE-32FA-4FC0-A060-51B642475E0A}"/>
              </a:ext>
            </a:extLst>
          </p:cNvPr>
          <p:cNvSpPr/>
          <p:nvPr/>
        </p:nvSpPr>
        <p:spPr>
          <a:xfrm>
            <a:off x="8805203" y="2560877"/>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4C293713-9700-4FFF-BA39-03FFFF31703F}"/>
              </a:ext>
            </a:extLst>
          </p:cNvPr>
          <p:cNvSpPr/>
          <p:nvPr/>
        </p:nvSpPr>
        <p:spPr>
          <a:xfrm>
            <a:off x="9086248" y="2858960"/>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2" name="直線接點 101">
            <a:extLst>
              <a:ext uri="{FF2B5EF4-FFF2-40B4-BE49-F238E27FC236}">
                <a16:creationId xmlns:a16="http://schemas.microsoft.com/office/drawing/2014/main" id="{224FF44C-38C3-44B1-9BDA-AAB608787809}"/>
              </a:ext>
            </a:extLst>
          </p:cNvPr>
          <p:cNvCxnSpPr>
            <a:cxnSpLocks/>
            <a:endCxn id="7" idx="2"/>
          </p:cNvCxnSpPr>
          <p:nvPr/>
        </p:nvCxnSpPr>
        <p:spPr>
          <a:xfrm>
            <a:off x="6711636" y="1493802"/>
            <a:ext cx="1024767" cy="189255"/>
          </a:xfrm>
          <a:prstGeom prst="line">
            <a:avLst/>
          </a:prstGeom>
          <a:ln w="38100"/>
        </p:spPr>
        <p:style>
          <a:lnRef idx="1">
            <a:schemeClr val="dk1"/>
          </a:lnRef>
          <a:fillRef idx="0">
            <a:schemeClr val="dk1"/>
          </a:fillRef>
          <a:effectRef idx="0">
            <a:schemeClr val="dk1"/>
          </a:effectRef>
          <a:fontRef idx="minor">
            <a:schemeClr val="tx1"/>
          </a:fontRef>
        </p:style>
      </p:cxnSp>
      <p:sp>
        <p:nvSpPr>
          <p:cNvPr id="8" name="橢圓 7">
            <a:extLst>
              <a:ext uri="{FF2B5EF4-FFF2-40B4-BE49-F238E27FC236}">
                <a16:creationId xmlns:a16="http://schemas.microsoft.com/office/drawing/2014/main" id="{DB9F982C-DA2C-4504-84D8-F1A26EE351BF}"/>
              </a:ext>
            </a:extLst>
          </p:cNvPr>
          <p:cNvSpPr/>
          <p:nvPr/>
        </p:nvSpPr>
        <p:spPr>
          <a:xfrm>
            <a:off x="6613173" y="1350471"/>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3" name="直線接點 102">
            <a:extLst>
              <a:ext uri="{FF2B5EF4-FFF2-40B4-BE49-F238E27FC236}">
                <a16:creationId xmlns:a16="http://schemas.microsoft.com/office/drawing/2014/main" id="{7CBC09DC-A0B7-4297-8880-FF1AE02AE76B}"/>
              </a:ext>
            </a:extLst>
          </p:cNvPr>
          <p:cNvCxnSpPr>
            <a:cxnSpLocks/>
          </p:cNvCxnSpPr>
          <p:nvPr/>
        </p:nvCxnSpPr>
        <p:spPr>
          <a:xfrm>
            <a:off x="7799764" y="1664066"/>
            <a:ext cx="327833" cy="558570"/>
          </a:xfrm>
          <a:prstGeom prst="line">
            <a:avLst/>
          </a:prstGeom>
          <a:ln w="38100"/>
        </p:spPr>
        <p:style>
          <a:lnRef idx="1">
            <a:schemeClr val="dk1"/>
          </a:lnRef>
          <a:fillRef idx="0">
            <a:schemeClr val="dk1"/>
          </a:fillRef>
          <a:effectRef idx="0">
            <a:schemeClr val="dk1"/>
          </a:effectRef>
          <a:fontRef idx="minor">
            <a:schemeClr val="tx1"/>
          </a:fontRef>
        </p:style>
      </p:cxnSp>
      <p:sp>
        <p:nvSpPr>
          <p:cNvPr id="7" name="橢圓 6">
            <a:extLst>
              <a:ext uri="{FF2B5EF4-FFF2-40B4-BE49-F238E27FC236}">
                <a16:creationId xmlns:a16="http://schemas.microsoft.com/office/drawing/2014/main" id="{109BCB85-25D5-43D3-9776-8D8D15175B62}"/>
              </a:ext>
            </a:extLst>
          </p:cNvPr>
          <p:cNvSpPr/>
          <p:nvPr/>
        </p:nvSpPr>
        <p:spPr>
          <a:xfrm>
            <a:off x="7736403" y="1572362"/>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07B21D24-D9E7-4478-A8BB-A9A30649C29F}"/>
              </a:ext>
            </a:extLst>
          </p:cNvPr>
          <p:cNvSpPr/>
          <p:nvPr/>
        </p:nvSpPr>
        <p:spPr>
          <a:xfrm>
            <a:off x="7969267" y="2081057"/>
            <a:ext cx="207884" cy="22138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7E64D82A-EB5A-4101-BD88-0355B40AB56F}"/>
                  </a:ext>
                </a:extLst>
              </p:cNvPr>
              <p:cNvSpPr txBox="1"/>
              <p:nvPr/>
            </p:nvSpPr>
            <p:spPr>
              <a:xfrm>
                <a:off x="1395669" y="5102250"/>
                <a:ext cx="6573591" cy="955903"/>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Space : 2kn</a:t>
                </a:r>
              </a:p>
              <a:p>
                <a:r>
                  <a:rPr lang="en-US" altLang="zh-TW" sz="2400" dirty="0">
                    <a:latin typeface="Times New Roman" panose="02020603050405020304" pitchFamily="18" charset="0"/>
                    <a:cs typeface="Times New Roman" panose="02020603050405020304" pitchFamily="18" charset="0"/>
                  </a:rPr>
                  <a:t>Expected number of values recomputed :  </a:t>
                </a:r>
                <a14:m>
                  <m:oMath xmlns:m="http://schemas.openxmlformats.org/officeDocument/2006/math">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𝑚</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𝑛</m:t>
                        </m:r>
                      </m:num>
                      <m:den>
                        <m:r>
                          <a:rPr lang="en-US" altLang="zh-TW" sz="2400" b="0" i="1" smtClean="0">
                            <a:latin typeface="Cambria Math" panose="02040503050406030204" pitchFamily="18" charset="0"/>
                          </a:rPr>
                          <m:t>𝑘</m:t>
                        </m:r>
                      </m:den>
                    </m:f>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2" name="文字方塊 21">
                <a:extLst>
                  <a:ext uri="{FF2B5EF4-FFF2-40B4-BE49-F238E27FC236}">
                    <a16:creationId xmlns:a16="http://schemas.microsoft.com/office/drawing/2014/main" id="{7E64D82A-EB5A-4101-BD88-0355B40AB56F}"/>
                  </a:ext>
                </a:extLst>
              </p:cNvPr>
              <p:cNvSpPr txBox="1">
                <a:spLocks noRot="1" noChangeAspect="1" noMove="1" noResize="1" noEditPoints="1" noAdjustHandles="1" noChangeArrowheads="1" noChangeShapeType="1" noTextEdit="1"/>
              </p:cNvSpPr>
              <p:nvPr/>
            </p:nvSpPr>
            <p:spPr>
              <a:xfrm>
                <a:off x="1395669" y="5102250"/>
                <a:ext cx="6573591" cy="955903"/>
              </a:xfrm>
              <a:prstGeom prst="rect">
                <a:avLst/>
              </a:prstGeom>
              <a:blipFill>
                <a:blip r:embed="rId2"/>
                <a:stretch>
                  <a:fillRect l="-1484" t="-5096" b="-50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561404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圖片 23">
            <a:extLst>
              <a:ext uri="{FF2B5EF4-FFF2-40B4-BE49-F238E27FC236}">
                <a16:creationId xmlns:a16="http://schemas.microsoft.com/office/drawing/2014/main" id="{BBED8892-AC80-43A4-A008-EEC1C7A784BB}"/>
              </a:ext>
            </a:extLst>
          </p:cNvPr>
          <p:cNvPicPr>
            <a:picLocks noChangeAspect="1"/>
          </p:cNvPicPr>
          <p:nvPr/>
        </p:nvPicPr>
        <p:blipFill>
          <a:blip r:embed="rId3"/>
          <a:stretch>
            <a:fillRect/>
          </a:stretch>
        </p:blipFill>
        <p:spPr>
          <a:xfrm>
            <a:off x="1597384" y="1076482"/>
            <a:ext cx="9194826" cy="5479988"/>
          </a:xfrm>
          <a:prstGeom prst="rect">
            <a:avLst/>
          </a:prstGeom>
        </p:spPr>
      </p:pic>
      <p:sp>
        <p:nvSpPr>
          <p:cNvPr id="26" name="文字方塊 25">
            <a:extLst>
              <a:ext uri="{FF2B5EF4-FFF2-40B4-BE49-F238E27FC236}">
                <a16:creationId xmlns:a16="http://schemas.microsoft.com/office/drawing/2014/main" id="{E25DE975-5E54-4A72-A311-9960B4F0141E}"/>
              </a:ext>
            </a:extLst>
          </p:cNvPr>
          <p:cNvSpPr txBox="1"/>
          <p:nvPr/>
        </p:nvSpPr>
        <p:spPr>
          <a:xfrm>
            <a:off x="351123" y="491707"/>
            <a:ext cx="6094378" cy="584775"/>
          </a:xfrm>
          <a:prstGeom prst="rect">
            <a:avLst/>
          </a:prstGeom>
          <a:noFill/>
        </p:spPr>
        <p:txBody>
          <a:bodyPr wrap="square">
            <a:spAutoFit/>
          </a:bodyPr>
          <a:lstStyle/>
          <a:p>
            <a:r>
              <a:rPr lang="en-US" altLang="zh-TW" sz="3200" dirty="0">
                <a:latin typeface="Times New Roman" panose="02020603050405020304" pitchFamily="18" charset="0"/>
                <a:cs typeface="Times New Roman" panose="02020603050405020304" pitchFamily="18" charset="0"/>
              </a:rPr>
              <a:t>Experimental Result</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802099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318</Words>
  <Application>Microsoft Office PowerPoint</Application>
  <PresentationFormat>寬螢幕</PresentationFormat>
  <Paragraphs>39</Paragraphs>
  <Slides>15</Slides>
  <Notes>7</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Calibri Light</vt:lpstr>
      <vt:lpstr>Cambria Math</vt:lpstr>
      <vt:lpstr>Times New Roman</vt:lpstr>
      <vt:lpstr>Office 佈景主題</vt:lpstr>
      <vt:lpstr>Sequence Alignment using FastLSA</vt:lpstr>
      <vt:lpstr>PowerPoint 簡報</vt:lpstr>
      <vt:lpstr>PowerPoint 簡報</vt:lpstr>
      <vt:lpstr>PowerPoint 簡報</vt:lpstr>
      <vt:lpstr>PowerPoint 簡報</vt:lpstr>
      <vt:lpstr>PowerPoint 簡報</vt:lpstr>
      <vt:lpstr>PowerPoint 簡報</vt:lpstr>
      <vt:lpstr>PowerPoint 簡報</vt:lpstr>
      <vt:lpstr>FactLSA</vt:lpstr>
      <vt:lpstr>FactLSA</vt:lpstr>
      <vt:lpstr>FactLSA</vt:lpstr>
      <vt:lpstr>FactLSA</vt:lpstr>
      <vt:lpstr>FactLSA</vt:lpstr>
      <vt:lpstr>FactLSA</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M083040080</dc:creator>
  <cp:lastModifiedBy>M083040080</cp:lastModifiedBy>
  <cp:revision>11</cp:revision>
  <dcterms:created xsi:type="dcterms:W3CDTF">2020-08-10T15:09:37Z</dcterms:created>
  <dcterms:modified xsi:type="dcterms:W3CDTF">2020-08-11T05:13:52Z</dcterms:modified>
</cp:coreProperties>
</file>