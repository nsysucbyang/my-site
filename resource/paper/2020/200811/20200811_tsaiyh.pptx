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9" r:id="rId3"/>
    <p:sldId id="280" r:id="rId4"/>
    <p:sldId id="281" r:id="rId5"/>
    <p:sldId id="279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C598C-8F50-4D8A-A257-9F9A3D6EE20F}" type="datetimeFigureOut">
              <a:rPr lang="zh-TW" altLang="en-US" smtClean="0"/>
              <a:pPr/>
              <a:t>2020/8/11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18BCC-D1EA-4D8A-929C-D092EA2B439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878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1970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7988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1972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0340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1977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0657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1979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7503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1978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34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2020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8210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2020/8/11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2020/8/11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2020/8/11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2020/8/11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2020/8/11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2020/8/11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D1462-57C0-4459-9390-560953396E85}" type="datetimeFigureOut">
              <a:rPr lang="zh-TW" altLang="en-US" smtClean="0"/>
              <a:pPr/>
              <a:t>2020/8/11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342" y="1715999"/>
            <a:ext cx="7890145" cy="649317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itchFamily="18" charset="0"/>
                <a:cs typeface="Times New Roman" pitchFamily="18" charset="0"/>
              </a:rPr>
              <a:t>A Fast Convex Hull Algorithm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003984"/>
            <a:ext cx="6858000" cy="425017"/>
          </a:xfrm>
        </p:spPr>
        <p:txBody>
          <a:bodyPr>
            <a:noAutofit/>
          </a:bodyPr>
          <a:lstStyle/>
          <a:p>
            <a:pPr fontAlgn="ctr"/>
            <a:r>
              <a:rPr lang="en-US" altLang="zh-TW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Selim</a:t>
            </a:r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G.Akl</a:t>
            </a:r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Godfried</a:t>
            </a:r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T.Toussaint</a:t>
            </a:r>
            <a:endParaRPr lang="en-US" altLang="zh-TW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F2527E8-BB8F-41FB-8AF1-03DCC96BC069}"/>
              </a:ext>
            </a:extLst>
          </p:cNvPr>
          <p:cNvSpPr txBox="1"/>
          <p:nvPr/>
        </p:nvSpPr>
        <p:spPr>
          <a:xfrm>
            <a:off x="1547664" y="3861048"/>
            <a:ext cx="60783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</a:t>
            </a:r>
          </a:p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7, Issue 5, August 1978, Pages 219-222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BC92671-3184-4146-A361-F82079153C2E}"/>
              </a:ext>
            </a:extLst>
          </p:cNvPr>
          <p:cNvSpPr txBox="1"/>
          <p:nvPr/>
        </p:nvSpPr>
        <p:spPr>
          <a:xfrm>
            <a:off x="5580112" y="5357171"/>
            <a:ext cx="3375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Yuan-Hsiu Tsai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2A0654C-2F84-4026-9FCF-04C8DF590D5F}"/>
              </a:ext>
            </a:extLst>
          </p:cNvPr>
          <p:cNvSpPr txBox="1"/>
          <p:nvPr/>
        </p:nvSpPr>
        <p:spPr>
          <a:xfrm>
            <a:off x="5652120" y="5824855"/>
            <a:ext cx="2660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Date: Aug. 11, 2020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570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116632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774493"/>
            <a:ext cx="9004993" cy="5246795"/>
          </a:xfrm>
        </p:spPr>
        <p:txBody>
          <a:bodyPr>
            <a:noAutofit/>
          </a:bodyPr>
          <a:lstStyle/>
          <a:p>
            <a:pPr marL="0" indent="0">
              <a:lnSpc>
                <a:spcPts val="3200"/>
              </a:lnSpc>
              <a:buNone/>
            </a:pPr>
            <a:r>
              <a:rPr lang="fr-FR" altLang="zh-TW" sz="2800" dirty="0">
                <a:latin typeface="Times New Roman" pitchFamily="18" charset="0"/>
                <a:cs typeface="Times New Roman" pitchFamily="18" charset="0"/>
              </a:rPr>
              <a:t>Several algorithms for determining the convex hull of set of points in two and three dimensions have been published recently. It has also been established that the complexity of the 2-dimensional convex hull problem is O(</a:t>
            </a:r>
            <a:r>
              <a:rPr lang="fr-FR" altLang="zh-TW" sz="2800" i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fr-FR" altLang="zh-TW" sz="2800" dirty="0">
                <a:latin typeface="Times New Roman" pitchFamily="18" charset="0"/>
                <a:cs typeface="Times New Roman" pitchFamily="18" charset="0"/>
              </a:rPr>
              <a:t>log</a:t>
            </a:r>
            <a:r>
              <a:rPr lang="fr-FR" altLang="zh-TW" sz="28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fr-FR" altLang="zh-TW" sz="2800" dirty="0">
                <a:latin typeface="Times New Roman" pitchFamily="18" charset="0"/>
                <a:cs typeface="Times New Roman" pitchFamily="18" charset="0"/>
              </a:rPr>
              <a:t>). In this note we describe a new algorithm for obtaing the convex hull of a set of points in the plane and empirically compare and speed of the proposed algorithm make it worth reporting.</a:t>
            </a:r>
          </a:p>
        </p:txBody>
      </p:sp>
    </p:spTree>
    <p:extLst>
      <p:ext uri="{BB962C8B-B14F-4D97-AF65-F5344CB8AC3E}">
        <p14:creationId xmlns:p14="http://schemas.microsoft.com/office/powerpoint/2010/main" val="399448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 -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Gift wrapping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內容版面配置區 4" descr="Gift wrapping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1268760"/>
            <a:ext cx="5616624" cy="5616624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6588224" y="1988840"/>
            <a:ext cx="172354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時間複雜度</a:t>
            </a:r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O(</a:t>
            </a:r>
            <a:r>
              <a:rPr lang="en-US" altLang="zh-TW" sz="2400" i="1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nh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Worst case</a:t>
            </a: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O(</a:t>
            </a:r>
            <a:r>
              <a:rPr lang="en-US" altLang="zh-TW" sz="2400" i="1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</a:t>
            </a:r>
            <a:r>
              <a:rPr lang="en-US" altLang="zh-TW" sz="2400" baseline="30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 -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Graham scan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6" name="內容版面配置區 5" descr="Graham scan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11560" y="1196752"/>
            <a:ext cx="5472608" cy="5615787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6588224" y="1988840"/>
            <a:ext cx="172354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時間複雜度</a:t>
            </a:r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O(</a:t>
            </a:r>
            <a:r>
              <a:rPr lang="en-US" altLang="zh-TW" sz="2400" i="1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</a:t>
            </a:r>
            <a:r>
              <a:rPr lang="en-US" altLang="zh-TW" sz="24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log</a:t>
            </a:r>
            <a:r>
              <a:rPr lang="en-US" altLang="zh-TW" sz="2400" i="1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zh-TW" altLang="en-US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若已排序</a:t>
            </a:r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O(</a:t>
            </a:r>
            <a:r>
              <a:rPr lang="en-US" altLang="zh-TW" sz="2400" i="1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 -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Quickhull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7">
              <a:buNone/>
            </a:pPr>
            <a:r>
              <a:rPr lang="en-US" altLang="zh-TW" dirty="0"/>
              <a:t>					</a:t>
            </a:r>
            <a:endParaRPr lang="zh-TW" altLang="en-US" dirty="0"/>
          </a:p>
        </p:txBody>
      </p:sp>
      <p:pic>
        <p:nvPicPr>
          <p:cNvPr id="8" name="圖片 7" descr="Quickhull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1520" y="1196752"/>
            <a:ext cx="5616624" cy="5616624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6588224" y="1988840"/>
            <a:ext cx="172354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時間複雜度</a:t>
            </a:r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O(</a:t>
            </a:r>
            <a:r>
              <a:rPr lang="en-US" altLang="zh-TW" sz="2400" i="1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</a:t>
            </a:r>
            <a:r>
              <a:rPr lang="en-US" altLang="zh-TW" sz="24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log</a:t>
            </a:r>
            <a:r>
              <a:rPr lang="en-US" altLang="zh-TW" sz="2400" i="1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Worst case</a:t>
            </a: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O(</a:t>
            </a:r>
            <a:r>
              <a:rPr lang="en-US" altLang="zh-TW" sz="2400" i="1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</a:t>
            </a:r>
            <a:r>
              <a:rPr lang="en-US" altLang="zh-TW" sz="2400" baseline="30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 - Monotone chain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7">
              <a:buNone/>
            </a:pPr>
            <a:r>
              <a:rPr lang="en-US" altLang="zh-TW" dirty="0"/>
              <a:t>					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6588224" y="1988840"/>
            <a:ext cx="172354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時間複雜度</a:t>
            </a:r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O(</a:t>
            </a:r>
            <a:r>
              <a:rPr lang="en-US" altLang="zh-TW" sz="2400" i="1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</a:t>
            </a:r>
            <a:r>
              <a:rPr lang="en-US" altLang="zh-TW" sz="24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log</a:t>
            </a:r>
            <a:r>
              <a:rPr lang="en-US" altLang="zh-TW" sz="2400" i="1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zh-TW" altLang="en-US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若已排序</a:t>
            </a:r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O(</a:t>
            </a:r>
            <a:r>
              <a:rPr lang="en-US" altLang="zh-TW" sz="2400" i="1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pic>
        <p:nvPicPr>
          <p:cNvPr id="5" name="圖片 4" descr="一張含有 文字, 地圖 的圖片&#10;&#10;自動產生的描述">
            <a:extLst>
              <a:ext uri="{FF2B5EF4-FFF2-40B4-BE49-F238E27FC236}">
                <a16:creationId xmlns:a16="http://schemas.microsoft.com/office/drawing/2014/main" id="{6F3D411E-9116-439E-ABAB-1AA4766C3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404" y="1196752"/>
            <a:ext cx="5638764" cy="56387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AKL</a:t>
            </a:r>
            <a:endParaRPr lang="zh-TW" altLang="en-US" dirty="0"/>
          </a:p>
        </p:txBody>
      </p:sp>
      <p:pic>
        <p:nvPicPr>
          <p:cNvPr id="5" name="內容版面配置區 4" descr="1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971600" y="1268760"/>
            <a:ext cx="7223915" cy="5257800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AKL</a:t>
            </a:r>
            <a:endParaRPr lang="zh-TW" altLang="en-US" dirty="0"/>
          </a:p>
        </p:txBody>
      </p:sp>
      <p:pic>
        <p:nvPicPr>
          <p:cNvPr id="6" name="內容版面配置區 5" descr="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91680" y="1196752"/>
            <a:ext cx="5472608" cy="5447272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AKL</a:t>
            </a:r>
            <a:endParaRPr lang="zh-TW" altLang="en-US" dirty="0"/>
          </a:p>
        </p:txBody>
      </p:sp>
      <p:pic>
        <p:nvPicPr>
          <p:cNvPr id="5" name="內容版面配置區 4" descr="3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123728" y="1196752"/>
            <a:ext cx="4824253" cy="5661248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TW" altLang="en-US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研討會版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6" name="內容版面配置區 5" descr="5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788335" y="1196752"/>
            <a:ext cx="7816113" cy="5661248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TW" altLang="en-US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研討會版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5" name="內容版面配置區 4" descr="6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83568" y="1124744"/>
            <a:ext cx="8054092" cy="5733256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TW" altLang="en-US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研討會版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6" name="內容版面配置區 5" descr="7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55576" y="1196752"/>
            <a:ext cx="7776864" cy="5687131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TW" altLang="en-US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研討會版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5" name="內容版面配置區 4" descr="8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55576" y="1152128"/>
            <a:ext cx="7819508" cy="5705872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TW" altLang="en-US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研討會版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5" name="內容版面配置區 4" descr="9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1489" y="1196752"/>
            <a:ext cx="5930831" cy="5661248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TW" altLang="en-US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研討會版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5" name="內容版面配置區 4" descr="10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40686" y="1196752"/>
            <a:ext cx="6127658" cy="5661248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TW" altLang="en-US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研討會版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6" name="內容版面配置區 5" descr="1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31808" y="1196752"/>
            <a:ext cx="6036536" cy="5661248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TW" altLang="en-US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研討會版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5" name="內容版面配置區 4" descr="1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39486" y="1268760"/>
            <a:ext cx="6688898" cy="5589240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TW" altLang="en-US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研討會版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5" name="內容版面配置區 4" descr="13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97306" y="1207293"/>
            <a:ext cx="6931078" cy="5650707"/>
          </a:xfrm>
        </p:spPr>
      </p:pic>
      <p:sp>
        <p:nvSpPr>
          <p:cNvPr id="7" name="橢圓 6"/>
          <p:cNvSpPr/>
          <p:nvPr/>
        </p:nvSpPr>
        <p:spPr>
          <a:xfrm>
            <a:off x="2627784" y="5805264"/>
            <a:ext cx="648072" cy="432048"/>
          </a:xfrm>
          <a:prstGeom prst="ellipse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TW" altLang="en-US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研討會版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7" name="內容版面配置區 6" descr="14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59632" y="1484784"/>
            <a:ext cx="7062042" cy="5301025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TW" altLang="en-US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研討會版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" y="2564904"/>
          <a:ext cx="9144000" cy="224802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9341">
                <a:tc>
                  <a:txBody>
                    <a:bodyPr/>
                    <a:lstStyle/>
                    <a:p>
                      <a:pPr algn="ctr"/>
                      <a:endParaRPr lang="zh-TW" altLang="en-US" sz="3600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Gift</a:t>
                      </a:r>
                      <a:endParaRPr lang="zh-TW" altLang="en-US" sz="3600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AKL</a:t>
                      </a:r>
                      <a:endParaRPr lang="zh-TW" altLang="en-US" sz="3600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Jiang</a:t>
                      </a:r>
                      <a:endParaRPr lang="zh-TW" altLang="en-US" sz="3600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Jan</a:t>
                      </a:r>
                      <a:endParaRPr lang="zh-TW" altLang="en-US" sz="3600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Average-case</a:t>
                      </a:r>
                      <a:endParaRPr lang="zh-TW" altLang="en-US" sz="2400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O(</a:t>
                      </a:r>
                      <a:r>
                        <a:rPr lang="en-US" altLang="zh-TW" sz="3600" i="1" dirty="0" err="1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nh</a:t>
                      </a:r>
                      <a:r>
                        <a:rPr lang="en-US" altLang="zh-TW" sz="36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lang="zh-TW" altLang="en-US" sz="3600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O(</a:t>
                      </a:r>
                      <a:r>
                        <a:rPr lang="en-US" altLang="zh-TW" sz="3600" i="1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n</a:t>
                      </a:r>
                      <a:r>
                        <a:rPr lang="en-US" altLang="zh-TW" sz="36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lang="zh-TW" altLang="en-US" sz="3600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O(</a:t>
                      </a:r>
                      <a:r>
                        <a:rPr lang="en-US" altLang="zh-TW" sz="3600" i="1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n</a:t>
                      </a:r>
                      <a:r>
                        <a:rPr lang="en-US" altLang="zh-TW" sz="36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lang="zh-TW" altLang="en-US" sz="3600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O(</a:t>
                      </a:r>
                      <a:r>
                        <a:rPr lang="en-US" altLang="zh-TW" sz="3600" i="1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n</a:t>
                      </a:r>
                      <a:r>
                        <a:rPr lang="en-US" altLang="zh-TW" sz="36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lang="zh-TW" altLang="en-US" sz="3600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Worst-case</a:t>
                      </a:r>
                      <a:endParaRPr lang="zh-TW" altLang="en-US" sz="2400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O(</a:t>
                      </a:r>
                      <a:r>
                        <a:rPr lang="en-US" altLang="zh-TW" sz="3600" i="1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n</a:t>
                      </a:r>
                      <a:r>
                        <a:rPr lang="en-US" altLang="zh-TW" sz="3600" i="1" baseline="300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2</a:t>
                      </a:r>
                      <a:r>
                        <a:rPr lang="en-US" altLang="zh-TW" sz="36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lang="zh-TW" altLang="en-US" sz="3600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O(</a:t>
                      </a:r>
                      <a:r>
                        <a:rPr lang="en-US" altLang="zh-TW" sz="3600" i="1" dirty="0" err="1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n</a:t>
                      </a:r>
                      <a:r>
                        <a:rPr lang="en-US" altLang="zh-TW" sz="3600" i="0" dirty="0" err="1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log</a:t>
                      </a:r>
                      <a:r>
                        <a:rPr lang="en-US" altLang="zh-TW" sz="3600" i="1" dirty="0" err="1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n</a:t>
                      </a:r>
                      <a:r>
                        <a:rPr lang="en-US" altLang="zh-TW" sz="36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lang="zh-TW" altLang="en-US" sz="3600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O(</a:t>
                      </a:r>
                      <a:r>
                        <a:rPr lang="en-US" altLang="zh-TW" sz="3600" i="1" dirty="0" err="1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n</a:t>
                      </a:r>
                      <a:r>
                        <a:rPr lang="en-US" altLang="zh-TW" sz="3600" i="0" dirty="0" err="1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log</a:t>
                      </a:r>
                      <a:r>
                        <a:rPr lang="en-US" altLang="zh-TW" sz="3600" i="1" dirty="0" err="1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n</a:t>
                      </a:r>
                      <a:r>
                        <a:rPr lang="en-US" altLang="zh-TW" sz="36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lang="zh-TW" altLang="en-US" sz="3600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O(</a:t>
                      </a:r>
                      <a:r>
                        <a:rPr lang="en-US" altLang="zh-TW" sz="3600" i="1" dirty="0" err="1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n</a:t>
                      </a:r>
                      <a:r>
                        <a:rPr lang="en-US" altLang="zh-TW" sz="3600" i="0" dirty="0" err="1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log</a:t>
                      </a:r>
                      <a:r>
                        <a:rPr lang="en-US" altLang="zh-TW" sz="3600" i="1" dirty="0" err="1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n</a:t>
                      </a:r>
                      <a:r>
                        <a:rPr lang="en-US" altLang="zh-TW" sz="3600" dirty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lang="zh-TW" altLang="en-US" sz="3600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300</Words>
  <Application>Microsoft Office PowerPoint</Application>
  <PresentationFormat>如螢幕大小 (4:3)</PresentationFormat>
  <Paragraphs>77</Paragraphs>
  <Slides>20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5" baseType="lpstr">
      <vt:lpstr>標楷體</vt:lpstr>
      <vt:lpstr>Arial</vt:lpstr>
      <vt:lpstr>Calibri</vt:lpstr>
      <vt:lpstr>Times New Roman</vt:lpstr>
      <vt:lpstr>Office 佈景主題</vt:lpstr>
      <vt:lpstr>A Fast Convex Hull Algorithm</vt:lpstr>
      <vt:lpstr>Introduction</vt:lpstr>
      <vt:lpstr>Introduction - Gift wrapping</vt:lpstr>
      <vt:lpstr>Introduction - Graham scan</vt:lpstr>
      <vt:lpstr>Introduction - Quickhull</vt:lpstr>
      <vt:lpstr>Introduction - Monotone chain</vt:lpstr>
      <vt:lpstr>Algorithm - AKL</vt:lpstr>
      <vt:lpstr>Algorithm - AKL</vt:lpstr>
      <vt:lpstr>Algorithm - AKL</vt:lpstr>
      <vt:lpstr>Algorithm – 研討會版</vt:lpstr>
      <vt:lpstr>Algorithm – 研討會版</vt:lpstr>
      <vt:lpstr>Algorithm – 研討會版</vt:lpstr>
      <vt:lpstr>Algorithm – 研討會版</vt:lpstr>
      <vt:lpstr>Algorithm – 研討會版</vt:lpstr>
      <vt:lpstr>Algorithm – 研討會版</vt:lpstr>
      <vt:lpstr>Algorithm – 研討會版</vt:lpstr>
      <vt:lpstr>Algorithm – 研討會版</vt:lpstr>
      <vt:lpstr>Algorithm – 研討會版</vt:lpstr>
      <vt:lpstr>Algorithm – 研討會版</vt:lpstr>
      <vt:lpstr>Algorithm – 研討會版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Indexed Dynamic Programming to Boost Edit Distance and LCSS Computation</dc:title>
  <dc:creator>阿修</dc:creator>
  <cp:lastModifiedBy>pplab</cp:lastModifiedBy>
  <cp:revision>61</cp:revision>
  <dcterms:created xsi:type="dcterms:W3CDTF">2019-09-15T07:43:36Z</dcterms:created>
  <dcterms:modified xsi:type="dcterms:W3CDTF">2020-08-11T07:41:42Z</dcterms:modified>
</cp:coreProperties>
</file>