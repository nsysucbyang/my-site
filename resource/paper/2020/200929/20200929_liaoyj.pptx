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7" r:id="rId3"/>
    <p:sldId id="261" r:id="rId4"/>
    <p:sldId id="274" r:id="rId5"/>
    <p:sldId id="307" r:id="rId6"/>
    <p:sldId id="286" r:id="rId7"/>
    <p:sldId id="283" r:id="rId8"/>
    <p:sldId id="292" r:id="rId9"/>
    <p:sldId id="304" r:id="rId10"/>
    <p:sldId id="295" r:id="rId11"/>
    <p:sldId id="305" r:id="rId12"/>
    <p:sldId id="299" r:id="rId13"/>
    <p:sldId id="300" r:id="rId14"/>
    <p:sldId id="308" r:id="rId15"/>
    <p:sldId id="30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EF712A-C9F3-4FA7-AD7B-D8EF1B9D393D}" v="496" dt="2020-09-28T16:40:25.32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0734EAEE-AFB4-4B8E-8288-432812E7B4D5}"/>
    <pc:docChg chg="undo custSel addSld delSld modSld sldOrd">
      <pc:chgData name="郁儒 廖" userId="189a1d031aa848d3" providerId="LiveId" clId="{0734EAEE-AFB4-4B8E-8288-432812E7B4D5}" dt="2020-09-24T15:01:04.801" v="1657" actId="1076"/>
      <pc:docMkLst>
        <pc:docMk/>
      </pc:docMkLst>
      <pc:sldChg chg="modSp mod ord">
        <pc:chgData name="郁儒 廖" userId="189a1d031aa848d3" providerId="LiveId" clId="{0734EAEE-AFB4-4B8E-8288-432812E7B4D5}" dt="2020-09-24T14:51:38.595" v="1323"/>
        <pc:sldMkLst>
          <pc:docMk/>
          <pc:sldMk cId="3379035868" sldId="257"/>
        </pc:sldMkLst>
        <pc:spChg chg="mod">
          <ac:chgData name="郁儒 廖" userId="189a1d031aa848d3" providerId="LiveId" clId="{0734EAEE-AFB4-4B8E-8288-432812E7B4D5}" dt="2020-09-24T14:51:36.292" v="1321" actId="27636"/>
          <ac:spMkLst>
            <pc:docMk/>
            <pc:sldMk cId="3379035868" sldId="257"/>
            <ac:spMk id="2" creationId="{1872FEBF-0A2A-4888-810A-AAB14024E091}"/>
          </ac:spMkLst>
        </pc:spChg>
      </pc:sldChg>
      <pc:sldChg chg="modSp mod">
        <pc:chgData name="郁儒 廖" userId="189a1d031aa848d3" providerId="LiveId" clId="{0734EAEE-AFB4-4B8E-8288-432812E7B4D5}" dt="2020-09-24T14:50:50.027" v="1283"/>
        <pc:sldMkLst>
          <pc:docMk/>
          <pc:sldMk cId="2759903336" sldId="258"/>
        </pc:sldMkLst>
        <pc:spChg chg="mod">
          <ac:chgData name="郁儒 廖" userId="189a1d031aa848d3" providerId="LiveId" clId="{0734EAEE-AFB4-4B8E-8288-432812E7B4D5}" dt="2020-09-24T14:50:50.027" v="1283"/>
          <ac:spMkLst>
            <pc:docMk/>
            <pc:sldMk cId="2759903336" sldId="258"/>
            <ac:spMk id="2" creationId="{1872FEBF-0A2A-4888-810A-AAB14024E091}"/>
          </ac:spMkLst>
        </pc:spChg>
      </pc:sldChg>
      <pc:sldChg chg="del">
        <pc:chgData name="郁儒 廖" userId="189a1d031aa848d3" providerId="LiveId" clId="{0734EAEE-AFB4-4B8E-8288-432812E7B4D5}" dt="2020-09-24T14:52:36.736" v="1449" actId="47"/>
        <pc:sldMkLst>
          <pc:docMk/>
          <pc:sldMk cId="3782209421" sldId="259"/>
        </pc:sldMkLst>
      </pc:sldChg>
      <pc:sldChg chg="addSp modSp mod ord">
        <pc:chgData name="郁儒 廖" userId="189a1d031aa848d3" providerId="LiveId" clId="{0734EAEE-AFB4-4B8E-8288-432812E7B4D5}" dt="2020-09-24T14:52:30.974" v="1448" actId="1036"/>
        <pc:sldMkLst>
          <pc:docMk/>
          <pc:sldMk cId="346677093" sldId="260"/>
        </pc:sldMkLst>
        <pc:spChg chg="mod">
          <ac:chgData name="郁儒 廖" userId="189a1d031aa848d3" providerId="LiveId" clId="{0734EAEE-AFB4-4B8E-8288-432812E7B4D5}" dt="2020-09-24T14:52:10.351" v="1384" actId="20577"/>
          <ac:spMkLst>
            <pc:docMk/>
            <pc:sldMk cId="346677093" sldId="260"/>
            <ac:spMk id="2" creationId="{1872FEBF-0A2A-4888-810A-AAB14024E091}"/>
          </ac:spMkLst>
        </pc:spChg>
        <pc:spChg chg="mod">
          <ac:chgData name="郁儒 廖" userId="189a1d031aa848d3" providerId="LiveId" clId="{0734EAEE-AFB4-4B8E-8288-432812E7B4D5}" dt="2020-09-24T14:52:24.340" v="1407" actId="1035"/>
          <ac:spMkLst>
            <pc:docMk/>
            <pc:sldMk cId="346677093" sldId="260"/>
            <ac:spMk id="3" creationId="{65FEF795-19CF-431C-9483-D97653F318E6}"/>
          </ac:spMkLst>
        </pc:spChg>
        <pc:spChg chg="mod">
          <ac:chgData name="郁儒 廖" userId="189a1d031aa848d3" providerId="LiveId" clId="{0734EAEE-AFB4-4B8E-8288-432812E7B4D5}" dt="2020-09-24T14:52:24.340" v="1407" actId="1035"/>
          <ac:spMkLst>
            <pc:docMk/>
            <pc:sldMk cId="346677093" sldId="260"/>
            <ac:spMk id="9" creationId="{D392C30F-211C-4F7A-AC32-CB16C12DCA05}"/>
          </ac:spMkLst>
        </pc:spChg>
        <pc:spChg chg="mod">
          <ac:chgData name="郁儒 廖" userId="189a1d031aa848d3" providerId="LiveId" clId="{0734EAEE-AFB4-4B8E-8288-432812E7B4D5}" dt="2020-09-24T14:52:24.340" v="1407" actId="1035"/>
          <ac:spMkLst>
            <pc:docMk/>
            <pc:sldMk cId="346677093" sldId="260"/>
            <ac:spMk id="12" creationId="{691A34FD-731C-4614-ABEC-80AE3D5135AA}"/>
          </ac:spMkLst>
        </pc:spChg>
        <pc:spChg chg="mod">
          <ac:chgData name="郁儒 廖" userId="189a1d031aa848d3" providerId="LiveId" clId="{0734EAEE-AFB4-4B8E-8288-432812E7B4D5}" dt="2020-09-24T14:52:24.340" v="1407" actId="1035"/>
          <ac:spMkLst>
            <pc:docMk/>
            <pc:sldMk cId="346677093" sldId="260"/>
            <ac:spMk id="15" creationId="{7E0F79A7-2F6B-46F7-9C83-3E60D86973AF}"/>
          </ac:spMkLst>
        </pc:spChg>
        <pc:spChg chg="mod">
          <ac:chgData name="郁儒 廖" userId="189a1d031aa848d3" providerId="LiveId" clId="{0734EAEE-AFB4-4B8E-8288-432812E7B4D5}" dt="2020-09-24T14:52:24.340" v="1407" actId="1035"/>
          <ac:spMkLst>
            <pc:docMk/>
            <pc:sldMk cId="346677093" sldId="260"/>
            <ac:spMk id="18" creationId="{8747F526-C573-47E5-9D1A-5D912AE2BAD3}"/>
          </ac:spMkLst>
        </pc:spChg>
        <pc:spChg chg="mod">
          <ac:chgData name="郁儒 廖" userId="189a1d031aa848d3" providerId="LiveId" clId="{0734EAEE-AFB4-4B8E-8288-432812E7B4D5}" dt="2020-09-24T14:52:24.340" v="1407" actId="1035"/>
          <ac:spMkLst>
            <pc:docMk/>
            <pc:sldMk cId="346677093" sldId="260"/>
            <ac:spMk id="21" creationId="{7AC9C2C7-FD37-401B-9326-2E87B8888681}"/>
          </ac:spMkLst>
        </pc:spChg>
        <pc:spChg chg="mod">
          <ac:chgData name="郁儒 廖" userId="189a1d031aa848d3" providerId="LiveId" clId="{0734EAEE-AFB4-4B8E-8288-432812E7B4D5}" dt="2020-09-24T14:52:24.340" v="1407" actId="1035"/>
          <ac:spMkLst>
            <pc:docMk/>
            <pc:sldMk cId="346677093" sldId="260"/>
            <ac:spMk id="24" creationId="{B4B9A533-F6DF-4FD3-9D90-5FF756D9D63B}"/>
          </ac:spMkLst>
        </pc:spChg>
        <pc:spChg chg="mod">
          <ac:chgData name="郁儒 廖" userId="189a1d031aa848d3" providerId="LiveId" clId="{0734EAEE-AFB4-4B8E-8288-432812E7B4D5}" dt="2020-09-24T14:52:24.340" v="1407" actId="1035"/>
          <ac:spMkLst>
            <pc:docMk/>
            <pc:sldMk cId="346677093" sldId="260"/>
            <ac:spMk id="27" creationId="{98693612-F9C3-40DA-81FE-1C070AD69217}"/>
          </ac:spMkLst>
        </pc:spChg>
        <pc:spChg chg="mod">
          <ac:chgData name="郁儒 廖" userId="189a1d031aa848d3" providerId="LiveId" clId="{0734EAEE-AFB4-4B8E-8288-432812E7B4D5}" dt="2020-09-24T14:52:24.340" v="1407" actId="1035"/>
          <ac:spMkLst>
            <pc:docMk/>
            <pc:sldMk cId="346677093" sldId="260"/>
            <ac:spMk id="30" creationId="{C77412D6-80B3-45CB-A09C-8DB94EE50301}"/>
          </ac:spMkLst>
        </pc:spChg>
        <pc:spChg chg="mod">
          <ac:chgData name="郁儒 廖" userId="189a1d031aa848d3" providerId="LiveId" clId="{0734EAEE-AFB4-4B8E-8288-432812E7B4D5}" dt="2020-09-24T14:52:24.340" v="1407" actId="1035"/>
          <ac:spMkLst>
            <pc:docMk/>
            <pc:sldMk cId="346677093" sldId="260"/>
            <ac:spMk id="46" creationId="{7F2204A8-F1AA-45DF-A318-D84A989CDED0}"/>
          </ac:spMkLst>
        </pc:spChg>
        <pc:spChg chg="mod">
          <ac:chgData name="郁儒 廖" userId="189a1d031aa848d3" providerId="LiveId" clId="{0734EAEE-AFB4-4B8E-8288-432812E7B4D5}" dt="2020-09-24T14:52:24.340" v="1407" actId="1035"/>
          <ac:spMkLst>
            <pc:docMk/>
            <pc:sldMk cId="346677093" sldId="260"/>
            <ac:spMk id="48" creationId="{EFC49FEC-2B10-4B4D-8F34-1950F1773413}"/>
          </ac:spMkLst>
        </pc:spChg>
        <pc:spChg chg="mod">
          <ac:chgData name="郁儒 廖" userId="189a1d031aa848d3" providerId="LiveId" clId="{0734EAEE-AFB4-4B8E-8288-432812E7B4D5}" dt="2020-09-24T14:52:24.340" v="1407" actId="1035"/>
          <ac:spMkLst>
            <pc:docMk/>
            <pc:sldMk cId="346677093" sldId="260"/>
            <ac:spMk id="52" creationId="{7E5F02A9-E104-483B-8602-F628465D4CDE}"/>
          </ac:spMkLst>
        </pc:spChg>
        <pc:spChg chg="mod">
          <ac:chgData name="郁儒 廖" userId="189a1d031aa848d3" providerId="LiveId" clId="{0734EAEE-AFB4-4B8E-8288-432812E7B4D5}" dt="2020-09-24T14:52:24.340" v="1407" actId="1035"/>
          <ac:spMkLst>
            <pc:docMk/>
            <pc:sldMk cId="346677093" sldId="260"/>
            <ac:spMk id="54" creationId="{0692952B-042A-4213-89E7-AD657E370341}"/>
          </ac:spMkLst>
        </pc:spChg>
        <pc:spChg chg="mod">
          <ac:chgData name="郁儒 廖" userId="189a1d031aa848d3" providerId="LiveId" clId="{0734EAEE-AFB4-4B8E-8288-432812E7B4D5}" dt="2020-09-24T14:52:24.340" v="1407" actId="1035"/>
          <ac:spMkLst>
            <pc:docMk/>
            <pc:sldMk cId="346677093" sldId="260"/>
            <ac:spMk id="58" creationId="{13CA01FF-F90A-4C0B-ABC3-E314E318F514}"/>
          </ac:spMkLst>
        </pc:spChg>
        <pc:spChg chg="mod">
          <ac:chgData name="郁儒 廖" userId="189a1d031aa848d3" providerId="LiveId" clId="{0734EAEE-AFB4-4B8E-8288-432812E7B4D5}" dt="2020-09-24T14:52:24.340" v="1407" actId="1035"/>
          <ac:spMkLst>
            <pc:docMk/>
            <pc:sldMk cId="346677093" sldId="260"/>
            <ac:spMk id="64" creationId="{2044AA97-CBB8-48EE-B50A-B82890FB5866}"/>
          </ac:spMkLst>
        </pc:spChg>
        <pc:spChg chg="add mod">
          <ac:chgData name="郁儒 廖" userId="189a1d031aa848d3" providerId="LiveId" clId="{0734EAEE-AFB4-4B8E-8288-432812E7B4D5}" dt="2020-09-24T14:52:30.974" v="1448" actId="1036"/>
          <ac:spMkLst>
            <pc:docMk/>
            <pc:sldMk cId="346677093" sldId="260"/>
            <ac:spMk id="65" creationId="{8FC47E26-A415-41CE-90DC-D89BB17CF228}"/>
          </ac:spMkLst>
        </pc:spChg>
        <pc:spChg chg="mod">
          <ac:chgData name="郁儒 廖" userId="189a1d031aa848d3" providerId="LiveId" clId="{0734EAEE-AFB4-4B8E-8288-432812E7B4D5}" dt="2020-09-24T14:52:24.340" v="1407" actId="1035"/>
          <ac:spMkLst>
            <pc:docMk/>
            <pc:sldMk cId="346677093" sldId="260"/>
            <ac:spMk id="66" creationId="{217B3D92-7E0E-4B36-BF1B-03E89D3A5187}"/>
          </ac:spMkLst>
        </pc:spChg>
        <pc:spChg chg="mod">
          <ac:chgData name="郁儒 廖" userId="189a1d031aa848d3" providerId="LiveId" clId="{0734EAEE-AFB4-4B8E-8288-432812E7B4D5}" dt="2020-09-24T14:52:24.340" v="1407" actId="1035"/>
          <ac:spMkLst>
            <pc:docMk/>
            <pc:sldMk cId="346677093" sldId="260"/>
            <ac:spMk id="68" creationId="{F896B2A2-0083-416B-AE0E-4FA43A03417D}"/>
          </ac:spMkLst>
        </pc:spChg>
        <pc:spChg chg="add mod">
          <ac:chgData name="郁儒 廖" userId="189a1d031aa848d3" providerId="LiveId" clId="{0734EAEE-AFB4-4B8E-8288-432812E7B4D5}" dt="2020-09-24T14:52:30.974" v="1448" actId="1036"/>
          <ac:spMkLst>
            <pc:docMk/>
            <pc:sldMk cId="346677093" sldId="260"/>
            <ac:spMk id="70" creationId="{F9E8C7EC-0725-43B6-A82B-016AEA87B5DC}"/>
          </ac:spMkLst>
        </pc:spChg>
        <pc:spChg chg="add mod">
          <ac:chgData name="郁儒 廖" userId="189a1d031aa848d3" providerId="LiveId" clId="{0734EAEE-AFB4-4B8E-8288-432812E7B4D5}" dt="2020-09-24T14:52:30.974" v="1448" actId="1036"/>
          <ac:spMkLst>
            <pc:docMk/>
            <pc:sldMk cId="346677093" sldId="260"/>
            <ac:spMk id="73" creationId="{985B77C7-21C3-4A31-8678-694524442BF7}"/>
          </ac:spMkLst>
        </pc:spChg>
        <pc:spChg chg="add mod">
          <ac:chgData name="郁儒 廖" userId="189a1d031aa848d3" providerId="LiveId" clId="{0734EAEE-AFB4-4B8E-8288-432812E7B4D5}" dt="2020-09-24T14:52:30.974" v="1448" actId="1036"/>
          <ac:spMkLst>
            <pc:docMk/>
            <pc:sldMk cId="346677093" sldId="260"/>
            <ac:spMk id="76" creationId="{FED55223-0A85-472F-8850-56650EE592DB}"/>
          </ac:spMkLst>
        </pc:spChg>
        <pc:spChg chg="add mod">
          <ac:chgData name="郁儒 廖" userId="189a1d031aa848d3" providerId="LiveId" clId="{0734EAEE-AFB4-4B8E-8288-432812E7B4D5}" dt="2020-09-24T14:52:30.974" v="1448" actId="1036"/>
          <ac:spMkLst>
            <pc:docMk/>
            <pc:sldMk cId="346677093" sldId="260"/>
            <ac:spMk id="79" creationId="{7738D126-D8D9-4569-AA40-F2E8CE5BE9FE}"/>
          </ac:spMkLst>
        </pc:spChg>
        <pc:spChg chg="add mod">
          <ac:chgData name="郁儒 廖" userId="189a1d031aa848d3" providerId="LiveId" clId="{0734EAEE-AFB4-4B8E-8288-432812E7B4D5}" dt="2020-09-24T14:52:30.974" v="1448" actId="1036"/>
          <ac:spMkLst>
            <pc:docMk/>
            <pc:sldMk cId="346677093" sldId="260"/>
            <ac:spMk id="81" creationId="{FD23BD75-B1A0-4CD2-A1FA-6E8A117A29B9}"/>
          </ac:spMkLst>
        </pc:spChg>
        <pc:spChg chg="add mod">
          <ac:chgData name="郁儒 廖" userId="189a1d031aa848d3" providerId="LiveId" clId="{0734EAEE-AFB4-4B8E-8288-432812E7B4D5}" dt="2020-09-24T14:52:30.974" v="1448" actId="1036"/>
          <ac:spMkLst>
            <pc:docMk/>
            <pc:sldMk cId="346677093" sldId="260"/>
            <ac:spMk id="83" creationId="{05595C2F-7864-4590-A08C-DE2F54642312}"/>
          </ac:spMkLst>
        </pc:spChg>
        <pc:spChg chg="add mod">
          <ac:chgData name="郁儒 廖" userId="189a1d031aa848d3" providerId="LiveId" clId="{0734EAEE-AFB4-4B8E-8288-432812E7B4D5}" dt="2020-09-24T14:52:30.974" v="1448" actId="1036"/>
          <ac:spMkLst>
            <pc:docMk/>
            <pc:sldMk cId="346677093" sldId="260"/>
            <ac:spMk id="85" creationId="{F382DCE1-7B45-4BE6-B4BD-B4797B679E4E}"/>
          </ac:spMkLst>
        </pc:spChg>
        <pc:spChg chg="add mod">
          <ac:chgData name="郁儒 廖" userId="189a1d031aa848d3" providerId="LiveId" clId="{0734EAEE-AFB4-4B8E-8288-432812E7B4D5}" dt="2020-09-24T14:52:30.974" v="1448" actId="1036"/>
          <ac:spMkLst>
            <pc:docMk/>
            <pc:sldMk cId="346677093" sldId="260"/>
            <ac:spMk id="87" creationId="{31FE5A8C-FDD9-4DC6-9B12-BB5BC3857675}"/>
          </ac:spMkLst>
        </pc:spChg>
        <pc:spChg chg="add mod">
          <ac:chgData name="郁儒 廖" userId="189a1d031aa848d3" providerId="LiveId" clId="{0734EAEE-AFB4-4B8E-8288-432812E7B4D5}" dt="2020-09-24T14:52:30.974" v="1448" actId="1036"/>
          <ac:spMkLst>
            <pc:docMk/>
            <pc:sldMk cId="346677093" sldId="260"/>
            <ac:spMk id="92" creationId="{3BC14639-CC30-42BB-8931-A328C62D13B9}"/>
          </ac:spMkLst>
        </pc:spChg>
        <pc:spChg chg="add mod">
          <ac:chgData name="郁儒 廖" userId="189a1d031aa848d3" providerId="LiveId" clId="{0734EAEE-AFB4-4B8E-8288-432812E7B4D5}" dt="2020-09-24T14:52:30.974" v="1448" actId="1036"/>
          <ac:spMkLst>
            <pc:docMk/>
            <pc:sldMk cId="346677093" sldId="260"/>
            <ac:spMk id="93" creationId="{F66EAABF-9CCC-4A29-B1BA-F2BC40DF64AF}"/>
          </ac:spMkLst>
        </pc:spChg>
        <pc:spChg chg="add mod">
          <ac:chgData name="郁儒 廖" userId="189a1d031aa848d3" providerId="LiveId" clId="{0734EAEE-AFB4-4B8E-8288-432812E7B4D5}" dt="2020-09-24T14:52:30.974" v="1448" actId="1036"/>
          <ac:spMkLst>
            <pc:docMk/>
            <pc:sldMk cId="346677093" sldId="260"/>
            <ac:spMk id="94" creationId="{1D03F62A-6FC8-4CA2-8806-A56BF940D139}"/>
          </ac:spMkLst>
        </pc:spChg>
        <pc:spChg chg="add mod">
          <ac:chgData name="郁儒 廖" userId="189a1d031aa848d3" providerId="LiveId" clId="{0734EAEE-AFB4-4B8E-8288-432812E7B4D5}" dt="2020-09-24T14:52:30.974" v="1448" actId="1036"/>
          <ac:spMkLst>
            <pc:docMk/>
            <pc:sldMk cId="346677093" sldId="260"/>
            <ac:spMk id="96" creationId="{27E21EA1-5227-479E-A0CF-A495D5C799E6}"/>
          </ac:spMkLst>
        </pc:spChg>
        <pc:spChg chg="mod">
          <ac:chgData name="郁儒 廖" userId="189a1d031aa848d3" providerId="LiveId" clId="{0734EAEE-AFB4-4B8E-8288-432812E7B4D5}" dt="2020-09-24T14:52:24.340" v="1407" actId="1035"/>
          <ac:spMkLst>
            <pc:docMk/>
            <pc:sldMk cId="346677093" sldId="260"/>
            <ac:spMk id="97" creationId="{76E1F9C8-3A8A-48C8-961E-7BBC81DDC9B7}"/>
          </ac:spMkLst>
        </pc:spChg>
        <pc:spChg chg="add mod">
          <ac:chgData name="郁儒 廖" userId="189a1d031aa848d3" providerId="LiveId" clId="{0734EAEE-AFB4-4B8E-8288-432812E7B4D5}" dt="2020-09-24T14:52:30.974" v="1448" actId="1036"/>
          <ac:spMkLst>
            <pc:docMk/>
            <pc:sldMk cId="346677093" sldId="260"/>
            <ac:spMk id="100" creationId="{39721E03-B045-42B4-9BB4-A9D95B642E65}"/>
          </ac:spMkLst>
        </pc:spChg>
        <pc:spChg chg="add mod">
          <ac:chgData name="郁儒 廖" userId="189a1d031aa848d3" providerId="LiveId" clId="{0734EAEE-AFB4-4B8E-8288-432812E7B4D5}" dt="2020-09-24T14:52:30.974" v="1448" actId="1036"/>
          <ac:spMkLst>
            <pc:docMk/>
            <pc:sldMk cId="346677093" sldId="260"/>
            <ac:spMk id="101" creationId="{43822B50-4F88-4DE3-BADC-8028746A6639}"/>
          </ac:spMkLst>
        </pc:spChg>
        <pc:spChg chg="add mod">
          <ac:chgData name="郁儒 廖" userId="189a1d031aa848d3" providerId="LiveId" clId="{0734EAEE-AFB4-4B8E-8288-432812E7B4D5}" dt="2020-09-24T14:52:30.974" v="1448" actId="1036"/>
          <ac:spMkLst>
            <pc:docMk/>
            <pc:sldMk cId="346677093" sldId="260"/>
            <ac:spMk id="103" creationId="{CDDB1DF7-7E3A-46F9-9A20-71577559909D}"/>
          </ac:spMkLst>
        </pc:spChg>
        <pc:spChg chg="mod">
          <ac:chgData name="郁儒 廖" userId="189a1d031aa848d3" providerId="LiveId" clId="{0734EAEE-AFB4-4B8E-8288-432812E7B4D5}" dt="2020-09-24T14:52:24.340" v="1407" actId="1035"/>
          <ac:spMkLst>
            <pc:docMk/>
            <pc:sldMk cId="346677093" sldId="260"/>
            <ac:spMk id="104" creationId="{B98CD568-D0BB-48C3-9852-5CE9909B078A}"/>
          </ac:spMkLst>
        </pc:spChg>
        <pc:spChg chg="add mod">
          <ac:chgData name="郁儒 廖" userId="189a1d031aa848d3" providerId="LiveId" clId="{0734EAEE-AFB4-4B8E-8288-432812E7B4D5}" dt="2020-09-24T14:52:30.974" v="1448" actId="1036"/>
          <ac:spMkLst>
            <pc:docMk/>
            <pc:sldMk cId="346677093" sldId="260"/>
            <ac:spMk id="107" creationId="{3DFE8CBB-1C79-4045-9A61-814201FB2F3C}"/>
          </ac:spMkLst>
        </pc:spChg>
        <pc:spChg chg="add mod">
          <ac:chgData name="郁儒 廖" userId="189a1d031aa848d3" providerId="LiveId" clId="{0734EAEE-AFB4-4B8E-8288-432812E7B4D5}" dt="2020-09-24T14:52:30.974" v="1448" actId="1036"/>
          <ac:spMkLst>
            <pc:docMk/>
            <pc:sldMk cId="346677093" sldId="260"/>
            <ac:spMk id="108" creationId="{DF59F65F-3F45-4415-BAA5-A364EC769E3D}"/>
          </ac:spMkLst>
        </pc:spChg>
        <pc:spChg chg="add mod">
          <ac:chgData name="郁儒 廖" userId="189a1d031aa848d3" providerId="LiveId" clId="{0734EAEE-AFB4-4B8E-8288-432812E7B4D5}" dt="2020-09-24T14:52:30.974" v="1448" actId="1036"/>
          <ac:spMkLst>
            <pc:docMk/>
            <pc:sldMk cId="346677093" sldId="260"/>
            <ac:spMk id="109" creationId="{F8ED54DD-4AE9-4E78-9562-2B3CDED22796}"/>
          </ac:spMkLst>
        </pc:spChg>
        <pc:spChg chg="mod">
          <ac:chgData name="郁儒 廖" userId="189a1d031aa848d3" providerId="LiveId" clId="{0734EAEE-AFB4-4B8E-8288-432812E7B4D5}" dt="2020-09-24T14:52:24.340" v="1407" actId="1035"/>
          <ac:spMkLst>
            <pc:docMk/>
            <pc:sldMk cId="346677093" sldId="260"/>
            <ac:spMk id="110" creationId="{9E24FAC6-1389-4581-B64F-E89D161CDEE4}"/>
          </ac:spMkLst>
        </pc:spChg>
        <pc:spChg chg="mod">
          <ac:chgData name="郁儒 廖" userId="189a1d031aa848d3" providerId="LiveId" clId="{0734EAEE-AFB4-4B8E-8288-432812E7B4D5}" dt="2020-09-24T14:52:24.340" v="1407" actId="1035"/>
          <ac:spMkLst>
            <pc:docMk/>
            <pc:sldMk cId="346677093" sldId="260"/>
            <ac:spMk id="112" creationId="{D0F12BCD-8928-40F9-85DD-BBFA6512FA2C}"/>
          </ac:spMkLst>
        </pc:spChg>
        <pc:spChg chg="add mod">
          <ac:chgData name="郁儒 廖" userId="189a1d031aa848d3" providerId="LiveId" clId="{0734EAEE-AFB4-4B8E-8288-432812E7B4D5}" dt="2020-09-24T14:52:30.974" v="1448" actId="1036"/>
          <ac:spMkLst>
            <pc:docMk/>
            <pc:sldMk cId="346677093" sldId="260"/>
            <ac:spMk id="114" creationId="{AEA56D64-7FDB-40C6-8094-6B8E415698BB}"/>
          </ac:spMkLst>
        </pc:spChg>
        <pc:spChg chg="mod">
          <ac:chgData name="郁儒 廖" userId="189a1d031aa848d3" providerId="LiveId" clId="{0734EAEE-AFB4-4B8E-8288-432812E7B4D5}" dt="2020-09-24T14:52:24.340" v="1407" actId="1035"/>
          <ac:spMkLst>
            <pc:docMk/>
            <pc:sldMk cId="346677093" sldId="260"/>
            <ac:spMk id="116" creationId="{F4AC764A-40FC-4FD8-ACE4-AE301096870D}"/>
          </ac:spMkLst>
        </pc:spChg>
        <pc:spChg chg="mod">
          <ac:chgData name="郁儒 廖" userId="189a1d031aa848d3" providerId="LiveId" clId="{0734EAEE-AFB4-4B8E-8288-432812E7B4D5}" dt="2020-09-24T14:52:24.340" v="1407" actId="1035"/>
          <ac:spMkLst>
            <pc:docMk/>
            <pc:sldMk cId="346677093" sldId="260"/>
            <ac:spMk id="118" creationId="{A3F5FC79-D66E-4A64-9AA0-AF9670D4D20E}"/>
          </ac:spMkLst>
        </pc:spChg>
        <pc:spChg chg="mod">
          <ac:chgData name="郁儒 廖" userId="189a1d031aa848d3" providerId="LiveId" clId="{0734EAEE-AFB4-4B8E-8288-432812E7B4D5}" dt="2020-09-24T14:52:24.340" v="1407" actId="1035"/>
          <ac:spMkLst>
            <pc:docMk/>
            <pc:sldMk cId="346677093" sldId="260"/>
            <ac:spMk id="123" creationId="{2271C303-C76C-4C9F-87A7-745D13D3E6AC}"/>
          </ac:spMkLst>
        </pc:spChg>
        <pc:spChg chg="add mod">
          <ac:chgData name="郁儒 廖" userId="189a1d031aa848d3" providerId="LiveId" clId="{0734EAEE-AFB4-4B8E-8288-432812E7B4D5}" dt="2020-09-24T14:52:30.974" v="1448" actId="1036"/>
          <ac:spMkLst>
            <pc:docMk/>
            <pc:sldMk cId="346677093" sldId="260"/>
            <ac:spMk id="124" creationId="{E5E2CFFE-E954-4E6A-A2AF-CA065DE80C35}"/>
          </ac:spMkLst>
        </pc:spChg>
        <pc:spChg chg="add mod">
          <ac:chgData name="郁儒 廖" userId="189a1d031aa848d3" providerId="LiveId" clId="{0734EAEE-AFB4-4B8E-8288-432812E7B4D5}" dt="2020-09-24T14:52:30.974" v="1448" actId="1036"/>
          <ac:spMkLst>
            <pc:docMk/>
            <pc:sldMk cId="346677093" sldId="260"/>
            <ac:spMk id="125" creationId="{F6BE5914-C40E-44A5-8542-F14392B0AC15}"/>
          </ac:spMkLst>
        </pc:spChg>
        <pc:spChg chg="add mod">
          <ac:chgData name="郁儒 廖" userId="189a1d031aa848d3" providerId="LiveId" clId="{0734EAEE-AFB4-4B8E-8288-432812E7B4D5}" dt="2020-09-24T14:52:30.974" v="1448" actId="1036"/>
          <ac:spMkLst>
            <pc:docMk/>
            <pc:sldMk cId="346677093" sldId="260"/>
            <ac:spMk id="126" creationId="{8312B1D0-E3B7-4807-B2B3-D12E819266AF}"/>
          </ac:spMkLst>
        </pc:spChg>
        <pc:spChg chg="mod">
          <ac:chgData name="郁儒 廖" userId="189a1d031aa848d3" providerId="LiveId" clId="{0734EAEE-AFB4-4B8E-8288-432812E7B4D5}" dt="2020-09-24T14:52:24.340" v="1407" actId="1035"/>
          <ac:spMkLst>
            <pc:docMk/>
            <pc:sldMk cId="346677093" sldId="260"/>
            <ac:spMk id="127" creationId="{A4C53C22-4A5E-4D98-BFD3-2781F21B4BBC}"/>
          </ac:spMkLst>
        </pc:spChg>
        <pc:spChg chg="mod">
          <ac:chgData name="郁儒 廖" userId="189a1d031aa848d3" providerId="LiveId" clId="{0734EAEE-AFB4-4B8E-8288-432812E7B4D5}" dt="2020-09-24T14:52:24.340" v="1407" actId="1035"/>
          <ac:spMkLst>
            <pc:docMk/>
            <pc:sldMk cId="346677093" sldId="260"/>
            <ac:spMk id="128" creationId="{4C02DA25-B8EA-45A7-8BAD-162E4F7A288D}"/>
          </ac:spMkLst>
        </pc:spChg>
        <pc:spChg chg="add mod">
          <ac:chgData name="郁儒 廖" userId="189a1d031aa848d3" providerId="LiveId" clId="{0734EAEE-AFB4-4B8E-8288-432812E7B4D5}" dt="2020-09-24T14:52:30.974" v="1448" actId="1036"/>
          <ac:spMkLst>
            <pc:docMk/>
            <pc:sldMk cId="346677093" sldId="260"/>
            <ac:spMk id="129" creationId="{861950BF-4229-4A2F-AB84-324E5E8919E2}"/>
          </ac:spMkLst>
        </pc:spChg>
        <pc:spChg chg="mod">
          <ac:chgData name="郁儒 廖" userId="189a1d031aa848d3" providerId="LiveId" clId="{0734EAEE-AFB4-4B8E-8288-432812E7B4D5}" dt="2020-09-24T14:52:24.340" v="1407" actId="1035"/>
          <ac:spMkLst>
            <pc:docMk/>
            <pc:sldMk cId="346677093" sldId="260"/>
            <ac:spMk id="130" creationId="{3FFEF1C1-68C2-41C8-B4F4-18E05C0994CF}"/>
          </ac:spMkLst>
        </pc:spChg>
        <pc:spChg chg="mod">
          <ac:chgData name="郁儒 廖" userId="189a1d031aa848d3" providerId="LiveId" clId="{0734EAEE-AFB4-4B8E-8288-432812E7B4D5}" dt="2020-09-24T14:52:24.340" v="1407" actId="1035"/>
          <ac:spMkLst>
            <pc:docMk/>
            <pc:sldMk cId="346677093" sldId="260"/>
            <ac:spMk id="131" creationId="{35064FC8-A8AA-46EB-B9A4-7A11890134E6}"/>
          </ac:spMkLst>
        </pc:spChg>
        <pc:spChg chg="add mod">
          <ac:chgData name="郁儒 廖" userId="189a1d031aa848d3" providerId="LiveId" clId="{0734EAEE-AFB4-4B8E-8288-432812E7B4D5}" dt="2020-09-24T14:52:30.974" v="1448" actId="1036"/>
          <ac:spMkLst>
            <pc:docMk/>
            <pc:sldMk cId="346677093" sldId="260"/>
            <ac:spMk id="132" creationId="{E22EDA31-CF64-44CC-85A0-0589CC64F465}"/>
          </ac:spMkLst>
        </pc:spChg>
        <pc:spChg chg="mod">
          <ac:chgData name="郁儒 廖" userId="189a1d031aa848d3" providerId="LiveId" clId="{0734EAEE-AFB4-4B8E-8288-432812E7B4D5}" dt="2020-09-24T14:52:24.340" v="1407" actId="1035"/>
          <ac:spMkLst>
            <pc:docMk/>
            <pc:sldMk cId="346677093" sldId="260"/>
            <ac:spMk id="133" creationId="{E20B752C-3002-4139-91DF-4B90AC3A4706}"/>
          </ac:spMkLst>
        </pc:spChg>
        <pc:spChg chg="add mod">
          <ac:chgData name="郁儒 廖" userId="189a1d031aa848d3" providerId="LiveId" clId="{0734EAEE-AFB4-4B8E-8288-432812E7B4D5}" dt="2020-09-24T14:52:30.974" v="1448" actId="1036"/>
          <ac:spMkLst>
            <pc:docMk/>
            <pc:sldMk cId="346677093" sldId="260"/>
            <ac:spMk id="134" creationId="{E627202D-3628-4255-9D9E-3A14D2E2BB2D}"/>
          </ac:spMkLst>
        </pc:spChg>
        <pc:spChg chg="mod">
          <ac:chgData name="郁儒 廖" userId="189a1d031aa848d3" providerId="LiveId" clId="{0734EAEE-AFB4-4B8E-8288-432812E7B4D5}" dt="2020-09-24T14:52:24.340" v="1407" actId="1035"/>
          <ac:spMkLst>
            <pc:docMk/>
            <pc:sldMk cId="346677093" sldId="260"/>
            <ac:spMk id="136" creationId="{133AB7F5-F702-4B7D-A7C3-4F8DB7443FA9}"/>
          </ac:spMkLst>
        </pc:spChg>
        <pc:spChg chg="mod">
          <ac:chgData name="郁儒 廖" userId="189a1d031aa848d3" providerId="LiveId" clId="{0734EAEE-AFB4-4B8E-8288-432812E7B4D5}" dt="2020-09-24T14:52:24.340" v="1407" actId="1035"/>
          <ac:spMkLst>
            <pc:docMk/>
            <pc:sldMk cId="346677093" sldId="260"/>
            <ac:spMk id="137" creationId="{50CE65B0-7AFA-41A1-ABC1-2157F7E0C17D}"/>
          </ac:spMkLst>
        </pc:spChg>
        <pc:spChg chg="mod">
          <ac:chgData name="郁儒 廖" userId="189a1d031aa848d3" providerId="LiveId" clId="{0734EAEE-AFB4-4B8E-8288-432812E7B4D5}" dt="2020-09-24T14:52:24.340" v="1407" actId="1035"/>
          <ac:spMkLst>
            <pc:docMk/>
            <pc:sldMk cId="346677093" sldId="260"/>
            <ac:spMk id="138" creationId="{731E1FF9-D00D-4B05-837D-A1ACEDFDDD8B}"/>
          </ac:spMkLst>
        </pc:spChg>
        <pc:spChg chg="add mod">
          <ac:chgData name="郁儒 廖" userId="189a1d031aa848d3" providerId="LiveId" clId="{0734EAEE-AFB4-4B8E-8288-432812E7B4D5}" dt="2020-09-24T14:52:30.974" v="1448" actId="1036"/>
          <ac:spMkLst>
            <pc:docMk/>
            <pc:sldMk cId="346677093" sldId="260"/>
            <ac:spMk id="140" creationId="{34AA27C4-88DF-4F70-87EB-9AFF290E0790}"/>
          </ac:spMkLst>
        </pc:spChg>
        <pc:spChg chg="add mod">
          <ac:chgData name="郁儒 廖" userId="189a1d031aa848d3" providerId="LiveId" clId="{0734EAEE-AFB4-4B8E-8288-432812E7B4D5}" dt="2020-09-24T14:52:30.974" v="1448" actId="1036"/>
          <ac:spMkLst>
            <pc:docMk/>
            <pc:sldMk cId="346677093" sldId="260"/>
            <ac:spMk id="143" creationId="{18D7AFEA-11B9-4790-899D-5ED1C6582C76}"/>
          </ac:spMkLst>
        </pc:spChg>
        <pc:spChg chg="add mod">
          <ac:chgData name="郁儒 廖" userId="189a1d031aa848d3" providerId="LiveId" clId="{0734EAEE-AFB4-4B8E-8288-432812E7B4D5}" dt="2020-09-24T14:52:30.974" v="1448" actId="1036"/>
          <ac:spMkLst>
            <pc:docMk/>
            <pc:sldMk cId="346677093" sldId="260"/>
            <ac:spMk id="146" creationId="{C8EC52F7-3822-4CC6-8856-3A6DEB443165}"/>
          </ac:spMkLst>
        </pc:spChg>
        <pc:spChg chg="add mod">
          <ac:chgData name="郁儒 廖" userId="189a1d031aa848d3" providerId="LiveId" clId="{0734EAEE-AFB4-4B8E-8288-432812E7B4D5}" dt="2020-09-24T14:52:30.974" v="1448" actId="1036"/>
          <ac:spMkLst>
            <pc:docMk/>
            <pc:sldMk cId="346677093" sldId="260"/>
            <ac:spMk id="149" creationId="{17284E29-58FB-4BAB-BAB2-A6B749EEC5DA}"/>
          </ac:spMkLst>
        </pc:spChg>
        <pc:spChg chg="add mod">
          <ac:chgData name="郁儒 廖" userId="189a1d031aa848d3" providerId="LiveId" clId="{0734EAEE-AFB4-4B8E-8288-432812E7B4D5}" dt="2020-09-24T14:52:30.974" v="1448" actId="1036"/>
          <ac:spMkLst>
            <pc:docMk/>
            <pc:sldMk cId="346677093" sldId="260"/>
            <ac:spMk id="151" creationId="{A7BCD785-041E-4C02-875D-E2E61D852E73}"/>
          </ac:spMkLst>
        </pc:spChg>
        <pc:spChg chg="add mod">
          <ac:chgData name="郁儒 廖" userId="189a1d031aa848d3" providerId="LiveId" clId="{0734EAEE-AFB4-4B8E-8288-432812E7B4D5}" dt="2020-09-24T14:52:30.974" v="1448" actId="1036"/>
          <ac:spMkLst>
            <pc:docMk/>
            <pc:sldMk cId="346677093" sldId="260"/>
            <ac:spMk id="153" creationId="{374DBC2E-B3FC-4CB9-94A5-ED8613FFA741}"/>
          </ac:spMkLst>
        </pc:spChg>
        <pc:spChg chg="add mod">
          <ac:chgData name="郁儒 廖" userId="189a1d031aa848d3" providerId="LiveId" clId="{0734EAEE-AFB4-4B8E-8288-432812E7B4D5}" dt="2020-09-24T14:52:30.974" v="1448" actId="1036"/>
          <ac:spMkLst>
            <pc:docMk/>
            <pc:sldMk cId="346677093" sldId="260"/>
            <ac:spMk id="155" creationId="{4F684D98-A39A-42AC-8481-5943BB3048EC}"/>
          </ac:spMkLst>
        </pc:spChg>
        <pc:spChg chg="add mod">
          <ac:chgData name="郁儒 廖" userId="189a1d031aa848d3" providerId="LiveId" clId="{0734EAEE-AFB4-4B8E-8288-432812E7B4D5}" dt="2020-09-24T14:52:30.974" v="1448" actId="1036"/>
          <ac:spMkLst>
            <pc:docMk/>
            <pc:sldMk cId="346677093" sldId="260"/>
            <ac:spMk id="157" creationId="{F8188F60-381A-4412-80E2-B50CA4EC5054}"/>
          </ac:spMkLst>
        </pc:spChg>
        <pc:spChg chg="add mod">
          <ac:chgData name="郁儒 廖" userId="189a1d031aa848d3" providerId="LiveId" clId="{0734EAEE-AFB4-4B8E-8288-432812E7B4D5}" dt="2020-09-24T14:52:30.974" v="1448" actId="1036"/>
          <ac:spMkLst>
            <pc:docMk/>
            <pc:sldMk cId="346677093" sldId="260"/>
            <ac:spMk id="162" creationId="{9E5A68DB-EC41-4F48-A4A8-70C99C5FFBB6}"/>
          </ac:spMkLst>
        </pc:spChg>
        <pc:spChg chg="add mod">
          <ac:chgData name="郁儒 廖" userId="189a1d031aa848d3" providerId="LiveId" clId="{0734EAEE-AFB4-4B8E-8288-432812E7B4D5}" dt="2020-09-24T14:52:30.974" v="1448" actId="1036"/>
          <ac:spMkLst>
            <pc:docMk/>
            <pc:sldMk cId="346677093" sldId="260"/>
            <ac:spMk id="163" creationId="{1795753E-DED5-44CD-9EA0-7A691F2590AF}"/>
          </ac:spMkLst>
        </pc:spChg>
        <pc:spChg chg="add mod">
          <ac:chgData name="郁儒 廖" userId="189a1d031aa848d3" providerId="LiveId" clId="{0734EAEE-AFB4-4B8E-8288-432812E7B4D5}" dt="2020-09-24T14:52:30.974" v="1448" actId="1036"/>
          <ac:spMkLst>
            <pc:docMk/>
            <pc:sldMk cId="346677093" sldId="260"/>
            <ac:spMk id="164" creationId="{1757516C-7BA4-4216-9D63-3B6FBD75E8C3}"/>
          </ac:spMkLst>
        </pc:spChg>
        <pc:spChg chg="add mod">
          <ac:chgData name="郁儒 廖" userId="189a1d031aa848d3" providerId="LiveId" clId="{0734EAEE-AFB4-4B8E-8288-432812E7B4D5}" dt="2020-09-24T14:52:30.974" v="1448" actId="1036"/>
          <ac:spMkLst>
            <pc:docMk/>
            <pc:sldMk cId="346677093" sldId="260"/>
            <ac:spMk id="165" creationId="{DD0BB668-524E-4E57-8FA8-DDC59DEA0E16}"/>
          </ac:spMkLst>
        </pc:spChg>
        <pc:spChg chg="add mod">
          <ac:chgData name="郁儒 廖" userId="189a1d031aa848d3" providerId="LiveId" clId="{0734EAEE-AFB4-4B8E-8288-432812E7B4D5}" dt="2020-09-24T14:52:30.974" v="1448" actId="1036"/>
          <ac:spMkLst>
            <pc:docMk/>
            <pc:sldMk cId="346677093" sldId="260"/>
            <ac:spMk id="167" creationId="{A1E65DBE-7640-47CD-B65B-A4754D32DB2E}"/>
          </ac:spMkLst>
        </pc:spChg>
        <pc:spChg chg="add mod">
          <ac:chgData name="郁儒 廖" userId="189a1d031aa848d3" providerId="LiveId" clId="{0734EAEE-AFB4-4B8E-8288-432812E7B4D5}" dt="2020-09-24T14:52:30.974" v="1448" actId="1036"/>
          <ac:spMkLst>
            <pc:docMk/>
            <pc:sldMk cId="346677093" sldId="260"/>
            <ac:spMk id="171" creationId="{38DC98A0-CD50-4BAA-9F72-81D888972438}"/>
          </ac:spMkLst>
        </pc:spChg>
        <pc:spChg chg="add mod">
          <ac:chgData name="郁儒 廖" userId="189a1d031aa848d3" providerId="LiveId" clId="{0734EAEE-AFB4-4B8E-8288-432812E7B4D5}" dt="2020-09-24T14:52:30.974" v="1448" actId="1036"/>
          <ac:spMkLst>
            <pc:docMk/>
            <pc:sldMk cId="346677093" sldId="260"/>
            <ac:spMk id="174" creationId="{9A270D85-8F31-4F22-99C1-46C5B619A28D}"/>
          </ac:spMkLst>
        </pc:spChg>
        <pc:spChg chg="add mod">
          <ac:chgData name="郁儒 廖" userId="189a1d031aa848d3" providerId="LiveId" clId="{0734EAEE-AFB4-4B8E-8288-432812E7B4D5}" dt="2020-09-24T14:52:30.974" v="1448" actId="1036"/>
          <ac:spMkLst>
            <pc:docMk/>
            <pc:sldMk cId="346677093" sldId="260"/>
            <ac:spMk id="176" creationId="{D3FC25A2-EC64-4871-B569-8EEA69324DAD}"/>
          </ac:spMkLst>
        </pc:spChg>
        <pc:spChg chg="add mod">
          <ac:chgData name="郁儒 廖" userId="189a1d031aa848d3" providerId="LiveId" clId="{0734EAEE-AFB4-4B8E-8288-432812E7B4D5}" dt="2020-09-24T14:52:30.974" v="1448" actId="1036"/>
          <ac:spMkLst>
            <pc:docMk/>
            <pc:sldMk cId="346677093" sldId="260"/>
            <ac:spMk id="179" creationId="{A5E02B90-6CBE-416F-B542-102918E9A340}"/>
          </ac:spMkLst>
        </pc:spChg>
        <pc:spChg chg="add mod">
          <ac:chgData name="郁儒 廖" userId="189a1d031aa848d3" providerId="LiveId" clId="{0734EAEE-AFB4-4B8E-8288-432812E7B4D5}" dt="2020-09-24T14:52:30.974" v="1448" actId="1036"/>
          <ac:spMkLst>
            <pc:docMk/>
            <pc:sldMk cId="346677093" sldId="260"/>
            <ac:spMk id="181" creationId="{E130731E-750C-4E21-8491-24553E5213A3}"/>
          </ac:spMkLst>
        </pc:spChg>
        <pc:spChg chg="add mod">
          <ac:chgData name="郁儒 廖" userId="189a1d031aa848d3" providerId="LiveId" clId="{0734EAEE-AFB4-4B8E-8288-432812E7B4D5}" dt="2020-09-24T14:52:30.974" v="1448" actId="1036"/>
          <ac:spMkLst>
            <pc:docMk/>
            <pc:sldMk cId="346677093" sldId="260"/>
            <ac:spMk id="186" creationId="{245BB681-CA81-477A-9DFA-E338D0DB55EE}"/>
          </ac:spMkLst>
        </pc:spChg>
        <pc:spChg chg="add mod">
          <ac:chgData name="郁儒 廖" userId="189a1d031aa848d3" providerId="LiveId" clId="{0734EAEE-AFB4-4B8E-8288-432812E7B4D5}" dt="2020-09-24T14:52:30.974" v="1448" actId="1036"/>
          <ac:spMkLst>
            <pc:docMk/>
            <pc:sldMk cId="346677093" sldId="260"/>
            <ac:spMk id="187" creationId="{3A947FBF-A926-4846-BC7A-14893C265EAE}"/>
          </ac:spMkLst>
        </pc:spChg>
        <pc:spChg chg="add mod">
          <ac:chgData name="郁儒 廖" userId="189a1d031aa848d3" providerId="LiveId" clId="{0734EAEE-AFB4-4B8E-8288-432812E7B4D5}" dt="2020-09-24T14:52:30.974" v="1448" actId="1036"/>
          <ac:spMkLst>
            <pc:docMk/>
            <pc:sldMk cId="346677093" sldId="260"/>
            <ac:spMk id="188" creationId="{DAF3F7DE-D122-478E-9DE8-121CDDAF1BA1}"/>
          </ac:spMkLst>
        </pc:spChg>
        <pc:spChg chg="add mod">
          <ac:chgData name="郁儒 廖" userId="189a1d031aa848d3" providerId="LiveId" clId="{0734EAEE-AFB4-4B8E-8288-432812E7B4D5}" dt="2020-09-24T14:52:30.974" v="1448" actId="1036"/>
          <ac:spMkLst>
            <pc:docMk/>
            <pc:sldMk cId="346677093" sldId="260"/>
            <ac:spMk id="189" creationId="{06E59C99-740D-462C-B11C-DF20655C8A7F}"/>
          </ac:spMkLst>
        </pc:spChg>
        <pc:cxnChg chg="mod">
          <ac:chgData name="郁儒 廖" userId="189a1d031aa848d3" providerId="LiveId" clId="{0734EAEE-AFB4-4B8E-8288-432812E7B4D5}" dt="2020-09-24T14:52:24.340" v="1407" actId="1035"/>
          <ac:cxnSpMkLst>
            <pc:docMk/>
            <pc:sldMk cId="346677093" sldId="260"/>
            <ac:cxnSpMk id="6" creationId="{0C074F7F-4153-4C43-B830-91EF13E7154B}"/>
          </ac:cxnSpMkLst>
        </pc:cxnChg>
        <pc:cxnChg chg="mod">
          <ac:chgData name="郁儒 廖" userId="189a1d031aa848d3" providerId="LiveId" clId="{0734EAEE-AFB4-4B8E-8288-432812E7B4D5}" dt="2020-09-24T14:52:24.340" v="1407" actId="1035"/>
          <ac:cxnSpMkLst>
            <pc:docMk/>
            <pc:sldMk cId="346677093" sldId="260"/>
            <ac:cxnSpMk id="8" creationId="{74EBD732-665C-4096-A4B8-DECC5A45EAC1}"/>
          </ac:cxnSpMkLst>
        </pc:cxnChg>
        <pc:cxnChg chg="mod">
          <ac:chgData name="郁儒 廖" userId="189a1d031aa848d3" providerId="LiveId" clId="{0734EAEE-AFB4-4B8E-8288-432812E7B4D5}" dt="2020-09-24T14:52:24.340" v="1407" actId="1035"/>
          <ac:cxnSpMkLst>
            <pc:docMk/>
            <pc:sldMk cId="346677093" sldId="260"/>
            <ac:cxnSpMk id="10" creationId="{FFA8C8DE-CA02-4D0A-AB83-CDC82C994B6D}"/>
          </ac:cxnSpMkLst>
        </pc:cxnChg>
        <pc:cxnChg chg="mod">
          <ac:chgData name="郁儒 廖" userId="189a1d031aa848d3" providerId="LiveId" clId="{0734EAEE-AFB4-4B8E-8288-432812E7B4D5}" dt="2020-09-24T14:52:24.340" v="1407" actId="1035"/>
          <ac:cxnSpMkLst>
            <pc:docMk/>
            <pc:sldMk cId="346677093" sldId="260"/>
            <ac:cxnSpMk id="11" creationId="{AE0F1E50-EDB8-4E53-90D8-F316ED8DC8B1}"/>
          </ac:cxnSpMkLst>
        </pc:cxnChg>
        <pc:cxnChg chg="mod">
          <ac:chgData name="郁儒 廖" userId="189a1d031aa848d3" providerId="LiveId" clId="{0734EAEE-AFB4-4B8E-8288-432812E7B4D5}" dt="2020-09-24T14:52:24.340" v="1407" actId="1035"/>
          <ac:cxnSpMkLst>
            <pc:docMk/>
            <pc:sldMk cId="346677093" sldId="260"/>
            <ac:cxnSpMk id="13" creationId="{132875CF-DCC8-46CD-9F42-84AA50AC4DF1}"/>
          </ac:cxnSpMkLst>
        </pc:cxnChg>
        <pc:cxnChg chg="mod">
          <ac:chgData name="郁儒 廖" userId="189a1d031aa848d3" providerId="LiveId" clId="{0734EAEE-AFB4-4B8E-8288-432812E7B4D5}" dt="2020-09-24T14:52:24.340" v="1407" actId="1035"/>
          <ac:cxnSpMkLst>
            <pc:docMk/>
            <pc:sldMk cId="346677093" sldId="260"/>
            <ac:cxnSpMk id="14" creationId="{14E05266-D947-4FD3-8FE7-8624DA938906}"/>
          </ac:cxnSpMkLst>
        </pc:cxnChg>
        <pc:cxnChg chg="mod">
          <ac:chgData name="郁儒 廖" userId="189a1d031aa848d3" providerId="LiveId" clId="{0734EAEE-AFB4-4B8E-8288-432812E7B4D5}" dt="2020-09-24T14:52:24.340" v="1407" actId="1035"/>
          <ac:cxnSpMkLst>
            <pc:docMk/>
            <pc:sldMk cId="346677093" sldId="260"/>
            <ac:cxnSpMk id="16" creationId="{6C20F96F-2AB7-44B1-98D3-E505882CEE97}"/>
          </ac:cxnSpMkLst>
        </pc:cxnChg>
        <pc:cxnChg chg="mod">
          <ac:chgData name="郁儒 廖" userId="189a1d031aa848d3" providerId="LiveId" clId="{0734EAEE-AFB4-4B8E-8288-432812E7B4D5}" dt="2020-09-24T14:52:24.340" v="1407" actId="1035"/>
          <ac:cxnSpMkLst>
            <pc:docMk/>
            <pc:sldMk cId="346677093" sldId="260"/>
            <ac:cxnSpMk id="17" creationId="{77E779BC-D777-45D9-9A88-F3BE1CD9C3C9}"/>
          </ac:cxnSpMkLst>
        </pc:cxnChg>
        <pc:cxnChg chg="mod">
          <ac:chgData name="郁儒 廖" userId="189a1d031aa848d3" providerId="LiveId" clId="{0734EAEE-AFB4-4B8E-8288-432812E7B4D5}" dt="2020-09-24T14:52:24.340" v="1407" actId="1035"/>
          <ac:cxnSpMkLst>
            <pc:docMk/>
            <pc:sldMk cId="346677093" sldId="260"/>
            <ac:cxnSpMk id="20" creationId="{3250DAB7-36B2-41AD-AAD0-F6477B14A658}"/>
          </ac:cxnSpMkLst>
        </pc:cxnChg>
        <pc:cxnChg chg="mod">
          <ac:chgData name="郁儒 廖" userId="189a1d031aa848d3" providerId="LiveId" clId="{0734EAEE-AFB4-4B8E-8288-432812E7B4D5}" dt="2020-09-24T14:52:24.340" v="1407" actId="1035"/>
          <ac:cxnSpMkLst>
            <pc:docMk/>
            <pc:sldMk cId="346677093" sldId="260"/>
            <ac:cxnSpMk id="23" creationId="{66C86A54-85B3-49EF-9025-13AA97A7FE22}"/>
          </ac:cxnSpMkLst>
        </pc:cxnChg>
        <pc:cxnChg chg="mod">
          <ac:chgData name="郁儒 廖" userId="189a1d031aa848d3" providerId="LiveId" clId="{0734EAEE-AFB4-4B8E-8288-432812E7B4D5}" dt="2020-09-24T14:52:24.340" v="1407" actId="1035"/>
          <ac:cxnSpMkLst>
            <pc:docMk/>
            <pc:sldMk cId="346677093" sldId="260"/>
            <ac:cxnSpMk id="25" creationId="{57276655-6F8D-471D-AC6C-A2ACC49EF037}"/>
          </ac:cxnSpMkLst>
        </pc:cxnChg>
        <pc:cxnChg chg="mod">
          <ac:chgData name="郁儒 廖" userId="189a1d031aa848d3" providerId="LiveId" clId="{0734EAEE-AFB4-4B8E-8288-432812E7B4D5}" dt="2020-09-24T14:52:24.340" v="1407" actId="1035"/>
          <ac:cxnSpMkLst>
            <pc:docMk/>
            <pc:sldMk cId="346677093" sldId="260"/>
            <ac:cxnSpMk id="28" creationId="{61B287A3-6EA8-4607-AA80-D4FBE5BDFE98}"/>
          </ac:cxnSpMkLst>
        </pc:cxnChg>
        <pc:cxnChg chg="mod">
          <ac:chgData name="郁儒 廖" userId="189a1d031aa848d3" providerId="LiveId" clId="{0734EAEE-AFB4-4B8E-8288-432812E7B4D5}" dt="2020-09-24T14:52:24.340" v="1407" actId="1035"/>
          <ac:cxnSpMkLst>
            <pc:docMk/>
            <pc:sldMk cId="346677093" sldId="260"/>
            <ac:cxnSpMk id="34" creationId="{292C8B64-7124-4531-9508-77E68289A166}"/>
          </ac:cxnSpMkLst>
        </pc:cxnChg>
        <pc:cxnChg chg="mod">
          <ac:chgData name="郁儒 廖" userId="189a1d031aa848d3" providerId="LiveId" clId="{0734EAEE-AFB4-4B8E-8288-432812E7B4D5}" dt="2020-09-24T14:52:24.340" v="1407" actId="1035"/>
          <ac:cxnSpMkLst>
            <pc:docMk/>
            <pc:sldMk cId="346677093" sldId="260"/>
            <ac:cxnSpMk id="35" creationId="{88AE7258-560C-437E-8530-E121D795A9E5}"/>
          </ac:cxnSpMkLst>
        </pc:cxnChg>
        <pc:cxnChg chg="mod">
          <ac:chgData name="郁儒 廖" userId="189a1d031aa848d3" providerId="LiveId" clId="{0734EAEE-AFB4-4B8E-8288-432812E7B4D5}" dt="2020-09-24T14:52:24.340" v="1407" actId="1035"/>
          <ac:cxnSpMkLst>
            <pc:docMk/>
            <pc:sldMk cId="346677093" sldId="260"/>
            <ac:cxnSpMk id="36" creationId="{FF358443-B5FB-4E5E-9AA5-B74B7F23F463}"/>
          </ac:cxnSpMkLst>
        </pc:cxnChg>
        <pc:cxnChg chg="mod">
          <ac:chgData name="郁儒 廖" userId="189a1d031aa848d3" providerId="LiveId" clId="{0734EAEE-AFB4-4B8E-8288-432812E7B4D5}" dt="2020-09-24T14:52:24.340" v="1407" actId="1035"/>
          <ac:cxnSpMkLst>
            <pc:docMk/>
            <pc:sldMk cId="346677093" sldId="260"/>
            <ac:cxnSpMk id="37" creationId="{FBEAF0FE-C9A3-436E-9A0B-F6FEC3AEC239}"/>
          </ac:cxnSpMkLst>
        </pc:cxnChg>
        <pc:cxnChg chg="add mod">
          <ac:chgData name="郁儒 廖" userId="189a1d031aa848d3" providerId="LiveId" clId="{0734EAEE-AFB4-4B8E-8288-432812E7B4D5}" dt="2020-09-24T14:52:30.974" v="1448" actId="1036"/>
          <ac:cxnSpMkLst>
            <pc:docMk/>
            <pc:sldMk cId="346677093" sldId="260"/>
            <ac:cxnSpMk id="67" creationId="{DDE8C4C9-0E80-478E-A5B6-A8E301BA1B4A}"/>
          </ac:cxnSpMkLst>
        </pc:cxnChg>
        <pc:cxnChg chg="add mod">
          <ac:chgData name="郁儒 廖" userId="189a1d031aa848d3" providerId="LiveId" clId="{0734EAEE-AFB4-4B8E-8288-432812E7B4D5}" dt="2020-09-24T14:52:30.974" v="1448" actId="1036"/>
          <ac:cxnSpMkLst>
            <pc:docMk/>
            <pc:sldMk cId="346677093" sldId="260"/>
            <ac:cxnSpMk id="69" creationId="{87E1C839-B227-4E62-8996-A2FBFC3F1032}"/>
          </ac:cxnSpMkLst>
        </pc:cxnChg>
        <pc:cxnChg chg="add mod">
          <ac:chgData name="郁儒 廖" userId="189a1d031aa848d3" providerId="LiveId" clId="{0734EAEE-AFB4-4B8E-8288-432812E7B4D5}" dt="2020-09-24T14:52:30.974" v="1448" actId="1036"/>
          <ac:cxnSpMkLst>
            <pc:docMk/>
            <pc:sldMk cId="346677093" sldId="260"/>
            <ac:cxnSpMk id="71" creationId="{8A81088F-1E30-4462-BB75-A07DE8314BBB}"/>
          </ac:cxnSpMkLst>
        </pc:cxnChg>
        <pc:cxnChg chg="add mod">
          <ac:chgData name="郁儒 廖" userId="189a1d031aa848d3" providerId="LiveId" clId="{0734EAEE-AFB4-4B8E-8288-432812E7B4D5}" dt="2020-09-24T14:52:30.974" v="1448" actId="1036"/>
          <ac:cxnSpMkLst>
            <pc:docMk/>
            <pc:sldMk cId="346677093" sldId="260"/>
            <ac:cxnSpMk id="72" creationId="{F348E7D6-0BF3-4E55-B6FF-526C29C08E5F}"/>
          </ac:cxnSpMkLst>
        </pc:cxnChg>
        <pc:cxnChg chg="add mod">
          <ac:chgData name="郁儒 廖" userId="189a1d031aa848d3" providerId="LiveId" clId="{0734EAEE-AFB4-4B8E-8288-432812E7B4D5}" dt="2020-09-24T14:52:30.974" v="1448" actId="1036"/>
          <ac:cxnSpMkLst>
            <pc:docMk/>
            <pc:sldMk cId="346677093" sldId="260"/>
            <ac:cxnSpMk id="74" creationId="{062CE41E-7280-425F-93EA-151B8C19960C}"/>
          </ac:cxnSpMkLst>
        </pc:cxnChg>
        <pc:cxnChg chg="add mod">
          <ac:chgData name="郁儒 廖" userId="189a1d031aa848d3" providerId="LiveId" clId="{0734EAEE-AFB4-4B8E-8288-432812E7B4D5}" dt="2020-09-24T14:52:30.974" v="1448" actId="1036"/>
          <ac:cxnSpMkLst>
            <pc:docMk/>
            <pc:sldMk cId="346677093" sldId="260"/>
            <ac:cxnSpMk id="75" creationId="{60F7A1C3-DA73-4CC1-9901-0BC44D79620D}"/>
          </ac:cxnSpMkLst>
        </pc:cxnChg>
        <pc:cxnChg chg="add mod">
          <ac:chgData name="郁儒 廖" userId="189a1d031aa848d3" providerId="LiveId" clId="{0734EAEE-AFB4-4B8E-8288-432812E7B4D5}" dt="2020-09-24T14:52:30.974" v="1448" actId="1036"/>
          <ac:cxnSpMkLst>
            <pc:docMk/>
            <pc:sldMk cId="346677093" sldId="260"/>
            <ac:cxnSpMk id="77" creationId="{F19F96CD-2589-4835-9E66-050FB1757DEF}"/>
          </ac:cxnSpMkLst>
        </pc:cxnChg>
        <pc:cxnChg chg="add mod">
          <ac:chgData name="郁儒 廖" userId="189a1d031aa848d3" providerId="LiveId" clId="{0734EAEE-AFB4-4B8E-8288-432812E7B4D5}" dt="2020-09-24T14:52:30.974" v="1448" actId="1036"/>
          <ac:cxnSpMkLst>
            <pc:docMk/>
            <pc:sldMk cId="346677093" sldId="260"/>
            <ac:cxnSpMk id="78" creationId="{1C2FC336-90DB-4EE7-8C01-F96F00217035}"/>
          </ac:cxnSpMkLst>
        </pc:cxnChg>
        <pc:cxnChg chg="add mod">
          <ac:chgData name="郁儒 廖" userId="189a1d031aa848d3" providerId="LiveId" clId="{0734EAEE-AFB4-4B8E-8288-432812E7B4D5}" dt="2020-09-24T14:52:30.974" v="1448" actId="1036"/>
          <ac:cxnSpMkLst>
            <pc:docMk/>
            <pc:sldMk cId="346677093" sldId="260"/>
            <ac:cxnSpMk id="80" creationId="{CFDBF9B1-C698-4526-8B7B-C0B93619065D}"/>
          </ac:cxnSpMkLst>
        </pc:cxnChg>
        <pc:cxnChg chg="add mod">
          <ac:chgData name="郁儒 廖" userId="189a1d031aa848d3" providerId="LiveId" clId="{0734EAEE-AFB4-4B8E-8288-432812E7B4D5}" dt="2020-09-24T14:52:30.974" v="1448" actId="1036"/>
          <ac:cxnSpMkLst>
            <pc:docMk/>
            <pc:sldMk cId="346677093" sldId="260"/>
            <ac:cxnSpMk id="82" creationId="{AE641FE1-B0C6-42BB-B118-78155D8BE233}"/>
          </ac:cxnSpMkLst>
        </pc:cxnChg>
        <pc:cxnChg chg="add mod">
          <ac:chgData name="郁儒 廖" userId="189a1d031aa848d3" providerId="LiveId" clId="{0734EAEE-AFB4-4B8E-8288-432812E7B4D5}" dt="2020-09-24T14:52:30.974" v="1448" actId="1036"/>
          <ac:cxnSpMkLst>
            <pc:docMk/>
            <pc:sldMk cId="346677093" sldId="260"/>
            <ac:cxnSpMk id="84" creationId="{20616F2D-EDF2-47C7-B809-7204C3C541CB}"/>
          </ac:cxnSpMkLst>
        </pc:cxnChg>
        <pc:cxnChg chg="add mod">
          <ac:chgData name="郁儒 廖" userId="189a1d031aa848d3" providerId="LiveId" clId="{0734EAEE-AFB4-4B8E-8288-432812E7B4D5}" dt="2020-09-24T14:52:30.974" v="1448" actId="1036"/>
          <ac:cxnSpMkLst>
            <pc:docMk/>
            <pc:sldMk cId="346677093" sldId="260"/>
            <ac:cxnSpMk id="86" creationId="{07F01134-F616-4E08-98A1-C4549DC988F8}"/>
          </ac:cxnSpMkLst>
        </pc:cxnChg>
        <pc:cxnChg chg="add mod">
          <ac:chgData name="郁儒 廖" userId="189a1d031aa848d3" providerId="LiveId" clId="{0734EAEE-AFB4-4B8E-8288-432812E7B4D5}" dt="2020-09-24T14:52:30.974" v="1448" actId="1036"/>
          <ac:cxnSpMkLst>
            <pc:docMk/>
            <pc:sldMk cId="346677093" sldId="260"/>
            <ac:cxnSpMk id="88" creationId="{91E2081B-E2EF-42C8-8C7D-CB0D7056E7AB}"/>
          </ac:cxnSpMkLst>
        </pc:cxnChg>
        <pc:cxnChg chg="add mod">
          <ac:chgData name="郁儒 廖" userId="189a1d031aa848d3" providerId="LiveId" clId="{0734EAEE-AFB4-4B8E-8288-432812E7B4D5}" dt="2020-09-24T14:52:30.974" v="1448" actId="1036"/>
          <ac:cxnSpMkLst>
            <pc:docMk/>
            <pc:sldMk cId="346677093" sldId="260"/>
            <ac:cxnSpMk id="89" creationId="{8D3874A7-1E20-4D9B-B8AF-54A914865926}"/>
          </ac:cxnSpMkLst>
        </pc:cxnChg>
        <pc:cxnChg chg="add mod">
          <ac:chgData name="郁儒 廖" userId="189a1d031aa848d3" providerId="LiveId" clId="{0734EAEE-AFB4-4B8E-8288-432812E7B4D5}" dt="2020-09-24T14:52:30.974" v="1448" actId="1036"/>
          <ac:cxnSpMkLst>
            <pc:docMk/>
            <pc:sldMk cId="346677093" sldId="260"/>
            <ac:cxnSpMk id="90" creationId="{4EE79BDD-6C79-4FCF-9500-9E08697C3EB6}"/>
          </ac:cxnSpMkLst>
        </pc:cxnChg>
        <pc:cxnChg chg="add mod">
          <ac:chgData name="郁儒 廖" userId="189a1d031aa848d3" providerId="LiveId" clId="{0734EAEE-AFB4-4B8E-8288-432812E7B4D5}" dt="2020-09-24T14:52:30.974" v="1448" actId="1036"/>
          <ac:cxnSpMkLst>
            <pc:docMk/>
            <pc:sldMk cId="346677093" sldId="260"/>
            <ac:cxnSpMk id="91" creationId="{DAFC8B16-6C9D-4801-BA29-7D5ED45E9C7E}"/>
          </ac:cxnSpMkLst>
        </pc:cxnChg>
        <pc:cxnChg chg="mod">
          <ac:chgData name="郁儒 廖" userId="189a1d031aa848d3" providerId="LiveId" clId="{0734EAEE-AFB4-4B8E-8288-432812E7B4D5}" dt="2020-09-24T14:52:24.340" v="1407" actId="1035"/>
          <ac:cxnSpMkLst>
            <pc:docMk/>
            <pc:sldMk cId="346677093" sldId="260"/>
            <ac:cxnSpMk id="95" creationId="{4A7BF7FE-E5F0-416E-B5A1-55E6F0CE0797}"/>
          </ac:cxnSpMkLst>
        </pc:cxnChg>
        <pc:cxnChg chg="mod">
          <ac:chgData name="郁儒 廖" userId="189a1d031aa848d3" providerId="LiveId" clId="{0734EAEE-AFB4-4B8E-8288-432812E7B4D5}" dt="2020-09-24T14:52:24.340" v="1407" actId="1035"/>
          <ac:cxnSpMkLst>
            <pc:docMk/>
            <pc:sldMk cId="346677093" sldId="260"/>
            <ac:cxnSpMk id="98" creationId="{F603F9A0-ECEF-4D1E-84E3-5D0647DBF36B}"/>
          </ac:cxnSpMkLst>
        </pc:cxnChg>
        <pc:cxnChg chg="mod">
          <ac:chgData name="郁儒 廖" userId="189a1d031aa848d3" providerId="LiveId" clId="{0734EAEE-AFB4-4B8E-8288-432812E7B4D5}" dt="2020-09-24T14:52:24.340" v="1407" actId="1035"/>
          <ac:cxnSpMkLst>
            <pc:docMk/>
            <pc:sldMk cId="346677093" sldId="260"/>
            <ac:cxnSpMk id="99" creationId="{8AC15B27-8E84-4C4D-81D3-6BF99B37807A}"/>
          </ac:cxnSpMkLst>
        </pc:cxnChg>
        <pc:cxnChg chg="mod">
          <ac:chgData name="郁儒 廖" userId="189a1d031aa848d3" providerId="LiveId" clId="{0734EAEE-AFB4-4B8E-8288-432812E7B4D5}" dt="2020-09-24T14:52:24.340" v="1407" actId="1035"/>
          <ac:cxnSpMkLst>
            <pc:docMk/>
            <pc:sldMk cId="346677093" sldId="260"/>
            <ac:cxnSpMk id="102" creationId="{B989BAE9-28AA-42AC-808E-7E0FF3316318}"/>
          </ac:cxnSpMkLst>
        </pc:cxnChg>
        <pc:cxnChg chg="mod">
          <ac:chgData name="郁儒 廖" userId="189a1d031aa848d3" providerId="LiveId" clId="{0734EAEE-AFB4-4B8E-8288-432812E7B4D5}" dt="2020-09-24T14:52:24.340" v="1407" actId="1035"/>
          <ac:cxnSpMkLst>
            <pc:docMk/>
            <pc:sldMk cId="346677093" sldId="260"/>
            <ac:cxnSpMk id="105" creationId="{507F9EF0-FB4F-47EB-8E2E-0D53DB4AF706}"/>
          </ac:cxnSpMkLst>
        </pc:cxnChg>
        <pc:cxnChg chg="mod">
          <ac:chgData name="郁儒 廖" userId="189a1d031aa848d3" providerId="LiveId" clId="{0734EAEE-AFB4-4B8E-8288-432812E7B4D5}" dt="2020-09-24T14:52:24.340" v="1407" actId="1035"/>
          <ac:cxnSpMkLst>
            <pc:docMk/>
            <pc:sldMk cId="346677093" sldId="260"/>
            <ac:cxnSpMk id="106" creationId="{CD549A3F-470B-456F-B1F5-4F28A7E43CBD}"/>
          </ac:cxnSpMkLst>
        </pc:cxnChg>
        <pc:cxnChg chg="mod">
          <ac:chgData name="郁儒 廖" userId="189a1d031aa848d3" providerId="LiveId" clId="{0734EAEE-AFB4-4B8E-8288-432812E7B4D5}" dt="2020-09-24T14:52:24.340" v="1407" actId="1035"/>
          <ac:cxnSpMkLst>
            <pc:docMk/>
            <pc:sldMk cId="346677093" sldId="260"/>
            <ac:cxnSpMk id="111" creationId="{0AAAED23-4E8B-49B6-BC53-EB0C1B6B74FE}"/>
          </ac:cxnSpMkLst>
        </pc:cxnChg>
        <pc:cxnChg chg="mod">
          <ac:chgData name="郁儒 廖" userId="189a1d031aa848d3" providerId="LiveId" clId="{0734EAEE-AFB4-4B8E-8288-432812E7B4D5}" dt="2020-09-24T14:52:24.340" v="1407" actId="1035"/>
          <ac:cxnSpMkLst>
            <pc:docMk/>
            <pc:sldMk cId="346677093" sldId="260"/>
            <ac:cxnSpMk id="113" creationId="{C61F0059-7753-46AB-83CD-EF141EA08D49}"/>
          </ac:cxnSpMkLst>
        </pc:cxnChg>
        <pc:cxnChg chg="mod">
          <ac:chgData name="郁儒 廖" userId="189a1d031aa848d3" providerId="LiveId" clId="{0734EAEE-AFB4-4B8E-8288-432812E7B4D5}" dt="2020-09-24T14:52:24.340" v="1407" actId="1035"/>
          <ac:cxnSpMkLst>
            <pc:docMk/>
            <pc:sldMk cId="346677093" sldId="260"/>
            <ac:cxnSpMk id="115" creationId="{749D48B0-C17C-45FE-A779-F2054E4FC3F6}"/>
          </ac:cxnSpMkLst>
        </pc:cxnChg>
        <pc:cxnChg chg="mod">
          <ac:chgData name="郁儒 廖" userId="189a1d031aa848d3" providerId="LiveId" clId="{0734EAEE-AFB4-4B8E-8288-432812E7B4D5}" dt="2020-09-24T14:52:24.340" v="1407" actId="1035"/>
          <ac:cxnSpMkLst>
            <pc:docMk/>
            <pc:sldMk cId="346677093" sldId="260"/>
            <ac:cxnSpMk id="117" creationId="{6D6512BF-5CE5-4445-B80A-71052EE67255}"/>
          </ac:cxnSpMkLst>
        </pc:cxnChg>
        <pc:cxnChg chg="mod">
          <ac:chgData name="郁儒 廖" userId="189a1d031aa848d3" providerId="LiveId" clId="{0734EAEE-AFB4-4B8E-8288-432812E7B4D5}" dt="2020-09-24T14:52:24.340" v="1407" actId="1035"/>
          <ac:cxnSpMkLst>
            <pc:docMk/>
            <pc:sldMk cId="346677093" sldId="260"/>
            <ac:cxnSpMk id="119" creationId="{6A3BD1FD-7E2E-4AD8-BB16-D56589EC9B41}"/>
          </ac:cxnSpMkLst>
        </pc:cxnChg>
        <pc:cxnChg chg="mod">
          <ac:chgData name="郁儒 廖" userId="189a1d031aa848d3" providerId="LiveId" clId="{0734EAEE-AFB4-4B8E-8288-432812E7B4D5}" dt="2020-09-24T14:52:24.340" v="1407" actId="1035"/>
          <ac:cxnSpMkLst>
            <pc:docMk/>
            <pc:sldMk cId="346677093" sldId="260"/>
            <ac:cxnSpMk id="120" creationId="{CB4FE3A1-09A1-4019-A387-645CFAD3FB27}"/>
          </ac:cxnSpMkLst>
        </pc:cxnChg>
        <pc:cxnChg chg="mod">
          <ac:chgData name="郁儒 廖" userId="189a1d031aa848d3" providerId="LiveId" clId="{0734EAEE-AFB4-4B8E-8288-432812E7B4D5}" dt="2020-09-24T14:52:24.340" v="1407" actId="1035"/>
          <ac:cxnSpMkLst>
            <pc:docMk/>
            <pc:sldMk cId="346677093" sldId="260"/>
            <ac:cxnSpMk id="121" creationId="{EBB2AD5C-D2B2-49B0-B7FD-2A7B27FFC5BF}"/>
          </ac:cxnSpMkLst>
        </pc:cxnChg>
        <pc:cxnChg chg="mod">
          <ac:chgData name="郁儒 廖" userId="189a1d031aa848d3" providerId="LiveId" clId="{0734EAEE-AFB4-4B8E-8288-432812E7B4D5}" dt="2020-09-24T14:52:24.340" v="1407" actId="1035"/>
          <ac:cxnSpMkLst>
            <pc:docMk/>
            <pc:sldMk cId="346677093" sldId="260"/>
            <ac:cxnSpMk id="122" creationId="{607B838E-CA6A-4D22-9200-BE84E6AB54B3}"/>
          </ac:cxnSpMkLst>
        </pc:cxnChg>
        <pc:cxnChg chg="add mod">
          <ac:chgData name="郁儒 廖" userId="189a1d031aa848d3" providerId="LiveId" clId="{0734EAEE-AFB4-4B8E-8288-432812E7B4D5}" dt="2020-09-24T14:52:30.974" v="1448" actId="1036"/>
          <ac:cxnSpMkLst>
            <pc:docMk/>
            <pc:sldMk cId="346677093" sldId="260"/>
            <ac:cxnSpMk id="135" creationId="{BEABA6C7-E2F3-4121-9894-3FEFD9481384}"/>
          </ac:cxnSpMkLst>
        </pc:cxnChg>
        <pc:cxnChg chg="add mod">
          <ac:chgData name="郁儒 廖" userId="189a1d031aa848d3" providerId="LiveId" clId="{0734EAEE-AFB4-4B8E-8288-432812E7B4D5}" dt="2020-09-24T14:52:30.974" v="1448" actId="1036"/>
          <ac:cxnSpMkLst>
            <pc:docMk/>
            <pc:sldMk cId="346677093" sldId="260"/>
            <ac:cxnSpMk id="139" creationId="{6116E67C-F9BB-4E19-BCAC-08F345A4E49C}"/>
          </ac:cxnSpMkLst>
        </pc:cxnChg>
        <pc:cxnChg chg="add mod">
          <ac:chgData name="郁儒 廖" userId="189a1d031aa848d3" providerId="LiveId" clId="{0734EAEE-AFB4-4B8E-8288-432812E7B4D5}" dt="2020-09-24T14:52:30.974" v="1448" actId="1036"/>
          <ac:cxnSpMkLst>
            <pc:docMk/>
            <pc:sldMk cId="346677093" sldId="260"/>
            <ac:cxnSpMk id="141" creationId="{F34D585A-55D8-4E14-A3F0-FFF34DA4874E}"/>
          </ac:cxnSpMkLst>
        </pc:cxnChg>
        <pc:cxnChg chg="add mod">
          <ac:chgData name="郁儒 廖" userId="189a1d031aa848d3" providerId="LiveId" clId="{0734EAEE-AFB4-4B8E-8288-432812E7B4D5}" dt="2020-09-24T14:52:30.974" v="1448" actId="1036"/>
          <ac:cxnSpMkLst>
            <pc:docMk/>
            <pc:sldMk cId="346677093" sldId="260"/>
            <ac:cxnSpMk id="142" creationId="{76B7CA77-FE86-4501-BF0D-7F7E0C40833A}"/>
          </ac:cxnSpMkLst>
        </pc:cxnChg>
        <pc:cxnChg chg="add mod">
          <ac:chgData name="郁儒 廖" userId="189a1d031aa848d3" providerId="LiveId" clId="{0734EAEE-AFB4-4B8E-8288-432812E7B4D5}" dt="2020-09-24T14:52:30.974" v="1448" actId="1036"/>
          <ac:cxnSpMkLst>
            <pc:docMk/>
            <pc:sldMk cId="346677093" sldId="260"/>
            <ac:cxnSpMk id="144" creationId="{2D5DC8A8-AC79-433F-A481-66F068339C0E}"/>
          </ac:cxnSpMkLst>
        </pc:cxnChg>
        <pc:cxnChg chg="add mod">
          <ac:chgData name="郁儒 廖" userId="189a1d031aa848d3" providerId="LiveId" clId="{0734EAEE-AFB4-4B8E-8288-432812E7B4D5}" dt="2020-09-24T14:52:30.974" v="1448" actId="1036"/>
          <ac:cxnSpMkLst>
            <pc:docMk/>
            <pc:sldMk cId="346677093" sldId="260"/>
            <ac:cxnSpMk id="145" creationId="{0B94ED5C-8EAE-43E5-A49B-D43203D09740}"/>
          </ac:cxnSpMkLst>
        </pc:cxnChg>
        <pc:cxnChg chg="add mod">
          <ac:chgData name="郁儒 廖" userId="189a1d031aa848d3" providerId="LiveId" clId="{0734EAEE-AFB4-4B8E-8288-432812E7B4D5}" dt="2020-09-24T14:52:30.974" v="1448" actId="1036"/>
          <ac:cxnSpMkLst>
            <pc:docMk/>
            <pc:sldMk cId="346677093" sldId="260"/>
            <ac:cxnSpMk id="147" creationId="{400BB68F-56C8-471D-BC4F-A6DF5DF0200D}"/>
          </ac:cxnSpMkLst>
        </pc:cxnChg>
        <pc:cxnChg chg="add mod">
          <ac:chgData name="郁儒 廖" userId="189a1d031aa848d3" providerId="LiveId" clId="{0734EAEE-AFB4-4B8E-8288-432812E7B4D5}" dt="2020-09-24T14:52:30.974" v="1448" actId="1036"/>
          <ac:cxnSpMkLst>
            <pc:docMk/>
            <pc:sldMk cId="346677093" sldId="260"/>
            <ac:cxnSpMk id="148" creationId="{FB158EAF-4F39-4864-A68C-A822B7233735}"/>
          </ac:cxnSpMkLst>
        </pc:cxnChg>
        <pc:cxnChg chg="add mod">
          <ac:chgData name="郁儒 廖" userId="189a1d031aa848d3" providerId="LiveId" clId="{0734EAEE-AFB4-4B8E-8288-432812E7B4D5}" dt="2020-09-24T14:52:30.974" v="1448" actId="1036"/>
          <ac:cxnSpMkLst>
            <pc:docMk/>
            <pc:sldMk cId="346677093" sldId="260"/>
            <ac:cxnSpMk id="150" creationId="{216BDB4F-8197-4680-AA57-8C3D200B0CF0}"/>
          </ac:cxnSpMkLst>
        </pc:cxnChg>
        <pc:cxnChg chg="add mod">
          <ac:chgData name="郁儒 廖" userId="189a1d031aa848d3" providerId="LiveId" clId="{0734EAEE-AFB4-4B8E-8288-432812E7B4D5}" dt="2020-09-24T14:52:30.974" v="1448" actId="1036"/>
          <ac:cxnSpMkLst>
            <pc:docMk/>
            <pc:sldMk cId="346677093" sldId="260"/>
            <ac:cxnSpMk id="152" creationId="{FD8B789D-2DE9-4084-9E9A-5DD41AF47E62}"/>
          </ac:cxnSpMkLst>
        </pc:cxnChg>
        <pc:cxnChg chg="add mod">
          <ac:chgData name="郁儒 廖" userId="189a1d031aa848d3" providerId="LiveId" clId="{0734EAEE-AFB4-4B8E-8288-432812E7B4D5}" dt="2020-09-24T14:52:30.974" v="1448" actId="1036"/>
          <ac:cxnSpMkLst>
            <pc:docMk/>
            <pc:sldMk cId="346677093" sldId="260"/>
            <ac:cxnSpMk id="154" creationId="{288F4237-02EF-4E30-B45E-056442914CCD}"/>
          </ac:cxnSpMkLst>
        </pc:cxnChg>
        <pc:cxnChg chg="add mod">
          <ac:chgData name="郁儒 廖" userId="189a1d031aa848d3" providerId="LiveId" clId="{0734EAEE-AFB4-4B8E-8288-432812E7B4D5}" dt="2020-09-24T14:52:30.974" v="1448" actId="1036"/>
          <ac:cxnSpMkLst>
            <pc:docMk/>
            <pc:sldMk cId="346677093" sldId="260"/>
            <ac:cxnSpMk id="156" creationId="{CE68DA17-E16E-4D86-A9AA-3DE6F91D8F41}"/>
          </ac:cxnSpMkLst>
        </pc:cxnChg>
        <pc:cxnChg chg="add mod">
          <ac:chgData name="郁儒 廖" userId="189a1d031aa848d3" providerId="LiveId" clId="{0734EAEE-AFB4-4B8E-8288-432812E7B4D5}" dt="2020-09-24T14:52:30.974" v="1448" actId="1036"/>
          <ac:cxnSpMkLst>
            <pc:docMk/>
            <pc:sldMk cId="346677093" sldId="260"/>
            <ac:cxnSpMk id="158" creationId="{A0D233F9-430E-452A-BAAA-0490C83681B8}"/>
          </ac:cxnSpMkLst>
        </pc:cxnChg>
        <pc:cxnChg chg="add mod">
          <ac:chgData name="郁儒 廖" userId="189a1d031aa848d3" providerId="LiveId" clId="{0734EAEE-AFB4-4B8E-8288-432812E7B4D5}" dt="2020-09-24T14:52:30.974" v="1448" actId="1036"/>
          <ac:cxnSpMkLst>
            <pc:docMk/>
            <pc:sldMk cId="346677093" sldId="260"/>
            <ac:cxnSpMk id="159" creationId="{EE55EE9B-9A8C-4A5B-91E7-E658B8ABA90A}"/>
          </ac:cxnSpMkLst>
        </pc:cxnChg>
        <pc:cxnChg chg="add mod">
          <ac:chgData name="郁儒 廖" userId="189a1d031aa848d3" providerId="LiveId" clId="{0734EAEE-AFB4-4B8E-8288-432812E7B4D5}" dt="2020-09-24T14:52:30.974" v="1448" actId="1036"/>
          <ac:cxnSpMkLst>
            <pc:docMk/>
            <pc:sldMk cId="346677093" sldId="260"/>
            <ac:cxnSpMk id="160" creationId="{8FD51332-0182-4161-A4CB-AF86F81C7C61}"/>
          </ac:cxnSpMkLst>
        </pc:cxnChg>
        <pc:cxnChg chg="add mod">
          <ac:chgData name="郁儒 廖" userId="189a1d031aa848d3" providerId="LiveId" clId="{0734EAEE-AFB4-4B8E-8288-432812E7B4D5}" dt="2020-09-24T14:52:30.974" v="1448" actId="1036"/>
          <ac:cxnSpMkLst>
            <pc:docMk/>
            <pc:sldMk cId="346677093" sldId="260"/>
            <ac:cxnSpMk id="161" creationId="{E3C43D9B-1772-4DC2-934D-626F63D5DE03}"/>
          </ac:cxnSpMkLst>
        </pc:cxnChg>
        <pc:cxnChg chg="add mod">
          <ac:chgData name="郁儒 廖" userId="189a1d031aa848d3" providerId="LiveId" clId="{0734EAEE-AFB4-4B8E-8288-432812E7B4D5}" dt="2020-09-24T14:52:30.974" v="1448" actId="1036"/>
          <ac:cxnSpMkLst>
            <pc:docMk/>
            <pc:sldMk cId="346677093" sldId="260"/>
            <ac:cxnSpMk id="166" creationId="{4A319728-E079-4C98-AB19-A17755E86D9E}"/>
          </ac:cxnSpMkLst>
        </pc:cxnChg>
        <pc:cxnChg chg="add mod">
          <ac:chgData name="郁儒 廖" userId="189a1d031aa848d3" providerId="LiveId" clId="{0734EAEE-AFB4-4B8E-8288-432812E7B4D5}" dt="2020-09-24T14:52:30.974" v="1448" actId="1036"/>
          <ac:cxnSpMkLst>
            <pc:docMk/>
            <pc:sldMk cId="346677093" sldId="260"/>
            <ac:cxnSpMk id="168" creationId="{5EDAD0DF-225A-4A53-B0A9-1ABABEA144FC}"/>
          </ac:cxnSpMkLst>
        </pc:cxnChg>
        <pc:cxnChg chg="add mod">
          <ac:chgData name="郁儒 廖" userId="189a1d031aa848d3" providerId="LiveId" clId="{0734EAEE-AFB4-4B8E-8288-432812E7B4D5}" dt="2020-09-24T14:52:30.974" v="1448" actId="1036"/>
          <ac:cxnSpMkLst>
            <pc:docMk/>
            <pc:sldMk cId="346677093" sldId="260"/>
            <ac:cxnSpMk id="169" creationId="{E0A432F1-ED12-444C-A4F7-64EA0995D0AD}"/>
          </ac:cxnSpMkLst>
        </pc:cxnChg>
        <pc:cxnChg chg="add mod">
          <ac:chgData name="郁儒 廖" userId="189a1d031aa848d3" providerId="LiveId" clId="{0734EAEE-AFB4-4B8E-8288-432812E7B4D5}" dt="2020-09-24T14:52:30.974" v="1448" actId="1036"/>
          <ac:cxnSpMkLst>
            <pc:docMk/>
            <pc:sldMk cId="346677093" sldId="260"/>
            <ac:cxnSpMk id="170" creationId="{1FCCAB8B-1C8A-4DF7-A4AC-716F65FBC7F7}"/>
          </ac:cxnSpMkLst>
        </pc:cxnChg>
        <pc:cxnChg chg="add mod">
          <ac:chgData name="郁儒 廖" userId="189a1d031aa848d3" providerId="LiveId" clId="{0734EAEE-AFB4-4B8E-8288-432812E7B4D5}" dt="2020-09-24T14:52:30.974" v="1448" actId="1036"/>
          <ac:cxnSpMkLst>
            <pc:docMk/>
            <pc:sldMk cId="346677093" sldId="260"/>
            <ac:cxnSpMk id="172" creationId="{73BA9032-0FBE-475F-84DF-59CCD365639D}"/>
          </ac:cxnSpMkLst>
        </pc:cxnChg>
        <pc:cxnChg chg="add mod">
          <ac:chgData name="郁儒 廖" userId="189a1d031aa848d3" providerId="LiveId" clId="{0734EAEE-AFB4-4B8E-8288-432812E7B4D5}" dt="2020-09-24T14:52:30.974" v="1448" actId="1036"/>
          <ac:cxnSpMkLst>
            <pc:docMk/>
            <pc:sldMk cId="346677093" sldId="260"/>
            <ac:cxnSpMk id="173" creationId="{F7998201-43D3-4B89-BA6F-261815AEB412}"/>
          </ac:cxnSpMkLst>
        </pc:cxnChg>
        <pc:cxnChg chg="add mod">
          <ac:chgData name="郁儒 廖" userId="189a1d031aa848d3" providerId="LiveId" clId="{0734EAEE-AFB4-4B8E-8288-432812E7B4D5}" dt="2020-09-24T14:52:30.974" v="1448" actId="1036"/>
          <ac:cxnSpMkLst>
            <pc:docMk/>
            <pc:sldMk cId="346677093" sldId="260"/>
            <ac:cxnSpMk id="175" creationId="{6DEE3889-D914-4981-93E3-F9D1D9C3A023}"/>
          </ac:cxnSpMkLst>
        </pc:cxnChg>
        <pc:cxnChg chg="add mod">
          <ac:chgData name="郁儒 廖" userId="189a1d031aa848d3" providerId="LiveId" clId="{0734EAEE-AFB4-4B8E-8288-432812E7B4D5}" dt="2020-09-24T14:52:30.974" v="1448" actId="1036"/>
          <ac:cxnSpMkLst>
            <pc:docMk/>
            <pc:sldMk cId="346677093" sldId="260"/>
            <ac:cxnSpMk id="177" creationId="{0D9AA196-7F3A-40E6-9752-57BED83EBEC8}"/>
          </ac:cxnSpMkLst>
        </pc:cxnChg>
        <pc:cxnChg chg="add mod">
          <ac:chgData name="郁儒 廖" userId="189a1d031aa848d3" providerId="LiveId" clId="{0734EAEE-AFB4-4B8E-8288-432812E7B4D5}" dt="2020-09-24T14:52:30.974" v="1448" actId="1036"/>
          <ac:cxnSpMkLst>
            <pc:docMk/>
            <pc:sldMk cId="346677093" sldId="260"/>
            <ac:cxnSpMk id="178" creationId="{EB82177B-7D25-4E14-AA1C-95A6295F56E9}"/>
          </ac:cxnSpMkLst>
        </pc:cxnChg>
        <pc:cxnChg chg="add mod">
          <ac:chgData name="郁儒 廖" userId="189a1d031aa848d3" providerId="LiveId" clId="{0734EAEE-AFB4-4B8E-8288-432812E7B4D5}" dt="2020-09-24T14:52:30.974" v="1448" actId="1036"/>
          <ac:cxnSpMkLst>
            <pc:docMk/>
            <pc:sldMk cId="346677093" sldId="260"/>
            <ac:cxnSpMk id="180" creationId="{9A6B3980-9273-4512-B89E-91550FCC36C0}"/>
          </ac:cxnSpMkLst>
        </pc:cxnChg>
        <pc:cxnChg chg="add mod">
          <ac:chgData name="郁儒 廖" userId="189a1d031aa848d3" providerId="LiveId" clId="{0734EAEE-AFB4-4B8E-8288-432812E7B4D5}" dt="2020-09-24T14:52:30.974" v="1448" actId="1036"/>
          <ac:cxnSpMkLst>
            <pc:docMk/>
            <pc:sldMk cId="346677093" sldId="260"/>
            <ac:cxnSpMk id="182" creationId="{61000F3F-317D-4955-8A3C-8D4F3542C023}"/>
          </ac:cxnSpMkLst>
        </pc:cxnChg>
        <pc:cxnChg chg="add mod">
          <ac:chgData name="郁儒 廖" userId="189a1d031aa848d3" providerId="LiveId" clId="{0734EAEE-AFB4-4B8E-8288-432812E7B4D5}" dt="2020-09-24T14:52:30.974" v="1448" actId="1036"/>
          <ac:cxnSpMkLst>
            <pc:docMk/>
            <pc:sldMk cId="346677093" sldId="260"/>
            <ac:cxnSpMk id="183" creationId="{FE5C36A6-F4F4-4F97-80BC-054FA1C62A64}"/>
          </ac:cxnSpMkLst>
        </pc:cxnChg>
        <pc:cxnChg chg="add mod">
          <ac:chgData name="郁儒 廖" userId="189a1d031aa848d3" providerId="LiveId" clId="{0734EAEE-AFB4-4B8E-8288-432812E7B4D5}" dt="2020-09-24T14:52:30.974" v="1448" actId="1036"/>
          <ac:cxnSpMkLst>
            <pc:docMk/>
            <pc:sldMk cId="346677093" sldId="260"/>
            <ac:cxnSpMk id="184" creationId="{8739A36F-9DC5-4263-BB6B-DC540B2886B4}"/>
          </ac:cxnSpMkLst>
        </pc:cxnChg>
        <pc:cxnChg chg="add mod">
          <ac:chgData name="郁儒 廖" userId="189a1d031aa848d3" providerId="LiveId" clId="{0734EAEE-AFB4-4B8E-8288-432812E7B4D5}" dt="2020-09-24T14:52:30.974" v="1448" actId="1036"/>
          <ac:cxnSpMkLst>
            <pc:docMk/>
            <pc:sldMk cId="346677093" sldId="260"/>
            <ac:cxnSpMk id="185" creationId="{62169B08-0B43-4E4F-BA5F-A2C725F35331}"/>
          </ac:cxnSpMkLst>
        </pc:cxnChg>
      </pc:sldChg>
      <pc:sldChg chg="modSp mod">
        <pc:chgData name="郁儒 廖" userId="189a1d031aa848d3" providerId="LiveId" clId="{0734EAEE-AFB4-4B8E-8288-432812E7B4D5}" dt="2020-09-24T14:51:07.623" v="1290"/>
        <pc:sldMkLst>
          <pc:docMk/>
          <pc:sldMk cId="2293659529" sldId="262"/>
        </pc:sldMkLst>
        <pc:spChg chg="mod">
          <ac:chgData name="郁儒 廖" userId="189a1d031aa848d3" providerId="LiveId" clId="{0734EAEE-AFB4-4B8E-8288-432812E7B4D5}" dt="2020-09-24T14:51:07.623" v="1290"/>
          <ac:spMkLst>
            <pc:docMk/>
            <pc:sldMk cId="2293659529" sldId="262"/>
            <ac:spMk id="2" creationId="{1872FEBF-0A2A-4888-810A-AAB14024E091}"/>
          </ac:spMkLst>
        </pc:spChg>
      </pc:sldChg>
      <pc:sldChg chg="addSp delSp modSp mod">
        <pc:chgData name="郁儒 廖" userId="189a1d031aa848d3" providerId="LiveId" clId="{0734EAEE-AFB4-4B8E-8288-432812E7B4D5}" dt="2020-09-24T14:53:11.891" v="1466"/>
        <pc:sldMkLst>
          <pc:docMk/>
          <pc:sldMk cId="2382778538" sldId="263"/>
        </pc:sldMkLst>
        <pc:spChg chg="add mod">
          <ac:chgData name="郁儒 廖" userId="189a1d031aa848d3" providerId="LiveId" clId="{0734EAEE-AFB4-4B8E-8288-432812E7B4D5}" dt="2020-09-24T14:53:11.891" v="1466"/>
          <ac:spMkLst>
            <pc:docMk/>
            <pc:sldMk cId="2382778538" sldId="263"/>
            <ac:spMk id="2" creationId="{CE7C8F1D-175C-47F6-A0E3-865D3B9A7469}"/>
          </ac:spMkLst>
        </pc:spChg>
        <pc:spChg chg="del">
          <ac:chgData name="郁儒 廖" userId="189a1d031aa848d3" providerId="LiveId" clId="{0734EAEE-AFB4-4B8E-8288-432812E7B4D5}" dt="2020-09-24T14:52:46.052" v="1450" actId="478"/>
          <ac:spMkLst>
            <pc:docMk/>
            <pc:sldMk cId="2382778538" sldId="263"/>
            <ac:spMk id="115" creationId="{DD8CA3BB-F3F9-4686-A75F-4DC7363666AE}"/>
          </ac:spMkLst>
        </pc:spChg>
      </pc:sldChg>
      <pc:sldChg chg="modSp mod ord">
        <pc:chgData name="郁儒 廖" userId="189a1d031aa848d3" providerId="LiveId" clId="{0734EAEE-AFB4-4B8E-8288-432812E7B4D5}" dt="2020-09-24T14:07:58.910" v="867"/>
        <pc:sldMkLst>
          <pc:docMk/>
          <pc:sldMk cId="927339347" sldId="264"/>
        </pc:sldMkLst>
        <pc:spChg chg="mod">
          <ac:chgData name="郁儒 廖" userId="189a1d031aa848d3" providerId="LiveId" clId="{0734EAEE-AFB4-4B8E-8288-432812E7B4D5}" dt="2020-09-24T12:32:03.975" v="141" actId="1035"/>
          <ac:spMkLst>
            <pc:docMk/>
            <pc:sldMk cId="927339347" sldId="264"/>
            <ac:spMk id="4" creationId="{DCFEDBDE-7BFD-4983-9F68-9820C7C8AAC0}"/>
          </ac:spMkLst>
        </pc:spChg>
        <pc:spChg chg="mod">
          <ac:chgData name="郁儒 廖" userId="189a1d031aa848d3" providerId="LiveId" clId="{0734EAEE-AFB4-4B8E-8288-432812E7B4D5}" dt="2020-09-24T12:32:03.975" v="141" actId="1035"/>
          <ac:spMkLst>
            <pc:docMk/>
            <pc:sldMk cId="927339347" sldId="264"/>
            <ac:spMk id="7" creationId="{49438BC4-CAB4-4127-B96B-F91992EC0956}"/>
          </ac:spMkLst>
        </pc:spChg>
        <pc:spChg chg="mod">
          <ac:chgData name="郁儒 廖" userId="189a1d031aa848d3" providerId="LiveId" clId="{0734EAEE-AFB4-4B8E-8288-432812E7B4D5}" dt="2020-09-24T12:32:03.975" v="141" actId="1035"/>
          <ac:spMkLst>
            <pc:docMk/>
            <pc:sldMk cId="927339347" sldId="264"/>
            <ac:spMk id="10" creationId="{B3A1C898-CAA3-45F1-9E70-5B30E057E75A}"/>
          </ac:spMkLst>
        </pc:spChg>
        <pc:spChg chg="mod">
          <ac:chgData name="郁儒 廖" userId="189a1d031aa848d3" providerId="LiveId" clId="{0734EAEE-AFB4-4B8E-8288-432812E7B4D5}" dt="2020-09-24T12:32:03.975" v="141" actId="1035"/>
          <ac:spMkLst>
            <pc:docMk/>
            <pc:sldMk cId="927339347" sldId="264"/>
            <ac:spMk id="13" creationId="{971AFE38-6300-428F-8D56-930F383F0F30}"/>
          </ac:spMkLst>
        </pc:spChg>
        <pc:spChg chg="mod">
          <ac:chgData name="郁儒 廖" userId="189a1d031aa848d3" providerId="LiveId" clId="{0734EAEE-AFB4-4B8E-8288-432812E7B4D5}" dt="2020-09-24T12:32:03.975" v="141" actId="1035"/>
          <ac:spMkLst>
            <pc:docMk/>
            <pc:sldMk cId="927339347" sldId="264"/>
            <ac:spMk id="16" creationId="{284E0075-06B9-487B-B337-883875E83028}"/>
          </ac:spMkLst>
        </pc:spChg>
        <pc:spChg chg="mod">
          <ac:chgData name="郁儒 廖" userId="189a1d031aa848d3" providerId="LiveId" clId="{0734EAEE-AFB4-4B8E-8288-432812E7B4D5}" dt="2020-09-24T12:32:03.975" v="141" actId="1035"/>
          <ac:spMkLst>
            <pc:docMk/>
            <pc:sldMk cId="927339347" sldId="264"/>
            <ac:spMk id="18" creationId="{AE07F87D-AA73-4AE0-AAE0-F42AE9703D3A}"/>
          </ac:spMkLst>
        </pc:spChg>
        <pc:spChg chg="mod">
          <ac:chgData name="郁儒 廖" userId="189a1d031aa848d3" providerId="LiveId" clId="{0734EAEE-AFB4-4B8E-8288-432812E7B4D5}" dt="2020-09-24T12:32:03.975" v="141" actId="1035"/>
          <ac:spMkLst>
            <pc:docMk/>
            <pc:sldMk cId="927339347" sldId="264"/>
            <ac:spMk id="20" creationId="{7E2DAA58-3143-49E2-AE5E-880FB683E6FD}"/>
          </ac:spMkLst>
        </pc:spChg>
        <pc:spChg chg="mod">
          <ac:chgData name="郁儒 廖" userId="189a1d031aa848d3" providerId="LiveId" clId="{0734EAEE-AFB4-4B8E-8288-432812E7B4D5}" dt="2020-09-24T12:32:03.975" v="141" actId="1035"/>
          <ac:spMkLst>
            <pc:docMk/>
            <pc:sldMk cId="927339347" sldId="264"/>
            <ac:spMk id="22" creationId="{8296C703-DF7F-4D3E-B3DC-F50FEB091DE6}"/>
          </ac:spMkLst>
        </pc:spChg>
        <pc:spChg chg="mod">
          <ac:chgData name="郁儒 廖" userId="189a1d031aa848d3" providerId="LiveId" clId="{0734EAEE-AFB4-4B8E-8288-432812E7B4D5}" dt="2020-09-24T12:32:03.975" v="141" actId="1035"/>
          <ac:spMkLst>
            <pc:docMk/>
            <pc:sldMk cId="927339347" sldId="264"/>
            <ac:spMk id="24" creationId="{56DA980F-832A-41DA-8788-9993720FB106}"/>
          </ac:spMkLst>
        </pc:spChg>
        <pc:spChg chg="mod">
          <ac:chgData name="郁儒 廖" userId="189a1d031aa848d3" providerId="LiveId" clId="{0734EAEE-AFB4-4B8E-8288-432812E7B4D5}" dt="2020-09-24T12:32:03.975" v="141" actId="1035"/>
          <ac:spMkLst>
            <pc:docMk/>
            <pc:sldMk cId="927339347" sldId="264"/>
            <ac:spMk id="29" creationId="{3546F474-30C8-4FAF-9F31-E6A70D3989D0}"/>
          </ac:spMkLst>
        </pc:spChg>
        <pc:spChg chg="mod">
          <ac:chgData name="郁儒 廖" userId="189a1d031aa848d3" providerId="LiveId" clId="{0734EAEE-AFB4-4B8E-8288-432812E7B4D5}" dt="2020-09-24T12:32:03.975" v="141" actId="1035"/>
          <ac:spMkLst>
            <pc:docMk/>
            <pc:sldMk cId="927339347" sldId="264"/>
            <ac:spMk id="30" creationId="{7825A793-5DD5-41D7-88D4-600F500D6222}"/>
          </ac:spMkLst>
        </pc:spChg>
        <pc:spChg chg="mod">
          <ac:chgData name="郁儒 廖" userId="189a1d031aa848d3" providerId="LiveId" clId="{0734EAEE-AFB4-4B8E-8288-432812E7B4D5}" dt="2020-09-24T12:32:03.975" v="141" actId="1035"/>
          <ac:spMkLst>
            <pc:docMk/>
            <pc:sldMk cId="927339347" sldId="264"/>
            <ac:spMk id="31" creationId="{FE2F5193-490F-4773-996C-3BB695DD756B}"/>
          </ac:spMkLst>
        </pc:spChg>
        <pc:spChg chg="mod">
          <ac:chgData name="郁儒 廖" userId="189a1d031aa848d3" providerId="LiveId" clId="{0734EAEE-AFB4-4B8E-8288-432812E7B4D5}" dt="2020-09-24T12:32:03.975" v="141" actId="1035"/>
          <ac:spMkLst>
            <pc:docMk/>
            <pc:sldMk cId="927339347" sldId="264"/>
            <ac:spMk id="32" creationId="{6022BA4D-D87D-465D-B4A5-3CBB97DD8F4A}"/>
          </ac:spMkLst>
        </pc:spChg>
        <pc:spChg chg="mod">
          <ac:chgData name="郁儒 廖" userId="189a1d031aa848d3" providerId="LiveId" clId="{0734EAEE-AFB4-4B8E-8288-432812E7B4D5}" dt="2020-09-24T12:32:03.975" v="141" actId="1035"/>
          <ac:spMkLst>
            <pc:docMk/>
            <pc:sldMk cId="927339347" sldId="264"/>
            <ac:spMk id="34" creationId="{FD5FE659-6B57-4304-BBC8-CA6D8D75E369}"/>
          </ac:spMkLst>
        </pc:spChg>
        <pc:spChg chg="mod">
          <ac:chgData name="郁儒 廖" userId="189a1d031aa848d3" providerId="LiveId" clId="{0734EAEE-AFB4-4B8E-8288-432812E7B4D5}" dt="2020-09-24T12:32:03.975" v="141" actId="1035"/>
          <ac:spMkLst>
            <pc:docMk/>
            <pc:sldMk cId="927339347" sldId="264"/>
            <ac:spMk id="38" creationId="{77DB194D-D7BA-486E-A2E9-5C526E47D8F9}"/>
          </ac:spMkLst>
        </pc:spChg>
        <pc:spChg chg="mod">
          <ac:chgData name="郁儒 廖" userId="189a1d031aa848d3" providerId="LiveId" clId="{0734EAEE-AFB4-4B8E-8288-432812E7B4D5}" dt="2020-09-24T12:32:03.975" v="141" actId="1035"/>
          <ac:spMkLst>
            <pc:docMk/>
            <pc:sldMk cId="927339347" sldId="264"/>
            <ac:spMk id="41" creationId="{A82BBF71-0AC1-4B60-BA67-9DC9ACDF5A7F}"/>
          </ac:spMkLst>
        </pc:spChg>
        <pc:spChg chg="mod">
          <ac:chgData name="郁儒 廖" userId="189a1d031aa848d3" providerId="LiveId" clId="{0734EAEE-AFB4-4B8E-8288-432812E7B4D5}" dt="2020-09-24T12:32:03.975" v="141" actId="1035"/>
          <ac:spMkLst>
            <pc:docMk/>
            <pc:sldMk cId="927339347" sldId="264"/>
            <ac:spMk id="43" creationId="{59D44620-3226-4BB6-8640-4FAD8EABE6D8}"/>
          </ac:spMkLst>
        </pc:spChg>
        <pc:spChg chg="mod">
          <ac:chgData name="郁儒 廖" userId="189a1d031aa848d3" providerId="LiveId" clId="{0734EAEE-AFB4-4B8E-8288-432812E7B4D5}" dt="2020-09-24T12:32:03.975" v="141" actId="1035"/>
          <ac:spMkLst>
            <pc:docMk/>
            <pc:sldMk cId="927339347" sldId="264"/>
            <ac:spMk id="46" creationId="{08CAD290-F0F7-4581-91D1-DCDA68F0915E}"/>
          </ac:spMkLst>
        </pc:spChg>
        <pc:spChg chg="mod">
          <ac:chgData name="郁儒 廖" userId="189a1d031aa848d3" providerId="LiveId" clId="{0734EAEE-AFB4-4B8E-8288-432812E7B4D5}" dt="2020-09-24T12:32:03.975" v="141" actId="1035"/>
          <ac:spMkLst>
            <pc:docMk/>
            <pc:sldMk cId="927339347" sldId="264"/>
            <ac:spMk id="48" creationId="{CCEFEF32-8760-48D6-B64B-8EF834ABD35F}"/>
          </ac:spMkLst>
        </pc:spChg>
        <pc:spChg chg="mod">
          <ac:chgData name="郁儒 廖" userId="189a1d031aa848d3" providerId="LiveId" clId="{0734EAEE-AFB4-4B8E-8288-432812E7B4D5}" dt="2020-09-24T12:32:03.975" v="141" actId="1035"/>
          <ac:spMkLst>
            <pc:docMk/>
            <pc:sldMk cId="927339347" sldId="264"/>
            <ac:spMk id="53" creationId="{DFF8023B-9727-47F3-86EE-0671DF7466FC}"/>
          </ac:spMkLst>
        </pc:spChg>
        <pc:spChg chg="mod">
          <ac:chgData name="郁儒 廖" userId="189a1d031aa848d3" providerId="LiveId" clId="{0734EAEE-AFB4-4B8E-8288-432812E7B4D5}" dt="2020-09-24T12:32:03.975" v="141" actId="1035"/>
          <ac:spMkLst>
            <pc:docMk/>
            <pc:sldMk cId="927339347" sldId="264"/>
            <ac:spMk id="54" creationId="{A7901D75-A5A0-4B6E-BD34-6EDE462658A1}"/>
          </ac:spMkLst>
        </pc:spChg>
        <pc:spChg chg="mod">
          <ac:chgData name="郁儒 廖" userId="189a1d031aa848d3" providerId="LiveId" clId="{0734EAEE-AFB4-4B8E-8288-432812E7B4D5}" dt="2020-09-24T12:32:03.975" v="141" actId="1035"/>
          <ac:spMkLst>
            <pc:docMk/>
            <pc:sldMk cId="927339347" sldId="264"/>
            <ac:spMk id="55" creationId="{A0F588A8-F2C7-4AA5-9597-A569EEEB9E1A}"/>
          </ac:spMkLst>
        </pc:spChg>
        <pc:spChg chg="mod">
          <ac:chgData name="郁儒 廖" userId="189a1d031aa848d3" providerId="LiveId" clId="{0734EAEE-AFB4-4B8E-8288-432812E7B4D5}" dt="2020-09-24T12:32:03.975" v="141" actId="1035"/>
          <ac:spMkLst>
            <pc:docMk/>
            <pc:sldMk cId="927339347" sldId="264"/>
            <ac:spMk id="56" creationId="{BCBF2450-38CF-4A89-83EF-D57FD4B25543}"/>
          </ac:spMkLst>
        </pc:spChg>
        <pc:spChg chg="mod">
          <ac:chgData name="郁儒 廖" userId="189a1d031aa848d3" providerId="LiveId" clId="{0734EAEE-AFB4-4B8E-8288-432812E7B4D5}" dt="2020-09-24T12:32:03.975" v="141" actId="1035"/>
          <ac:spMkLst>
            <pc:docMk/>
            <pc:sldMk cId="927339347" sldId="264"/>
            <ac:spMk id="57" creationId="{1A2418B4-8A4E-4924-9EFA-95F0D0CBA12F}"/>
          </ac:spMkLst>
        </pc:spChg>
        <pc:spChg chg="mod">
          <ac:chgData name="郁儒 廖" userId="189a1d031aa848d3" providerId="LiveId" clId="{0734EAEE-AFB4-4B8E-8288-432812E7B4D5}" dt="2020-09-24T12:32:03.975" v="141" actId="1035"/>
          <ac:spMkLst>
            <pc:docMk/>
            <pc:sldMk cId="927339347" sldId="264"/>
            <ac:spMk id="61" creationId="{E1AD50E9-9B86-4015-A29E-20D43A2F22C8}"/>
          </ac:spMkLst>
        </pc:spChg>
        <pc:spChg chg="mod">
          <ac:chgData name="郁儒 廖" userId="189a1d031aa848d3" providerId="LiveId" clId="{0734EAEE-AFB4-4B8E-8288-432812E7B4D5}" dt="2020-09-24T12:32:03.975" v="141" actId="1035"/>
          <ac:spMkLst>
            <pc:docMk/>
            <pc:sldMk cId="927339347" sldId="264"/>
            <ac:spMk id="74" creationId="{9A1C3937-DD4E-4FD3-8D4C-F7B24F06C0D2}"/>
          </ac:spMkLst>
        </pc:spChg>
        <pc:spChg chg="mod">
          <ac:chgData name="郁儒 廖" userId="189a1d031aa848d3" providerId="LiveId" clId="{0734EAEE-AFB4-4B8E-8288-432812E7B4D5}" dt="2020-09-24T12:32:03.975" v="141" actId="1035"/>
          <ac:spMkLst>
            <pc:docMk/>
            <pc:sldMk cId="927339347" sldId="264"/>
            <ac:spMk id="80" creationId="{00D8DDB6-2003-4A38-B147-2DF72630E49E}"/>
          </ac:spMkLst>
        </pc:spChg>
        <pc:spChg chg="mod">
          <ac:chgData name="郁儒 廖" userId="189a1d031aa848d3" providerId="LiveId" clId="{0734EAEE-AFB4-4B8E-8288-432812E7B4D5}" dt="2020-09-24T12:32:03.975" v="141" actId="1035"/>
          <ac:spMkLst>
            <pc:docMk/>
            <pc:sldMk cId="927339347" sldId="264"/>
            <ac:spMk id="85" creationId="{0508AEEF-392C-4F61-A959-655E6BCD6041}"/>
          </ac:spMkLst>
        </pc:spChg>
        <pc:spChg chg="mod">
          <ac:chgData name="郁儒 廖" userId="189a1d031aa848d3" providerId="LiveId" clId="{0734EAEE-AFB4-4B8E-8288-432812E7B4D5}" dt="2020-09-24T13:11:49.184" v="373" actId="20577"/>
          <ac:spMkLst>
            <pc:docMk/>
            <pc:sldMk cId="927339347" sldId="264"/>
            <ac:spMk id="86" creationId="{378EF1C1-D271-423F-9450-49ED301ABADD}"/>
          </ac:spMkLst>
        </pc:spChg>
        <pc:spChg chg="mod">
          <ac:chgData name="郁儒 廖" userId="189a1d031aa848d3" providerId="LiveId" clId="{0734EAEE-AFB4-4B8E-8288-432812E7B4D5}" dt="2020-09-24T12:32:03.975" v="141" actId="1035"/>
          <ac:spMkLst>
            <pc:docMk/>
            <pc:sldMk cId="927339347" sldId="264"/>
            <ac:spMk id="88" creationId="{EDF8FEDD-35D1-4FDD-BCC1-3780AC99DA21}"/>
          </ac:spMkLst>
        </pc:spChg>
        <pc:cxnChg chg="mod">
          <ac:chgData name="郁儒 廖" userId="189a1d031aa848d3" providerId="LiveId" clId="{0734EAEE-AFB4-4B8E-8288-432812E7B4D5}" dt="2020-09-24T12:32:03.975" v="141" actId="1035"/>
          <ac:cxnSpMkLst>
            <pc:docMk/>
            <pc:sldMk cId="927339347" sldId="264"/>
            <ac:cxnSpMk id="5" creationId="{721F8932-4BCE-422E-ACE0-2CAE4C41D9D2}"/>
          </ac:cxnSpMkLst>
        </pc:cxnChg>
        <pc:cxnChg chg="mod">
          <ac:chgData name="郁儒 廖" userId="189a1d031aa848d3" providerId="LiveId" clId="{0734EAEE-AFB4-4B8E-8288-432812E7B4D5}" dt="2020-09-24T12:32:03.975" v="141" actId="1035"/>
          <ac:cxnSpMkLst>
            <pc:docMk/>
            <pc:sldMk cId="927339347" sldId="264"/>
            <ac:cxnSpMk id="6" creationId="{35A38A95-EFE3-41A3-A408-BB559AC6E447}"/>
          </ac:cxnSpMkLst>
        </pc:cxnChg>
        <pc:cxnChg chg="mod">
          <ac:chgData name="郁儒 廖" userId="189a1d031aa848d3" providerId="LiveId" clId="{0734EAEE-AFB4-4B8E-8288-432812E7B4D5}" dt="2020-09-24T12:32:03.975" v="141" actId="1035"/>
          <ac:cxnSpMkLst>
            <pc:docMk/>
            <pc:sldMk cId="927339347" sldId="264"/>
            <ac:cxnSpMk id="8" creationId="{2F7701D7-C08F-4644-8B25-0D52FA00A406}"/>
          </ac:cxnSpMkLst>
        </pc:cxnChg>
        <pc:cxnChg chg="mod">
          <ac:chgData name="郁儒 廖" userId="189a1d031aa848d3" providerId="LiveId" clId="{0734EAEE-AFB4-4B8E-8288-432812E7B4D5}" dt="2020-09-24T12:32:03.975" v="141" actId="1035"/>
          <ac:cxnSpMkLst>
            <pc:docMk/>
            <pc:sldMk cId="927339347" sldId="264"/>
            <ac:cxnSpMk id="9" creationId="{B47226A9-3E75-428B-B590-7A3DE2671859}"/>
          </ac:cxnSpMkLst>
        </pc:cxnChg>
        <pc:cxnChg chg="mod">
          <ac:chgData name="郁儒 廖" userId="189a1d031aa848d3" providerId="LiveId" clId="{0734EAEE-AFB4-4B8E-8288-432812E7B4D5}" dt="2020-09-24T12:32:03.975" v="141" actId="1035"/>
          <ac:cxnSpMkLst>
            <pc:docMk/>
            <pc:sldMk cId="927339347" sldId="264"/>
            <ac:cxnSpMk id="11" creationId="{210C484B-7405-4BB3-99D2-6A5339A5638B}"/>
          </ac:cxnSpMkLst>
        </pc:cxnChg>
        <pc:cxnChg chg="mod">
          <ac:chgData name="郁儒 廖" userId="189a1d031aa848d3" providerId="LiveId" clId="{0734EAEE-AFB4-4B8E-8288-432812E7B4D5}" dt="2020-09-24T12:32:03.975" v="141" actId="1035"/>
          <ac:cxnSpMkLst>
            <pc:docMk/>
            <pc:sldMk cId="927339347" sldId="264"/>
            <ac:cxnSpMk id="12" creationId="{EFDC7518-4551-455C-9D74-75D413E55476}"/>
          </ac:cxnSpMkLst>
        </pc:cxnChg>
        <pc:cxnChg chg="mod">
          <ac:chgData name="郁儒 廖" userId="189a1d031aa848d3" providerId="LiveId" clId="{0734EAEE-AFB4-4B8E-8288-432812E7B4D5}" dt="2020-09-24T12:32:03.975" v="141" actId="1035"/>
          <ac:cxnSpMkLst>
            <pc:docMk/>
            <pc:sldMk cId="927339347" sldId="264"/>
            <ac:cxnSpMk id="14" creationId="{F512B7B4-4BFF-471F-9443-45F790384402}"/>
          </ac:cxnSpMkLst>
        </pc:cxnChg>
        <pc:cxnChg chg="mod">
          <ac:chgData name="郁儒 廖" userId="189a1d031aa848d3" providerId="LiveId" clId="{0734EAEE-AFB4-4B8E-8288-432812E7B4D5}" dt="2020-09-24T12:32:03.975" v="141" actId="1035"/>
          <ac:cxnSpMkLst>
            <pc:docMk/>
            <pc:sldMk cId="927339347" sldId="264"/>
            <ac:cxnSpMk id="15" creationId="{2508B3C2-0257-46D0-A5B6-18AC4DD39AFD}"/>
          </ac:cxnSpMkLst>
        </pc:cxnChg>
        <pc:cxnChg chg="mod">
          <ac:chgData name="郁儒 廖" userId="189a1d031aa848d3" providerId="LiveId" clId="{0734EAEE-AFB4-4B8E-8288-432812E7B4D5}" dt="2020-09-24T12:32:03.975" v="141" actId="1035"/>
          <ac:cxnSpMkLst>
            <pc:docMk/>
            <pc:sldMk cId="927339347" sldId="264"/>
            <ac:cxnSpMk id="17" creationId="{BC5BB5EF-2808-451E-9C9A-55AA32ECA4C7}"/>
          </ac:cxnSpMkLst>
        </pc:cxnChg>
        <pc:cxnChg chg="mod">
          <ac:chgData name="郁儒 廖" userId="189a1d031aa848d3" providerId="LiveId" clId="{0734EAEE-AFB4-4B8E-8288-432812E7B4D5}" dt="2020-09-24T12:32:03.975" v="141" actId="1035"/>
          <ac:cxnSpMkLst>
            <pc:docMk/>
            <pc:sldMk cId="927339347" sldId="264"/>
            <ac:cxnSpMk id="19" creationId="{7AF56C9B-F8CD-40A0-A049-500CD1C3AB61}"/>
          </ac:cxnSpMkLst>
        </pc:cxnChg>
        <pc:cxnChg chg="mod">
          <ac:chgData name="郁儒 廖" userId="189a1d031aa848d3" providerId="LiveId" clId="{0734EAEE-AFB4-4B8E-8288-432812E7B4D5}" dt="2020-09-24T12:32:03.975" v="141" actId="1035"/>
          <ac:cxnSpMkLst>
            <pc:docMk/>
            <pc:sldMk cId="927339347" sldId="264"/>
            <ac:cxnSpMk id="21" creationId="{E3DF4832-57F0-4034-8D49-9E303165C9F0}"/>
          </ac:cxnSpMkLst>
        </pc:cxnChg>
        <pc:cxnChg chg="mod">
          <ac:chgData name="郁儒 廖" userId="189a1d031aa848d3" providerId="LiveId" clId="{0734EAEE-AFB4-4B8E-8288-432812E7B4D5}" dt="2020-09-24T12:32:03.975" v="141" actId="1035"/>
          <ac:cxnSpMkLst>
            <pc:docMk/>
            <pc:sldMk cId="927339347" sldId="264"/>
            <ac:cxnSpMk id="23" creationId="{F83B48E1-C19E-4924-B939-034B4F5A98E9}"/>
          </ac:cxnSpMkLst>
        </pc:cxnChg>
        <pc:cxnChg chg="mod">
          <ac:chgData name="郁儒 廖" userId="189a1d031aa848d3" providerId="LiveId" clId="{0734EAEE-AFB4-4B8E-8288-432812E7B4D5}" dt="2020-09-24T12:32:03.975" v="141" actId="1035"/>
          <ac:cxnSpMkLst>
            <pc:docMk/>
            <pc:sldMk cId="927339347" sldId="264"/>
            <ac:cxnSpMk id="25" creationId="{AD60EB51-FC18-40F9-9792-21A4CA70903F}"/>
          </ac:cxnSpMkLst>
        </pc:cxnChg>
        <pc:cxnChg chg="mod">
          <ac:chgData name="郁儒 廖" userId="189a1d031aa848d3" providerId="LiveId" clId="{0734EAEE-AFB4-4B8E-8288-432812E7B4D5}" dt="2020-09-24T12:32:03.975" v="141" actId="1035"/>
          <ac:cxnSpMkLst>
            <pc:docMk/>
            <pc:sldMk cId="927339347" sldId="264"/>
            <ac:cxnSpMk id="26" creationId="{4D01F6B2-B649-4F44-A0B9-F770495BEB4B}"/>
          </ac:cxnSpMkLst>
        </pc:cxnChg>
        <pc:cxnChg chg="mod">
          <ac:chgData name="郁儒 廖" userId="189a1d031aa848d3" providerId="LiveId" clId="{0734EAEE-AFB4-4B8E-8288-432812E7B4D5}" dt="2020-09-24T12:32:03.975" v="141" actId="1035"/>
          <ac:cxnSpMkLst>
            <pc:docMk/>
            <pc:sldMk cId="927339347" sldId="264"/>
            <ac:cxnSpMk id="27" creationId="{35B53150-AF80-484C-B824-69D0F1B84A6B}"/>
          </ac:cxnSpMkLst>
        </pc:cxnChg>
        <pc:cxnChg chg="mod">
          <ac:chgData name="郁儒 廖" userId="189a1d031aa848d3" providerId="LiveId" clId="{0734EAEE-AFB4-4B8E-8288-432812E7B4D5}" dt="2020-09-24T12:32:03.975" v="141" actId="1035"/>
          <ac:cxnSpMkLst>
            <pc:docMk/>
            <pc:sldMk cId="927339347" sldId="264"/>
            <ac:cxnSpMk id="28" creationId="{FCB3DFAA-C58F-4A68-BA9B-5E5107EBFC44}"/>
          </ac:cxnSpMkLst>
        </pc:cxnChg>
        <pc:cxnChg chg="mod">
          <ac:chgData name="郁儒 廖" userId="189a1d031aa848d3" providerId="LiveId" clId="{0734EAEE-AFB4-4B8E-8288-432812E7B4D5}" dt="2020-09-24T12:32:03.975" v="141" actId="1035"/>
          <ac:cxnSpMkLst>
            <pc:docMk/>
            <pc:sldMk cId="927339347" sldId="264"/>
            <ac:cxnSpMk id="33" creationId="{0D3CA7A6-80E2-4DAB-8F07-1B6F52650FBD}"/>
          </ac:cxnSpMkLst>
        </pc:cxnChg>
        <pc:cxnChg chg="mod">
          <ac:chgData name="郁儒 廖" userId="189a1d031aa848d3" providerId="LiveId" clId="{0734EAEE-AFB4-4B8E-8288-432812E7B4D5}" dt="2020-09-24T12:32:03.975" v="141" actId="1035"/>
          <ac:cxnSpMkLst>
            <pc:docMk/>
            <pc:sldMk cId="927339347" sldId="264"/>
            <ac:cxnSpMk id="35" creationId="{6F4FFA18-6A67-49A7-A384-52F290D3DFD9}"/>
          </ac:cxnSpMkLst>
        </pc:cxnChg>
        <pc:cxnChg chg="mod">
          <ac:chgData name="郁儒 廖" userId="189a1d031aa848d3" providerId="LiveId" clId="{0734EAEE-AFB4-4B8E-8288-432812E7B4D5}" dt="2020-09-24T12:32:03.975" v="141" actId="1035"/>
          <ac:cxnSpMkLst>
            <pc:docMk/>
            <pc:sldMk cId="927339347" sldId="264"/>
            <ac:cxnSpMk id="36" creationId="{18991123-D205-4103-B522-A5CD60FE28FC}"/>
          </ac:cxnSpMkLst>
        </pc:cxnChg>
        <pc:cxnChg chg="mod">
          <ac:chgData name="郁儒 廖" userId="189a1d031aa848d3" providerId="LiveId" clId="{0734EAEE-AFB4-4B8E-8288-432812E7B4D5}" dt="2020-09-24T12:32:03.975" v="141" actId="1035"/>
          <ac:cxnSpMkLst>
            <pc:docMk/>
            <pc:sldMk cId="927339347" sldId="264"/>
            <ac:cxnSpMk id="37" creationId="{D6CA346F-D133-4918-B98A-26080E566E91}"/>
          </ac:cxnSpMkLst>
        </pc:cxnChg>
        <pc:cxnChg chg="mod">
          <ac:chgData name="郁儒 廖" userId="189a1d031aa848d3" providerId="LiveId" clId="{0734EAEE-AFB4-4B8E-8288-432812E7B4D5}" dt="2020-09-24T12:32:03.975" v="141" actId="1035"/>
          <ac:cxnSpMkLst>
            <pc:docMk/>
            <pc:sldMk cId="927339347" sldId="264"/>
            <ac:cxnSpMk id="39" creationId="{42CB480E-38ED-4AB7-9154-A07754E237A2}"/>
          </ac:cxnSpMkLst>
        </pc:cxnChg>
        <pc:cxnChg chg="mod">
          <ac:chgData name="郁儒 廖" userId="189a1d031aa848d3" providerId="LiveId" clId="{0734EAEE-AFB4-4B8E-8288-432812E7B4D5}" dt="2020-09-24T12:32:03.975" v="141" actId="1035"/>
          <ac:cxnSpMkLst>
            <pc:docMk/>
            <pc:sldMk cId="927339347" sldId="264"/>
            <ac:cxnSpMk id="40" creationId="{62194E08-94AF-4F5C-B5F6-1AA2CF6FD40D}"/>
          </ac:cxnSpMkLst>
        </pc:cxnChg>
        <pc:cxnChg chg="mod">
          <ac:chgData name="郁儒 廖" userId="189a1d031aa848d3" providerId="LiveId" clId="{0734EAEE-AFB4-4B8E-8288-432812E7B4D5}" dt="2020-09-24T12:32:03.975" v="141" actId="1035"/>
          <ac:cxnSpMkLst>
            <pc:docMk/>
            <pc:sldMk cId="927339347" sldId="264"/>
            <ac:cxnSpMk id="42" creationId="{004C64C9-7303-484D-A814-4FA6D32F0755}"/>
          </ac:cxnSpMkLst>
        </pc:cxnChg>
        <pc:cxnChg chg="mod">
          <ac:chgData name="郁儒 廖" userId="189a1d031aa848d3" providerId="LiveId" clId="{0734EAEE-AFB4-4B8E-8288-432812E7B4D5}" dt="2020-09-24T12:32:03.975" v="141" actId="1035"/>
          <ac:cxnSpMkLst>
            <pc:docMk/>
            <pc:sldMk cId="927339347" sldId="264"/>
            <ac:cxnSpMk id="44" creationId="{B08D539A-86B9-4D5F-973C-70AC9045F1D5}"/>
          </ac:cxnSpMkLst>
        </pc:cxnChg>
        <pc:cxnChg chg="mod">
          <ac:chgData name="郁儒 廖" userId="189a1d031aa848d3" providerId="LiveId" clId="{0734EAEE-AFB4-4B8E-8288-432812E7B4D5}" dt="2020-09-24T12:32:03.975" v="141" actId="1035"/>
          <ac:cxnSpMkLst>
            <pc:docMk/>
            <pc:sldMk cId="927339347" sldId="264"/>
            <ac:cxnSpMk id="45" creationId="{624A82CB-A48C-4F5C-BD89-640708A3D634}"/>
          </ac:cxnSpMkLst>
        </pc:cxnChg>
        <pc:cxnChg chg="mod">
          <ac:chgData name="郁儒 廖" userId="189a1d031aa848d3" providerId="LiveId" clId="{0734EAEE-AFB4-4B8E-8288-432812E7B4D5}" dt="2020-09-24T12:32:03.975" v="141" actId="1035"/>
          <ac:cxnSpMkLst>
            <pc:docMk/>
            <pc:sldMk cId="927339347" sldId="264"/>
            <ac:cxnSpMk id="47" creationId="{5938EB56-83E4-4087-B0B4-7A4DF5DDF638}"/>
          </ac:cxnSpMkLst>
        </pc:cxnChg>
        <pc:cxnChg chg="mod">
          <ac:chgData name="郁儒 廖" userId="189a1d031aa848d3" providerId="LiveId" clId="{0734EAEE-AFB4-4B8E-8288-432812E7B4D5}" dt="2020-09-24T12:32:03.975" v="141" actId="1035"/>
          <ac:cxnSpMkLst>
            <pc:docMk/>
            <pc:sldMk cId="927339347" sldId="264"/>
            <ac:cxnSpMk id="49" creationId="{02762AD5-AA0B-4E3B-9881-CF5FD6C9BFC6}"/>
          </ac:cxnSpMkLst>
        </pc:cxnChg>
        <pc:cxnChg chg="mod">
          <ac:chgData name="郁儒 廖" userId="189a1d031aa848d3" providerId="LiveId" clId="{0734EAEE-AFB4-4B8E-8288-432812E7B4D5}" dt="2020-09-24T12:32:03.975" v="141" actId="1035"/>
          <ac:cxnSpMkLst>
            <pc:docMk/>
            <pc:sldMk cId="927339347" sldId="264"/>
            <ac:cxnSpMk id="50" creationId="{251CF9AB-EE9B-428E-AC28-D2C9B56265FC}"/>
          </ac:cxnSpMkLst>
        </pc:cxnChg>
        <pc:cxnChg chg="mod">
          <ac:chgData name="郁儒 廖" userId="189a1d031aa848d3" providerId="LiveId" clId="{0734EAEE-AFB4-4B8E-8288-432812E7B4D5}" dt="2020-09-24T12:32:03.975" v="141" actId="1035"/>
          <ac:cxnSpMkLst>
            <pc:docMk/>
            <pc:sldMk cId="927339347" sldId="264"/>
            <ac:cxnSpMk id="51" creationId="{E47B01C6-F026-4988-BAE7-9C429D00BD88}"/>
          </ac:cxnSpMkLst>
        </pc:cxnChg>
        <pc:cxnChg chg="mod">
          <ac:chgData name="郁儒 廖" userId="189a1d031aa848d3" providerId="LiveId" clId="{0734EAEE-AFB4-4B8E-8288-432812E7B4D5}" dt="2020-09-24T12:32:03.975" v="141" actId="1035"/>
          <ac:cxnSpMkLst>
            <pc:docMk/>
            <pc:sldMk cId="927339347" sldId="264"/>
            <ac:cxnSpMk id="52" creationId="{C757F89F-92C3-49C4-90B7-723B221BB03B}"/>
          </ac:cxnSpMkLst>
        </pc:cxnChg>
        <pc:cxnChg chg="mod">
          <ac:chgData name="郁儒 廖" userId="189a1d031aa848d3" providerId="LiveId" clId="{0734EAEE-AFB4-4B8E-8288-432812E7B4D5}" dt="2020-09-24T12:32:03.975" v="141" actId="1035"/>
          <ac:cxnSpMkLst>
            <pc:docMk/>
            <pc:sldMk cId="927339347" sldId="264"/>
            <ac:cxnSpMk id="65" creationId="{4026BD4F-7A0A-4F3B-994D-9494495896B2}"/>
          </ac:cxnSpMkLst>
        </pc:cxnChg>
        <pc:cxnChg chg="mod">
          <ac:chgData name="郁儒 廖" userId="189a1d031aa848d3" providerId="LiveId" clId="{0734EAEE-AFB4-4B8E-8288-432812E7B4D5}" dt="2020-09-24T12:32:03.975" v="141" actId="1035"/>
          <ac:cxnSpMkLst>
            <pc:docMk/>
            <pc:sldMk cId="927339347" sldId="264"/>
            <ac:cxnSpMk id="66" creationId="{EAC352E3-8BA0-4FAE-A397-0CA2AC64729B}"/>
          </ac:cxnSpMkLst>
        </pc:cxnChg>
        <pc:cxnChg chg="mod">
          <ac:chgData name="郁儒 廖" userId="189a1d031aa848d3" providerId="LiveId" clId="{0734EAEE-AFB4-4B8E-8288-432812E7B4D5}" dt="2020-09-24T12:32:03.975" v="141" actId="1035"/>
          <ac:cxnSpMkLst>
            <pc:docMk/>
            <pc:sldMk cId="927339347" sldId="264"/>
            <ac:cxnSpMk id="76" creationId="{92F0E805-6C1D-4BD1-B504-6DEFB45180A9}"/>
          </ac:cxnSpMkLst>
        </pc:cxnChg>
        <pc:cxnChg chg="mod">
          <ac:chgData name="郁儒 廖" userId="189a1d031aa848d3" providerId="LiveId" clId="{0734EAEE-AFB4-4B8E-8288-432812E7B4D5}" dt="2020-09-24T12:32:03.975" v="141" actId="1035"/>
          <ac:cxnSpMkLst>
            <pc:docMk/>
            <pc:sldMk cId="927339347" sldId="264"/>
            <ac:cxnSpMk id="82" creationId="{343D877C-9924-4AC7-B4B0-A55BBA8368C3}"/>
          </ac:cxnSpMkLst>
        </pc:cxnChg>
      </pc:sldChg>
      <pc:sldChg chg="modSp mod">
        <pc:chgData name="郁儒 廖" userId="189a1d031aa848d3" providerId="LiveId" clId="{0734EAEE-AFB4-4B8E-8288-432812E7B4D5}" dt="2020-09-24T14:51:19.971" v="1308"/>
        <pc:sldMkLst>
          <pc:docMk/>
          <pc:sldMk cId="3828887883" sldId="265"/>
        </pc:sldMkLst>
        <pc:spChg chg="mod">
          <ac:chgData name="郁儒 廖" userId="189a1d031aa848d3" providerId="LiveId" clId="{0734EAEE-AFB4-4B8E-8288-432812E7B4D5}" dt="2020-09-24T14:51:19.971" v="1308"/>
          <ac:spMkLst>
            <pc:docMk/>
            <pc:sldMk cId="3828887883" sldId="265"/>
            <ac:spMk id="2" creationId="{1872FEBF-0A2A-4888-810A-AAB14024E091}"/>
          </ac:spMkLst>
        </pc:spChg>
      </pc:sldChg>
      <pc:sldChg chg="addSp delSp modSp add mod">
        <pc:chgData name="郁儒 廖" userId="189a1d031aa848d3" providerId="LiveId" clId="{0734EAEE-AFB4-4B8E-8288-432812E7B4D5}" dt="2020-09-24T14:43:23.663" v="1168" actId="1036"/>
        <pc:sldMkLst>
          <pc:docMk/>
          <pc:sldMk cId="826614303" sldId="269"/>
        </pc:sldMkLst>
        <pc:spChg chg="mod">
          <ac:chgData name="郁儒 廖" userId="189a1d031aa848d3" providerId="LiveId" clId="{0734EAEE-AFB4-4B8E-8288-432812E7B4D5}" dt="2020-09-24T14:24:40.829" v="990" actId="58"/>
          <ac:spMkLst>
            <pc:docMk/>
            <pc:sldMk cId="826614303" sldId="269"/>
            <ac:spMk id="3" creationId="{47924614-B3FE-49DB-A43B-C5C6C654484D}"/>
          </ac:spMkLst>
        </pc:spChg>
        <pc:spChg chg="add del mod">
          <ac:chgData name="郁儒 廖" userId="189a1d031aa848d3" providerId="LiveId" clId="{0734EAEE-AFB4-4B8E-8288-432812E7B4D5}" dt="2020-09-24T14:21:06.329" v="917"/>
          <ac:spMkLst>
            <pc:docMk/>
            <pc:sldMk cId="826614303" sldId="269"/>
            <ac:spMk id="8" creationId="{E9647455-BA98-44D4-8C74-504FE28BDE2E}"/>
          </ac:spMkLst>
        </pc:spChg>
        <pc:spChg chg="add del mod">
          <ac:chgData name="郁儒 廖" userId="189a1d031aa848d3" providerId="LiveId" clId="{0734EAEE-AFB4-4B8E-8288-432812E7B4D5}" dt="2020-09-24T14:21:06.329" v="917"/>
          <ac:spMkLst>
            <pc:docMk/>
            <pc:sldMk cId="826614303" sldId="269"/>
            <ac:spMk id="11" creationId="{C13DC6A0-AD08-40B0-A6C9-64F33DC4C896}"/>
          </ac:spMkLst>
        </pc:spChg>
        <pc:spChg chg="add del mod">
          <ac:chgData name="郁儒 廖" userId="189a1d031aa848d3" providerId="LiveId" clId="{0734EAEE-AFB4-4B8E-8288-432812E7B4D5}" dt="2020-09-24T14:21:06.329" v="917"/>
          <ac:spMkLst>
            <pc:docMk/>
            <pc:sldMk cId="826614303" sldId="269"/>
            <ac:spMk id="15" creationId="{B159F768-FB0C-4E85-8B3D-2F1CFCE0E967}"/>
          </ac:spMkLst>
        </pc:spChg>
        <pc:spChg chg="add del mod">
          <ac:chgData name="郁儒 廖" userId="189a1d031aa848d3" providerId="LiveId" clId="{0734EAEE-AFB4-4B8E-8288-432812E7B4D5}" dt="2020-09-24T14:21:06.329" v="917"/>
          <ac:spMkLst>
            <pc:docMk/>
            <pc:sldMk cId="826614303" sldId="269"/>
            <ac:spMk id="17" creationId="{614C9B8F-CCBC-4BF0-841D-68BCF24C35C3}"/>
          </ac:spMkLst>
        </pc:spChg>
        <pc:spChg chg="add del mod">
          <ac:chgData name="郁儒 廖" userId="189a1d031aa848d3" providerId="LiveId" clId="{0734EAEE-AFB4-4B8E-8288-432812E7B4D5}" dt="2020-09-24T14:21:06.329" v="917"/>
          <ac:spMkLst>
            <pc:docMk/>
            <pc:sldMk cId="826614303" sldId="269"/>
            <ac:spMk id="19" creationId="{798C0273-0260-4384-8B9F-E0277F24CF4E}"/>
          </ac:spMkLst>
        </pc:spChg>
        <pc:spChg chg="add del mod">
          <ac:chgData name="郁儒 廖" userId="189a1d031aa848d3" providerId="LiveId" clId="{0734EAEE-AFB4-4B8E-8288-432812E7B4D5}" dt="2020-09-24T14:21:06.329" v="917"/>
          <ac:spMkLst>
            <pc:docMk/>
            <pc:sldMk cId="826614303" sldId="269"/>
            <ac:spMk id="21" creationId="{33E0B5F3-337B-4EB1-BBC1-5176D2AFAD96}"/>
          </ac:spMkLst>
        </pc:spChg>
        <pc:spChg chg="add del mod">
          <ac:chgData name="郁儒 廖" userId="189a1d031aa848d3" providerId="LiveId" clId="{0734EAEE-AFB4-4B8E-8288-432812E7B4D5}" dt="2020-09-24T14:21:06.329" v="917"/>
          <ac:spMkLst>
            <pc:docMk/>
            <pc:sldMk cId="826614303" sldId="269"/>
            <ac:spMk id="26" creationId="{BC9A84D7-167C-414C-A1C8-0E8F4C846864}"/>
          </ac:spMkLst>
        </pc:spChg>
        <pc:spChg chg="add del mod">
          <ac:chgData name="郁儒 廖" userId="189a1d031aa848d3" providerId="LiveId" clId="{0734EAEE-AFB4-4B8E-8288-432812E7B4D5}" dt="2020-09-24T14:21:06.329" v="917"/>
          <ac:spMkLst>
            <pc:docMk/>
            <pc:sldMk cId="826614303" sldId="269"/>
            <ac:spMk id="27" creationId="{35F1EF16-025B-4133-9BD6-8ED8A24F6D54}"/>
          </ac:spMkLst>
        </pc:spChg>
        <pc:spChg chg="add del mod">
          <ac:chgData name="郁儒 廖" userId="189a1d031aa848d3" providerId="LiveId" clId="{0734EAEE-AFB4-4B8E-8288-432812E7B4D5}" dt="2020-09-24T14:21:06.329" v="917"/>
          <ac:spMkLst>
            <pc:docMk/>
            <pc:sldMk cId="826614303" sldId="269"/>
            <ac:spMk id="28" creationId="{B5E7925D-98FB-4B41-8BA7-7458637AECD9}"/>
          </ac:spMkLst>
        </pc:spChg>
        <pc:spChg chg="add del mod">
          <ac:chgData name="郁儒 廖" userId="189a1d031aa848d3" providerId="LiveId" clId="{0734EAEE-AFB4-4B8E-8288-432812E7B4D5}" dt="2020-09-24T14:21:06.329" v="917"/>
          <ac:spMkLst>
            <pc:docMk/>
            <pc:sldMk cId="826614303" sldId="269"/>
            <ac:spMk id="29" creationId="{00920719-B96C-42F6-B07F-A8255651624F}"/>
          </ac:spMkLst>
        </pc:spChg>
        <pc:spChg chg="add del mod">
          <ac:chgData name="郁儒 廖" userId="189a1d031aa848d3" providerId="LiveId" clId="{0734EAEE-AFB4-4B8E-8288-432812E7B4D5}" dt="2020-09-24T14:21:06.329" v="917"/>
          <ac:spMkLst>
            <pc:docMk/>
            <pc:sldMk cId="826614303" sldId="269"/>
            <ac:spMk id="33" creationId="{7A5224C0-1B32-4A97-AE0A-17B9E0ECAD35}"/>
          </ac:spMkLst>
        </pc:spChg>
        <pc:spChg chg="add del mod">
          <ac:chgData name="郁儒 廖" userId="189a1d031aa848d3" providerId="LiveId" clId="{0734EAEE-AFB4-4B8E-8288-432812E7B4D5}" dt="2020-09-24T14:21:06.329" v="917"/>
          <ac:spMkLst>
            <pc:docMk/>
            <pc:sldMk cId="826614303" sldId="269"/>
            <ac:spMk id="36" creationId="{A9C1DE9F-5088-4113-9147-790D7BA68192}"/>
          </ac:spMkLst>
        </pc:spChg>
        <pc:spChg chg="add del mod">
          <ac:chgData name="郁儒 廖" userId="189a1d031aa848d3" providerId="LiveId" clId="{0734EAEE-AFB4-4B8E-8288-432812E7B4D5}" dt="2020-09-24T14:21:06.329" v="917"/>
          <ac:spMkLst>
            <pc:docMk/>
            <pc:sldMk cId="826614303" sldId="269"/>
            <ac:spMk id="39" creationId="{244BDC7E-E70A-4717-9BF4-730BF25F315B}"/>
          </ac:spMkLst>
        </pc:spChg>
        <pc:spChg chg="add del mod">
          <ac:chgData name="郁儒 廖" userId="189a1d031aa848d3" providerId="LiveId" clId="{0734EAEE-AFB4-4B8E-8288-432812E7B4D5}" dt="2020-09-24T14:21:06.329" v="917"/>
          <ac:spMkLst>
            <pc:docMk/>
            <pc:sldMk cId="826614303" sldId="269"/>
            <ac:spMk id="40" creationId="{F0A60CC7-13A4-48CD-AF1B-CB5FDF0A1D45}"/>
          </ac:spMkLst>
        </pc:spChg>
        <pc:spChg chg="add del mod">
          <ac:chgData name="郁儒 廖" userId="189a1d031aa848d3" providerId="LiveId" clId="{0734EAEE-AFB4-4B8E-8288-432812E7B4D5}" dt="2020-09-24T14:21:06.329" v="917"/>
          <ac:spMkLst>
            <pc:docMk/>
            <pc:sldMk cId="826614303" sldId="269"/>
            <ac:spMk id="44" creationId="{F29CB7B6-7F8A-44BE-96F4-9BDB10230E1E}"/>
          </ac:spMkLst>
        </pc:spChg>
        <pc:spChg chg="add del mod">
          <ac:chgData name="郁儒 廖" userId="189a1d031aa848d3" providerId="LiveId" clId="{0734EAEE-AFB4-4B8E-8288-432812E7B4D5}" dt="2020-09-24T14:21:06.329" v="917"/>
          <ac:spMkLst>
            <pc:docMk/>
            <pc:sldMk cId="826614303" sldId="269"/>
            <ac:spMk id="46" creationId="{24D9DD4E-599D-4D6D-A63B-447D0F361152}"/>
          </ac:spMkLst>
        </pc:spChg>
        <pc:spChg chg="add del mod">
          <ac:chgData name="郁儒 廖" userId="189a1d031aa848d3" providerId="LiveId" clId="{0734EAEE-AFB4-4B8E-8288-432812E7B4D5}" dt="2020-09-24T14:21:06.329" v="917"/>
          <ac:spMkLst>
            <pc:docMk/>
            <pc:sldMk cId="826614303" sldId="269"/>
            <ac:spMk id="48" creationId="{E726AF03-B289-4513-BD90-0786996E3107}"/>
          </ac:spMkLst>
        </pc:spChg>
        <pc:spChg chg="add del mod">
          <ac:chgData name="郁儒 廖" userId="189a1d031aa848d3" providerId="LiveId" clId="{0734EAEE-AFB4-4B8E-8288-432812E7B4D5}" dt="2020-09-24T14:21:06.329" v="917"/>
          <ac:spMkLst>
            <pc:docMk/>
            <pc:sldMk cId="826614303" sldId="269"/>
            <ac:spMk id="51" creationId="{AB8C4071-6CF9-4577-AF0D-0FAA85D7741F}"/>
          </ac:spMkLst>
        </pc:spChg>
        <pc:spChg chg="add del mod">
          <ac:chgData name="郁儒 廖" userId="189a1d031aa848d3" providerId="LiveId" clId="{0734EAEE-AFB4-4B8E-8288-432812E7B4D5}" dt="2020-09-24T14:21:06.329" v="917"/>
          <ac:spMkLst>
            <pc:docMk/>
            <pc:sldMk cId="826614303" sldId="269"/>
            <ac:spMk id="52" creationId="{C7A69658-4153-41E0-83CC-E51BF85F4747}"/>
          </ac:spMkLst>
        </pc:spChg>
        <pc:spChg chg="add del mod">
          <ac:chgData name="郁儒 廖" userId="189a1d031aa848d3" providerId="LiveId" clId="{0734EAEE-AFB4-4B8E-8288-432812E7B4D5}" dt="2020-09-24T14:21:06.329" v="917"/>
          <ac:spMkLst>
            <pc:docMk/>
            <pc:sldMk cId="826614303" sldId="269"/>
            <ac:spMk id="55" creationId="{4535F5B0-0657-4F34-B117-2ADEB619F1B6}"/>
          </ac:spMkLst>
        </pc:spChg>
        <pc:spChg chg="add del mod">
          <ac:chgData name="郁儒 廖" userId="189a1d031aa848d3" providerId="LiveId" clId="{0734EAEE-AFB4-4B8E-8288-432812E7B4D5}" dt="2020-09-24T14:21:06.329" v="917"/>
          <ac:spMkLst>
            <pc:docMk/>
            <pc:sldMk cId="826614303" sldId="269"/>
            <ac:spMk id="57" creationId="{3E3E3B9E-42A3-4877-9F67-A6BCD39D3E05}"/>
          </ac:spMkLst>
        </pc:spChg>
        <pc:spChg chg="add del mod">
          <ac:chgData name="郁儒 廖" userId="189a1d031aa848d3" providerId="LiveId" clId="{0734EAEE-AFB4-4B8E-8288-432812E7B4D5}" dt="2020-09-24T14:21:06.329" v="917"/>
          <ac:spMkLst>
            <pc:docMk/>
            <pc:sldMk cId="826614303" sldId="269"/>
            <ac:spMk id="58" creationId="{16CC8D33-655A-4625-B3D2-40631899DFD6}"/>
          </ac:spMkLst>
        </pc:spChg>
        <pc:spChg chg="add mod">
          <ac:chgData name="郁儒 廖" userId="189a1d031aa848d3" providerId="LiveId" clId="{0734EAEE-AFB4-4B8E-8288-432812E7B4D5}" dt="2020-09-24T14:21:53.061" v="954" actId="1035"/>
          <ac:spMkLst>
            <pc:docMk/>
            <pc:sldMk cId="826614303" sldId="269"/>
            <ac:spMk id="59" creationId="{FC6AEB03-649F-4D55-BCB4-DB06632009E9}"/>
          </ac:spMkLst>
        </pc:spChg>
        <pc:spChg chg="add mod">
          <ac:chgData name="郁儒 廖" userId="189a1d031aa848d3" providerId="LiveId" clId="{0734EAEE-AFB4-4B8E-8288-432812E7B4D5}" dt="2020-09-24T14:21:53.061" v="954" actId="1035"/>
          <ac:spMkLst>
            <pc:docMk/>
            <pc:sldMk cId="826614303" sldId="269"/>
            <ac:spMk id="62" creationId="{CB3B7DDB-A55F-43C1-9586-FA836CB011FD}"/>
          </ac:spMkLst>
        </pc:spChg>
        <pc:spChg chg="add mod">
          <ac:chgData name="郁儒 廖" userId="189a1d031aa848d3" providerId="LiveId" clId="{0734EAEE-AFB4-4B8E-8288-432812E7B4D5}" dt="2020-09-24T14:21:53.061" v="954" actId="1035"/>
          <ac:spMkLst>
            <pc:docMk/>
            <pc:sldMk cId="826614303" sldId="269"/>
            <ac:spMk id="65" creationId="{B101EF16-5832-4BDB-900E-90226B980443}"/>
          </ac:spMkLst>
        </pc:spChg>
        <pc:spChg chg="add mod">
          <ac:chgData name="郁儒 廖" userId="189a1d031aa848d3" providerId="LiveId" clId="{0734EAEE-AFB4-4B8E-8288-432812E7B4D5}" dt="2020-09-24T14:21:53.061" v="954" actId="1035"/>
          <ac:spMkLst>
            <pc:docMk/>
            <pc:sldMk cId="826614303" sldId="269"/>
            <ac:spMk id="68" creationId="{E17C47D3-35B3-453B-9875-BAD7AC3D2A11}"/>
          </ac:spMkLst>
        </pc:spChg>
        <pc:spChg chg="add mod">
          <ac:chgData name="郁儒 廖" userId="189a1d031aa848d3" providerId="LiveId" clId="{0734EAEE-AFB4-4B8E-8288-432812E7B4D5}" dt="2020-09-24T14:21:53.061" v="954" actId="1035"/>
          <ac:spMkLst>
            <pc:docMk/>
            <pc:sldMk cId="826614303" sldId="269"/>
            <ac:spMk id="71" creationId="{80A2550F-835B-42A6-8C6F-62C78236883F}"/>
          </ac:spMkLst>
        </pc:spChg>
        <pc:spChg chg="add mod">
          <ac:chgData name="郁儒 廖" userId="189a1d031aa848d3" providerId="LiveId" clId="{0734EAEE-AFB4-4B8E-8288-432812E7B4D5}" dt="2020-09-24T14:21:53.061" v="954" actId="1035"/>
          <ac:spMkLst>
            <pc:docMk/>
            <pc:sldMk cId="826614303" sldId="269"/>
            <ac:spMk id="73" creationId="{F0CBB681-879E-481F-AB78-A95B963C7298}"/>
          </ac:spMkLst>
        </pc:spChg>
        <pc:spChg chg="add mod">
          <ac:chgData name="郁儒 廖" userId="189a1d031aa848d3" providerId="LiveId" clId="{0734EAEE-AFB4-4B8E-8288-432812E7B4D5}" dt="2020-09-24T14:21:53.061" v="954" actId="1035"/>
          <ac:spMkLst>
            <pc:docMk/>
            <pc:sldMk cId="826614303" sldId="269"/>
            <ac:spMk id="75" creationId="{FC32EEDB-CBB7-45C1-B745-82C2B7311414}"/>
          </ac:spMkLst>
        </pc:spChg>
        <pc:spChg chg="add mod">
          <ac:chgData name="郁儒 廖" userId="189a1d031aa848d3" providerId="LiveId" clId="{0734EAEE-AFB4-4B8E-8288-432812E7B4D5}" dt="2020-09-24T14:21:53.061" v="954" actId="1035"/>
          <ac:spMkLst>
            <pc:docMk/>
            <pc:sldMk cId="826614303" sldId="269"/>
            <ac:spMk id="77" creationId="{BFC95DB6-201F-4358-8AEB-5FA59178E6A9}"/>
          </ac:spMkLst>
        </pc:spChg>
        <pc:spChg chg="add mod">
          <ac:chgData name="郁儒 廖" userId="189a1d031aa848d3" providerId="LiveId" clId="{0734EAEE-AFB4-4B8E-8288-432812E7B4D5}" dt="2020-09-24T14:21:53.061" v="954" actId="1035"/>
          <ac:spMkLst>
            <pc:docMk/>
            <pc:sldMk cId="826614303" sldId="269"/>
            <ac:spMk id="79" creationId="{48711B34-10F6-41F6-80BB-D943EAEC2251}"/>
          </ac:spMkLst>
        </pc:spChg>
        <pc:spChg chg="add mod">
          <ac:chgData name="郁儒 廖" userId="189a1d031aa848d3" providerId="LiveId" clId="{0734EAEE-AFB4-4B8E-8288-432812E7B4D5}" dt="2020-09-24T14:21:53.061" v="954" actId="1035"/>
          <ac:spMkLst>
            <pc:docMk/>
            <pc:sldMk cId="826614303" sldId="269"/>
            <ac:spMk id="84" creationId="{FC0C4DB0-04B1-4198-B1B9-A201FB3E9410}"/>
          </ac:spMkLst>
        </pc:spChg>
        <pc:spChg chg="add mod">
          <ac:chgData name="郁儒 廖" userId="189a1d031aa848d3" providerId="LiveId" clId="{0734EAEE-AFB4-4B8E-8288-432812E7B4D5}" dt="2020-09-24T14:21:53.061" v="954" actId="1035"/>
          <ac:spMkLst>
            <pc:docMk/>
            <pc:sldMk cId="826614303" sldId="269"/>
            <ac:spMk id="85" creationId="{22581013-128C-4934-9B9C-35DD53FCACFC}"/>
          </ac:spMkLst>
        </pc:spChg>
        <pc:spChg chg="add mod">
          <ac:chgData name="郁儒 廖" userId="189a1d031aa848d3" providerId="LiveId" clId="{0734EAEE-AFB4-4B8E-8288-432812E7B4D5}" dt="2020-09-24T14:21:53.061" v="954" actId="1035"/>
          <ac:spMkLst>
            <pc:docMk/>
            <pc:sldMk cId="826614303" sldId="269"/>
            <ac:spMk id="86" creationId="{35A78F79-4FE5-452C-B69B-3D194564ACDD}"/>
          </ac:spMkLst>
        </pc:spChg>
        <pc:spChg chg="add mod">
          <ac:chgData name="郁儒 廖" userId="189a1d031aa848d3" providerId="LiveId" clId="{0734EAEE-AFB4-4B8E-8288-432812E7B4D5}" dt="2020-09-24T14:21:53.061" v="954" actId="1035"/>
          <ac:spMkLst>
            <pc:docMk/>
            <pc:sldMk cId="826614303" sldId="269"/>
            <ac:spMk id="87" creationId="{4E05FC12-F942-4196-97A9-22CB53D5A909}"/>
          </ac:spMkLst>
        </pc:spChg>
        <pc:spChg chg="add mod">
          <ac:chgData name="郁儒 廖" userId="189a1d031aa848d3" providerId="LiveId" clId="{0734EAEE-AFB4-4B8E-8288-432812E7B4D5}" dt="2020-09-24T14:21:53.061" v="954" actId="1035"/>
          <ac:spMkLst>
            <pc:docMk/>
            <pc:sldMk cId="826614303" sldId="269"/>
            <ac:spMk id="89" creationId="{D9AF7BCF-7761-4804-A317-4688CCE02202}"/>
          </ac:spMkLst>
        </pc:spChg>
        <pc:spChg chg="add mod">
          <ac:chgData name="郁儒 廖" userId="189a1d031aa848d3" providerId="LiveId" clId="{0734EAEE-AFB4-4B8E-8288-432812E7B4D5}" dt="2020-09-24T14:21:53.061" v="954" actId="1035"/>
          <ac:spMkLst>
            <pc:docMk/>
            <pc:sldMk cId="826614303" sldId="269"/>
            <ac:spMk id="92" creationId="{EAA6B4FD-B8B9-4B86-827D-77F3C0771640}"/>
          </ac:spMkLst>
        </pc:spChg>
        <pc:spChg chg="add mod">
          <ac:chgData name="郁儒 廖" userId="189a1d031aa848d3" providerId="LiveId" clId="{0734EAEE-AFB4-4B8E-8288-432812E7B4D5}" dt="2020-09-24T14:21:53.061" v="954" actId="1035"/>
          <ac:spMkLst>
            <pc:docMk/>
            <pc:sldMk cId="826614303" sldId="269"/>
            <ac:spMk id="95" creationId="{2074F76A-4157-45D3-8B9F-328E6EB6726C}"/>
          </ac:spMkLst>
        </pc:spChg>
        <pc:spChg chg="add mod">
          <ac:chgData name="郁儒 廖" userId="189a1d031aa848d3" providerId="LiveId" clId="{0734EAEE-AFB4-4B8E-8288-432812E7B4D5}" dt="2020-09-24T14:21:53.061" v="954" actId="1035"/>
          <ac:spMkLst>
            <pc:docMk/>
            <pc:sldMk cId="826614303" sldId="269"/>
            <ac:spMk id="98" creationId="{0205F429-82F4-405F-BB7A-D4FB7B0359AA}"/>
          </ac:spMkLst>
        </pc:spChg>
        <pc:spChg chg="add mod">
          <ac:chgData name="郁儒 廖" userId="189a1d031aa848d3" providerId="LiveId" clId="{0734EAEE-AFB4-4B8E-8288-432812E7B4D5}" dt="2020-09-24T14:21:53.061" v="954" actId="1035"/>
          <ac:spMkLst>
            <pc:docMk/>
            <pc:sldMk cId="826614303" sldId="269"/>
            <ac:spMk id="99" creationId="{31B77DC6-2AEC-4F4B-9DED-88E1AD13EB66}"/>
          </ac:spMkLst>
        </pc:spChg>
        <pc:spChg chg="add mod">
          <ac:chgData name="郁儒 廖" userId="189a1d031aa848d3" providerId="LiveId" clId="{0734EAEE-AFB4-4B8E-8288-432812E7B4D5}" dt="2020-09-24T14:21:53.061" v="954" actId="1035"/>
          <ac:spMkLst>
            <pc:docMk/>
            <pc:sldMk cId="826614303" sldId="269"/>
            <ac:spMk id="100" creationId="{8E1ED59E-E72F-4810-A1AD-ADB923C68098}"/>
          </ac:spMkLst>
        </pc:spChg>
        <pc:spChg chg="add mod">
          <ac:chgData name="郁儒 廖" userId="189a1d031aa848d3" providerId="LiveId" clId="{0734EAEE-AFB4-4B8E-8288-432812E7B4D5}" dt="2020-09-24T14:21:53.061" v="954" actId="1035"/>
          <ac:spMkLst>
            <pc:docMk/>
            <pc:sldMk cId="826614303" sldId="269"/>
            <ac:spMk id="104" creationId="{FB83EEF1-0DB2-4992-814A-1CEF531A4B85}"/>
          </ac:spMkLst>
        </pc:spChg>
        <pc:spChg chg="add mod">
          <ac:chgData name="郁儒 廖" userId="189a1d031aa848d3" providerId="LiveId" clId="{0734EAEE-AFB4-4B8E-8288-432812E7B4D5}" dt="2020-09-24T14:21:53.061" v="954" actId="1035"/>
          <ac:spMkLst>
            <pc:docMk/>
            <pc:sldMk cId="826614303" sldId="269"/>
            <ac:spMk id="106" creationId="{06BBE6FA-D545-4114-95F0-2715AFD44209}"/>
          </ac:spMkLst>
        </pc:spChg>
        <pc:spChg chg="add mod">
          <ac:chgData name="郁儒 廖" userId="189a1d031aa848d3" providerId="LiveId" clId="{0734EAEE-AFB4-4B8E-8288-432812E7B4D5}" dt="2020-09-24T14:21:53.061" v="954" actId="1035"/>
          <ac:spMkLst>
            <pc:docMk/>
            <pc:sldMk cId="826614303" sldId="269"/>
            <ac:spMk id="108" creationId="{711D59A3-92DA-47A3-BC7F-2B829F04596C}"/>
          </ac:spMkLst>
        </pc:spChg>
        <pc:spChg chg="add mod">
          <ac:chgData name="郁儒 廖" userId="189a1d031aa848d3" providerId="LiveId" clId="{0734EAEE-AFB4-4B8E-8288-432812E7B4D5}" dt="2020-09-24T14:21:53.061" v="954" actId="1035"/>
          <ac:spMkLst>
            <pc:docMk/>
            <pc:sldMk cId="826614303" sldId="269"/>
            <ac:spMk id="111" creationId="{816C772E-BBEB-466A-83B4-332260BC94BF}"/>
          </ac:spMkLst>
        </pc:spChg>
        <pc:spChg chg="add mod">
          <ac:chgData name="郁儒 廖" userId="189a1d031aa848d3" providerId="LiveId" clId="{0734EAEE-AFB4-4B8E-8288-432812E7B4D5}" dt="2020-09-24T14:21:53.061" v="954" actId="1035"/>
          <ac:spMkLst>
            <pc:docMk/>
            <pc:sldMk cId="826614303" sldId="269"/>
            <ac:spMk id="112" creationId="{BB158D11-E1C2-4583-BADD-9E397A195614}"/>
          </ac:spMkLst>
        </pc:spChg>
        <pc:spChg chg="add mod">
          <ac:chgData name="郁儒 廖" userId="189a1d031aa848d3" providerId="LiveId" clId="{0734EAEE-AFB4-4B8E-8288-432812E7B4D5}" dt="2020-09-24T14:21:53.061" v="954" actId="1035"/>
          <ac:spMkLst>
            <pc:docMk/>
            <pc:sldMk cId="826614303" sldId="269"/>
            <ac:spMk id="115" creationId="{6D323D88-4A5D-49AC-81B0-8328F9AAABAF}"/>
          </ac:spMkLst>
        </pc:spChg>
        <pc:spChg chg="add mod">
          <ac:chgData name="郁儒 廖" userId="189a1d031aa848d3" providerId="LiveId" clId="{0734EAEE-AFB4-4B8E-8288-432812E7B4D5}" dt="2020-09-24T14:21:53.061" v="954" actId="1035"/>
          <ac:spMkLst>
            <pc:docMk/>
            <pc:sldMk cId="826614303" sldId="269"/>
            <ac:spMk id="117" creationId="{E9C8BEDB-5821-481B-B567-5E1EEF2F0836}"/>
          </ac:spMkLst>
        </pc:spChg>
        <pc:spChg chg="add mod">
          <ac:chgData name="郁儒 廖" userId="189a1d031aa848d3" providerId="LiveId" clId="{0734EAEE-AFB4-4B8E-8288-432812E7B4D5}" dt="2020-09-24T14:21:53.061" v="954" actId="1035"/>
          <ac:spMkLst>
            <pc:docMk/>
            <pc:sldMk cId="826614303" sldId="269"/>
            <ac:spMk id="118" creationId="{F7966DE9-A4EA-4ABB-93F8-B889D8B1464A}"/>
          </ac:spMkLst>
        </pc:spChg>
        <pc:spChg chg="add mod">
          <ac:chgData name="郁儒 廖" userId="189a1d031aa848d3" providerId="LiveId" clId="{0734EAEE-AFB4-4B8E-8288-432812E7B4D5}" dt="2020-09-24T14:21:53.061" v="954" actId="1035"/>
          <ac:spMkLst>
            <pc:docMk/>
            <pc:sldMk cId="826614303" sldId="269"/>
            <ac:spMk id="119" creationId="{A1D0FFB7-4192-4297-BE57-7EE6AB4151C4}"/>
          </ac:spMkLst>
        </pc:spChg>
        <pc:spChg chg="add mod">
          <ac:chgData name="郁儒 廖" userId="189a1d031aa848d3" providerId="LiveId" clId="{0734EAEE-AFB4-4B8E-8288-432812E7B4D5}" dt="2020-09-24T14:43:23.663" v="1168" actId="1036"/>
          <ac:spMkLst>
            <pc:docMk/>
            <pc:sldMk cId="826614303" sldId="269"/>
            <ac:spMk id="122" creationId="{48C1C182-4C7D-44D7-AA0C-00D1653025E2}"/>
          </ac:spMkLst>
        </pc:spChg>
        <pc:spChg chg="add mod">
          <ac:chgData name="郁儒 廖" userId="189a1d031aa848d3" providerId="LiveId" clId="{0734EAEE-AFB4-4B8E-8288-432812E7B4D5}" dt="2020-09-24T14:43:12.554" v="1131" actId="1076"/>
          <ac:spMkLst>
            <pc:docMk/>
            <pc:sldMk cId="826614303" sldId="269"/>
            <ac:spMk id="130" creationId="{6F06DDAA-D32B-412B-AC5D-AE1BCFFDE916}"/>
          </ac:spMkLst>
        </pc:spChg>
        <pc:graphicFrameChg chg="add mod modGraphic">
          <ac:chgData name="郁儒 廖" userId="189a1d031aa848d3" providerId="LiveId" clId="{0734EAEE-AFB4-4B8E-8288-432812E7B4D5}" dt="2020-09-24T14:43:10.083" v="1130" actId="1076"/>
          <ac:graphicFrameMkLst>
            <pc:docMk/>
            <pc:sldMk cId="826614303" sldId="269"/>
            <ac:graphicFrameMk id="128" creationId="{3D44929B-DFF8-4B80-AEE2-D100ADED5676}"/>
          </ac:graphicFrameMkLst>
        </pc:graphicFrameChg>
        <pc:cxnChg chg="add del mod">
          <ac:chgData name="郁儒 廖" userId="189a1d031aa848d3" providerId="LiveId" clId="{0734EAEE-AFB4-4B8E-8288-432812E7B4D5}" dt="2020-09-24T14:21:06.329" v="917"/>
          <ac:cxnSpMkLst>
            <pc:docMk/>
            <pc:sldMk cId="826614303" sldId="269"/>
            <ac:cxnSpMk id="4" creationId="{2BE06883-BBCE-4F2D-A2E0-27636AB8EFE8}"/>
          </ac:cxnSpMkLst>
        </pc:cxnChg>
        <pc:cxnChg chg="add del mod">
          <ac:chgData name="郁儒 廖" userId="189a1d031aa848d3" providerId="LiveId" clId="{0734EAEE-AFB4-4B8E-8288-432812E7B4D5}" dt="2020-09-24T14:21:06.329" v="917"/>
          <ac:cxnSpMkLst>
            <pc:docMk/>
            <pc:sldMk cId="826614303" sldId="269"/>
            <ac:cxnSpMk id="5" creationId="{A5875361-0956-4DDF-A9AD-3C9DB0AD533A}"/>
          </ac:cxnSpMkLst>
        </pc:cxnChg>
        <pc:cxnChg chg="add del mod">
          <ac:chgData name="郁儒 廖" userId="189a1d031aa848d3" providerId="LiveId" clId="{0734EAEE-AFB4-4B8E-8288-432812E7B4D5}" dt="2020-09-24T14:21:06.329" v="917"/>
          <ac:cxnSpMkLst>
            <pc:docMk/>
            <pc:sldMk cId="826614303" sldId="269"/>
            <ac:cxnSpMk id="6" creationId="{0DEF108E-0732-4139-8876-BF852E03B585}"/>
          </ac:cxnSpMkLst>
        </pc:cxnChg>
        <pc:cxnChg chg="add del mod">
          <ac:chgData name="郁儒 廖" userId="189a1d031aa848d3" providerId="LiveId" clId="{0734EAEE-AFB4-4B8E-8288-432812E7B4D5}" dt="2020-09-24T14:21:06.329" v="917"/>
          <ac:cxnSpMkLst>
            <pc:docMk/>
            <pc:sldMk cId="826614303" sldId="269"/>
            <ac:cxnSpMk id="7" creationId="{977DE903-849A-4724-B630-50CAE1EE3317}"/>
          </ac:cxnSpMkLst>
        </pc:cxnChg>
        <pc:cxnChg chg="add del mod">
          <ac:chgData name="郁儒 廖" userId="189a1d031aa848d3" providerId="LiveId" clId="{0734EAEE-AFB4-4B8E-8288-432812E7B4D5}" dt="2020-09-24T14:21:06.329" v="917"/>
          <ac:cxnSpMkLst>
            <pc:docMk/>
            <pc:sldMk cId="826614303" sldId="269"/>
            <ac:cxnSpMk id="9" creationId="{35C64FA6-6BBD-41B1-AFA3-75971A10A519}"/>
          </ac:cxnSpMkLst>
        </pc:cxnChg>
        <pc:cxnChg chg="add del mod">
          <ac:chgData name="郁儒 廖" userId="189a1d031aa848d3" providerId="LiveId" clId="{0734EAEE-AFB4-4B8E-8288-432812E7B4D5}" dt="2020-09-24T14:21:06.329" v="917"/>
          <ac:cxnSpMkLst>
            <pc:docMk/>
            <pc:sldMk cId="826614303" sldId="269"/>
            <ac:cxnSpMk id="10" creationId="{58E378E7-7C44-4D80-B65B-F67FD1588A39}"/>
          </ac:cxnSpMkLst>
        </pc:cxnChg>
        <pc:cxnChg chg="add del mod">
          <ac:chgData name="郁儒 廖" userId="189a1d031aa848d3" providerId="LiveId" clId="{0734EAEE-AFB4-4B8E-8288-432812E7B4D5}" dt="2020-09-24T14:21:06.329" v="917"/>
          <ac:cxnSpMkLst>
            <pc:docMk/>
            <pc:sldMk cId="826614303" sldId="269"/>
            <ac:cxnSpMk id="12" creationId="{29857542-2143-42E8-B82C-C105EA1A5628}"/>
          </ac:cxnSpMkLst>
        </pc:cxnChg>
        <pc:cxnChg chg="add del mod">
          <ac:chgData name="郁儒 廖" userId="189a1d031aa848d3" providerId="LiveId" clId="{0734EAEE-AFB4-4B8E-8288-432812E7B4D5}" dt="2020-09-24T14:21:06.329" v="917"/>
          <ac:cxnSpMkLst>
            <pc:docMk/>
            <pc:sldMk cId="826614303" sldId="269"/>
            <ac:cxnSpMk id="13" creationId="{A48B682C-0429-4F22-95CE-7783E69E9C76}"/>
          </ac:cxnSpMkLst>
        </pc:cxnChg>
        <pc:cxnChg chg="add del mod">
          <ac:chgData name="郁儒 廖" userId="189a1d031aa848d3" providerId="LiveId" clId="{0734EAEE-AFB4-4B8E-8288-432812E7B4D5}" dt="2020-09-24T14:21:06.329" v="917"/>
          <ac:cxnSpMkLst>
            <pc:docMk/>
            <pc:sldMk cId="826614303" sldId="269"/>
            <ac:cxnSpMk id="14" creationId="{FFCF51A9-038F-457B-A157-ACEAAFAB7CF8}"/>
          </ac:cxnSpMkLst>
        </pc:cxnChg>
        <pc:cxnChg chg="add del mod">
          <ac:chgData name="郁儒 廖" userId="189a1d031aa848d3" providerId="LiveId" clId="{0734EAEE-AFB4-4B8E-8288-432812E7B4D5}" dt="2020-09-24T14:21:06.329" v="917"/>
          <ac:cxnSpMkLst>
            <pc:docMk/>
            <pc:sldMk cId="826614303" sldId="269"/>
            <ac:cxnSpMk id="16" creationId="{82814D68-BEED-488F-BCAE-1FD1F89BD6BC}"/>
          </ac:cxnSpMkLst>
        </pc:cxnChg>
        <pc:cxnChg chg="add del mod">
          <ac:chgData name="郁儒 廖" userId="189a1d031aa848d3" providerId="LiveId" clId="{0734EAEE-AFB4-4B8E-8288-432812E7B4D5}" dt="2020-09-24T14:21:06.329" v="917"/>
          <ac:cxnSpMkLst>
            <pc:docMk/>
            <pc:sldMk cId="826614303" sldId="269"/>
            <ac:cxnSpMk id="18" creationId="{C748ED66-FDD1-43D8-8669-B7058F130B77}"/>
          </ac:cxnSpMkLst>
        </pc:cxnChg>
        <pc:cxnChg chg="add del mod">
          <ac:chgData name="郁儒 廖" userId="189a1d031aa848d3" providerId="LiveId" clId="{0734EAEE-AFB4-4B8E-8288-432812E7B4D5}" dt="2020-09-24T14:21:06.329" v="917"/>
          <ac:cxnSpMkLst>
            <pc:docMk/>
            <pc:sldMk cId="826614303" sldId="269"/>
            <ac:cxnSpMk id="20" creationId="{0D5B4943-D9DE-49E7-9B63-F531724FB3DB}"/>
          </ac:cxnSpMkLst>
        </pc:cxnChg>
        <pc:cxnChg chg="add del mod">
          <ac:chgData name="郁儒 廖" userId="189a1d031aa848d3" providerId="LiveId" clId="{0734EAEE-AFB4-4B8E-8288-432812E7B4D5}" dt="2020-09-24T14:21:06.329" v="917"/>
          <ac:cxnSpMkLst>
            <pc:docMk/>
            <pc:sldMk cId="826614303" sldId="269"/>
            <ac:cxnSpMk id="22" creationId="{C2382921-0D72-42A0-BA75-478FCA1764CE}"/>
          </ac:cxnSpMkLst>
        </pc:cxnChg>
        <pc:cxnChg chg="add del mod">
          <ac:chgData name="郁儒 廖" userId="189a1d031aa848d3" providerId="LiveId" clId="{0734EAEE-AFB4-4B8E-8288-432812E7B4D5}" dt="2020-09-24T14:21:06.329" v="917"/>
          <ac:cxnSpMkLst>
            <pc:docMk/>
            <pc:sldMk cId="826614303" sldId="269"/>
            <ac:cxnSpMk id="23" creationId="{0D4E96D4-1144-4E6C-BA1C-53E7B3CC28F3}"/>
          </ac:cxnSpMkLst>
        </pc:cxnChg>
        <pc:cxnChg chg="add del mod">
          <ac:chgData name="郁儒 廖" userId="189a1d031aa848d3" providerId="LiveId" clId="{0734EAEE-AFB4-4B8E-8288-432812E7B4D5}" dt="2020-09-24T14:21:06.329" v="917"/>
          <ac:cxnSpMkLst>
            <pc:docMk/>
            <pc:sldMk cId="826614303" sldId="269"/>
            <ac:cxnSpMk id="24" creationId="{78992325-4D5A-488A-865A-B1FC968336AA}"/>
          </ac:cxnSpMkLst>
        </pc:cxnChg>
        <pc:cxnChg chg="add del mod">
          <ac:chgData name="郁儒 廖" userId="189a1d031aa848d3" providerId="LiveId" clId="{0734EAEE-AFB4-4B8E-8288-432812E7B4D5}" dt="2020-09-24T14:21:06.329" v="917"/>
          <ac:cxnSpMkLst>
            <pc:docMk/>
            <pc:sldMk cId="826614303" sldId="269"/>
            <ac:cxnSpMk id="25" creationId="{B45B15FC-F6D4-4132-9F7D-7A979C9EFD14}"/>
          </ac:cxnSpMkLst>
        </pc:cxnChg>
        <pc:cxnChg chg="add del mod">
          <ac:chgData name="郁儒 廖" userId="189a1d031aa848d3" providerId="LiveId" clId="{0734EAEE-AFB4-4B8E-8288-432812E7B4D5}" dt="2020-09-24T14:21:06.329" v="917"/>
          <ac:cxnSpMkLst>
            <pc:docMk/>
            <pc:sldMk cId="826614303" sldId="269"/>
            <ac:cxnSpMk id="30" creationId="{8E822C53-A1DE-45FC-9D05-25540405A5D6}"/>
          </ac:cxnSpMkLst>
        </pc:cxnChg>
        <pc:cxnChg chg="add del mod">
          <ac:chgData name="郁儒 廖" userId="189a1d031aa848d3" providerId="LiveId" clId="{0734EAEE-AFB4-4B8E-8288-432812E7B4D5}" dt="2020-09-24T14:21:06.329" v="917"/>
          <ac:cxnSpMkLst>
            <pc:docMk/>
            <pc:sldMk cId="826614303" sldId="269"/>
            <ac:cxnSpMk id="31" creationId="{35D1A474-9958-4077-B226-618229AE0A38}"/>
          </ac:cxnSpMkLst>
        </pc:cxnChg>
        <pc:cxnChg chg="add del mod">
          <ac:chgData name="郁儒 廖" userId="189a1d031aa848d3" providerId="LiveId" clId="{0734EAEE-AFB4-4B8E-8288-432812E7B4D5}" dt="2020-09-24T14:21:06.329" v="917"/>
          <ac:cxnSpMkLst>
            <pc:docMk/>
            <pc:sldMk cId="826614303" sldId="269"/>
            <ac:cxnSpMk id="32" creationId="{A4374FA8-878F-4F2A-9C39-796787B8F140}"/>
          </ac:cxnSpMkLst>
        </pc:cxnChg>
        <pc:cxnChg chg="add del mod">
          <ac:chgData name="郁儒 廖" userId="189a1d031aa848d3" providerId="LiveId" clId="{0734EAEE-AFB4-4B8E-8288-432812E7B4D5}" dt="2020-09-24T14:21:06.329" v="917"/>
          <ac:cxnSpMkLst>
            <pc:docMk/>
            <pc:sldMk cId="826614303" sldId="269"/>
            <ac:cxnSpMk id="34" creationId="{0353A77F-5461-4C0B-B3EA-2A1B39910122}"/>
          </ac:cxnSpMkLst>
        </pc:cxnChg>
        <pc:cxnChg chg="add del mod">
          <ac:chgData name="郁儒 廖" userId="189a1d031aa848d3" providerId="LiveId" clId="{0734EAEE-AFB4-4B8E-8288-432812E7B4D5}" dt="2020-09-24T14:21:06.329" v="917"/>
          <ac:cxnSpMkLst>
            <pc:docMk/>
            <pc:sldMk cId="826614303" sldId="269"/>
            <ac:cxnSpMk id="35" creationId="{CA4ABD3E-B20E-4D5C-A546-465C1A7E3F23}"/>
          </ac:cxnSpMkLst>
        </pc:cxnChg>
        <pc:cxnChg chg="add del mod">
          <ac:chgData name="郁儒 廖" userId="189a1d031aa848d3" providerId="LiveId" clId="{0734EAEE-AFB4-4B8E-8288-432812E7B4D5}" dt="2020-09-24T14:21:06.329" v="917"/>
          <ac:cxnSpMkLst>
            <pc:docMk/>
            <pc:sldMk cId="826614303" sldId="269"/>
            <ac:cxnSpMk id="37" creationId="{4DD6EBFD-B8C5-45F1-B710-54D428B76125}"/>
          </ac:cxnSpMkLst>
        </pc:cxnChg>
        <pc:cxnChg chg="add del mod">
          <ac:chgData name="郁儒 廖" userId="189a1d031aa848d3" providerId="LiveId" clId="{0734EAEE-AFB4-4B8E-8288-432812E7B4D5}" dt="2020-09-24T14:21:06.329" v="917"/>
          <ac:cxnSpMkLst>
            <pc:docMk/>
            <pc:sldMk cId="826614303" sldId="269"/>
            <ac:cxnSpMk id="38" creationId="{DECB9D1F-201D-47AF-962E-299B092B9D27}"/>
          </ac:cxnSpMkLst>
        </pc:cxnChg>
        <pc:cxnChg chg="add del mod">
          <ac:chgData name="郁儒 廖" userId="189a1d031aa848d3" providerId="LiveId" clId="{0734EAEE-AFB4-4B8E-8288-432812E7B4D5}" dt="2020-09-24T14:21:06.329" v="917"/>
          <ac:cxnSpMkLst>
            <pc:docMk/>
            <pc:sldMk cId="826614303" sldId="269"/>
            <ac:cxnSpMk id="41" creationId="{BF33FEFD-4353-4305-B968-F356938547D0}"/>
          </ac:cxnSpMkLst>
        </pc:cxnChg>
        <pc:cxnChg chg="add del mod">
          <ac:chgData name="郁儒 廖" userId="189a1d031aa848d3" providerId="LiveId" clId="{0734EAEE-AFB4-4B8E-8288-432812E7B4D5}" dt="2020-09-24T14:21:06.329" v="917"/>
          <ac:cxnSpMkLst>
            <pc:docMk/>
            <pc:sldMk cId="826614303" sldId="269"/>
            <ac:cxnSpMk id="42" creationId="{F43AF771-FF4C-459C-B296-B87FC9BFA37A}"/>
          </ac:cxnSpMkLst>
        </pc:cxnChg>
        <pc:cxnChg chg="add del mod">
          <ac:chgData name="郁儒 廖" userId="189a1d031aa848d3" providerId="LiveId" clId="{0734EAEE-AFB4-4B8E-8288-432812E7B4D5}" dt="2020-09-24T14:21:06.329" v="917"/>
          <ac:cxnSpMkLst>
            <pc:docMk/>
            <pc:sldMk cId="826614303" sldId="269"/>
            <ac:cxnSpMk id="43" creationId="{DEBCA5FE-E8B8-41ED-911B-3D9F6C3E4A54}"/>
          </ac:cxnSpMkLst>
        </pc:cxnChg>
        <pc:cxnChg chg="add del mod">
          <ac:chgData name="郁儒 廖" userId="189a1d031aa848d3" providerId="LiveId" clId="{0734EAEE-AFB4-4B8E-8288-432812E7B4D5}" dt="2020-09-24T14:21:06.329" v="917"/>
          <ac:cxnSpMkLst>
            <pc:docMk/>
            <pc:sldMk cId="826614303" sldId="269"/>
            <ac:cxnSpMk id="45" creationId="{43AE2AC5-D686-4ED7-BB9F-5C1C7E4E130D}"/>
          </ac:cxnSpMkLst>
        </pc:cxnChg>
        <pc:cxnChg chg="add del mod">
          <ac:chgData name="郁儒 廖" userId="189a1d031aa848d3" providerId="LiveId" clId="{0734EAEE-AFB4-4B8E-8288-432812E7B4D5}" dt="2020-09-24T14:21:06.329" v="917"/>
          <ac:cxnSpMkLst>
            <pc:docMk/>
            <pc:sldMk cId="826614303" sldId="269"/>
            <ac:cxnSpMk id="47" creationId="{9D472F3D-4420-4BC2-A239-7946FEAC5B88}"/>
          </ac:cxnSpMkLst>
        </pc:cxnChg>
        <pc:cxnChg chg="add del mod">
          <ac:chgData name="郁儒 廖" userId="189a1d031aa848d3" providerId="LiveId" clId="{0734EAEE-AFB4-4B8E-8288-432812E7B4D5}" dt="2020-09-24T14:21:06.329" v="917"/>
          <ac:cxnSpMkLst>
            <pc:docMk/>
            <pc:sldMk cId="826614303" sldId="269"/>
            <ac:cxnSpMk id="49" creationId="{45E71E90-B73A-4EF4-BE4D-21EA2E8A2214}"/>
          </ac:cxnSpMkLst>
        </pc:cxnChg>
        <pc:cxnChg chg="add del mod">
          <ac:chgData name="郁儒 廖" userId="189a1d031aa848d3" providerId="LiveId" clId="{0734EAEE-AFB4-4B8E-8288-432812E7B4D5}" dt="2020-09-24T14:21:06.329" v="917"/>
          <ac:cxnSpMkLst>
            <pc:docMk/>
            <pc:sldMk cId="826614303" sldId="269"/>
            <ac:cxnSpMk id="50" creationId="{BC49A4CC-D8FC-4840-9B9F-FBB067F52677}"/>
          </ac:cxnSpMkLst>
        </pc:cxnChg>
        <pc:cxnChg chg="add del mod">
          <ac:chgData name="郁儒 廖" userId="189a1d031aa848d3" providerId="LiveId" clId="{0734EAEE-AFB4-4B8E-8288-432812E7B4D5}" dt="2020-09-24T14:21:06.329" v="917"/>
          <ac:cxnSpMkLst>
            <pc:docMk/>
            <pc:sldMk cId="826614303" sldId="269"/>
            <ac:cxnSpMk id="53" creationId="{73E6E82D-703F-464B-BE00-27E827641CBE}"/>
          </ac:cxnSpMkLst>
        </pc:cxnChg>
        <pc:cxnChg chg="add del mod">
          <ac:chgData name="郁儒 廖" userId="189a1d031aa848d3" providerId="LiveId" clId="{0734EAEE-AFB4-4B8E-8288-432812E7B4D5}" dt="2020-09-24T14:21:06.329" v="917"/>
          <ac:cxnSpMkLst>
            <pc:docMk/>
            <pc:sldMk cId="826614303" sldId="269"/>
            <ac:cxnSpMk id="54" creationId="{ABACFFB7-98FE-4108-A943-7C4490DE216E}"/>
          </ac:cxnSpMkLst>
        </pc:cxnChg>
        <pc:cxnChg chg="add del mod">
          <ac:chgData name="郁儒 廖" userId="189a1d031aa848d3" providerId="LiveId" clId="{0734EAEE-AFB4-4B8E-8288-432812E7B4D5}" dt="2020-09-24T14:21:06.329" v="917"/>
          <ac:cxnSpMkLst>
            <pc:docMk/>
            <pc:sldMk cId="826614303" sldId="269"/>
            <ac:cxnSpMk id="56" creationId="{F5A70CDD-3609-4058-9604-ACB770A58A3D}"/>
          </ac:cxnSpMkLst>
        </pc:cxnChg>
        <pc:cxnChg chg="add mod">
          <ac:chgData name="郁儒 廖" userId="189a1d031aa848d3" providerId="LiveId" clId="{0734EAEE-AFB4-4B8E-8288-432812E7B4D5}" dt="2020-09-24T14:21:53.061" v="954" actId="1035"/>
          <ac:cxnSpMkLst>
            <pc:docMk/>
            <pc:sldMk cId="826614303" sldId="269"/>
            <ac:cxnSpMk id="60" creationId="{1AFE471E-0EB5-473E-9D4F-B174547E0362}"/>
          </ac:cxnSpMkLst>
        </pc:cxnChg>
        <pc:cxnChg chg="add mod">
          <ac:chgData name="郁儒 廖" userId="189a1d031aa848d3" providerId="LiveId" clId="{0734EAEE-AFB4-4B8E-8288-432812E7B4D5}" dt="2020-09-24T14:21:53.061" v="954" actId="1035"/>
          <ac:cxnSpMkLst>
            <pc:docMk/>
            <pc:sldMk cId="826614303" sldId="269"/>
            <ac:cxnSpMk id="61" creationId="{08749423-DC86-413A-A6D5-998E7CA7E784}"/>
          </ac:cxnSpMkLst>
        </pc:cxnChg>
        <pc:cxnChg chg="add mod">
          <ac:chgData name="郁儒 廖" userId="189a1d031aa848d3" providerId="LiveId" clId="{0734EAEE-AFB4-4B8E-8288-432812E7B4D5}" dt="2020-09-24T14:21:53.061" v="954" actId="1035"/>
          <ac:cxnSpMkLst>
            <pc:docMk/>
            <pc:sldMk cId="826614303" sldId="269"/>
            <ac:cxnSpMk id="63" creationId="{7BBDB32D-E468-4691-BBE0-CBD73BC790F7}"/>
          </ac:cxnSpMkLst>
        </pc:cxnChg>
        <pc:cxnChg chg="add mod">
          <ac:chgData name="郁儒 廖" userId="189a1d031aa848d3" providerId="LiveId" clId="{0734EAEE-AFB4-4B8E-8288-432812E7B4D5}" dt="2020-09-24T14:21:53.061" v="954" actId="1035"/>
          <ac:cxnSpMkLst>
            <pc:docMk/>
            <pc:sldMk cId="826614303" sldId="269"/>
            <ac:cxnSpMk id="64" creationId="{FAD7AA65-718C-475E-92D9-5D591DCAA54A}"/>
          </ac:cxnSpMkLst>
        </pc:cxnChg>
        <pc:cxnChg chg="add mod">
          <ac:chgData name="郁儒 廖" userId="189a1d031aa848d3" providerId="LiveId" clId="{0734EAEE-AFB4-4B8E-8288-432812E7B4D5}" dt="2020-09-24T14:21:53.061" v="954" actId="1035"/>
          <ac:cxnSpMkLst>
            <pc:docMk/>
            <pc:sldMk cId="826614303" sldId="269"/>
            <ac:cxnSpMk id="66" creationId="{DC44F863-D7D9-4D8A-ADB9-0A07BA89AA35}"/>
          </ac:cxnSpMkLst>
        </pc:cxnChg>
        <pc:cxnChg chg="add mod">
          <ac:chgData name="郁儒 廖" userId="189a1d031aa848d3" providerId="LiveId" clId="{0734EAEE-AFB4-4B8E-8288-432812E7B4D5}" dt="2020-09-24T14:21:53.061" v="954" actId="1035"/>
          <ac:cxnSpMkLst>
            <pc:docMk/>
            <pc:sldMk cId="826614303" sldId="269"/>
            <ac:cxnSpMk id="67" creationId="{CEAE0494-3032-4135-8C11-076D75E9623F}"/>
          </ac:cxnSpMkLst>
        </pc:cxnChg>
        <pc:cxnChg chg="add mod">
          <ac:chgData name="郁儒 廖" userId="189a1d031aa848d3" providerId="LiveId" clId="{0734EAEE-AFB4-4B8E-8288-432812E7B4D5}" dt="2020-09-24T14:21:53.061" v="954" actId="1035"/>
          <ac:cxnSpMkLst>
            <pc:docMk/>
            <pc:sldMk cId="826614303" sldId="269"/>
            <ac:cxnSpMk id="69" creationId="{D5FAABD4-E0CC-457E-A9C9-B9F3CF25FE42}"/>
          </ac:cxnSpMkLst>
        </pc:cxnChg>
        <pc:cxnChg chg="add mod">
          <ac:chgData name="郁儒 廖" userId="189a1d031aa848d3" providerId="LiveId" clId="{0734EAEE-AFB4-4B8E-8288-432812E7B4D5}" dt="2020-09-24T14:21:53.061" v="954" actId="1035"/>
          <ac:cxnSpMkLst>
            <pc:docMk/>
            <pc:sldMk cId="826614303" sldId="269"/>
            <ac:cxnSpMk id="70" creationId="{B59DE483-544B-408B-A4ED-CFD81668B58C}"/>
          </ac:cxnSpMkLst>
        </pc:cxnChg>
        <pc:cxnChg chg="add mod">
          <ac:chgData name="郁儒 廖" userId="189a1d031aa848d3" providerId="LiveId" clId="{0734EAEE-AFB4-4B8E-8288-432812E7B4D5}" dt="2020-09-24T14:21:53.061" v="954" actId="1035"/>
          <ac:cxnSpMkLst>
            <pc:docMk/>
            <pc:sldMk cId="826614303" sldId="269"/>
            <ac:cxnSpMk id="72" creationId="{AD15B5C9-EFD8-47AA-AB7C-4A17BCE27B20}"/>
          </ac:cxnSpMkLst>
        </pc:cxnChg>
        <pc:cxnChg chg="add mod">
          <ac:chgData name="郁儒 廖" userId="189a1d031aa848d3" providerId="LiveId" clId="{0734EAEE-AFB4-4B8E-8288-432812E7B4D5}" dt="2020-09-24T14:22:26.710" v="959" actId="1582"/>
          <ac:cxnSpMkLst>
            <pc:docMk/>
            <pc:sldMk cId="826614303" sldId="269"/>
            <ac:cxnSpMk id="74" creationId="{4DAD9427-6E31-4B18-BB1A-3690C8CEFBEA}"/>
          </ac:cxnSpMkLst>
        </pc:cxnChg>
        <pc:cxnChg chg="add mod">
          <ac:chgData name="郁儒 廖" userId="189a1d031aa848d3" providerId="LiveId" clId="{0734EAEE-AFB4-4B8E-8288-432812E7B4D5}" dt="2020-09-24T14:21:53.061" v="954" actId="1035"/>
          <ac:cxnSpMkLst>
            <pc:docMk/>
            <pc:sldMk cId="826614303" sldId="269"/>
            <ac:cxnSpMk id="76" creationId="{9B666476-3B5B-44EC-A4EF-F34BCE5838C2}"/>
          </ac:cxnSpMkLst>
        </pc:cxnChg>
        <pc:cxnChg chg="add mod">
          <ac:chgData name="郁儒 廖" userId="189a1d031aa848d3" providerId="LiveId" clId="{0734EAEE-AFB4-4B8E-8288-432812E7B4D5}" dt="2020-09-24T14:21:53.061" v="954" actId="1035"/>
          <ac:cxnSpMkLst>
            <pc:docMk/>
            <pc:sldMk cId="826614303" sldId="269"/>
            <ac:cxnSpMk id="78" creationId="{F64B0C58-13DA-46FE-A866-48DF247D7DD9}"/>
          </ac:cxnSpMkLst>
        </pc:cxnChg>
        <pc:cxnChg chg="add mod">
          <ac:chgData name="郁儒 廖" userId="189a1d031aa848d3" providerId="LiveId" clId="{0734EAEE-AFB4-4B8E-8288-432812E7B4D5}" dt="2020-09-24T14:21:53.061" v="954" actId="1035"/>
          <ac:cxnSpMkLst>
            <pc:docMk/>
            <pc:sldMk cId="826614303" sldId="269"/>
            <ac:cxnSpMk id="80" creationId="{C5F0F16E-5EA1-430D-BA80-60C10428174F}"/>
          </ac:cxnSpMkLst>
        </pc:cxnChg>
        <pc:cxnChg chg="add mod">
          <ac:chgData name="郁儒 廖" userId="189a1d031aa848d3" providerId="LiveId" clId="{0734EAEE-AFB4-4B8E-8288-432812E7B4D5}" dt="2020-09-24T14:21:53.061" v="954" actId="1035"/>
          <ac:cxnSpMkLst>
            <pc:docMk/>
            <pc:sldMk cId="826614303" sldId="269"/>
            <ac:cxnSpMk id="81" creationId="{BE2324C4-8100-4554-91C4-FCCBBFFC423D}"/>
          </ac:cxnSpMkLst>
        </pc:cxnChg>
        <pc:cxnChg chg="add mod">
          <ac:chgData name="郁儒 廖" userId="189a1d031aa848d3" providerId="LiveId" clId="{0734EAEE-AFB4-4B8E-8288-432812E7B4D5}" dt="2020-09-24T14:21:53.061" v="954" actId="1035"/>
          <ac:cxnSpMkLst>
            <pc:docMk/>
            <pc:sldMk cId="826614303" sldId="269"/>
            <ac:cxnSpMk id="82" creationId="{EF219C0B-6B22-44DB-83DE-92E55E12C62B}"/>
          </ac:cxnSpMkLst>
        </pc:cxnChg>
        <pc:cxnChg chg="add mod">
          <ac:chgData name="郁儒 廖" userId="189a1d031aa848d3" providerId="LiveId" clId="{0734EAEE-AFB4-4B8E-8288-432812E7B4D5}" dt="2020-09-24T14:21:53.061" v="954" actId="1035"/>
          <ac:cxnSpMkLst>
            <pc:docMk/>
            <pc:sldMk cId="826614303" sldId="269"/>
            <ac:cxnSpMk id="83" creationId="{49646D94-A2FC-4574-879A-FBD84193ED56}"/>
          </ac:cxnSpMkLst>
        </pc:cxnChg>
        <pc:cxnChg chg="add mod">
          <ac:chgData name="郁儒 廖" userId="189a1d031aa848d3" providerId="LiveId" clId="{0734EAEE-AFB4-4B8E-8288-432812E7B4D5}" dt="2020-09-24T14:21:53.061" v="954" actId="1035"/>
          <ac:cxnSpMkLst>
            <pc:docMk/>
            <pc:sldMk cId="826614303" sldId="269"/>
            <ac:cxnSpMk id="88" creationId="{63B23934-5D6B-4C6A-9188-EE75873D0101}"/>
          </ac:cxnSpMkLst>
        </pc:cxnChg>
        <pc:cxnChg chg="add mod">
          <ac:chgData name="郁儒 廖" userId="189a1d031aa848d3" providerId="LiveId" clId="{0734EAEE-AFB4-4B8E-8288-432812E7B4D5}" dt="2020-09-24T14:21:53.061" v="954" actId="1035"/>
          <ac:cxnSpMkLst>
            <pc:docMk/>
            <pc:sldMk cId="826614303" sldId="269"/>
            <ac:cxnSpMk id="90" creationId="{96A9159F-E65E-4924-BA0D-126CC5A3349F}"/>
          </ac:cxnSpMkLst>
        </pc:cxnChg>
        <pc:cxnChg chg="add mod">
          <ac:chgData name="郁儒 廖" userId="189a1d031aa848d3" providerId="LiveId" clId="{0734EAEE-AFB4-4B8E-8288-432812E7B4D5}" dt="2020-09-24T14:21:53.061" v="954" actId="1035"/>
          <ac:cxnSpMkLst>
            <pc:docMk/>
            <pc:sldMk cId="826614303" sldId="269"/>
            <ac:cxnSpMk id="91" creationId="{AFCEF853-2198-4D01-B6BE-7E1824EE5390}"/>
          </ac:cxnSpMkLst>
        </pc:cxnChg>
        <pc:cxnChg chg="add mod">
          <ac:chgData name="郁儒 廖" userId="189a1d031aa848d3" providerId="LiveId" clId="{0734EAEE-AFB4-4B8E-8288-432812E7B4D5}" dt="2020-09-24T14:21:53.061" v="954" actId="1035"/>
          <ac:cxnSpMkLst>
            <pc:docMk/>
            <pc:sldMk cId="826614303" sldId="269"/>
            <ac:cxnSpMk id="93" creationId="{CA7450B9-5FCA-4C79-8DA5-8DC7CF3A7F8C}"/>
          </ac:cxnSpMkLst>
        </pc:cxnChg>
        <pc:cxnChg chg="add mod">
          <ac:chgData name="郁儒 廖" userId="189a1d031aa848d3" providerId="LiveId" clId="{0734EAEE-AFB4-4B8E-8288-432812E7B4D5}" dt="2020-09-24T14:21:53.061" v="954" actId="1035"/>
          <ac:cxnSpMkLst>
            <pc:docMk/>
            <pc:sldMk cId="826614303" sldId="269"/>
            <ac:cxnSpMk id="94" creationId="{7BD12889-B9F5-40C9-99A6-EF0CBC3D982D}"/>
          </ac:cxnSpMkLst>
        </pc:cxnChg>
        <pc:cxnChg chg="add mod">
          <ac:chgData name="郁儒 廖" userId="189a1d031aa848d3" providerId="LiveId" clId="{0734EAEE-AFB4-4B8E-8288-432812E7B4D5}" dt="2020-09-24T14:21:53.061" v="954" actId="1035"/>
          <ac:cxnSpMkLst>
            <pc:docMk/>
            <pc:sldMk cId="826614303" sldId="269"/>
            <ac:cxnSpMk id="96" creationId="{146088E5-4565-4350-858F-410FFC829DEA}"/>
          </ac:cxnSpMkLst>
        </pc:cxnChg>
        <pc:cxnChg chg="add mod">
          <ac:chgData name="郁儒 廖" userId="189a1d031aa848d3" providerId="LiveId" clId="{0734EAEE-AFB4-4B8E-8288-432812E7B4D5}" dt="2020-09-24T14:21:53.061" v="954" actId="1035"/>
          <ac:cxnSpMkLst>
            <pc:docMk/>
            <pc:sldMk cId="826614303" sldId="269"/>
            <ac:cxnSpMk id="97" creationId="{3165E945-844E-4429-97A0-5F753D7ED87A}"/>
          </ac:cxnSpMkLst>
        </pc:cxnChg>
        <pc:cxnChg chg="add mod">
          <ac:chgData name="郁儒 廖" userId="189a1d031aa848d3" providerId="LiveId" clId="{0734EAEE-AFB4-4B8E-8288-432812E7B4D5}" dt="2020-09-24T14:21:53.061" v="954" actId="1035"/>
          <ac:cxnSpMkLst>
            <pc:docMk/>
            <pc:sldMk cId="826614303" sldId="269"/>
            <ac:cxnSpMk id="101" creationId="{735E79E3-706D-4A5D-85A8-0D4E4857EDFF}"/>
          </ac:cxnSpMkLst>
        </pc:cxnChg>
        <pc:cxnChg chg="add mod">
          <ac:chgData name="郁儒 廖" userId="189a1d031aa848d3" providerId="LiveId" clId="{0734EAEE-AFB4-4B8E-8288-432812E7B4D5}" dt="2020-09-24T14:21:53.061" v="954" actId="1035"/>
          <ac:cxnSpMkLst>
            <pc:docMk/>
            <pc:sldMk cId="826614303" sldId="269"/>
            <ac:cxnSpMk id="102" creationId="{359C5EEF-60E9-4ED2-B338-5974F7AAF4B0}"/>
          </ac:cxnSpMkLst>
        </pc:cxnChg>
        <pc:cxnChg chg="add mod">
          <ac:chgData name="郁儒 廖" userId="189a1d031aa848d3" providerId="LiveId" clId="{0734EAEE-AFB4-4B8E-8288-432812E7B4D5}" dt="2020-09-24T14:21:53.061" v="954" actId="1035"/>
          <ac:cxnSpMkLst>
            <pc:docMk/>
            <pc:sldMk cId="826614303" sldId="269"/>
            <ac:cxnSpMk id="103" creationId="{457F3B22-9EE6-4A37-B022-3DD5531355D3}"/>
          </ac:cxnSpMkLst>
        </pc:cxnChg>
        <pc:cxnChg chg="add mod">
          <ac:chgData name="郁儒 廖" userId="189a1d031aa848d3" providerId="LiveId" clId="{0734EAEE-AFB4-4B8E-8288-432812E7B4D5}" dt="2020-09-24T14:21:53.061" v="954" actId="1035"/>
          <ac:cxnSpMkLst>
            <pc:docMk/>
            <pc:sldMk cId="826614303" sldId="269"/>
            <ac:cxnSpMk id="105" creationId="{33C2283B-E3AF-462D-A675-BB4F97F478B8}"/>
          </ac:cxnSpMkLst>
        </pc:cxnChg>
        <pc:cxnChg chg="add mod">
          <ac:chgData name="郁儒 廖" userId="189a1d031aa848d3" providerId="LiveId" clId="{0734EAEE-AFB4-4B8E-8288-432812E7B4D5}" dt="2020-09-24T14:21:53.061" v="954" actId="1035"/>
          <ac:cxnSpMkLst>
            <pc:docMk/>
            <pc:sldMk cId="826614303" sldId="269"/>
            <ac:cxnSpMk id="107" creationId="{122AF85D-FE63-4ABB-AE7B-F5B61D9332C1}"/>
          </ac:cxnSpMkLst>
        </pc:cxnChg>
        <pc:cxnChg chg="add mod">
          <ac:chgData name="郁儒 廖" userId="189a1d031aa848d3" providerId="LiveId" clId="{0734EAEE-AFB4-4B8E-8288-432812E7B4D5}" dt="2020-09-24T14:21:53.061" v="954" actId="1035"/>
          <ac:cxnSpMkLst>
            <pc:docMk/>
            <pc:sldMk cId="826614303" sldId="269"/>
            <ac:cxnSpMk id="109" creationId="{3A65E3E6-8C73-455C-9781-F96DF915761F}"/>
          </ac:cxnSpMkLst>
        </pc:cxnChg>
        <pc:cxnChg chg="add mod">
          <ac:chgData name="郁儒 廖" userId="189a1d031aa848d3" providerId="LiveId" clId="{0734EAEE-AFB4-4B8E-8288-432812E7B4D5}" dt="2020-09-24T14:21:53.061" v="954" actId="1035"/>
          <ac:cxnSpMkLst>
            <pc:docMk/>
            <pc:sldMk cId="826614303" sldId="269"/>
            <ac:cxnSpMk id="110" creationId="{2C24A958-89AB-4F61-86CD-26F193C94A7A}"/>
          </ac:cxnSpMkLst>
        </pc:cxnChg>
        <pc:cxnChg chg="add mod">
          <ac:chgData name="郁儒 廖" userId="189a1d031aa848d3" providerId="LiveId" clId="{0734EAEE-AFB4-4B8E-8288-432812E7B4D5}" dt="2020-09-24T14:21:53.061" v="954" actId="1035"/>
          <ac:cxnSpMkLst>
            <pc:docMk/>
            <pc:sldMk cId="826614303" sldId="269"/>
            <ac:cxnSpMk id="113" creationId="{2EBB7489-8809-454F-845C-6247E70B5618}"/>
          </ac:cxnSpMkLst>
        </pc:cxnChg>
        <pc:cxnChg chg="add mod">
          <ac:chgData name="郁儒 廖" userId="189a1d031aa848d3" providerId="LiveId" clId="{0734EAEE-AFB4-4B8E-8288-432812E7B4D5}" dt="2020-09-24T14:21:53.061" v="954" actId="1035"/>
          <ac:cxnSpMkLst>
            <pc:docMk/>
            <pc:sldMk cId="826614303" sldId="269"/>
            <ac:cxnSpMk id="114" creationId="{8C8BCE85-A936-4CDB-BB28-626E9FDDB0C1}"/>
          </ac:cxnSpMkLst>
        </pc:cxnChg>
        <pc:cxnChg chg="add mod">
          <ac:chgData name="郁儒 廖" userId="189a1d031aa848d3" providerId="LiveId" clId="{0734EAEE-AFB4-4B8E-8288-432812E7B4D5}" dt="2020-09-24T14:21:53.061" v="954" actId="1035"/>
          <ac:cxnSpMkLst>
            <pc:docMk/>
            <pc:sldMk cId="826614303" sldId="269"/>
            <ac:cxnSpMk id="116" creationId="{F8377599-EEB6-46DB-A233-056D117717A1}"/>
          </ac:cxnSpMkLst>
        </pc:cxnChg>
        <pc:cxnChg chg="add del">
          <ac:chgData name="郁儒 廖" userId="189a1d031aa848d3" providerId="LiveId" clId="{0734EAEE-AFB4-4B8E-8288-432812E7B4D5}" dt="2020-09-24T14:22:09.807" v="956" actId="478"/>
          <ac:cxnSpMkLst>
            <pc:docMk/>
            <pc:sldMk cId="826614303" sldId="269"/>
            <ac:cxnSpMk id="121" creationId="{2AC1D19D-F9DE-409E-908B-D2AF6488F4A4}"/>
          </ac:cxnSpMkLst>
        </pc:cxnChg>
        <pc:cxnChg chg="add mod">
          <ac:chgData name="郁儒 廖" userId="189a1d031aa848d3" providerId="LiveId" clId="{0734EAEE-AFB4-4B8E-8288-432812E7B4D5}" dt="2020-09-24T14:43:23.663" v="1168" actId="1036"/>
          <ac:cxnSpMkLst>
            <pc:docMk/>
            <pc:sldMk cId="826614303" sldId="269"/>
            <ac:cxnSpMk id="124" creationId="{9E007415-26BB-44C9-8EFF-9A41FBCD3702}"/>
          </ac:cxnSpMkLst>
        </pc:cxnChg>
        <pc:cxnChg chg="add mod">
          <ac:chgData name="郁儒 廖" userId="189a1d031aa848d3" providerId="LiveId" clId="{0734EAEE-AFB4-4B8E-8288-432812E7B4D5}" dt="2020-09-24T14:43:23.663" v="1168" actId="1036"/>
          <ac:cxnSpMkLst>
            <pc:docMk/>
            <pc:sldMk cId="826614303" sldId="269"/>
            <ac:cxnSpMk id="125" creationId="{AD28FF6E-05FF-4649-B7D5-52C029F55DE1}"/>
          </ac:cxnSpMkLst>
        </pc:cxnChg>
      </pc:sldChg>
      <pc:sldChg chg="addSp modSp add mod ord">
        <pc:chgData name="郁儒 廖" userId="189a1d031aa848d3" providerId="LiveId" clId="{0734EAEE-AFB4-4B8E-8288-432812E7B4D5}" dt="2020-09-24T14:16:03.982" v="879"/>
        <pc:sldMkLst>
          <pc:docMk/>
          <pc:sldMk cId="3130928608" sldId="271"/>
        </pc:sldMkLst>
        <pc:spChg chg="mod">
          <ac:chgData name="郁儒 廖" userId="189a1d031aa848d3" providerId="LiveId" clId="{0734EAEE-AFB4-4B8E-8288-432812E7B4D5}" dt="2020-09-24T12:48:33.964" v="367" actId="20577"/>
          <ac:spMkLst>
            <pc:docMk/>
            <pc:sldMk cId="3130928608" sldId="271"/>
            <ac:spMk id="3" creationId="{47924614-B3FE-49DB-A43B-C5C6C654484D}"/>
          </ac:spMkLst>
        </pc:spChg>
        <pc:spChg chg="add mod">
          <ac:chgData name="郁儒 廖" userId="189a1d031aa848d3" providerId="LiveId" clId="{0734EAEE-AFB4-4B8E-8288-432812E7B4D5}" dt="2020-09-24T12:47:04.291" v="346" actId="20577"/>
          <ac:spMkLst>
            <pc:docMk/>
            <pc:sldMk cId="3130928608" sldId="271"/>
            <ac:spMk id="4" creationId="{FD113D12-21CB-489E-91E7-822672C2153C}"/>
          </ac:spMkLst>
        </pc:spChg>
        <pc:spChg chg="mod">
          <ac:chgData name="郁儒 廖" userId="189a1d031aa848d3" providerId="LiveId" clId="{0734EAEE-AFB4-4B8E-8288-432812E7B4D5}" dt="2020-09-24T12:33:36.706" v="143" actId="1076"/>
          <ac:spMkLst>
            <pc:docMk/>
            <pc:sldMk cId="3130928608" sldId="271"/>
            <ac:spMk id="7" creationId="{F5F7FE52-AC47-4FAD-BD9C-CCCBC3F7DA02}"/>
          </ac:spMkLst>
        </pc:spChg>
        <pc:spChg chg="mod">
          <ac:chgData name="郁儒 廖" userId="189a1d031aa848d3" providerId="LiveId" clId="{0734EAEE-AFB4-4B8E-8288-432812E7B4D5}" dt="2020-09-24T12:35:22.162" v="195" actId="1076"/>
          <ac:spMkLst>
            <pc:docMk/>
            <pc:sldMk cId="3130928608" sldId="271"/>
            <ac:spMk id="8" creationId="{62D610EC-D21B-4123-A92B-16D8D21A41F6}"/>
          </ac:spMkLst>
        </pc:spChg>
        <pc:picChg chg="mod">
          <ac:chgData name="郁儒 廖" userId="189a1d031aa848d3" providerId="LiveId" clId="{0734EAEE-AFB4-4B8E-8288-432812E7B4D5}" dt="2020-09-24T12:33:31.267" v="142" actId="1076"/>
          <ac:picMkLst>
            <pc:docMk/>
            <pc:sldMk cId="3130928608" sldId="271"/>
            <ac:picMk id="5" creationId="{32B91443-2482-4B7E-BC52-98F7363C061F}"/>
          </ac:picMkLst>
        </pc:picChg>
      </pc:sldChg>
      <pc:sldChg chg="addSp delSp modSp new mod ord modAnim">
        <pc:chgData name="郁儒 廖" userId="189a1d031aa848d3" providerId="LiveId" clId="{0734EAEE-AFB4-4B8E-8288-432812E7B4D5}" dt="2020-09-24T12:48:11.062" v="357"/>
        <pc:sldMkLst>
          <pc:docMk/>
          <pc:sldMk cId="3227302367" sldId="272"/>
        </pc:sldMkLst>
        <pc:spChg chg="add del mod">
          <ac:chgData name="郁儒 廖" userId="189a1d031aa848d3" providerId="LiveId" clId="{0734EAEE-AFB4-4B8E-8288-432812E7B4D5}" dt="2020-09-24T12:20:53.864" v="7"/>
          <ac:spMkLst>
            <pc:docMk/>
            <pc:sldMk cId="3227302367" sldId="272"/>
            <ac:spMk id="3" creationId="{50C515F4-3AFC-487A-BB12-24D80AACFE3D}"/>
          </ac:spMkLst>
        </pc:spChg>
        <pc:spChg chg="add mod">
          <ac:chgData name="郁儒 廖" userId="189a1d031aa848d3" providerId="LiveId" clId="{0734EAEE-AFB4-4B8E-8288-432812E7B4D5}" dt="2020-09-24T12:25:30.789" v="108" actId="20577"/>
          <ac:spMkLst>
            <pc:docMk/>
            <pc:sldMk cId="3227302367" sldId="272"/>
            <ac:spMk id="4" creationId="{00F81FD4-4CCD-453C-A5EA-DC65A7FEB455}"/>
          </ac:spMkLst>
        </pc:spChg>
        <pc:graphicFrameChg chg="add mod modGraphic">
          <ac:chgData name="郁儒 廖" userId="189a1d031aa848d3" providerId="LiveId" clId="{0734EAEE-AFB4-4B8E-8288-432812E7B4D5}" dt="2020-09-24T12:31:10.928" v="122" actId="20577"/>
          <ac:graphicFrameMkLst>
            <pc:docMk/>
            <pc:sldMk cId="3227302367" sldId="272"/>
            <ac:graphicFrameMk id="2" creationId="{1639B818-9298-46BF-BE95-FBF83EC1845C}"/>
          </ac:graphicFrameMkLst>
        </pc:graphicFrameChg>
        <pc:picChg chg="add mod">
          <ac:chgData name="郁儒 廖" userId="189a1d031aa848d3" providerId="LiveId" clId="{0734EAEE-AFB4-4B8E-8288-432812E7B4D5}" dt="2020-09-24T12:23:24.075" v="47" actId="1076"/>
          <ac:picMkLst>
            <pc:docMk/>
            <pc:sldMk cId="3227302367" sldId="272"/>
            <ac:picMk id="6" creationId="{DF39E3E8-43B3-49F8-B5C7-F954FECD1106}"/>
          </ac:picMkLst>
        </pc:picChg>
      </pc:sldChg>
      <pc:sldChg chg="addSp delSp modSp add mod">
        <pc:chgData name="郁儒 廖" userId="189a1d031aa848d3" providerId="LiveId" clId="{0734EAEE-AFB4-4B8E-8288-432812E7B4D5}" dt="2020-09-24T14:53:45.146" v="1496"/>
        <pc:sldMkLst>
          <pc:docMk/>
          <pc:sldMk cId="2796662447" sldId="273"/>
        </pc:sldMkLst>
        <pc:spChg chg="add mod">
          <ac:chgData name="郁儒 廖" userId="189a1d031aa848d3" providerId="LiveId" clId="{0734EAEE-AFB4-4B8E-8288-432812E7B4D5}" dt="2020-09-24T14:53:45.146" v="1496"/>
          <ac:spMkLst>
            <pc:docMk/>
            <pc:sldMk cId="2796662447" sldId="273"/>
            <ac:spMk id="2" creationId="{7CD4BB1D-A068-4218-A79C-574AC272E11A}"/>
          </ac:spMkLst>
        </pc:spChg>
        <pc:spChg chg="mod">
          <ac:chgData name="郁儒 廖" userId="189a1d031aa848d3" providerId="LiveId" clId="{0734EAEE-AFB4-4B8E-8288-432812E7B4D5}" dt="2020-09-24T13:17:15.008" v="451" actId="20577"/>
          <ac:spMkLst>
            <pc:docMk/>
            <pc:sldMk cId="2796662447" sldId="273"/>
            <ac:spMk id="70" creationId="{21E43F9C-CCB3-436D-997B-1616B481DD42}"/>
          </ac:spMkLst>
        </pc:spChg>
        <pc:spChg chg="mod">
          <ac:chgData name="郁儒 廖" userId="189a1d031aa848d3" providerId="LiveId" clId="{0734EAEE-AFB4-4B8E-8288-432812E7B4D5}" dt="2020-09-24T13:17:19.593" v="453" actId="20577"/>
          <ac:spMkLst>
            <pc:docMk/>
            <pc:sldMk cId="2796662447" sldId="273"/>
            <ac:spMk id="71" creationId="{A24FCD7F-C46D-42AC-B684-8EFC7AC51DFD}"/>
          </ac:spMkLst>
        </pc:spChg>
        <pc:spChg chg="del">
          <ac:chgData name="郁儒 廖" userId="189a1d031aa848d3" providerId="LiveId" clId="{0734EAEE-AFB4-4B8E-8288-432812E7B4D5}" dt="2020-09-24T13:16:24.942" v="375" actId="478"/>
          <ac:spMkLst>
            <pc:docMk/>
            <pc:sldMk cId="2796662447" sldId="273"/>
            <ac:spMk id="80" creationId="{BD5EF722-2702-4828-A3DD-CE59B539E241}"/>
          </ac:spMkLst>
        </pc:spChg>
        <pc:spChg chg="del">
          <ac:chgData name="郁儒 廖" userId="189a1d031aa848d3" providerId="LiveId" clId="{0734EAEE-AFB4-4B8E-8288-432812E7B4D5}" dt="2020-09-24T13:16:24.942" v="375" actId="478"/>
          <ac:spMkLst>
            <pc:docMk/>
            <pc:sldMk cId="2796662447" sldId="273"/>
            <ac:spMk id="82" creationId="{59912ED6-EB71-4366-A7F6-51683E73093C}"/>
          </ac:spMkLst>
        </pc:spChg>
        <pc:spChg chg="del">
          <ac:chgData name="郁儒 廖" userId="189a1d031aa848d3" providerId="LiveId" clId="{0734EAEE-AFB4-4B8E-8288-432812E7B4D5}" dt="2020-09-24T13:16:24.942" v="375" actId="478"/>
          <ac:spMkLst>
            <pc:docMk/>
            <pc:sldMk cId="2796662447" sldId="273"/>
            <ac:spMk id="87" creationId="{C4A996C8-5B15-49A7-83EE-9A74066428AE}"/>
          </ac:spMkLst>
        </pc:spChg>
        <pc:spChg chg="del">
          <ac:chgData name="郁儒 廖" userId="189a1d031aa848d3" providerId="LiveId" clId="{0734EAEE-AFB4-4B8E-8288-432812E7B4D5}" dt="2020-09-24T13:16:31.518" v="380" actId="478"/>
          <ac:spMkLst>
            <pc:docMk/>
            <pc:sldMk cId="2796662447" sldId="273"/>
            <ac:spMk id="93" creationId="{96034153-CF20-4528-85A9-B75480349BEC}"/>
          </ac:spMkLst>
        </pc:spChg>
        <pc:spChg chg="del">
          <ac:chgData name="郁儒 廖" userId="189a1d031aa848d3" providerId="LiveId" clId="{0734EAEE-AFB4-4B8E-8288-432812E7B4D5}" dt="2020-09-24T13:16:27.381" v="377" actId="478"/>
          <ac:spMkLst>
            <pc:docMk/>
            <pc:sldMk cId="2796662447" sldId="273"/>
            <ac:spMk id="95" creationId="{47080E02-B837-4F0C-8AAE-C691B011FEDD}"/>
          </ac:spMkLst>
        </pc:spChg>
        <pc:spChg chg="add mod">
          <ac:chgData name="郁儒 廖" userId="189a1d031aa848d3" providerId="LiveId" clId="{0734EAEE-AFB4-4B8E-8288-432812E7B4D5}" dt="2020-09-24T13:17:00.145" v="449" actId="1035"/>
          <ac:spMkLst>
            <pc:docMk/>
            <pc:sldMk cId="2796662447" sldId="273"/>
            <ac:spMk id="100" creationId="{2B2ECA28-A516-4512-A3D9-05C8B715D437}"/>
          </ac:spMkLst>
        </pc:spChg>
        <pc:spChg chg="add mod">
          <ac:chgData name="郁儒 廖" userId="189a1d031aa848d3" providerId="LiveId" clId="{0734EAEE-AFB4-4B8E-8288-432812E7B4D5}" dt="2020-09-24T13:17:00.145" v="449" actId="1035"/>
          <ac:spMkLst>
            <pc:docMk/>
            <pc:sldMk cId="2796662447" sldId="273"/>
            <ac:spMk id="102" creationId="{7F7DA2F3-1045-4936-8E2F-71EB3A144A98}"/>
          </ac:spMkLst>
        </pc:spChg>
        <pc:spChg chg="add mod">
          <ac:chgData name="郁儒 廖" userId="189a1d031aa848d3" providerId="LiveId" clId="{0734EAEE-AFB4-4B8E-8288-432812E7B4D5}" dt="2020-09-24T13:17:00.145" v="449" actId="1035"/>
          <ac:spMkLst>
            <pc:docMk/>
            <pc:sldMk cId="2796662447" sldId="273"/>
            <ac:spMk id="104" creationId="{BBC78E1F-CFEB-40BB-868C-6DF310F2A123}"/>
          </ac:spMkLst>
        </pc:spChg>
        <pc:spChg chg="add mod">
          <ac:chgData name="郁儒 廖" userId="189a1d031aa848d3" providerId="LiveId" clId="{0734EAEE-AFB4-4B8E-8288-432812E7B4D5}" dt="2020-09-24T13:17:27.675" v="455" actId="20577"/>
          <ac:spMkLst>
            <pc:docMk/>
            <pc:sldMk cId="2796662447" sldId="273"/>
            <ac:spMk id="107" creationId="{293CE76F-1ECE-491B-8BF6-1B0F96197CAD}"/>
          </ac:spMkLst>
        </pc:spChg>
        <pc:spChg chg="add mod">
          <ac:chgData name="郁儒 廖" userId="189a1d031aa848d3" providerId="LiveId" clId="{0734EAEE-AFB4-4B8E-8288-432812E7B4D5}" dt="2020-09-24T13:17:31.532" v="457" actId="20577"/>
          <ac:spMkLst>
            <pc:docMk/>
            <pc:sldMk cId="2796662447" sldId="273"/>
            <ac:spMk id="108" creationId="{9F61632F-EBC9-47AF-B2DB-161B562019C3}"/>
          </ac:spMkLst>
        </pc:spChg>
        <pc:spChg chg="add mod">
          <ac:chgData name="郁儒 廖" userId="189a1d031aa848d3" providerId="LiveId" clId="{0734EAEE-AFB4-4B8E-8288-432812E7B4D5}" dt="2020-09-24T13:17:00.145" v="449" actId="1035"/>
          <ac:spMkLst>
            <pc:docMk/>
            <pc:sldMk cId="2796662447" sldId="273"/>
            <ac:spMk id="111" creationId="{EDFFD0D7-20B4-4444-B685-7517F65CE124}"/>
          </ac:spMkLst>
        </pc:spChg>
        <pc:spChg chg="add mod">
          <ac:chgData name="郁儒 廖" userId="189a1d031aa848d3" providerId="LiveId" clId="{0734EAEE-AFB4-4B8E-8288-432812E7B4D5}" dt="2020-09-24T13:17:38.108" v="459" actId="20577"/>
          <ac:spMkLst>
            <pc:docMk/>
            <pc:sldMk cId="2796662447" sldId="273"/>
            <ac:spMk id="114" creationId="{F28C1E5A-B431-49AE-8C59-228742571F15}"/>
          </ac:spMkLst>
        </pc:spChg>
        <pc:graphicFrameChg chg="modGraphic">
          <ac:chgData name="郁儒 廖" userId="189a1d031aa848d3" providerId="LiveId" clId="{0734EAEE-AFB4-4B8E-8288-432812E7B4D5}" dt="2020-09-24T13:19:02.931" v="478" actId="20577"/>
          <ac:graphicFrameMkLst>
            <pc:docMk/>
            <pc:sldMk cId="2796662447" sldId="273"/>
            <ac:graphicFrameMk id="98" creationId="{93CDF356-B71C-4D46-A917-0B960032B841}"/>
          </ac:graphicFrameMkLst>
        </pc:graphicFrameChg>
        <pc:cxnChg chg="del mod">
          <ac:chgData name="郁儒 廖" userId="189a1d031aa848d3" providerId="LiveId" clId="{0734EAEE-AFB4-4B8E-8288-432812E7B4D5}" dt="2020-09-24T13:16:26.701" v="376" actId="478"/>
          <ac:cxnSpMkLst>
            <pc:docMk/>
            <pc:sldMk cId="2796662447" sldId="273"/>
            <ac:cxnSpMk id="74" creationId="{4D930693-5D98-41FC-8931-1BE3D326EB57}"/>
          </ac:cxnSpMkLst>
        </pc:cxnChg>
        <pc:cxnChg chg="del mod">
          <ac:chgData name="郁儒 廖" userId="189a1d031aa848d3" providerId="LiveId" clId="{0734EAEE-AFB4-4B8E-8288-432812E7B4D5}" dt="2020-09-24T13:16:29.299" v="379" actId="478"/>
          <ac:cxnSpMkLst>
            <pc:docMk/>
            <pc:sldMk cId="2796662447" sldId="273"/>
            <ac:cxnSpMk id="78" creationId="{E3CBD1D4-2FB6-4D1D-B31C-B3E867B0FDCA}"/>
          </ac:cxnSpMkLst>
        </pc:cxnChg>
        <pc:cxnChg chg="del mod">
          <ac:chgData name="郁儒 廖" userId="189a1d031aa848d3" providerId="LiveId" clId="{0734EAEE-AFB4-4B8E-8288-432812E7B4D5}" dt="2020-09-24T13:16:24.942" v="375" actId="478"/>
          <ac:cxnSpMkLst>
            <pc:docMk/>
            <pc:sldMk cId="2796662447" sldId="273"/>
            <ac:cxnSpMk id="81" creationId="{4F2A1963-321B-4212-8C46-D2888F8470F2}"/>
          </ac:cxnSpMkLst>
        </pc:cxnChg>
        <pc:cxnChg chg="del mod">
          <ac:chgData name="郁儒 廖" userId="189a1d031aa848d3" providerId="LiveId" clId="{0734EAEE-AFB4-4B8E-8288-432812E7B4D5}" dt="2020-09-24T13:16:24.942" v="375" actId="478"/>
          <ac:cxnSpMkLst>
            <pc:docMk/>
            <pc:sldMk cId="2796662447" sldId="273"/>
            <ac:cxnSpMk id="83" creationId="{7761D8EC-F6E5-494D-86E0-F4B1F7584019}"/>
          </ac:cxnSpMkLst>
        </pc:cxnChg>
        <pc:cxnChg chg="del mod">
          <ac:chgData name="郁儒 廖" userId="189a1d031aa848d3" providerId="LiveId" clId="{0734EAEE-AFB4-4B8E-8288-432812E7B4D5}" dt="2020-09-24T13:16:33.642" v="382" actId="478"/>
          <ac:cxnSpMkLst>
            <pc:docMk/>
            <pc:sldMk cId="2796662447" sldId="273"/>
            <ac:cxnSpMk id="86" creationId="{B77298A8-5969-4980-9DDA-FB5B2DAEF893}"/>
          </ac:cxnSpMkLst>
        </pc:cxnChg>
        <pc:cxnChg chg="del">
          <ac:chgData name="郁儒 廖" userId="189a1d031aa848d3" providerId="LiveId" clId="{0734EAEE-AFB4-4B8E-8288-432812E7B4D5}" dt="2020-09-24T13:16:28.408" v="378" actId="478"/>
          <ac:cxnSpMkLst>
            <pc:docMk/>
            <pc:sldMk cId="2796662447" sldId="273"/>
            <ac:cxnSpMk id="89" creationId="{477C1674-A79D-44EB-9DC1-227F8B6DFF03}"/>
          </ac:cxnSpMkLst>
        </pc:cxnChg>
        <pc:cxnChg chg="del">
          <ac:chgData name="郁儒 廖" userId="189a1d031aa848d3" providerId="LiveId" clId="{0734EAEE-AFB4-4B8E-8288-432812E7B4D5}" dt="2020-09-24T13:16:32.544" v="381" actId="478"/>
          <ac:cxnSpMkLst>
            <pc:docMk/>
            <pc:sldMk cId="2796662447" sldId="273"/>
            <ac:cxnSpMk id="91" creationId="{3AA460D0-41A4-4EBC-A736-F42491740D6A}"/>
          </ac:cxnSpMkLst>
        </pc:cxnChg>
        <pc:cxnChg chg="add mod">
          <ac:chgData name="郁儒 廖" userId="189a1d031aa848d3" providerId="LiveId" clId="{0734EAEE-AFB4-4B8E-8288-432812E7B4D5}" dt="2020-09-24T13:17:00.145" v="449" actId="1035"/>
          <ac:cxnSpMkLst>
            <pc:docMk/>
            <pc:sldMk cId="2796662447" sldId="273"/>
            <ac:cxnSpMk id="96" creationId="{62D5709F-3A63-40EC-A27A-4C6AF92522FA}"/>
          </ac:cxnSpMkLst>
        </pc:cxnChg>
        <pc:cxnChg chg="add mod">
          <ac:chgData name="郁儒 廖" userId="189a1d031aa848d3" providerId="LiveId" clId="{0734EAEE-AFB4-4B8E-8288-432812E7B4D5}" dt="2020-09-24T13:17:00.145" v="449" actId="1035"/>
          <ac:cxnSpMkLst>
            <pc:docMk/>
            <pc:sldMk cId="2796662447" sldId="273"/>
            <ac:cxnSpMk id="97" creationId="{838FC7DF-FFA3-443E-A1B2-80C3D8F167B9}"/>
          </ac:cxnSpMkLst>
        </pc:cxnChg>
        <pc:cxnChg chg="add mod">
          <ac:chgData name="郁儒 廖" userId="189a1d031aa848d3" providerId="LiveId" clId="{0734EAEE-AFB4-4B8E-8288-432812E7B4D5}" dt="2020-09-24T13:17:00.145" v="449" actId="1035"/>
          <ac:cxnSpMkLst>
            <pc:docMk/>
            <pc:sldMk cId="2796662447" sldId="273"/>
            <ac:cxnSpMk id="99" creationId="{D941F45A-9A3F-4B38-AE65-7FDC708AA841}"/>
          </ac:cxnSpMkLst>
        </pc:cxnChg>
        <pc:cxnChg chg="add mod">
          <ac:chgData name="郁儒 廖" userId="189a1d031aa848d3" providerId="LiveId" clId="{0734EAEE-AFB4-4B8E-8288-432812E7B4D5}" dt="2020-09-24T13:17:00.145" v="449" actId="1035"/>
          <ac:cxnSpMkLst>
            <pc:docMk/>
            <pc:sldMk cId="2796662447" sldId="273"/>
            <ac:cxnSpMk id="101" creationId="{8D7C6331-76E5-40CD-AB49-7D42F18FF870}"/>
          </ac:cxnSpMkLst>
        </pc:cxnChg>
        <pc:cxnChg chg="add mod">
          <ac:chgData name="郁儒 廖" userId="189a1d031aa848d3" providerId="LiveId" clId="{0734EAEE-AFB4-4B8E-8288-432812E7B4D5}" dt="2020-09-24T13:17:00.145" v="449" actId="1035"/>
          <ac:cxnSpMkLst>
            <pc:docMk/>
            <pc:sldMk cId="2796662447" sldId="273"/>
            <ac:cxnSpMk id="103" creationId="{48A735C3-FFF0-49B7-B5F5-38DDC9E2FEB5}"/>
          </ac:cxnSpMkLst>
        </pc:cxnChg>
        <pc:cxnChg chg="add mod">
          <ac:chgData name="郁儒 廖" userId="189a1d031aa848d3" providerId="LiveId" clId="{0734EAEE-AFB4-4B8E-8288-432812E7B4D5}" dt="2020-09-24T13:17:00.145" v="449" actId="1035"/>
          <ac:cxnSpMkLst>
            <pc:docMk/>
            <pc:sldMk cId="2796662447" sldId="273"/>
            <ac:cxnSpMk id="105" creationId="{7CD10BE8-3AA4-4D33-9F2C-AC3F5B9DDBE6}"/>
          </ac:cxnSpMkLst>
        </pc:cxnChg>
        <pc:cxnChg chg="add mod">
          <ac:chgData name="郁儒 廖" userId="189a1d031aa848d3" providerId="LiveId" clId="{0734EAEE-AFB4-4B8E-8288-432812E7B4D5}" dt="2020-09-24T13:17:00.145" v="449" actId="1035"/>
          <ac:cxnSpMkLst>
            <pc:docMk/>
            <pc:sldMk cId="2796662447" sldId="273"/>
            <ac:cxnSpMk id="106" creationId="{1F474B5F-7B60-4142-9A12-1462E4203EB4}"/>
          </ac:cxnSpMkLst>
        </pc:cxnChg>
        <pc:cxnChg chg="add mod">
          <ac:chgData name="郁儒 廖" userId="189a1d031aa848d3" providerId="LiveId" clId="{0734EAEE-AFB4-4B8E-8288-432812E7B4D5}" dt="2020-09-24T13:17:00.145" v="449" actId="1035"/>
          <ac:cxnSpMkLst>
            <pc:docMk/>
            <pc:sldMk cId="2796662447" sldId="273"/>
            <ac:cxnSpMk id="109" creationId="{2E42F359-7A8E-4488-BE34-A5E7CC77E974}"/>
          </ac:cxnSpMkLst>
        </pc:cxnChg>
        <pc:cxnChg chg="add mod">
          <ac:chgData name="郁儒 廖" userId="189a1d031aa848d3" providerId="LiveId" clId="{0734EAEE-AFB4-4B8E-8288-432812E7B4D5}" dt="2020-09-24T13:17:00.145" v="449" actId="1035"/>
          <ac:cxnSpMkLst>
            <pc:docMk/>
            <pc:sldMk cId="2796662447" sldId="273"/>
            <ac:cxnSpMk id="110" creationId="{A0D8B761-F7AA-461F-8FE3-F66BB2167A3F}"/>
          </ac:cxnSpMkLst>
        </pc:cxnChg>
        <pc:cxnChg chg="add mod">
          <ac:chgData name="郁儒 廖" userId="189a1d031aa848d3" providerId="LiveId" clId="{0734EAEE-AFB4-4B8E-8288-432812E7B4D5}" dt="2020-09-24T13:17:00.145" v="449" actId="1035"/>
          <ac:cxnSpMkLst>
            <pc:docMk/>
            <pc:sldMk cId="2796662447" sldId="273"/>
            <ac:cxnSpMk id="112" creationId="{43622B17-548B-4C24-97C2-0D3FB90E1573}"/>
          </ac:cxnSpMkLst>
        </pc:cxnChg>
      </pc:sldChg>
      <pc:sldChg chg="addSp delSp modSp add mod ord delAnim">
        <pc:chgData name="郁儒 廖" userId="189a1d031aa848d3" providerId="LiveId" clId="{0734EAEE-AFB4-4B8E-8288-432812E7B4D5}" dt="2020-09-24T14:09:57.002" v="877" actId="20577"/>
        <pc:sldMkLst>
          <pc:docMk/>
          <pc:sldMk cId="763297899" sldId="274"/>
        </pc:sldMkLst>
        <pc:spChg chg="mod">
          <ac:chgData name="郁儒 廖" userId="189a1d031aa848d3" providerId="LiveId" clId="{0734EAEE-AFB4-4B8E-8288-432812E7B4D5}" dt="2020-09-24T13:20:00.008" v="540" actId="1076"/>
          <ac:spMkLst>
            <pc:docMk/>
            <pc:sldMk cId="763297899" sldId="274"/>
            <ac:spMk id="3" creationId="{47924614-B3FE-49DB-A43B-C5C6C654484D}"/>
          </ac:spMkLst>
        </pc:spChg>
        <pc:spChg chg="del">
          <ac:chgData name="郁儒 廖" userId="189a1d031aa848d3" providerId="LiveId" clId="{0734EAEE-AFB4-4B8E-8288-432812E7B4D5}" dt="2020-09-24T13:19:27.824" v="480" actId="478"/>
          <ac:spMkLst>
            <pc:docMk/>
            <pc:sldMk cId="763297899" sldId="274"/>
            <ac:spMk id="4" creationId="{DCFEDBDE-7BFD-4983-9F68-9820C7C8AAC0}"/>
          </ac:spMkLst>
        </pc:spChg>
        <pc:spChg chg="del">
          <ac:chgData name="郁儒 廖" userId="189a1d031aa848d3" providerId="LiveId" clId="{0734EAEE-AFB4-4B8E-8288-432812E7B4D5}" dt="2020-09-24T13:19:27.824" v="480" actId="478"/>
          <ac:spMkLst>
            <pc:docMk/>
            <pc:sldMk cId="763297899" sldId="274"/>
            <ac:spMk id="7" creationId="{49438BC4-CAB4-4127-B96B-F91992EC0956}"/>
          </ac:spMkLst>
        </pc:spChg>
        <pc:spChg chg="del">
          <ac:chgData name="郁儒 廖" userId="189a1d031aa848d3" providerId="LiveId" clId="{0734EAEE-AFB4-4B8E-8288-432812E7B4D5}" dt="2020-09-24T13:19:27.824" v="480" actId="478"/>
          <ac:spMkLst>
            <pc:docMk/>
            <pc:sldMk cId="763297899" sldId="274"/>
            <ac:spMk id="10" creationId="{B3A1C898-CAA3-45F1-9E70-5B30E057E75A}"/>
          </ac:spMkLst>
        </pc:spChg>
        <pc:spChg chg="del">
          <ac:chgData name="郁儒 廖" userId="189a1d031aa848d3" providerId="LiveId" clId="{0734EAEE-AFB4-4B8E-8288-432812E7B4D5}" dt="2020-09-24T13:19:27.824" v="480" actId="478"/>
          <ac:spMkLst>
            <pc:docMk/>
            <pc:sldMk cId="763297899" sldId="274"/>
            <ac:spMk id="13" creationId="{971AFE38-6300-428F-8D56-930F383F0F30}"/>
          </ac:spMkLst>
        </pc:spChg>
        <pc:spChg chg="del">
          <ac:chgData name="郁儒 廖" userId="189a1d031aa848d3" providerId="LiveId" clId="{0734EAEE-AFB4-4B8E-8288-432812E7B4D5}" dt="2020-09-24T13:19:27.824" v="480" actId="478"/>
          <ac:spMkLst>
            <pc:docMk/>
            <pc:sldMk cId="763297899" sldId="274"/>
            <ac:spMk id="16" creationId="{284E0075-06B9-487B-B337-883875E83028}"/>
          </ac:spMkLst>
        </pc:spChg>
        <pc:spChg chg="del">
          <ac:chgData name="郁儒 廖" userId="189a1d031aa848d3" providerId="LiveId" clId="{0734EAEE-AFB4-4B8E-8288-432812E7B4D5}" dt="2020-09-24T13:19:27.824" v="480" actId="478"/>
          <ac:spMkLst>
            <pc:docMk/>
            <pc:sldMk cId="763297899" sldId="274"/>
            <ac:spMk id="18" creationId="{AE07F87D-AA73-4AE0-AAE0-F42AE9703D3A}"/>
          </ac:spMkLst>
        </pc:spChg>
        <pc:spChg chg="del">
          <ac:chgData name="郁儒 廖" userId="189a1d031aa848d3" providerId="LiveId" clId="{0734EAEE-AFB4-4B8E-8288-432812E7B4D5}" dt="2020-09-24T13:19:27.824" v="480" actId="478"/>
          <ac:spMkLst>
            <pc:docMk/>
            <pc:sldMk cId="763297899" sldId="274"/>
            <ac:spMk id="20" creationId="{7E2DAA58-3143-49E2-AE5E-880FB683E6FD}"/>
          </ac:spMkLst>
        </pc:spChg>
        <pc:spChg chg="del">
          <ac:chgData name="郁儒 廖" userId="189a1d031aa848d3" providerId="LiveId" clId="{0734EAEE-AFB4-4B8E-8288-432812E7B4D5}" dt="2020-09-24T13:19:27.824" v="480" actId="478"/>
          <ac:spMkLst>
            <pc:docMk/>
            <pc:sldMk cId="763297899" sldId="274"/>
            <ac:spMk id="22" creationId="{8296C703-DF7F-4D3E-B3DC-F50FEB091DE6}"/>
          </ac:spMkLst>
        </pc:spChg>
        <pc:spChg chg="del">
          <ac:chgData name="郁儒 廖" userId="189a1d031aa848d3" providerId="LiveId" clId="{0734EAEE-AFB4-4B8E-8288-432812E7B4D5}" dt="2020-09-24T13:19:27.824" v="480" actId="478"/>
          <ac:spMkLst>
            <pc:docMk/>
            <pc:sldMk cId="763297899" sldId="274"/>
            <ac:spMk id="24" creationId="{56DA980F-832A-41DA-8788-9993720FB106}"/>
          </ac:spMkLst>
        </pc:spChg>
        <pc:spChg chg="del">
          <ac:chgData name="郁儒 廖" userId="189a1d031aa848d3" providerId="LiveId" clId="{0734EAEE-AFB4-4B8E-8288-432812E7B4D5}" dt="2020-09-24T13:19:27.824" v="480" actId="478"/>
          <ac:spMkLst>
            <pc:docMk/>
            <pc:sldMk cId="763297899" sldId="274"/>
            <ac:spMk id="29" creationId="{3546F474-30C8-4FAF-9F31-E6A70D3989D0}"/>
          </ac:spMkLst>
        </pc:spChg>
        <pc:spChg chg="del">
          <ac:chgData name="郁儒 廖" userId="189a1d031aa848d3" providerId="LiveId" clId="{0734EAEE-AFB4-4B8E-8288-432812E7B4D5}" dt="2020-09-24T13:19:27.824" v="480" actId="478"/>
          <ac:spMkLst>
            <pc:docMk/>
            <pc:sldMk cId="763297899" sldId="274"/>
            <ac:spMk id="30" creationId="{7825A793-5DD5-41D7-88D4-600F500D6222}"/>
          </ac:spMkLst>
        </pc:spChg>
        <pc:spChg chg="del">
          <ac:chgData name="郁儒 廖" userId="189a1d031aa848d3" providerId="LiveId" clId="{0734EAEE-AFB4-4B8E-8288-432812E7B4D5}" dt="2020-09-24T13:19:27.824" v="480" actId="478"/>
          <ac:spMkLst>
            <pc:docMk/>
            <pc:sldMk cId="763297899" sldId="274"/>
            <ac:spMk id="31" creationId="{FE2F5193-490F-4773-996C-3BB695DD756B}"/>
          </ac:spMkLst>
        </pc:spChg>
        <pc:spChg chg="del">
          <ac:chgData name="郁儒 廖" userId="189a1d031aa848d3" providerId="LiveId" clId="{0734EAEE-AFB4-4B8E-8288-432812E7B4D5}" dt="2020-09-24T13:19:27.824" v="480" actId="478"/>
          <ac:spMkLst>
            <pc:docMk/>
            <pc:sldMk cId="763297899" sldId="274"/>
            <ac:spMk id="32" creationId="{6022BA4D-D87D-465D-B4A5-3CBB97DD8F4A}"/>
          </ac:spMkLst>
        </pc:spChg>
        <pc:spChg chg="del">
          <ac:chgData name="郁儒 廖" userId="189a1d031aa848d3" providerId="LiveId" clId="{0734EAEE-AFB4-4B8E-8288-432812E7B4D5}" dt="2020-09-24T13:19:27.824" v="480" actId="478"/>
          <ac:spMkLst>
            <pc:docMk/>
            <pc:sldMk cId="763297899" sldId="274"/>
            <ac:spMk id="34" creationId="{FD5FE659-6B57-4304-BBC8-CA6D8D75E369}"/>
          </ac:spMkLst>
        </pc:spChg>
        <pc:spChg chg="del">
          <ac:chgData name="郁儒 廖" userId="189a1d031aa848d3" providerId="LiveId" clId="{0734EAEE-AFB4-4B8E-8288-432812E7B4D5}" dt="2020-09-24T13:19:27.824" v="480" actId="478"/>
          <ac:spMkLst>
            <pc:docMk/>
            <pc:sldMk cId="763297899" sldId="274"/>
            <ac:spMk id="38" creationId="{77DB194D-D7BA-486E-A2E9-5C526E47D8F9}"/>
          </ac:spMkLst>
        </pc:spChg>
        <pc:spChg chg="del">
          <ac:chgData name="郁儒 廖" userId="189a1d031aa848d3" providerId="LiveId" clId="{0734EAEE-AFB4-4B8E-8288-432812E7B4D5}" dt="2020-09-24T13:19:27.824" v="480" actId="478"/>
          <ac:spMkLst>
            <pc:docMk/>
            <pc:sldMk cId="763297899" sldId="274"/>
            <ac:spMk id="41" creationId="{A82BBF71-0AC1-4B60-BA67-9DC9ACDF5A7F}"/>
          </ac:spMkLst>
        </pc:spChg>
        <pc:spChg chg="del">
          <ac:chgData name="郁儒 廖" userId="189a1d031aa848d3" providerId="LiveId" clId="{0734EAEE-AFB4-4B8E-8288-432812E7B4D5}" dt="2020-09-24T13:19:27.824" v="480" actId="478"/>
          <ac:spMkLst>
            <pc:docMk/>
            <pc:sldMk cId="763297899" sldId="274"/>
            <ac:spMk id="43" creationId="{59D44620-3226-4BB6-8640-4FAD8EABE6D8}"/>
          </ac:spMkLst>
        </pc:spChg>
        <pc:spChg chg="del">
          <ac:chgData name="郁儒 廖" userId="189a1d031aa848d3" providerId="LiveId" clId="{0734EAEE-AFB4-4B8E-8288-432812E7B4D5}" dt="2020-09-24T13:19:27.824" v="480" actId="478"/>
          <ac:spMkLst>
            <pc:docMk/>
            <pc:sldMk cId="763297899" sldId="274"/>
            <ac:spMk id="46" creationId="{08CAD290-F0F7-4581-91D1-DCDA68F0915E}"/>
          </ac:spMkLst>
        </pc:spChg>
        <pc:spChg chg="del">
          <ac:chgData name="郁儒 廖" userId="189a1d031aa848d3" providerId="LiveId" clId="{0734EAEE-AFB4-4B8E-8288-432812E7B4D5}" dt="2020-09-24T13:19:27.824" v="480" actId="478"/>
          <ac:spMkLst>
            <pc:docMk/>
            <pc:sldMk cId="763297899" sldId="274"/>
            <ac:spMk id="48" creationId="{CCEFEF32-8760-48D6-B64B-8EF834ABD35F}"/>
          </ac:spMkLst>
        </pc:spChg>
        <pc:spChg chg="del">
          <ac:chgData name="郁儒 廖" userId="189a1d031aa848d3" providerId="LiveId" clId="{0734EAEE-AFB4-4B8E-8288-432812E7B4D5}" dt="2020-09-24T13:19:27.824" v="480" actId="478"/>
          <ac:spMkLst>
            <pc:docMk/>
            <pc:sldMk cId="763297899" sldId="274"/>
            <ac:spMk id="53" creationId="{DFF8023B-9727-47F3-86EE-0671DF7466FC}"/>
          </ac:spMkLst>
        </pc:spChg>
        <pc:spChg chg="del">
          <ac:chgData name="郁儒 廖" userId="189a1d031aa848d3" providerId="LiveId" clId="{0734EAEE-AFB4-4B8E-8288-432812E7B4D5}" dt="2020-09-24T13:19:27.824" v="480" actId="478"/>
          <ac:spMkLst>
            <pc:docMk/>
            <pc:sldMk cId="763297899" sldId="274"/>
            <ac:spMk id="54" creationId="{A7901D75-A5A0-4B6E-BD34-6EDE462658A1}"/>
          </ac:spMkLst>
        </pc:spChg>
        <pc:spChg chg="del">
          <ac:chgData name="郁儒 廖" userId="189a1d031aa848d3" providerId="LiveId" clId="{0734EAEE-AFB4-4B8E-8288-432812E7B4D5}" dt="2020-09-24T13:19:27.824" v="480" actId="478"/>
          <ac:spMkLst>
            <pc:docMk/>
            <pc:sldMk cId="763297899" sldId="274"/>
            <ac:spMk id="55" creationId="{A0F588A8-F2C7-4AA5-9597-A569EEEB9E1A}"/>
          </ac:spMkLst>
        </pc:spChg>
        <pc:spChg chg="del">
          <ac:chgData name="郁儒 廖" userId="189a1d031aa848d3" providerId="LiveId" clId="{0734EAEE-AFB4-4B8E-8288-432812E7B4D5}" dt="2020-09-24T13:19:27.824" v="480" actId="478"/>
          <ac:spMkLst>
            <pc:docMk/>
            <pc:sldMk cId="763297899" sldId="274"/>
            <ac:spMk id="56" creationId="{BCBF2450-38CF-4A89-83EF-D57FD4B25543}"/>
          </ac:spMkLst>
        </pc:spChg>
        <pc:spChg chg="del">
          <ac:chgData name="郁儒 廖" userId="189a1d031aa848d3" providerId="LiveId" clId="{0734EAEE-AFB4-4B8E-8288-432812E7B4D5}" dt="2020-09-24T13:19:27.824" v="480" actId="478"/>
          <ac:spMkLst>
            <pc:docMk/>
            <pc:sldMk cId="763297899" sldId="274"/>
            <ac:spMk id="57" creationId="{1A2418B4-8A4E-4924-9EFA-95F0D0CBA12F}"/>
          </ac:spMkLst>
        </pc:spChg>
        <pc:spChg chg="add mod">
          <ac:chgData name="郁儒 廖" userId="189a1d031aa848d3" providerId="LiveId" clId="{0734EAEE-AFB4-4B8E-8288-432812E7B4D5}" dt="2020-09-24T13:54:23.741" v="655" actId="1076"/>
          <ac:spMkLst>
            <pc:docMk/>
            <pc:sldMk cId="763297899" sldId="274"/>
            <ac:spMk id="59" creationId="{45708A20-DB5A-45DE-AF84-3B5FD3895D97}"/>
          </ac:spMkLst>
        </pc:spChg>
        <pc:spChg chg="add mod">
          <ac:chgData name="郁儒 廖" userId="189a1d031aa848d3" providerId="LiveId" clId="{0734EAEE-AFB4-4B8E-8288-432812E7B4D5}" dt="2020-09-24T13:54:18.981" v="654" actId="1076"/>
          <ac:spMkLst>
            <pc:docMk/>
            <pc:sldMk cId="763297899" sldId="274"/>
            <ac:spMk id="60" creationId="{35EE9C5C-2FFC-4D18-8B0C-D39740829170}"/>
          </ac:spMkLst>
        </pc:spChg>
        <pc:spChg chg="del">
          <ac:chgData name="郁儒 廖" userId="189a1d031aa848d3" providerId="LiveId" clId="{0734EAEE-AFB4-4B8E-8288-432812E7B4D5}" dt="2020-09-24T13:19:27.824" v="480" actId="478"/>
          <ac:spMkLst>
            <pc:docMk/>
            <pc:sldMk cId="763297899" sldId="274"/>
            <ac:spMk id="61" creationId="{E1AD50E9-9B86-4015-A29E-20D43A2F22C8}"/>
          </ac:spMkLst>
        </pc:spChg>
        <pc:spChg chg="mod">
          <ac:chgData name="郁儒 廖" userId="189a1d031aa848d3" providerId="LiveId" clId="{0734EAEE-AFB4-4B8E-8288-432812E7B4D5}" dt="2020-09-24T13:55:12.661" v="661" actId="1076"/>
          <ac:spMkLst>
            <pc:docMk/>
            <pc:sldMk cId="763297899" sldId="274"/>
            <ac:spMk id="62" creationId="{907D711C-D16D-46B9-9349-5C2191DD735B}"/>
          </ac:spMkLst>
        </pc:spChg>
        <pc:spChg chg="del">
          <ac:chgData name="郁儒 廖" userId="189a1d031aa848d3" providerId="LiveId" clId="{0734EAEE-AFB4-4B8E-8288-432812E7B4D5}" dt="2020-09-24T13:19:27.824" v="480" actId="478"/>
          <ac:spMkLst>
            <pc:docMk/>
            <pc:sldMk cId="763297899" sldId="274"/>
            <ac:spMk id="74" creationId="{9A1C3937-DD4E-4FD3-8D4C-F7B24F06C0D2}"/>
          </ac:spMkLst>
        </pc:spChg>
        <pc:spChg chg="add del mod">
          <ac:chgData name="郁儒 廖" userId="189a1d031aa848d3" providerId="LiveId" clId="{0734EAEE-AFB4-4B8E-8288-432812E7B4D5}" dt="2020-09-24T13:20:03.179" v="541" actId="478"/>
          <ac:spMkLst>
            <pc:docMk/>
            <pc:sldMk cId="763297899" sldId="274"/>
            <ac:spMk id="77" creationId="{52DF93B7-133E-44BB-BDA3-B46709F37FB2}"/>
          </ac:spMkLst>
        </pc:spChg>
        <pc:spChg chg="del">
          <ac:chgData name="郁儒 廖" userId="189a1d031aa848d3" providerId="LiveId" clId="{0734EAEE-AFB4-4B8E-8288-432812E7B4D5}" dt="2020-09-24T13:19:27.824" v="480" actId="478"/>
          <ac:spMkLst>
            <pc:docMk/>
            <pc:sldMk cId="763297899" sldId="274"/>
            <ac:spMk id="80" creationId="{00D8DDB6-2003-4A38-B147-2DF72630E49E}"/>
          </ac:spMkLst>
        </pc:spChg>
        <pc:spChg chg="mod">
          <ac:chgData name="郁儒 廖" userId="189a1d031aa848d3" providerId="LiveId" clId="{0734EAEE-AFB4-4B8E-8288-432812E7B4D5}" dt="2020-09-24T13:55:06.053" v="660" actId="1076"/>
          <ac:spMkLst>
            <pc:docMk/>
            <pc:sldMk cId="763297899" sldId="274"/>
            <ac:spMk id="83" creationId="{79CB4821-10C3-4854-8834-5F1B69EF9801}"/>
          </ac:spMkLst>
        </pc:spChg>
        <pc:spChg chg="add del mod">
          <ac:chgData name="郁儒 廖" userId="189a1d031aa848d3" providerId="LiveId" clId="{0734EAEE-AFB4-4B8E-8288-432812E7B4D5}" dt="2020-09-24T13:20:03.179" v="541" actId="478"/>
          <ac:spMkLst>
            <pc:docMk/>
            <pc:sldMk cId="763297899" sldId="274"/>
            <ac:spMk id="84" creationId="{187CE12A-9D79-4252-9F41-657E77E72F14}"/>
          </ac:spMkLst>
        </pc:spChg>
        <pc:spChg chg="del">
          <ac:chgData name="郁儒 廖" userId="189a1d031aa848d3" providerId="LiveId" clId="{0734EAEE-AFB4-4B8E-8288-432812E7B4D5}" dt="2020-09-24T13:19:27.824" v="480" actId="478"/>
          <ac:spMkLst>
            <pc:docMk/>
            <pc:sldMk cId="763297899" sldId="274"/>
            <ac:spMk id="85" creationId="{0508AEEF-392C-4F61-A959-655E6BCD6041}"/>
          </ac:spMkLst>
        </pc:spChg>
        <pc:spChg chg="mod">
          <ac:chgData name="郁儒 廖" userId="189a1d031aa848d3" providerId="LiveId" clId="{0734EAEE-AFB4-4B8E-8288-432812E7B4D5}" dt="2020-09-24T14:09:57.002" v="877" actId="20577"/>
          <ac:spMkLst>
            <pc:docMk/>
            <pc:sldMk cId="763297899" sldId="274"/>
            <ac:spMk id="86" creationId="{378EF1C1-D271-423F-9450-49ED301ABADD}"/>
          </ac:spMkLst>
        </pc:spChg>
        <pc:spChg chg="del">
          <ac:chgData name="郁儒 廖" userId="189a1d031aa848d3" providerId="LiveId" clId="{0734EAEE-AFB4-4B8E-8288-432812E7B4D5}" dt="2020-09-24T13:19:27.824" v="480" actId="478"/>
          <ac:spMkLst>
            <pc:docMk/>
            <pc:sldMk cId="763297899" sldId="274"/>
            <ac:spMk id="88" creationId="{EDF8FEDD-35D1-4FDD-BCC1-3780AC99DA21}"/>
          </ac:spMkLst>
        </pc:spChg>
        <pc:spChg chg="add del mod">
          <ac:chgData name="郁儒 廖" userId="189a1d031aa848d3" providerId="LiveId" clId="{0734EAEE-AFB4-4B8E-8288-432812E7B4D5}" dt="2020-09-24T13:20:03.179" v="541" actId="478"/>
          <ac:spMkLst>
            <pc:docMk/>
            <pc:sldMk cId="763297899" sldId="274"/>
            <ac:spMk id="91" creationId="{C4E28724-3444-4647-BBF9-6D4917BE6694}"/>
          </ac:spMkLst>
        </pc:spChg>
        <pc:spChg chg="add del mod">
          <ac:chgData name="郁儒 廖" userId="189a1d031aa848d3" providerId="LiveId" clId="{0734EAEE-AFB4-4B8E-8288-432812E7B4D5}" dt="2020-09-24T13:20:03.179" v="541" actId="478"/>
          <ac:spMkLst>
            <pc:docMk/>
            <pc:sldMk cId="763297899" sldId="274"/>
            <ac:spMk id="93" creationId="{CEC0B885-3A09-44B2-86F2-98981BC5A894}"/>
          </ac:spMkLst>
        </pc:spChg>
        <pc:spChg chg="add del mod">
          <ac:chgData name="郁儒 廖" userId="189a1d031aa848d3" providerId="LiveId" clId="{0734EAEE-AFB4-4B8E-8288-432812E7B4D5}" dt="2020-09-24T13:20:03.179" v="541" actId="478"/>
          <ac:spMkLst>
            <pc:docMk/>
            <pc:sldMk cId="763297899" sldId="274"/>
            <ac:spMk id="95" creationId="{8AE507A1-0F7D-433C-BEC9-E67BA2B07032}"/>
          </ac:spMkLst>
        </pc:spChg>
        <pc:spChg chg="add del mod">
          <ac:chgData name="郁儒 廖" userId="189a1d031aa848d3" providerId="LiveId" clId="{0734EAEE-AFB4-4B8E-8288-432812E7B4D5}" dt="2020-09-24T13:20:03.179" v="541" actId="478"/>
          <ac:spMkLst>
            <pc:docMk/>
            <pc:sldMk cId="763297899" sldId="274"/>
            <ac:spMk id="97" creationId="{C9ED705F-95B8-4B35-BA37-48B3FDC3F74A}"/>
          </ac:spMkLst>
        </pc:spChg>
        <pc:spChg chg="add del mod">
          <ac:chgData name="郁儒 廖" userId="189a1d031aa848d3" providerId="LiveId" clId="{0734EAEE-AFB4-4B8E-8288-432812E7B4D5}" dt="2020-09-24T13:20:03.179" v="541" actId="478"/>
          <ac:spMkLst>
            <pc:docMk/>
            <pc:sldMk cId="763297899" sldId="274"/>
            <ac:spMk id="102" creationId="{64FCF3D5-4100-4F24-872E-28DD8BF8090B}"/>
          </ac:spMkLst>
        </pc:spChg>
        <pc:spChg chg="add del mod">
          <ac:chgData name="郁儒 廖" userId="189a1d031aa848d3" providerId="LiveId" clId="{0734EAEE-AFB4-4B8E-8288-432812E7B4D5}" dt="2020-09-24T13:20:03.179" v="541" actId="478"/>
          <ac:spMkLst>
            <pc:docMk/>
            <pc:sldMk cId="763297899" sldId="274"/>
            <ac:spMk id="103" creationId="{CD852269-9E8C-4E15-9859-3628AEF47479}"/>
          </ac:spMkLst>
        </pc:spChg>
        <pc:spChg chg="add del mod">
          <ac:chgData name="郁儒 廖" userId="189a1d031aa848d3" providerId="LiveId" clId="{0734EAEE-AFB4-4B8E-8288-432812E7B4D5}" dt="2020-09-24T13:20:03.179" v="541" actId="478"/>
          <ac:spMkLst>
            <pc:docMk/>
            <pc:sldMk cId="763297899" sldId="274"/>
            <ac:spMk id="104" creationId="{DDAB0CD3-0236-4770-A711-37681908445F}"/>
          </ac:spMkLst>
        </pc:spChg>
        <pc:spChg chg="add del mod">
          <ac:chgData name="郁儒 廖" userId="189a1d031aa848d3" providerId="LiveId" clId="{0734EAEE-AFB4-4B8E-8288-432812E7B4D5}" dt="2020-09-24T13:20:03.179" v="541" actId="478"/>
          <ac:spMkLst>
            <pc:docMk/>
            <pc:sldMk cId="763297899" sldId="274"/>
            <ac:spMk id="105" creationId="{69F90426-FAAF-4857-8DB9-C3E78B6DC2EA}"/>
          </ac:spMkLst>
        </pc:spChg>
        <pc:spChg chg="add del mod">
          <ac:chgData name="郁儒 廖" userId="189a1d031aa848d3" providerId="LiveId" clId="{0734EAEE-AFB4-4B8E-8288-432812E7B4D5}" dt="2020-09-24T13:20:03.179" v="541" actId="478"/>
          <ac:spMkLst>
            <pc:docMk/>
            <pc:sldMk cId="763297899" sldId="274"/>
            <ac:spMk id="109" creationId="{D25EDC6B-BF4F-4CFC-905C-B3A616B89310}"/>
          </ac:spMkLst>
        </pc:spChg>
        <pc:spChg chg="add del mod">
          <ac:chgData name="郁儒 廖" userId="189a1d031aa848d3" providerId="LiveId" clId="{0734EAEE-AFB4-4B8E-8288-432812E7B4D5}" dt="2020-09-24T13:20:03.179" v="541" actId="478"/>
          <ac:spMkLst>
            <pc:docMk/>
            <pc:sldMk cId="763297899" sldId="274"/>
            <ac:spMk id="112" creationId="{F657F27E-C944-484D-AD1C-4520B292E6C0}"/>
          </ac:spMkLst>
        </pc:spChg>
        <pc:spChg chg="add del mod">
          <ac:chgData name="郁儒 廖" userId="189a1d031aa848d3" providerId="LiveId" clId="{0734EAEE-AFB4-4B8E-8288-432812E7B4D5}" dt="2020-09-24T13:20:03.179" v="541" actId="478"/>
          <ac:spMkLst>
            <pc:docMk/>
            <pc:sldMk cId="763297899" sldId="274"/>
            <ac:spMk id="115" creationId="{FD61702D-08BA-4896-84E4-62E065ECD302}"/>
          </ac:spMkLst>
        </pc:spChg>
        <pc:spChg chg="add del mod">
          <ac:chgData name="郁儒 廖" userId="189a1d031aa848d3" providerId="LiveId" clId="{0734EAEE-AFB4-4B8E-8288-432812E7B4D5}" dt="2020-09-24T13:20:03.179" v="541" actId="478"/>
          <ac:spMkLst>
            <pc:docMk/>
            <pc:sldMk cId="763297899" sldId="274"/>
            <ac:spMk id="116" creationId="{820CA684-8738-47C4-9686-C51A57B7C9DD}"/>
          </ac:spMkLst>
        </pc:spChg>
        <pc:spChg chg="add del mod">
          <ac:chgData name="郁儒 廖" userId="189a1d031aa848d3" providerId="LiveId" clId="{0734EAEE-AFB4-4B8E-8288-432812E7B4D5}" dt="2020-09-24T13:20:03.179" v="541" actId="478"/>
          <ac:spMkLst>
            <pc:docMk/>
            <pc:sldMk cId="763297899" sldId="274"/>
            <ac:spMk id="120" creationId="{EA15FC45-BDE4-4259-B5CC-E6777BE698AE}"/>
          </ac:spMkLst>
        </pc:spChg>
        <pc:spChg chg="add del mod">
          <ac:chgData name="郁儒 廖" userId="189a1d031aa848d3" providerId="LiveId" clId="{0734EAEE-AFB4-4B8E-8288-432812E7B4D5}" dt="2020-09-24T13:20:03.179" v="541" actId="478"/>
          <ac:spMkLst>
            <pc:docMk/>
            <pc:sldMk cId="763297899" sldId="274"/>
            <ac:spMk id="122" creationId="{784B715A-C164-487B-ADEF-72E13C53DF75}"/>
          </ac:spMkLst>
        </pc:spChg>
        <pc:spChg chg="add del mod">
          <ac:chgData name="郁儒 廖" userId="189a1d031aa848d3" providerId="LiveId" clId="{0734EAEE-AFB4-4B8E-8288-432812E7B4D5}" dt="2020-09-24T13:20:03.179" v="541" actId="478"/>
          <ac:spMkLst>
            <pc:docMk/>
            <pc:sldMk cId="763297899" sldId="274"/>
            <ac:spMk id="124" creationId="{D54B60BF-9A43-4D69-8C2C-947BBE637F2F}"/>
          </ac:spMkLst>
        </pc:spChg>
        <pc:spChg chg="add del mod">
          <ac:chgData name="郁儒 廖" userId="189a1d031aa848d3" providerId="LiveId" clId="{0734EAEE-AFB4-4B8E-8288-432812E7B4D5}" dt="2020-09-24T13:20:03.179" v="541" actId="478"/>
          <ac:spMkLst>
            <pc:docMk/>
            <pc:sldMk cId="763297899" sldId="274"/>
            <ac:spMk id="127" creationId="{BC82511F-74D2-4E1C-85F7-D64E541DED29}"/>
          </ac:spMkLst>
        </pc:spChg>
        <pc:spChg chg="add del mod">
          <ac:chgData name="郁儒 廖" userId="189a1d031aa848d3" providerId="LiveId" clId="{0734EAEE-AFB4-4B8E-8288-432812E7B4D5}" dt="2020-09-24T13:20:03.179" v="541" actId="478"/>
          <ac:spMkLst>
            <pc:docMk/>
            <pc:sldMk cId="763297899" sldId="274"/>
            <ac:spMk id="128" creationId="{59BFF334-CD89-4411-A395-EDC38870C06B}"/>
          </ac:spMkLst>
        </pc:spChg>
        <pc:spChg chg="add del mod">
          <ac:chgData name="郁儒 廖" userId="189a1d031aa848d3" providerId="LiveId" clId="{0734EAEE-AFB4-4B8E-8288-432812E7B4D5}" dt="2020-09-24T13:20:03.179" v="541" actId="478"/>
          <ac:spMkLst>
            <pc:docMk/>
            <pc:sldMk cId="763297899" sldId="274"/>
            <ac:spMk id="131" creationId="{720F8D47-0D5D-4D04-8284-2DB74D4A4E13}"/>
          </ac:spMkLst>
        </pc:spChg>
        <pc:spChg chg="add del mod">
          <ac:chgData name="郁儒 廖" userId="189a1d031aa848d3" providerId="LiveId" clId="{0734EAEE-AFB4-4B8E-8288-432812E7B4D5}" dt="2020-09-24T13:20:03.179" v="541" actId="478"/>
          <ac:spMkLst>
            <pc:docMk/>
            <pc:sldMk cId="763297899" sldId="274"/>
            <ac:spMk id="133" creationId="{01459298-6082-44B6-9A7E-3FB5E3EBC211}"/>
          </ac:spMkLst>
        </pc:spChg>
        <pc:spChg chg="add mod">
          <ac:chgData name="郁儒 廖" userId="189a1d031aa848d3" providerId="LiveId" clId="{0734EAEE-AFB4-4B8E-8288-432812E7B4D5}" dt="2020-09-24T13:20:58.914" v="625" actId="1036"/>
          <ac:spMkLst>
            <pc:docMk/>
            <pc:sldMk cId="763297899" sldId="274"/>
            <ac:spMk id="134" creationId="{CAD04931-7AE7-4760-800A-D235D6C82534}"/>
          </ac:spMkLst>
        </pc:spChg>
        <pc:spChg chg="add mod">
          <ac:chgData name="郁儒 廖" userId="189a1d031aa848d3" providerId="LiveId" clId="{0734EAEE-AFB4-4B8E-8288-432812E7B4D5}" dt="2020-09-24T13:20:58.914" v="625" actId="1036"/>
          <ac:spMkLst>
            <pc:docMk/>
            <pc:sldMk cId="763297899" sldId="274"/>
            <ac:spMk id="137" creationId="{3C32C6DD-DBA9-4EA1-9B8D-96CDE5C9D32C}"/>
          </ac:spMkLst>
        </pc:spChg>
        <pc:spChg chg="add mod">
          <ac:chgData name="郁儒 廖" userId="189a1d031aa848d3" providerId="LiveId" clId="{0734EAEE-AFB4-4B8E-8288-432812E7B4D5}" dt="2020-09-24T13:20:58.914" v="625" actId="1036"/>
          <ac:spMkLst>
            <pc:docMk/>
            <pc:sldMk cId="763297899" sldId="274"/>
            <ac:spMk id="140" creationId="{2D505F76-1C55-4EDF-AAA8-D45FB3EE0CF7}"/>
          </ac:spMkLst>
        </pc:spChg>
        <pc:spChg chg="add mod">
          <ac:chgData name="郁儒 廖" userId="189a1d031aa848d3" providerId="LiveId" clId="{0734EAEE-AFB4-4B8E-8288-432812E7B4D5}" dt="2020-09-24T13:20:58.914" v="625" actId="1036"/>
          <ac:spMkLst>
            <pc:docMk/>
            <pc:sldMk cId="763297899" sldId="274"/>
            <ac:spMk id="143" creationId="{844C5D9C-FEAD-497F-9008-CCEE737A8FCE}"/>
          </ac:spMkLst>
        </pc:spChg>
        <pc:spChg chg="add mod">
          <ac:chgData name="郁儒 廖" userId="189a1d031aa848d3" providerId="LiveId" clId="{0734EAEE-AFB4-4B8E-8288-432812E7B4D5}" dt="2020-09-24T13:20:58.914" v="625" actId="1036"/>
          <ac:spMkLst>
            <pc:docMk/>
            <pc:sldMk cId="763297899" sldId="274"/>
            <ac:spMk id="146" creationId="{DB7D5C5E-E817-488A-A9F6-8F60E980790F}"/>
          </ac:spMkLst>
        </pc:spChg>
        <pc:spChg chg="add mod">
          <ac:chgData name="郁儒 廖" userId="189a1d031aa848d3" providerId="LiveId" clId="{0734EAEE-AFB4-4B8E-8288-432812E7B4D5}" dt="2020-09-24T13:20:58.914" v="625" actId="1036"/>
          <ac:spMkLst>
            <pc:docMk/>
            <pc:sldMk cId="763297899" sldId="274"/>
            <ac:spMk id="148" creationId="{011C8FA3-80AF-40DC-962C-E102289065F7}"/>
          </ac:spMkLst>
        </pc:spChg>
        <pc:spChg chg="add mod">
          <ac:chgData name="郁儒 廖" userId="189a1d031aa848d3" providerId="LiveId" clId="{0734EAEE-AFB4-4B8E-8288-432812E7B4D5}" dt="2020-09-24T13:20:58.914" v="625" actId="1036"/>
          <ac:spMkLst>
            <pc:docMk/>
            <pc:sldMk cId="763297899" sldId="274"/>
            <ac:spMk id="150" creationId="{225C13FB-FA9E-4B2C-9DD3-5DDD859A4002}"/>
          </ac:spMkLst>
        </pc:spChg>
        <pc:spChg chg="add mod">
          <ac:chgData name="郁儒 廖" userId="189a1d031aa848d3" providerId="LiveId" clId="{0734EAEE-AFB4-4B8E-8288-432812E7B4D5}" dt="2020-09-24T13:20:58.914" v="625" actId="1036"/>
          <ac:spMkLst>
            <pc:docMk/>
            <pc:sldMk cId="763297899" sldId="274"/>
            <ac:spMk id="152" creationId="{FE5EDF7C-FCD5-47EB-9528-501CC52D25E7}"/>
          </ac:spMkLst>
        </pc:spChg>
        <pc:spChg chg="add mod">
          <ac:chgData name="郁儒 廖" userId="189a1d031aa848d3" providerId="LiveId" clId="{0734EAEE-AFB4-4B8E-8288-432812E7B4D5}" dt="2020-09-24T13:20:58.914" v="625" actId="1036"/>
          <ac:spMkLst>
            <pc:docMk/>
            <pc:sldMk cId="763297899" sldId="274"/>
            <ac:spMk id="154" creationId="{EA8FB268-57CF-4CCA-AACE-75E19171B478}"/>
          </ac:spMkLst>
        </pc:spChg>
        <pc:spChg chg="add mod">
          <ac:chgData name="郁儒 廖" userId="189a1d031aa848d3" providerId="LiveId" clId="{0734EAEE-AFB4-4B8E-8288-432812E7B4D5}" dt="2020-09-24T13:20:58.914" v="625" actId="1036"/>
          <ac:spMkLst>
            <pc:docMk/>
            <pc:sldMk cId="763297899" sldId="274"/>
            <ac:spMk id="159" creationId="{12DD8C26-10F6-4CEF-8690-457C4434FB27}"/>
          </ac:spMkLst>
        </pc:spChg>
        <pc:spChg chg="add mod">
          <ac:chgData name="郁儒 廖" userId="189a1d031aa848d3" providerId="LiveId" clId="{0734EAEE-AFB4-4B8E-8288-432812E7B4D5}" dt="2020-09-24T13:20:58.914" v="625" actId="1036"/>
          <ac:spMkLst>
            <pc:docMk/>
            <pc:sldMk cId="763297899" sldId="274"/>
            <ac:spMk id="160" creationId="{3531E027-17CF-459C-9E0D-B9E6CFCCBAE3}"/>
          </ac:spMkLst>
        </pc:spChg>
        <pc:spChg chg="add mod">
          <ac:chgData name="郁儒 廖" userId="189a1d031aa848d3" providerId="LiveId" clId="{0734EAEE-AFB4-4B8E-8288-432812E7B4D5}" dt="2020-09-24T13:20:58.914" v="625" actId="1036"/>
          <ac:spMkLst>
            <pc:docMk/>
            <pc:sldMk cId="763297899" sldId="274"/>
            <ac:spMk id="161" creationId="{E6730449-B746-4C60-AE7A-5D788B283FC4}"/>
          </ac:spMkLst>
        </pc:spChg>
        <pc:spChg chg="add mod">
          <ac:chgData name="郁儒 廖" userId="189a1d031aa848d3" providerId="LiveId" clId="{0734EAEE-AFB4-4B8E-8288-432812E7B4D5}" dt="2020-09-24T13:20:58.914" v="625" actId="1036"/>
          <ac:spMkLst>
            <pc:docMk/>
            <pc:sldMk cId="763297899" sldId="274"/>
            <ac:spMk id="162" creationId="{A3EF6457-9CAB-455E-A7E3-E716FE24D459}"/>
          </ac:spMkLst>
        </pc:spChg>
        <pc:spChg chg="add mod">
          <ac:chgData name="郁儒 廖" userId="189a1d031aa848d3" providerId="LiveId" clId="{0734EAEE-AFB4-4B8E-8288-432812E7B4D5}" dt="2020-09-24T13:20:58.914" v="625" actId="1036"/>
          <ac:spMkLst>
            <pc:docMk/>
            <pc:sldMk cId="763297899" sldId="274"/>
            <ac:spMk id="164" creationId="{B318CEF4-BDD9-4CB5-B72C-EB42FF0F0638}"/>
          </ac:spMkLst>
        </pc:spChg>
        <pc:spChg chg="add mod">
          <ac:chgData name="郁儒 廖" userId="189a1d031aa848d3" providerId="LiveId" clId="{0734EAEE-AFB4-4B8E-8288-432812E7B4D5}" dt="2020-09-24T13:21:44.593" v="627" actId="207"/>
          <ac:spMkLst>
            <pc:docMk/>
            <pc:sldMk cId="763297899" sldId="274"/>
            <ac:spMk id="167" creationId="{057FBF71-1CF9-411E-8DC6-C3ED9854BF6B}"/>
          </ac:spMkLst>
        </pc:spChg>
        <pc:spChg chg="add mod">
          <ac:chgData name="郁儒 廖" userId="189a1d031aa848d3" providerId="LiveId" clId="{0734EAEE-AFB4-4B8E-8288-432812E7B4D5}" dt="2020-09-24T13:20:58.914" v="625" actId="1036"/>
          <ac:spMkLst>
            <pc:docMk/>
            <pc:sldMk cId="763297899" sldId="274"/>
            <ac:spMk id="170" creationId="{21B2183C-1763-4E33-BE43-8E9400A3964D}"/>
          </ac:spMkLst>
        </pc:spChg>
        <pc:spChg chg="add mod">
          <ac:chgData name="郁儒 廖" userId="189a1d031aa848d3" providerId="LiveId" clId="{0734EAEE-AFB4-4B8E-8288-432812E7B4D5}" dt="2020-09-24T13:20:58.914" v="625" actId="1036"/>
          <ac:spMkLst>
            <pc:docMk/>
            <pc:sldMk cId="763297899" sldId="274"/>
            <ac:spMk id="173" creationId="{01BE261B-69B0-48A5-9035-14FA6021467E}"/>
          </ac:spMkLst>
        </pc:spChg>
        <pc:spChg chg="add mod">
          <ac:chgData name="郁儒 廖" userId="189a1d031aa848d3" providerId="LiveId" clId="{0734EAEE-AFB4-4B8E-8288-432812E7B4D5}" dt="2020-09-24T13:20:58.914" v="625" actId="1036"/>
          <ac:spMkLst>
            <pc:docMk/>
            <pc:sldMk cId="763297899" sldId="274"/>
            <ac:spMk id="174" creationId="{86A6D966-F7C9-4C1C-A9A4-853AEF784121}"/>
          </ac:spMkLst>
        </pc:spChg>
        <pc:spChg chg="add mod">
          <ac:chgData name="郁儒 廖" userId="189a1d031aa848d3" providerId="LiveId" clId="{0734EAEE-AFB4-4B8E-8288-432812E7B4D5}" dt="2020-09-24T13:21:39.226" v="626" actId="207"/>
          <ac:spMkLst>
            <pc:docMk/>
            <pc:sldMk cId="763297899" sldId="274"/>
            <ac:spMk id="175" creationId="{9F4D1A77-FBF7-4D2D-B2BF-6B3DD84D9B88}"/>
          </ac:spMkLst>
        </pc:spChg>
        <pc:spChg chg="add mod">
          <ac:chgData name="郁儒 廖" userId="189a1d031aa848d3" providerId="LiveId" clId="{0734EAEE-AFB4-4B8E-8288-432812E7B4D5}" dt="2020-09-24T13:20:58.914" v="625" actId="1036"/>
          <ac:spMkLst>
            <pc:docMk/>
            <pc:sldMk cId="763297899" sldId="274"/>
            <ac:spMk id="179" creationId="{BD7EF726-CA91-4A9E-902C-F2A1E505D58F}"/>
          </ac:spMkLst>
        </pc:spChg>
        <pc:spChg chg="add mod">
          <ac:chgData name="郁儒 廖" userId="189a1d031aa848d3" providerId="LiveId" clId="{0734EAEE-AFB4-4B8E-8288-432812E7B4D5}" dt="2020-09-24T13:20:58.914" v="625" actId="1036"/>
          <ac:spMkLst>
            <pc:docMk/>
            <pc:sldMk cId="763297899" sldId="274"/>
            <ac:spMk id="181" creationId="{95C8C9E4-4941-4CB1-92F1-30F5A0D28746}"/>
          </ac:spMkLst>
        </pc:spChg>
        <pc:spChg chg="add mod">
          <ac:chgData name="郁儒 廖" userId="189a1d031aa848d3" providerId="LiveId" clId="{0734EAEE-AFB4-4B8E-8288-432812E7B4D5}" dt="2020-09-24T13:20:58.914" v="625" actId="1036"/>
          <ac:spMkLst>
            <pc:docMk/>
            <pc:sldMk cId="763297899" sldId="274"/>
            <ac:spMk id="183" creationId="{E3F2CC7B-801D-4C3A-8E65-9CFBA00997AD}"/>
          </ac:spMkLst>
        </pc:spChg>
        <pc:spChg chg="add mod">
          <ac:chgData name="郁儒 廖" userId="189a1d031aa848d3" providerId="LiveId" clId="{0734EAEE-AFB4-4B8E-8288-432812E7B4D5}" dt="2020-09-24T13:20:58.914" v="625" actId="1036"/>
          <ac:spMkLst>
            <pc:docMk/>
            <pc:sldMk cId="763297899" sldId="274"/>
            <ac:spMk id="186" creationId="{17991355-9D92-44BD-9A31-57B158FEF5B7}"/>
          </ac:spMkLst>
        </pc:spChg>
        <pc:spChg chg="add mod">
          <ac:chgData name="郁儒 廖" userId="189a1d031aa848d3" providerId="LiveId" clId="{0734EAEE-AFB4-4B8E-8288-432812E7B4D5}" dt="2020-09-24T13:20:58.914" v="625" actId="1036"/>
          <ac:spMkLst>
            <pc:docMk/>
            <pc:sldMk cId="763297899" sldId="274"/>
            <ac:spMk id="187" creationId="{DC3ACF24-F699-4B5A-AD95-29AAAE1DB3B8}"/>
          </ac:spMkLst>
        </pc:spChg>
        <pc:spChg chg="add mod">
          <ac:chgData name="郁儒 廖" userId="189a1d031aa848d3" providerId="LiveId" clId="{0734EAEE-AFB4-4B8E-8288-432812E7B4D5}" dt="2020-09-24T13:20:58.914" v="625" actId="1036"/>
          <ac:spMkLst>
            <pc:docMk/>
            <pc:sldMk cId="763297899" sldId="274"/>
            <ac:spMk id="190" creationId="{A917C70C-1C40-4DED-93CA-7F985768AA5B}"/>
          </ac:spMkLst>
        </pc:spChg>
        <pc:spChg chg="add mod">
          <ac:chgData name="郁儒 廖" userId="189a1d031aa848d3" providerId="LiveId" clId="{0734EAEE-AFB4-4B8E-8288-432812E7B4D5}" dt="2020-09-24T13:20:58.914" v="625" actId="1036"/>
          <ac:spMkLst>
            <pc:docMk/>
            <pc:sldMk cId="763297899" sldId="274"/>
            <ac:spMk id="192" creationId="{D8EDF434-CC6B-4F30-A0D3-1ECB82B2D4F0}"/>
          </ac:spMkLst>
        </pc:spChg>
        <pc:graphicFrameChg chg="add mod modGraphic">
          <ac:chgData name="郁儒 廖" userId="189a1d031aa848d3" providerId="LiveId" clId="{0734EAEE-AFB4-4B8E-8288-432812E7B4D5}" dt="2020-09-24T14:02:19.013" v="771" actId="20577"/>
          <ac:graphicFrameMkLst>
            <pc:docMk/>
            <pc:sldMk cId="763297899" sldId="274"/>
            <ac:graphicFrameMk id="58" creationId="{F3D5149C-2CDA-4EF9-B39E-A105323565C2}"/>
          </ac:graphicFrameMkLst>
        </pc:graphicFrameChg>
        <pc:graphicFrameChg chg="del">
          <ac:chgData name="郁儒 廖" userId="189a1d031aa848d3" providerId="LiveId" clId="{0734EAEE-AFB4-4B8E-8288-432812E7B4D5}" dt="2020-09-24T13:20:42.987" v="595" actId="478"/>
          <ac:graphicFrameMkLst>
            <pc:docMk/>
            <pc:sldMk cId="763297899" sldId="274"/>
            <ac:graphicFrameMk id="79" creationId="{94E174C5-111D-43E3-BF2D-9B8C9AB5D560}"/>
          </ac:graphicFrameMkLst>
        </pc:graphicFrameChg>
        <pc:cxnChg chg="del mod">
          <ac:chgData name="郁儒 廖" userId="189a1d031aa848d3" providerId="LiveId" clId="{0734EAEE-AFB4-4B8E-8288-432812E7B4D5}" dt="2020-09-24T13:19:27.824" v="480" actId="478"/>
          <ac:cxnSpMkLst>
            <pc:docMk/>
            <pc:sldMk cId="763297899" sldId="274"/>
            <ac:cxnSpMk id="5" creationId="{721F8932-4BCE-422E-ACE0-2CAE4C41D9D2}"/>
          </ac:cxnSpMkLst>
        </pc:cxnChg>
        <pc:cxnChg chg="del mod">
          <ac:chgData name="郁儒 廖" userId="189a1d031aa848d3" providerId="LiveId" clId="{0734EAEE-AFB4-4B8E-8288-432812E7B4D5}" dt="2020-09-24T13:19:27.824" v="480" actId="478"/>
          <ac:cxnSpMkLst>
            <pc:docMk/>
            <pc:sldMk cId="763297899" sldId="274"/>
            <ac:cxnSpMk id="6" creationId="{35A38A95-EFE3-41A3-A408-BB559AC6E447}"/>
          </ac:cxnSpMkLst>
        </pc:cxnChg>
        <pc:cxnChg chg="del mod">
          <ac:chgData name="郁儒 廖" userId="189a1d031aa848d3" providerId="LiveId" clId="{0734EAEE-AFB4-4B8E-8288-432812E7B4D5}" dt="2020-09-24T13:19:27.824" v="480" actId="478"/>
          <ac:cxnSpMkLst>
            <pc:docMk/>
            <pc:sldMk cId="763297899" sldId="274"/>
            <ac:cxnSpMk id="8" creationId="{2F7701D7-C08F-4644-8B25-0D52FA00A406}"/>
          </ac:cxnSpMkLst>
        </pc:cxnChg>
        <pc:cxnChg chg="del mod">
          <ac:chgData name="郁儒 廖" userId="189a1d031aa848d3" providerId="LiveId" clId="{0734EAEE-AFB4-4B8E-8288-432812E7B4D5}" dt="2020-09-24T13:19:27.824" v="480" actId="478"/>
          <ac:cxnSpMkLst>
            <pc:docMk/>
            <pc:sldMk cId="763297899" sldId="274"/>
            <ac:cxnSpMk id="9" creationId="{B47226A9-3E75-428B-B590-7A3DE2671859}"/>
          </ac:cxnSpMkLst>
        </pc:cxnChg>
        <pc:cxnChg chg="del mod">
          <ac:chgData name="郁儒 廖" userId="189a1d031aa848d3" providerId="LiveId" clId="{0734EAEE-AFB4-4B8E-8288-432812E7B4D5}" dt="2020-09-24T13:19:27.824" v="480" actId="478"/>
          <ac:cxnSpMkLst>
            <pc:docMk/>
            <pc:sldMk cId="763297899" sldId="274"/>
            <ac:cxnSpMk id="11" creationId="{210C484B-7405-4BB3-99D2-6A5339A5638B}"/>
          </ac:cxnSpMkLst>
        </pc:cxnChg>
        <pc:cxnChg chg="del mod">
          <ac:chgData name="郁儒 廖" userId="189a1d031aa848d3" providerId="LiveId" clId="{0734EAEE-AFB4-4B8E-8288-432812E7B4D5}" dt="2020-09-24T13:19:27.824" v="480" actId="478"/>
          <ac:cxnSpMkLst>
            <pc:docMk/>
            <pc:sldMk cId="763297899" sldId="274"/>
            <ac:cxnSpMk id="12" creationId="{EFDC7518-4551-455C-9D74-75D413E55476}"/>
          </ac:cxnSpMkLst>
        </pc:cxnChg>
        <pc:cxnChg chg="del mod">
          <ac:chgData name="郁儒 廖" userId="189a1d031aa848d3" providerId="LiveId" clId="{0734EAEE-AFB4-4B8E-8288-432812E7B4D5}" dt="2020-09-24T13:19:27.824" v="480" actId="478"/>
          <ac:cxnSpMkLst>
            <pc:docMk/>
            <pc:sldMk cId="763297899" sldId="274"/>
            <ac:cxnSpMk id="14" creationId="{F512B7B4-4BFF-471F-9443-45F790384402}"/>
          </ac:cxnSpMkLst>
        </pc:cxnChg>
        <pc:cxnChg chg="del mod">
          <ac:chgData name="郁儒 廖" userId="189a1d031aa848d3" providerId="LiveId" clId="{0734EAEE-AFB4-4B8E-8288-432812E7B4D5}" dt="2020-09-24T13:19:27.824" v="480" actId="478"/>
          <ac:cxnSpMkLst>
            <pc:docMk/>
            <pc:sldMk cId="763297899" sldId="274"/>
            <ac:cxnSpMk id="15" creationId="{2508B3C2-0257-46D0-A5B6-18AC4DD39AFD}"/>
          </ac:cxnSpMkLst>
        </pc:cxnChg>
        <pc:cxnChg chg="del mod">
          <ac:chgData name="郁儒 廖" userId="189a1d031aa848d3" providerId="LiveId" clId="{0734EAEE-AFB4-4B8E-8288-432812E7B4D5}" dt="2020-09-24T13:19:27.824" v="480" actId="478"/>
          <ac:cxnSpMkLst>
            <pc:docMk/>
            <pc:sldMk cId="763297899" sldId="274"/>
            <ac:cxnSpMk id="17" creationId="{BC5BB5EF-2808-451E-9C9A-55AA32ECA4C7}"/>
          </ac:cxnSpMkLst>
        </pc:cxnChg>
        <pc:cxnChg chg="del mod">
          <ac:chgData name="郁儒 廖" userId="189a1d031aa848d3" providerId="LiveId" clId="{0734EAEE-AFB4-4B8E-8288-432812E7B4D5}" dt="2020-09-24T13:19:27.824" v="480" actId="478"/>
          <ac:cxnSpMkLst>
            <pc:docMk/>
            <pc:sldMk cId="763297899" sldId="274"/>
            <ac:cxnSpMk id="19" creationId="{7AF56C9B-F8CD-40A0-A049-500CD1C3AB61}"/>
          </ac:cxnSpMkLst>
        </pc:cxnChg>
        <pc:cxnChg chg="del mod">
          <ac:chgData name="郁儒 廖" userId="189a1d031aa848d3" providerId="LiveId" clId="{0734EAEE-AFB4-4B8E-8288-432812E7B4D5}" dt="2020-09-24T13:19:27.824" v="480" actId="478"/>
          <ac:cxnSpMkLst>
            <pc:docMk/>
            <pc:sldMk cId="763297899" sldId="274"/>
            <ac:cxnSpMk id="21" creationId="{E3DF4832-57F0-4034-8D49-9E303165C9F0}"/>
          </ac:cxnSpMkLst>
        </pc:cxnChg>
        <pc:cxnChg chg="del mod">
          <ac:chgData name="郁儒 廖" userId="189a1d031aa848d3" providerId="LiveId" clId="{0734EAEE-AFB4-4B8E-8288-432812E7B4D5}" dt="2020-09-24T13:19:27.824" v="480" actId="478"/>
          <ac:cxnSpMkLst>
            <pc:docMk/>
            <pc:sldMk cId="763297899" sldId="274"/>
            <ac:cxnSpMk id="23" creationId="{F83B48E1-C19E-4924-B939-034B4F5A98E9}"/>
          </ac:cxnSpMkLst>
        </pc:cxnChg>
        <pc:cxnChg chg="del mod">
          <ac:chgData name="郁儒 廖" userId="189a1d031aa848d3" providerId="LiveId" clId="{0734EAEE-AFB4-4B8E-8288-432812E7B4D5}" dt="2020-09-24T13:19:27.824" v="480" actId="478"/>
          <ac:cxnSpMkLst>
            <pc:docMk/>
            <pc:sldMk cId="763297899" sldId="274"/>
            <ac:cxnSpMk id="25" creationId="{AD60EB51-FC18-40F9-9792-21A4CA70903F}"/>
          </ac:cxnSpMkLst>
        </pc:cxnChg>
        <pc:cxnChg chg="del">
          <ac:chgData name="郁儒 廖" userId="189a1d031aa848d3" providerId="LiveId" clId="{0734EAEE-AFB4-4B8E-8288-432812E7B4D5}" dt="2020-09-24T13:19:27.824" v="480" actId="478"/>
          <ac:cxnSpMkLst>
            <pc:docMk/>
            <pc:sldMk cId="763297899" sldId="274"/>
            <ac:cxnSpMk id="26" creationId="{4D01F6B2-B649-4F44-A0B9-F770495BEB4B}"/>
          </ac:cxnSpMkLst>
        </pc:cxnChg>
        <pc:cxnChg chg="del">
          <ac:chgData name="郁儒 廖" userId="189a1d031aa848d3" providerId="LiveId" clId="{0734EAEE-AFB4-4B8E-8288-432812E7B4D5}" dt="2020-09-24T13:19:27.824" v="480" actId="478"/>
          <ac:cxnSpMkLst>
            <pc:docMk/>
            <pc:sldMk cId="763297899" sldId="274"/>
            <ac:cxnSpMk id="27" creationId="{35B53150-AF80-484C-B824-69D0F1B84A6B}"/>
          </ac:cxnSpMkLst>
        </pc:cxnChg>
        <pc:cxnChg chg="del">
          <ac:chgData name="郁儒 廖" userId="189a1d031aa848d3" providerId="LiveId" clId="{0734EAEE-AFB4-4B8E-8288-432812E7B4D5}" dt="2020-09-24T13:19:27.824" v="480" actId="478"/>
          <ac:cxnSpMkLst>
            <pc:docMk/>
            <pc:sldMk cId="763297899" sldId="274"/>
            <ac:cxnSpMk id="28" creationId="{FCB3DFAA-C58F-4A68-BA9B-5E5107EBFC44}"/>
          </ac:cxnSpMkLst>
        </pc:cxnChg>
        <pc:cxnChg chg="del">
          <ac:chgData name="郁儒 廖" userId="189a1d031aa848d3" providerId="LiveId" clId="{0734EAEE-AFB4-4B8E-8288-432812E7B4D5}" dt="2020-09-24T13:19:27.824" v="480" actId="478"/>
          <ac:cxnSpMkLst>
            <pc:docMk/>
            <pc:sldMk cId="763297899" sldId="274"/>
            <ac:cxnSpMk id="33" creationId="{0D3CA7A6-80E2-4DAB-8F07-1B6F52650FBD}"/>
          </ac:cxnSpMkLst>
        </pc:cxnChg>
        <pc:cxnChg chg="del mod">
          <ac:chgData name="郁儒 廖" userId="189a1d031aa848d3" providerId="LiveId" clId="{0734EAEE-AFB4-4B8E-8288-432812E7B4D5}" dt="2020-09-24T13:19:27.824" v="480" actId="478"/>
          <ac:cxnSpMkLst>
            <pc:docMk/>
            <pc:sldMk cId="763297899" sldId="274"/>
            <ac:cxnSpMk id="35" creationId="{6F4FFA18-6A67-49A7-A384-52F290D3DFD9}"/>
          </ac:cxnSpMkLst>
        </pc:cxnChg>
        <pc:cxnChg chg="del mod">
          <ac:chgData name="郁儒 廖" userId="189a1d031aa848d3" providerId="LiveId" clId="{0734EAEE-AFB4-4B8E-8288-432812E7B4D5}" dt="2020-09-24T13:19:27.824" v="480" actId="478"/>
          <ac:cxnSpMkLst>
            <pc:docMk/>
            <pc:sldMk cId="763297899" sldId="274"/>
            <ac:cxnSpMk id="36" creationId="{18991123-D205-4103-B522-A5CD60FE28FC}"/>
          </ac:cxnSpMkLst>
        </pc:cxnChg>
        <pc:cxnChg chg="del">
          <ac:chgData name="郁儒 廖" userId="189a1d031aa848d3" providerId="LiveId" clId="{0734EAEE-AFB4-4B8E-8288-432812E7B4D5}" dt="2020-09-24T13:19:27.824" v="480" actId="478"/>
          <ac:cxnSpMkLst>
            <pc:docMk/>
            <pc:sldMk cId="763297899" sldId="274"/>
            <ac:cxnSpMk id="37" creationId="{D6CA346F-D133-4918-B98A-26080E566E91}"/>
          </ac:cxnSpMkLst>
        </pc:cxnChg>
        <pc:cxnChg chg="del mod">
          <ac:chgData name="郁儒 廖" userId="189a1d031aa848d3" providerId="LiveId" clId="{0734EAEE-AFB4-4B8E-8288-432812E7B4D5}" dt="2020-09-24T13:19:27.824" v="480" actId="478"/>
          <ac:cxnSpMkLst>
            <pc:docMk/>
            <pc:sldMk cId="763297899" sldId="274"/>
            <ac:cxnSpMk id="39" creationId="{42CB480E-38ED-4AB7-9154-A07754E237A2}"/>
          </ac:cxnSpMkLst>
        </pc:cxnChg>
        <pc:cxnChg chg="del mod">
          <ac:chgData name="郁儒 廖" userId="189a1d031aa848d3" providerId="LiveId" clId="{0734EAEE-AFB4-4B8E-8288-432812E7B4D5}" dt="2020-09-24T13:19:27.824" v="480" actId="478"/>
          <ac:cxnSpMkLst>
            <pc:docMk/>
            <pc:sldMk cId="763297899" sldId="274"/>
            <ac:cxnSpMk id="40" creationId="{62194E08-94AF-4F5C-B5F6-1AA2CF6FD40D}"/>
          </ac:cxnSpMkLst>
        </pc:cxnChg>
        <pc:cxnChg chg="del mod">
          <ac:chgData name="郁儒 廖" userId="189a1d031aa848d3" providerId="LiveId" clId="{0734EAEE-AFB4-4B8E-8288-432812E7B4D5}" dt="2020-09-24T13:19:27.824" v="480" actId="478"/>
          <ac:cxnSpMkLst>
            <pc:docMk/>
            <pc:sldMk cId="763297899" sldId="274"/>
            <ac:cxnSpMk id="42" creationId="{004C64C9-7303-484D-A814-4FA6D32F0755}"/>
          </ac:cxnSpMkLst>
        </pc:cxnChg>
        <pc:cxnChg chg="del mod">
          <ac:chgData name="郁儒 廖" userId="189a1d031aa848d3" providerId="LiveId" clId="{0734EAEE-AFB4-4B8E-8288-432812E7B4D5}" dt="2020-09-24T13:19:27.824" v="480" actId="478"/>
          <ac:cxnSpMkLst>
            <pc:docMk/>
            <pc:sldMk cId="763297899" sldId="274"/>
            <ac:cxnSpMk id="44" creationId="{B08D539A-86B9-4D5F-973C-70AC9045F1D5}"/>
          </ac:cxnSpMkLst>
        </pc:cxnChg>
        <pc:cxnChg chg="del">
          <ac:chgData name="郁儒 廖" userId="189a1d031aa848d3" providerId="LiveId" clId="{0734EAEE-AFB4-4B8E-8288-432812E7B4D5}" dt="2020-09-24T13:19:27.824" v="480" actId="478"/>
          <ac:cxnSpMkLst>
            <pc:docMk/>
            <pc:sldMk cId="763297899" sldId="274"/>
            <ac:cxnSpMk id="45" creationId="{624A82CB-A48C-4F5C-BD89-640708A3D634}"/>
          </ac:cxnSpMkLst>
        </pc:cxnChg>
        <pc:cxnChg chg="del mod">
          <ac:chgData name="郁儒 廖" userId="189a1d031aa848d3" providerId="LiveId" clId="{0734EAEE-AFB4-4B8E-8288-432812E7B4D5}" dt="2020-09-24T13:19:27.824" v="480" actId="478"/>
          <ac:cxnSpMkLst>
            <pc:docMk/>
            <pc:sldMk cId="763297899" sldId="274"/>
            <ac:cxnSpMk id="47" creationId="{5938EB56-83E4-4087-B0B4-7A4DF5DDF638}"/>
          </ac:cxnSpMkLst>
        </pc:cxnChg>
        <pc:cxnChg chg="del mod">
          <ac:chgData name="郁儒 廖" userId="189a1d031aa848d3" providerId="LiveId" clId="{0734EAEE-AFB4-4B8E-8288-432812E7B4D5}" dt="2020-09-24T13:19:27.824" v="480" actId="478"/>
          <ac:cxnSpMkLst>
            <pc:docMk/>
            <pc:sldMk cId="763297899" sldId="274"/>
            <ac:cxnSpMk id="49" creationId="{02762AD5-AA0B-4E3B-9881-CF5FD6C9BFC6}"/>
          </ac:cxnSpMkLst>
        </pc:cxnChg>
        <pc:cxnChg chg="del">
          <ac:chgData name="郁儒 廖" userId="189a1d031aa848d3" providerId="LiveId" clId="{0734EAEE-AFB4-4B8E-8288-432812E7B4D5}" dt="2020-09-24T13:19:27.824" v="480" actId="478"/>
          <ac:cxnSpMkLst>
            <pc:docMk/>
            <pc:sldMk cId="763297899" sldId="274"/>
            <ac:cxnSpMk id="50" creationId="{251CF9AB-EE9B-428E-AC28-D2C9B56265FC}"/>
          </ac:cxnSpMkLst>
        </pc:cxnChg>
        <pc:cxnChg chg="del">
          <ac:chgData name="郁儒 廖" userId="189a1d031aa848d3" providerId="LiveId" clId="{0734EAEE-AFB4-4B8E-8288-432812E7B4D5}" dt="2020-09-24T13:19:27.824" v="480" actId="478"/>
          <ac:cxnSpMkLst>
            <pc:docMk/>
            <pc:sldMk cId="763297899" sldId="274"/>
            <ac:cxnSpMk id="51" creationId="{E47B01C6-F026-4988-BAE7-9C429D00BD88}"/>
          </ac:cxnSpMkLst>
        </pc:cxnChg>
        <pc:cxnChg chg="del">
          <ac:chgData name="郁儒 廖" userId="189a1d031aa848d3" providerId="LiveId" clId="{0734EAEE-AFB4-4B8E-8288-432812E7B4D5}" dt="2020-09-24T13:19:27.824" v="480" actId="478"/>
          <ac:cxnSpMkLst>
            <pc:docMk/>
            <pc:sldMk cId="763297899" sldId="274"/>
            <ac:cxnSpMk id="52" creationId="{C757F89F-92C3-49C4-90B7-723B221BB03B}"/>
          </ac:cxnSpMkLst>
        </pc:cxnChg>
        <pc:cxnChg chg="del">
          <ac:chgData name="郁儒 廖" userId="189a1d031aa848d3" providerId="LiveId" clId="{0734EAEE-AFB4-4B8E-8288-432812E7B4D5}" dt="2020-09-24T13:19:27.824" v="480" actId="478"/>
          <ac:cxnSpMkLst>
            <pc:docMk/>
            <pc:sldMk cId="763297899" sldId="274"/>
            <ac:cxnSpMk id="65" creationId="{4026BD4F-7A0A-4F3B-994D-9494495896B2}"/>
          </ac:cxnSpMkLst>
        </pc:cxnChg>
        <pc:cxnChg chg="del">
          <ac:chgData name="郁儒 廖" userId="189a1d031aa848d3" providerId="LiveId" clId="{0734EAEE-AFB4-4B8E-8288-432812E7B4D5}" dt="2020-09-24T13:19:27.824" v="480" actId="478"/>
          <ac:cxnSpMkLst>
            <pc:docMk/>
            <pc:sldMk cId="763297899" sldId="274"/>
            <ac:cxnSpMk id="66" creationId="{EAC352E3-8BA0-4FAE-A397-0CA2AC64729B}"/>
          </ac:cxnSpMkLst>
        </pc:cxnChg>
        <pc:cxnChg chg="add del mod">
          <ac:chgData name="郁儒 廖" userId="189a1d031aa848d3" providerId="LiveId" clId="{0734EAEE-AFB4-4B8E-8288-432812E7B4D5}" dt="2020-09-24T13:20:03.179" v="541" actId="478"/>
          <ac:cxnSpMkLst>
            <pc:docMk/>
            <pc:sldMk cId="763297899" sldId="274"/>
            <ac:cxnSpMk id="71" creationId="{1E06FE3A-C157-4E74-85A1-1F1F09E3A061}"/>
          </ac:cxnSpMkLst>
        </pc:cxnChg>
        <pc:cxnChg chg="add del mod">
          <ac:chgData name="郁儒 廖" userId="189a1d031aa848d3" providerId="LiveId" clId="{0734EAEE-AFB4-4B8E-8288-432812E7B4D5}" dt="2020-09-24T13:20:03.179" v="541" actId="478"/>
          <ac:cxnSpMkLst>
            <pc:docMk/>
            <pc:sldMk cId="763297899" sldId="274"/>
            <ac:cxnSpMk id="72" creationId="{4E9E8147-1A9E-4C53-83B7-E376914E305E}"/>
          </ac:cxnSpMkLst>
        </pc:cxnChg>
        <pc:cxnChg chg="add del mod">
          <ac:chgData name="郁儒 廖" userId="189a1d031aa848d3" providerId="LiveId" clId="{0734EAEE-AFB4-4B8E-8288-432812E7B4D5}" dt="2020-09-24T13:20:03.179" v="541" actId="478"/>
          <ac:cxnSpMkLst>
            <pc:docMk/>
            <pc:sldMk cId="763297899" sldId="274"/>
            <ac:cxnSpMk id="73" creationId="{92D2D755-C38C-4592-9BCD-AD5D63C5F1B5}"/>
          </ac:cxnSpMkLst>
        </pc:cxnChg>
        <pc:cxnChg chg="add del mod">
          <ac:chgData name="郁儒 廖" userId="189a1d031aa848d3" providerId="LiveId" clId="{0734EAEE-AFB4-4B8E-8288-432812E7B4D5}" dt="2020-09-24T13:20:03.179" v="541" actId="478"/>
          <ac:cxnSpMkLst>
            <pc:docMk/>
            <pc:sldMk cId="763297899" sldId="274"/>
            <ac:cxnSpMk id="75" creationId="{C3AD8BD3-ABD9-4078-AB66-4FAAFE53FDB0}"/>
          </ac:cxnSpMkLst>
        </pc:cxnChg>
        <pc:cxnChg chg="del mod">
          <ac:chgData name="郁儒 廖" userId="189a1d031aa848d3" providerId="LiveId" clId="{0734EAEE-AFB4-4B8E-8288-432812E7B4D5}" dt="2020-09-24T13:19:27.824" v="480" actId="478"/>
          <ac:cxnSpMkLst>
            <pc:docMk/>
            <pc:sldMk cId="763297899" sldId="274"/>
            <ac:cxnSpMk id="76" creationId="{92F0E805-6C1D-4BD1-B504-6DEFB45180A9}"/>
          </ac:cxnSpMkLst>
        </pc:cxnChg>
        <pc:cxnChg chg="add del mod">
          <ac:chgData name="郁儒 廖" userId="189a1d031aa848d3" providerId="LiveId" clId="{0734EAEE-AFB4-4B8E-8288-432812E7B4D5}" dt="2020-09-24T13:20:03.179" v="541" actId="478"/>
          <ac:cxnSpMkLst>
            <pc:docMk/>
            <pc:sldMk cId="763297899" sldId="274"/>
            <ac:cxnSpMk id="78" creationId="{CEF195F2-6060-4EB6-962D-B2F0E48E8D6A}"/>
          </ac:cxnSpMkLst>
        </pc:cxnChg>
        <pc:cxnChg chg="add del mod">
          <ac:chgData name="郁儒 廖" userId="189a1d031aa848d3" providerId="LiveId" clId="{0734EAEE-AFB4-4B8E-8288-432812E7B4D5}" dt="2020-09-24T13:20:03.179" v="541" actId="478"/>
          <ac:cxnSpMkLst>
            <pc:docMk/>
            <pc:sldMk cId="763297899" sldId="274"/>
            <ac:cxnSpMk id="81" creationId="{E05256C7-AB9C-4E56-B75C-72E05AF828B7}"/>
          </ac:cxnSpMkLst>
        </pc:cxnChg>
        <pc:cxnChg chg="del mod">
          <ac:chgData name="郁儒 廖" userId="189a1d031aa848d3" providerId="LiveId" clId="{0734EAEE-AFB4-4B8E-8288-432812E7B4D5}" dt="2020-09-24T13:19:27.824" v="480" actId="478"/>
          <ac:cxnSpMkLst>
            <pc:docMk/>
            <pc:sldMk cId="763297899" sldId="274"/>
            <ac:cxnSpMk id="82" creationId="{343D877C-9924-4AC7-B4B0-A55BBA8368C3}"/>
          </ac:cxnSpMkLst>
        </pc:cxnChg>
        <pc:cxnChg chg="add del mod">
          <ac:chgData name="郁儒 廖" userId="189a1d031aa848d3" providerId="LiveId" clId="{0734EAEE-AFB4-4B8E-8288-432812E7B4D5}" dt="2020-09-24T13:20:03.179" v="541" actId="478"/>
          <ac:cxnSpMkLst>
            <pc:docMk/>
            <pc:sldMk cId="763297899" sldId="274"/>
            <ac:cxnSpMk id="87" creationId="{C6B60673-7735-4B32-BAE2-48BA9B1FCD46}"/>
          </ac:cxnSpMkLst>
        </pc:cxnChg>
        <pc:cxnChg chg="add del mod">
          <ac:chgData name="郁儒 廖" userId="189a1d031aa848d3" providerId="LiveId" clId="{0734EAEE-AFB4-4B8E-8288-432812E7B4D5}" dt="2020-09-24T13:20:03.179" v="541" actId="478"/>
          <ac:cxnSpMkLst>
            <pc:docMk/>
            <pc:sldMk cId="763297899" sldId="274"/>
            <ac:cxnSpMk id="89" creationId="{B31B8407-637D-42C3-9BA3-CC57D50DD8E4}"/>
          </ac:cxnSpMkLst>
        </pc:cxnChg>
        <pc:cxnChg chg="add del mod">
          <ac:chgData name="郁儒 廖" userId="189a1d031aa848d3" providerId="LiveId" clId="{0734EAEE-AFB4-4B8E-8288-432812E7B4D5}" dt="2020-09-24T13:20:03.179" v="541" actId="478"/>
          <ac:cxnSpMkLst>
            <pc:docMk/>
            <pc:sldMk cId="763297899" sldId="274"/>
            <ac:cxnSpMk id="90" creationId="{5239E745-3D6F-49EB-9805-E64D78725F7A}"/>
          </ac:cxnSpMkLst>
        </pc:cxnChg>
        <pc:cxnChg chg="add del mod">
          <ac:chgData name="郁儒 廖" userId="189a1d031aa848d3" providerId="LiveId" clId="{0734EAEE-AFB4-4B8E-8288-432812E7B4D5}" dt="2020-09-24T13:20:03.179" v="541" actId="478"/>
          <ac:cxnSpMkLst>
            <pc:docMk/>
            <pc:sldMk cId="763297899" sldId="274"/>
            <ac:cxnSpMk id="92" creationId="{BE1DCE86-E71E-49D3-BFA3-61E8ACAC6ACE}"/>
          </ac:cxnSpMkLst>
        </pc:cxnChg>
        <pc:cxnChg chg="add del mod">
          <ac:chgData name="郁儒 廖" userId="189a1d031aa848d3" providerId="LiveId" clId="{0734EAEE-AFB4-4B8E-8288-432812E7B4D5}" dt="2020-09-24T13:20:03.179" v="541" actId="478"/>
          <ac:cxnSpMkLst>
            <pc:docMk/>
            <pc:sldMk cId="763297899" sldId="274"/>
            <ac:cxnSpMk id="94" creationId="{37D2F980-8375-434E-992F-73FCC3C010EE}"/>
          </ac:cxnSpMkLst>
        </pc:cxnChg>
        <pc:cxnChg chg="add del mod">
          <ac:chgData name="郁儒 廖" userId="189a1d031aa848d3" providerId="LiveId" clId="{0734EAEE-AFB4-4B8E-8288-432812E7B4D5}" dt="2020-09-24T13:20:03.179" v="541" actId="478"/>
          <ac:cxnSpMkLst>
            <pc:docMk/>
            <pc:sldMk cId="763297899" sldId="274"/>
            <ac:cxnSpMk id="96" creationId="{AF2A7341-3BC7-4869-9CF7-623E25AFECCC}"/>
          </ac:cxnSpMkLst>
        </pc:cxnChg>
        <pc:cxnChg chg="add del mod">
          <ac:chgData name="郁儒 廖" userId="189a1d031aa848d3" providerId="LiveId" clId="{0734EAEE-AFB4-4B8E-8288-432812E7B4D5}" dt="2020-09-24T13:20:03.179" v="541" actId="478"/>
          <ac:cxnSpMkLst>
            <pc:docMk/>
            <pc:sldMk cId="763297899" sldId="274"/>
            <ac:cxnSpMk id="98" creationId="{67BB514B-F590-43D7-B94B-46AA8587472F}"/>
          </ac:cxnSpMkLst>
        </pc:cxnChg>
        <pc:cxnChg chg="add del mod">
          <ac:chgData name="郁儒 廖" userId="189a1d031aa848d3" providerId="LiveId" clId="{0734EAEE-AFB4-4B8E-8288-432812E7B4D5}" dt="2020-09-24T13:20:03.179" v="541" actId="478"/>
          <ac:cxnSpMkLst>
            <pc:docMk/>
            <pc:sldMk cId="763297899" sldId="274"/>
            <ac:cxnSpMk id="99" creationId="{A5AC3F1B-C24C-4852-A789-87DEC90AA711}"/>
          </ac:cxnSpMkLst>
        </pc:cxnChg>
        <pc:cxnChg chg="add del mod">
          <ac:chgData name="郁儒 廖" userId="189a1d031aa848d3" providerId="LiveId" clId="{0734EAEE-AFB4-4B8E-8288-432812E7B4D5}" dt="2020-09-24T13:20:03.179" v="541" actId="478"/>
          <ac:cxnSpMkLst>
            <pc:docMk/>
            <pc:sldMk cId="763297899" sldId="274"/>
            <ac:cxnSpMk id="100" creationId="{2B14624B-5757-4FF4-800C-1EC289507229}"/>
          </ac:cxnSpMkLst>
        </pc:cxnChg>
        <pc:cxnChg chg="add del mod">
          <ac:chgData name="郁儒 廖" userId="189a1d031aa848d3" providerId="LiveId" clId="{0734EAEE-AFB4-4B8E-8288-432812E7B4D5}" dt="2020-09-24T13:20:03.179" v="541" actId="478"/>
          <ac:cxnSpMkLst>
            <pc:docMk/>
            <pc:sldMk cId="763297899" sldId="274"/>
            <ac:cxnSpMk id="101" creationId="{455D9AD7-7E0D-4728-87D7-AC4A0662C75B}"/>
          </ac:cxnSpMkLst>
        </pc:cxnChg>
        <pc:cxnChg chg="add del mod">
          <ac:chgData name="郁儒 廖" userId="189a1d031aa848d3" providerId="LiveId" clId="{0734EAEE-AFB4-4B8E-8288-432812E7B4D5}" dt="2020-09-24T13:20:03.179" v="541" actId="478"/>
          <ac:cxnSpMkLst>
            <pc:docMk/>
            <pc:sldMk cId="763297899" sldId="274"/>
            <ac:cxnSpMk id="106" creationId="{F83F1DB0-77A9-4FE0-9362-FA5E95DDC71F}"/>
          </ac:cxnSpMkLst>
        </pc:cxnChg>
        <pc:cxnChg chg="add del mod">
          <ac:chgData name="郁儒 廖" userId="189a1d031aa848d3" providerId="LiveId" clId="{0734EAEE-AFB4-4B8E-8288-432812E7B4D5}" dt="2020-09-24T13:20:03.179" v="541" actId="478"/>
          <ac:cxnSpMkLst>
            <pc:docMk/>
            <pc:sldMk cId="763297899" sldId="274"/>
            <ac:cxnSpMk id="107" creationId="{C7679BE0-B49F-4094-B702-CF217BD82B4D}"/>
          </ac:cxnSpMkLst>
        </pc:cxnChg>
        <pc:cxnChg chg="add del mod">
          <ac:chgData name="郁儒 廖" userId="189a1d031aa848d3" providerId="LiveId" clId="{0734EAEE-AFB4-4B8E-8288-432812E7B4D5}" dt="2020-09-24T13:20:03.179" v="541" actId="478"/>
          <ac:cxnSpMkLst>
            <pc:docMk/>
            <pc:sldMk cId="763297899" sldId="274"/>
            <ac:cxnSpMk id="108" creationId="{4EFC89D4-637F-4C3E-923D-A50E09F35D84}"/>
          </ac:cxnSpMkLst>
        </pc:cxnChg>
        <pc:cxnChg chg="add del mod">
          <ac:chgData name="郁儒 廖" userId="189a1d031aa848d3" providerId="LiveId" clId="{0734EAEE-AFB4-4B8E-8288-432812E7B4D5}" dt="2020-09-24T13:20:03.179" v="541" actId="478"/>
          <ac:cxnSpMkLst>
            <pc:docMk/>
            <pc:sldMk cId="763297899" sldId="274"/>
            <ac:cxnSpMk id="110" creationId="{72582AE5-3885-430C-86D5-FC4BF501C6AD}"/>
          </ac:cxnSpMkLst>
        </pc:cxnChg>
        <pc:cxnChg chg="add del mod">
          <ac:chgData name="郁儒 廖" userId="189a1d031aa848d3" providerId="LiveId" clId="{0734EAEE-AFB4-4B8E-8288-432812E7B4D5}" dt="2020-09-24T13:20:03.179" v="541" actId="478"/>
          <ac:cxnSpMkLst>
            <pc:docMk/>
            <pc:sldMk cId="763297899" sldId="274"/>
            <ac:cxnSpMk id="111" creationId="{53658DD3-5DB3-4A6D-AEA7-68B4E0ED773A}"/>
          </ac:cxnSpMkLst>
        </pc:cxnChg>
        <pc:cxnChg chg="add del mod">
          <ac:chgData name="郁儒 廖" userId="189a1d031aa848d3" providerId="LiveId" clId="{0734EAEE-AFB4-4B8E-8288-432812E7B4D5}" dt="2020-09-24T13:20:03.179" v="541" actId="478"/>
          <ac:cxnSpMkLst>
            <pc:docMk/>
            <pc:sldMk cId="763297899" sldId="274"/>
            <ac:cxnSpMk id="113" creationId="{05D4644A-A1AA-4291-B63A-0DB4E429F82D}"/>
          </ac:cxnSpMkLst>
        </pc:cxnChg>
        <pc:cxnChg chg="add del mod">
          <ac:chgData name="郁儒 廖" userId="189a1d031aa848d3" providerId="LiveId" clId="{0734EAEE-AFB4-4B8E-8288-432812E7B4D5}" dt="2020-09-24T13:20:03.179" v="541" actId="478"/>
          <ac:cxnSpMkLst>
            <pc:docMk/>
            <pc:sldMk cId="763297899" sldId="274"/>
            <ac:cxnSpMk id="114" creationId="{B14AE105-5B89-48D5-8D53-3124F6D501A7}"/>
          </ac:cxnSpMkLst>
        </pc:cxnChg>
        <pc:cxnChg chg="add del mod">
          <ac:chgData name="郁儒 廖" userId="189a1d031aa848d3" providerId="LiveId" clId="{0734EAEE-AFB4-4B8E-8288-432812E7B4D5}" dt="2020-09-24T13:20:03.179" v="541" actId="478"/>
          <ac:cxnSpMkLst>
            <pc:docMk/>
            <pc:sldMk cId="763297899" sldId="274"/>
            <ac:cxnSpMk id="117" creationId="{629014B2-60DA-41E0-B3F9-2EAAE2A55EA4}"/>
          </ac:cxnSpMkLst>
        </pc:cxnChg>
        <pc:cxnChg chg="add del mod">
          <ac:chgData name="郁儒 廖" userId="189a1d031aa848d3" providerId="LiveId" clId="{0734EAEE-AFB4-4B8E-8288-432812E7B4D5}" dt="2020-09-24T13:20:03.179" v="541" actId="478"/>
          <ac:cxnSpMkLst>
            <pc:docMk/>
            <pc:sldMk cId="763297899" sldId="274"/>
            <ac:cxnSpMk id="118" creationId="{E99EC08A-9D12-48C3-AB55-3D46DED019BE}"/>
          </ac:cxnSpMkLst>
        </pc:cxnChg>
        <pc:cxnChg chg="add del mod">
          <ac:chgData name="郁儒 廖" userId="189a1d031aa848d3" providerId="LiveId" clId="{0734EAEE-AFB4-4B8E-8288-432812E7B4D5}" dt="2020-09-24T13:20:03.179" v="541" actId="478"/>
          <ac:cxnSpMkLst>
            <pc:docMk/>
            <pc:sldMk cId="763297899" sldId="274"/>
            <ac:cxnSpMk id="119" creationId="{B550C7CF-9DA9-45A7-BF2E-3B2BCAAC33B7}"/>
          </ac:cxnSpMkLst>
        </pc:cxnChg>
        <pc:cxnChg chg="add del mod">
          <ac:chgData name="郁儒 廖" userId="189a1d031aa848d3" providerId="LiveId" clId="{0734EAEE-AFB4-4B8E-8288-432812E7B4D5}" dt="2020-09-24T13:20:03.179" v="541" actId="478"/>
          <ac:cxnSpMkLst>
            <pc:docMk/>
            <pc:sldMk cId="763297899" sldId="274"/>
            <ac:cxnSpMk id="121" creationId="{4A6205E4-0D0E-4D9B-B47C-38C9D89C4917}"/>
          </ac:cxnSpMkLst>
        </pc:cxnChg>
        <pc:cxnChg chg="add del mod">
          <ac:chgData name="郁儒 廖" userId="189a1d031aa848d3" providerId="LiveId" clId="{0734EAEE-AFB4-4B8E-8288-432812E7B4D5}" dt="2020-09-24T13:20:03.179" v="541" actId="478"/>
          <ac:cxnSpMkLst>
            <pc:docMk/>
            <pc:sldMk cId="763297899" sldId="274"/>
            <ac:cxnSpMk id="123" creationId="{BE2F7AAF-19DF-4E09-8038-9928C7ADF4F0}"/>
          </ac:cxnSpMkLst>
        </pc:cxnChg>
        <pc:cxnChg chg="add del mod">
          <ac:chgData name="郁儒 廖" userId="189a1d031aa848d3" providerId="LiveId" clId="{0734EAEE-AFB4-4B8E-8288-432812E7B4D5}" dt="2020-09-24T13:20:03.179" v="541" actId="478"/>
          <ac:cxnSpMkLst>
            <pc:docMk/>
            <pc:sldMk cId="763297899" sldId="274"/>
            <ac:cxnSpMk id="125" creationId="{707FDA76-CCAD-4BC3-9259-92484656E407}"/>
          </ac:cxnSpMkLst>
        </pc:cxnChg>
        <pc:cxnChg chg="add del mod">
          <ac:chgData name="郁儒 廖" userId="189a1d031aa848d3" providerId="LiveId" clId="{0734EAEE-AFB4-4B8E-8288-432812E7B4D5}" dt="2020-09-24T13:20:03.179" v="541" actId="478"/>
          <ac:cxnSpMkLst>
            <pc:docMk/>
            <pc:sldMk cId="763297899" sldId="274"/>
            <ac:cxnSpMk id="126" creationId="{D99D6EC7-4F7E-418D-A3B4-2DD2D5F1FA0C}"/>
          </ac:cxnSpMkLst>
        </pc:cxnChg>
        <pc:cxnChg chg="add del mod">
          <ac:chgData name="郁儒 廖" userId="189a1d031aa848d3" providerId="LiveId" clId="{0734EAEE-AFB4-4B8E-8288-432812E7B4D5}" dt="2020-09-24T13:20:03.179" v="541" actId="478"/>
          <ac:cxnSpMkLst>
            <pc:docMk/>
            <pc:sldMk cId="763297899" sldId="274"/>
            <ac:cxnSpMk id="129" creationId="{3277CE81-E3A2-46D4-893C-1E1D4B00591E}"/>
          </ac:cxnSpMkLst>
        </pc:cxnChg>
        <pc:cxnChg chg="add del mod">
          <ac:chgData name="郁儒 廖" userId="189a1d031aa848d3" providerId="LiveId" clId="{0734EAEE-AFB4-4B8E-8288-432812E7B4D5}" dt="2020-09-24T13:20:03.179" v="541" actId="478"/>
          <ac:cxnSpMkLst>
            <pc:docMk/>
            <pc:sldMk cId="763297899" sldId="274"/>
            <ac:cxnSpMk id="130" creationId="{ACAA10C9-E815-4482-A65B-995C6EBABB0A}"/>
          </ac:cxnSpMkLst>
        </pc:cxnChg>
        <pc:cxnChg chg="add del mod">
          <ac:chgData name="郁儒 廖" userId="189a1d031aa848d3" providerId="LiveId" clId="{0734EAEE-AFB4-4B8E-8288-432812E7B4D5}" dt="2020-09-24T13:20:03.179" v="541" actId="478"/>
          <ac:cxnSpMkLst>
            <pc:docMk/>
            <pc:sldMk cId="763297899" sldId="274"/>
            <ac:cxnSpMk id="132" creationId="{9574E267-AA20-4DB8-9E81-347634CEB9BC}"/>
          </ac:cxnSpMkLst>
        </pc:cxnChg>
        <pc:cxnChg chg="add mod">
          <ac:chgData name="郁儒 廖" userId="189a1d031aa848d3" providerId="LiveId" clId="{0734EAEE-AFB4-4B8E-8288-432812E7B4D5}" dt="2020-09-24T13:20:58.914" v="625" actId="1036"/>
          <ac:cxnSpMkLst>
            <pc:docMk/>
            <pc:sldMk cId="763297899" sldId="274"/>
            <ac:cxnSpMk id="135" creationId="{2F23D6DF-3C4D-4050-A8E0-882C6042F26C}"/>
          </ac:cxnSpMkLst>
        </pc:cxnChg>
        <pc:cxnChg chg="add mod">
          <ac:chgData name="郁儒 廖" userId="189a1d031aa848d3" providerId="LiveId" clId="{0734EAEE-AFB4-4B8E-8288-432812E7B4D5}" dt="2020-09-24T13:20:58.914" v="625" actId="1036"/>
          <ac:cxnSpMkLst>
            <pc:docMk/>
            <pc:sldMk cId="763297899" sldId="274"/>
            <ac:cxnSpMk id="136" creationId="{83F34E19-BBB9-4E04-8F17-EA1382E09397}"/>
          </ac:cxnSpMkLst>
        </pc:cxnChg>
        <pc:cxnChg chg="add mod">
          <ac:chgData name="郁儒 廖" userId="189a1d031aa848d3" providerId="LiveId" clId="{0734EAEE-AFB4-4B8E-8288-432812E7B4D5}" dt="2020-09-24T13:20:58.914" v="625" actId="1036"/>
          <ac:cxnSpMkLst>
            <pc:docMk/>
            <pc:sldMk cId="763297899" sldId="274"/>
            <ac:cxnSpMk id="138" creationId="{6C5061DD-C178-4570-A925-6125831CF988}"/>
          </ac:cxnSpMkLst>
        </pc:cxnChg>
        <pc:cxnChg chg="add mod">
          <ac:chgData name="郁儒 廖" userId="189a1d031aa848d3" providerId="LiveId" clId="{0734EAEE-AFB4-4B8E-8288-432812E7B4D5}" dt="2020-09-24T13:20:58.914" v="625" actId="1036"/>
          <ac:cxnSpMkLst>
            <pc:docMk/>
            <pc:sldMk cId="763297899" sldId="274"/>
            <ac:cxnSpMk id="139" creationId="{7216A6C0-8575-417E-B1D1-C09C3CFF55B8}"/>
          </ac:cxnSpMkLst>
        </pc:cxnChg>
        <pc:cxnChg chg="add mod">
          <ac:chgData name="郁儒 廖" userId="189a1d031aa848d3" providerId="LiveId" clId="{0734EAEE-AFB4-4B8E-8288-432812E7B4D5}" dt="2020-09-24T13:20:58.914" v="625" actId="1036"/>
          <ac:cxnSpMkLst>
            <pc:docMk/>
            <pc:sldMk cId="763297899" sldId="274"/>
            <ac:cxnSpMk id="141" creationId="{DB3E37F0-6BBD-40A1-9FC5-10798AFFB6D9}"/>
          </ac:cxnSpMkLst>
        </pc:cxnChg>
        <pc:cxnChg chg="add mod">
          <ac:chgData name="郁儒 廖" userId="189a1d031aa848d3" providerId="LiveId" clId="{0734EAEE-AFB4-4B8E-8288-432812E7B4D5}" dt="2020-09-24T13:20:58.914" v="625" actId="1036"/>
          <ac:cxnSpMkLst>
            <pc:docMk/>
            <pc:sldMk cId="763297899" sldId="274"/>
            <ac:cxnSpMk id="142" creationId="{FF5DB06D-5E56-4958-B3B9-BA0A7841C58B}"/>
          </ac:cxnSpMkLst>
        </pc:cxnChg>
        <pc:cxnChg chg="add mod">
          <ac:chgData name="郁儒 廖" userId="189a1d031aa848d3" providerId="LiveId" clId="{0734EAEE-AFB4-4B8E-8288-432812E7B4D5}" dt="2020-09-24T13:20:58.914" v="625" actId="1036"/>
          <ac:cxnSpMkLst>
            <pc:docMk/>
            <pc:sldMk cId="763297899" sldId="274"/>
            <ac:cxnSpMk id="144" creationId="{FFFBF3E3-EDAF-4972-B27D-34F2393CC816}"/>
          </ac:cxnSpMkLst>
        </pc:cxnChg>
        <pc:cxnChg chg="add mod">
          <ac:chgData name="郁儒 廖" userId="189a1d031aa848d3" providerId="LiveId" clId="{0734EAEE-AFB4-4B8E-8288-432812E7B4D5}" dt="2020-09-24T13:20:58.914" v="625" actId="1036"/>
          <ac:cxnSpMkLst>
            <pc:docMk/>
            <pc:sldMk cId="763297899" sldId="274"/>
            <ac:cxnSpMk id="145" creationId="{C0C34FFF-07EE-46D0-9311-F180680619B8}"/>
          </ac:cxnSpMkLst>
        </pc:cxnChg>
        <pc:cxnChg chg="add mod">
          <ac:chgData name="郁儒 廖" userId="189a1d031aa848d3" providerId="LiveId" clId="{0734EAEE-AFB4-4B8E-8288-432812E7B4D5}" dt="2020-09-24T13:20:58.914" v="625" actId="1036"/>
          <ac:cxnSpMkLst>
            <pc:docMk/>
            <pc:sldMk cId="763297899" sldId="274"/>
            <ac:cxnSpMk id="147" creationId="{6144B16B-AB9E-40A4-8037-27414CECB3E0}"/>
          </ac:cxnSpMkLst>
        </pc:cxnChg>
        <pc:cxnChg chg="add mod">
          <ac:chgData name="郁儒 廖" userId="189a1d031aa848d3" providerId="LiveId" clId="{0734EAEE-AFB4-4B8E-8288-432812E7B4D5}" dt="2020-09-24T13:20:58.914" v="625" actId="1036"/>
          <ac:cxnSpMkLst>
            <pc:docMk/>
            <pc:sldMk cId="763297899" sldId="274"/>
            <ac:cxnSpMk id="149" creationId="{246FE280-9C8E-4A7A-B39D-0F2ECA44C491}"/>
          </ac:cxnSpMkLst>
        </pc:cxnChg>
        <pc:cxnChg chg="add mod">
          <ac:chgData name="郁儒 廖" userId="189a1d031aa848d3" providerId="LiveId" clId="{0734EAEE-AFB4-4B8E-8288-432812E7B4D5}" dt="2020-09-24T13:20:58.914" v="625" actId="1036"/>
          <ac:cxnSpMkLst>
            <pc:docMk/>
            <pc:sldMk cId="763297899" sldId="274"/>
            <ac:cxnSpMk id="151" creationId="{C3ADBE65-A4C4-4F4B-8A9E-9827BCE7F368}"/>
          </ac:cxnSpMkLst>
        </pc:cxnChg>
        <pc:cxnChg chg="add mod">
          <ac:chgData name="郁儒 廖" userId="189a1d031aa848d3" providerId="LiveId" clId="{0734EAEE-AFB4-4B8E-8288-432812E7B4D5}" dt="2020-09-24T13:20:58.914" v="625" actId="1036"/>
          <ac:cxnSpMkLst>
            <pc:docMk/>
            <pc:sldMk cId="763297899" sldId="274"/>
            <ac:cxnSpMk id="153" creationId="{D9F82BCE-434A-4350-B55E-ACB988896B24}"/>
          </ac:cxnSpMkLst>
        </pc:cxnChg>
        <pc:cxnChg chg="add mod">
          <ac:chgData name="郁儒 廖" userId="189a1d031aa848d3" providerId="LiveId" clId="{0734EAEE-AFB4-4B8E-8288-432812E7B4D5}" dt="2020-09-24T13:20:58.914" v="625" actId="1036"/>
          <ac:cxnSpMkLst>
            <pc:docMk/>
            <pc:sldMk cId="763297899" sldId="274"/>
            <ac:cxnSpMk id="155" creationId="{CECD9425-2280-491D-8E38-7A1E2FEB372E}"/>
          </ac:cxnSpMkLst>
        </pc:cxnChg>
        <pc:cxnChg chg="add mod">
          <ac:chgData name="郁儒 廖" userId="189a1d031aa848d3" providerId="LiveId" clId="{0734EAEE-AFB4-4B8E-8288-432812E7B4D5}" dt="2020-09-24T13:20:58.914" v="625" actId="1036"/>
          <ac:cxnSpMkLst>
            <pc:docMk/>
            <pc:sldMk cId="763297899" sldId="274"/>
            <ac:cxnSpMk id="156" creationId="{55A3D8D8-4899-4EE2-AB45-B64D4EE0EEC3}"/>
          </ac:cxnSpMkLst>
        </pc:cxnChg>
        <pc:cxnChg chg="add mod">
          <ac:chgData name="郁儒 廖" userId="189a1d031aa848d3" providerId="LiveId" clId="{0734EAEE-AFB4-4B8E-8288-432812E7B4D5}" dt="2020-09-24T13:20:58.914" v="625" actId="1036"/>
          <ac:cxnSpMkLst>
            <pc:docMk/>
            <pc:sldMk cId="763297899" sldId="274"/>
            <ac:cxnSpMk id="157" creationId="{651505CE-8237-46FE-A664-031EF46DBA6B}"/>
          </ac:cxnSpMkLst>
        </pc:cxnChg>
        <pc:cxnChg chg="add mod">
          <ac:chgData name="郁儒 廖" userId="189a1d031aa848d3" providerId="LiveId" clId="{0734EAEE-AFB4-4B8E-8288-432812E7B4D5}" dt="2020-09-24T13:20:58.914" v="625" actId="1036"/>
          <ac:cxnSpMkLst>
            <pc:docMk/>
            <pc:sldMk cId="763297899" sldId="274"/>
            <ac:cxnSpMk id="158" creationId="{F45283B1-43DD-4B1A-9E05-20A360D49DDF}"/>
          </ac:cxnSpMkLst>
        </pc:cxnChg>
        <pc:cxnChg chg="add mod">
          <ac:chgData name="郁儒 廖" userId="189a1d031aa848d3" providerId="LiveId" clId="{0734EAEE-AFB4-4B8E-8288-432812E7B4D5}" dt="2020-09-24T13:20:58.914" v="625" actId="1036"/>
          <ac:cxnSpMkLst>
            <pc:docMk/>
            <pc:sldMk cId="763297899" sldId="274"/>
            <ac:cxnSpMk id="163" creationId="{3EC8BAFF-AC28-4893-B72E-24377998B3DC}"/>
          </ac:cxnSpMkLst>
        </pc:cxnChg>
        <pc:cxnChg chg="add mod">
          <ac:chgData name="郁儒 廖" userId="189a1d031aa848d3" providerId="LiveId" clId="{0734EAEE-AFB4-4B8E-8288-432812E7B4D5}" dt="2020-09-24T13:20:58.914" v="625" actId="1036"/>
          <ac:cxnSpMkLst>
            <pc:docMk/>
            <pc:sldMk cId="763297899" sldId="274"/>
            <ac:cxnSpMk id="165" creationId="{670C1FC8-901F-4965-B02B-7215E3B3C3F8}"/>
          </ac:cxnSpMkLst>
        </pc:cxnChg>
        <pc:cxnChg chg="add mod">
          <ac:chgData name="郁儒 廖" userId="189a1d031aa848d3" providerId="LiveId" clId="{0734EAEE-AFB4-4B8E-8288-432812E7B4D5}" dt="2020-09-24T13:20:58.914" v="625" actId="1036"/>
          <ac:cxnSpMkLst>
            <pc:docMk/>
            <pc:sldMk cId="763297899" sldId="274"/>
            <ac:cxnSpMk id="166" creationId="{F0B91B92-560C-4816-84C1-7888ACA7A634}"/>
          </ac:cxnSpMkLst>
        </pc:cxnChg>
        <pc:cxnChg chg="add mod">
          <ac:chgData name="郁儒 廖" userId="189a1d031aa848d3" providerId="LiveId" clId="{0734EAEE-AFB4-4B8E-8288-432812E7B4D5}" dt="2020-09-24T13:20:58.914" v="625" actId="1036"/>
          <ac:cxnSpMkLst>
            <pc:docMk/>
            <pc:sldMk cId="763297899" sldId="274"/>
            <ac:cxnSpMk id="168" creationId="{BC200043-FC23-4570-9723-50F0E11B57F7}"/>
          </ac:cxnSpMkLst>
        </pc:cxnChg>
        <pc:cxnChg chg="add mod">
          <ac:chgData name="郁儒 廖" userId="189a1d031aa848d3" providerId="LiveId" clId="{0734EAEE-AFB4-4B8E-8288-432812E7B4D5}" dt="2020-09-24T13:20:58.914" v="625" actId="1036"/>
          <ac:cxnSpMkLst>
            <pc:docMk/>
            <pc:sldMk cId="763297899" sldId="274"/>
            <ac:cxnSpMk id="169" creationId="{AA29CDF1-B202-43ED-A6A5-199E9D303CBC}"/>
          </ac:cxnSpMkLst>
        </pc:cxnChg>
        <pc:cxnChg chg="add mod">
          <ac:chgData name="郁儒 廖" userId="189a1d031aa848d3" providerId="LiveId" clId="{0734EAEE-AFB4-4B8E-8288-432812E7B4D5}" dt="2020-09-24T13:20:58.914" v="625" actId="1036"/>
          <ac:cxnSpMkLst>
            <pc:docMk/>
            <pc:sldMk cId="763297899" sldId="274"/>
            <ac:cxnSpMk id="171" creationId="{C8F689E7-D995-4FEA-8C59-0F34E82D2F76}"/>
          </ac:cxnSpMkLst>
        </pc:cxnChg>
        <pc:cxnChg chg="add mod">
          <ac:chgData name="郁儒 廖" userId="189a1d031aa848d3" providerId="LiveId" clId="{0734EAEE-AFB4-4B8E-8288-432812E7B4D5}" dt="2020-09-24T13:20:58.914" v="625" actId="1036"/>
          <ac:cxnSpMkLst>
            <pc:docMk/>
            <pc:sldMk cId="763297899" sldId="274"/>
            <ac:cxnSpMk id="172" creationId="{9F9F3B2F-C4D8-42E9-87DE-E8A688BD24E1}"/>
          </ac:cxnSpMkLst>
        </pc:cxnChg>
        <pc:cxnChg chg="add mod">
          <ac:chgData name="郁儒 廖" userId="189a1d031aa848d3" providerId="LiveId" clId="{0734EAEE-AFB4-4B8E-8288-432812E7B4D5}" dt="2020-09-24T13:20:58.914" v="625" actId="1036"/>
          <ac:cxnSpMkLst>
            <pc:docMk/>
            <pc:sldMk cId="763297899" sldId="274"/>
            <ac:cxnSpMk id="176" creationId="{3D87AFC0-0F16-44A1-B44D-55F03D18F461}"/>
          </ac:cxnSpMkLst>
        </pc:cxnChg>
        <pc:cxnChg chg="add mod">
          <ac:chgData name="郁儒 廖" userId="189a1d031aa848d3" providerId="LiveId" clId="{0734EAEE-AFB4-4B8E-8288-432812E7B4D5}" dt="2020-09-24T13:20:58.914" v="625" actId="1036"/>
          <ac:cxnSpMkLst>
            <pc:docMk/>
            <pc:sldMk cId="763297899" sldId="274"/>
            <ac:cxnSpMk id="177" creationId="{9A9CFE85-29AA-485A-9DAD-1010E46C8AEA}"/>
          </ac:cxnSpMkLst>
        </pc:cxnChg>
        <pc:cxnChg chg="add mod">
          <ac:chgData name="郁儒 廖" userId="189a1d031aa848d3" providerId="LiveId" clId="{0734EAEE-AFB4-4B8E-8288-432812E7B4D5}" dt="2020-09-24T13:20:58.914" v="625" actId="1036"/>
          <ac:cxnSpMkLst>
            <pc:docMk/>
            <pc:sldMk cId="763297899" sldId="274"/>
            <ac:cxnSpMk id="178" creationId="{83993DD0-1741-4CC7-ADFA-65ADF761125C}"/>
          </ac:cxnSpMkLst>
        </pc:cxnChg>
        <pc:cxnChg chg="add mod">
          <ac:chgData name="郁儒 廖" userId="189a1d031aa848d3" providerId="LiveId" clId="{0734EAEE-AFB4-4B8E-8288-432812E7B4D5}" dt="2020-09-24T13:20:58.914" v="625" actId="1036"/>
          <ac:cxnSpMkLst>
            <pc:docMk/>
            <pc:sldMk cId="763297899" sldId="274"/>
            <ac:cxnSpMk id="180" creationId="{E19543A0-0DB9-4CBD-81B8-3BD61C88E6AF}"/>
          </ac:cxnSpMkLst>
        </pc:cxnChg>
        <pc:cxnChg chg="add mod">
          <ac:chgData name="郁儒 廖" userId="189a1d031aa848d3" providerId="LiveId" clId="{0734EAEE-AFB4-4B8E-8288-432812E7B4D5}" dt="2020-09-24T13:20:58.914" v="625" actId="1036"/>
          <ac:cxnSpMkLst>
            <pc:docMk/>
            <pc:sldMk cId="763297899" sldId="274"/>
            <ac:cxnSpMk id="182" creationId="{919CDE80-5238-4B9F-A9FB-89938E8DBBC9}"/>
          </ac:cxnSpMkLst>
        </pc:cxnChg>
        <pc:cxnChg chg="add mod">
          <ac:chgData name="郁儒 廖" userId="189a1d031aa848d3" providerId="LiveId" clId="{0734EAEE-AFB4-4B8E-8288-432812E7B4D5}" dt="2020-09-24T13:20:58.914" v="625" actId="1036"/>
          <ac:cxnSpMkLst>
            <pc:docMk/>
            <pc:sldMk cId="763297899" sldId="274"/>
            <ac:cxnSpMk id="184" creationId="{1AE14722-BC5B-4225-A9FA-263D2569C5F4}"/>
          </ac:cxnSpMkLst>
        </pc:cxnChg>
        <pc:cxnChg chg="add mod">
          <ac:chgData name="郁儒 廖" userId="189a1d031aa848d3" providerId="LiveId" clId="{0734EAEE-AFB4-4B8E-8288-432812E7B4D5}" dt="2020-09-24T13:20:58.914" v="625" actId="1036"/>
          <ac:cxnSpMkLst>
            <pc:docMk/>
            <pc:sldMk cId="763297899" sldId="274"/>
            <ac:cxnSpMk id="185" creationId="{80D82067-2FE5-46FD-A066-19F4F7975A74}"/>
          </ac:cxnSpMkLst>
        </pc:cxnChg>
        <pc:cxnChg chg="add mod">
          <ac:chgData name="郁儒 廖" userId="189a1d031aa848d3" providerId="LiveId" clId="{0734EAEE-AFB4-4B8E-8288-432812E7B4D5}" dt="2020-09-24T13:20:58.914" v="625" actId="1036"/>
          <ac:cxnSpMkLst>
            <pc:docMk/>
            <pc:sldMk cId="763297899" sldId="274"/>
            <ac:cxnSpMk id="188" creationId="{29A8EFD6-F62F-4006-A930-849B5B7D4B19}"/>
          </ac:cxnSpMkLst>
        </pc:cxnChg>
        <pc:cxnChg chg="add mod">
          <ac:chgData name="郁儒 廖" userId="189a1d031aa848d3" providerId="LiveId" clId="{0734EAEE-AFB4-4B8E-8288-432812E7B4D5}" dt="2020-09-24T13:20:58.914" v="625" actId="1036"/>
          <ac:cxnSpMkLst>
            <pc:docMk/>
            <pc:sldMk cId="763297899" sldId="274"/>
            <ac:cxnSpMk id="189" creationId="{5963C06E-8D73-4A68-867B-DC729958B016}"/>
          </ac:cxnSpMkLst>
        </pc:cxnChg>
        <pc:cxnChg chg="add mod">
          <ac:chgData name="郁儒 廖" userId="189a1d031aa848d3" providerId="LiveId" clId="{0734EAEE-AFB4-4B8E-8288-432812E7B4D5}" dt="2020-09-24T13:20:58.914" v="625" actId="1036"/>
          <ac:cxnSpMkLst>
            <pc:docMk/>
            <pc:sldMk cId="763297899" sldId="274"/>
            <ac:cxnSpMk id="191" creationId="{87B3C0DC-1BEB-468B-8E21-96B06F27352C}"/>
          </ac:cxnSpMkLst>
        </pc:cxnChg>
      </pc:sldChg>
      <pc:sldChg chg="addSp delSp modSp add mod ord modAnim">
        <pc:chgData name="郁儒 廖" userId="189a1d031aa848d3" providerId="LiveId" clId="{0734EAEE-AFB4-4B8E-8288-432812E7B4D5}" dt="2020-09-24T14:49:30.302" v="1264" actId="20577"/>
        <pc:sldMkLst>
          <pc:docMk/>
          <pc:sldMk cId="1554478653" sldId="275"/>
        </pc:sldMkLst>
        <pc:spChg chg="mod">
          <ac:chgData name="郁儒 廖" userId="189a1d031aa848d3" providerId="LiveId" clId="{0734EAEE-AFB4-4B8E-8288-432812E7B4D5}" dt="2020-09-24T14:07:39.492" v="863"/>
          <ac:spMkLst>
            <pc:docMk/>
            <pc:sldMk cId="1554478653" sldId="275"/>
            <ac:spMk id="2" creationId="{7F550715-45BC-480C-929E-02B819AF877C}"/>
          </ac:spMkLst>
        </pc:spChg>
        <pc:spChg chg="mod">
          <ac:chgData name="郁儒 廖" userId="189a1d031aa848d3" providerId="LiveId" clId="{0734EAEE-AFB4-4B8E-8288-432812E7B4D5}" dt="2020-09-24T14:37:33.951" v="1102" actId="20577"/>
          <ac:spMkLst>
            <pc:docMk/>
            <pc:sldMk cId="1554478653" sldId="275"/>
            <ac:spMk id="4" creationId="{FD113D12-21CB-489E-91E7-822672C2153C}"/>
          </ac:spMkLst>
        </pc:spChg>
        <pc:spChg chg="del mod">
          <ac:chgData name="郁儒 廖" userId="189a1d031aa848d3" providerId="LiveId" clId="{0734EAEE-AFB4-4B8E-8288-432812E7B4D5}" dt="2020-09-24T14:06:13.020" v="826" actId="478"/>
          <ac:spMkLst>
            <pc:docMk/>
            <pc:sldMk cId="1554478653" sldId="275"/>
            <ac:spMk id="7" creationId="{F5F7FE52-AC47-4FAD-BD9C-CCCBC3F7DA02}"/>
          </ac:spMkLst>
        </pc:spChg>
        <pc:spChg chg="mod">
          <ac:chgData name="郁儒 廖" userId="189a1d031aa848d3" providerId="LiveId" clId="{0734EAEE-AFB4-4B8E-8288-432812E7B4D5}" dt="2020-09-24T14:49:24.265" v="1260" actId="20577"/>
          <ac:spMkLst>
            <pc:docMk/>
            <pc:sldMk cId="1554478653" sldId="275"/>
            <ac:spMk id="8" creationId="{62D610EC-D21B-4123-A92B-16D8D21A41F6}"/>
          </ac:spMkLst>
        </pc:spChg>
        <pc:spChg chg="add del mod">
          <ac:chgData name="郁儒 廖" userId="189a1d031aa848d3" providerId="LiveId" clId="{0734EAEE-AFB4-4B8E-8288-432812E7B4D5}" dt="2020-09-24T13:57:34.871" v="702"/>
          <ac:spMkLst>
            <pc:docMk/>
            <pc:sldMk cId="1554478653" sldId="275"/>
            <ac:spMk id="13" creationId="{8EE478B1-6432-4D13-8E55-5088CCDB5DD7}"/>
          </ac:spMkLst>
        </pc:spChg>
        <pc:spChg chg="add del mod">
          <ac:chgData name="郁儒 廖" userId="189a1d031aa848d3" providerId="LiveId" clId="{0734EAEE-AFB4-4B8E-8288-432812E7B4D5}" dt="2020-09-24T13:57:34.871" v="702"/>
          <ac:spMkLst>
            <pc:docMk/>
            <pc:sldMk cId="1554478653" sldId="275"/>
            <ac:spMk id="16" creationId="{8EF189FF-6B83-460B-AB57-D7AB05BC24F5}"/>
          </ac:spMkLst>
        </pc:spChg>
        <pc:spChg chg="add del mod">
          <ac:chgData name="郁儒 廖" userId="189a1d031aa848d3" providerId="LiveId" clId="{0734EAEE-AFB4-4B8E-8288-432812E7B4D5}" dt="2020-09-24T13:57:34.871" v="702"/>
          <ac:spMkLst>
            <pc:docMk/>
            <pc:sldMk cId="1554478653" sldId="275"/>
            <ac:spMk id="20" creationId="{44211984-D825-4B6D-8CE0-B69D4D94291D}"/>
          </ac:spMkLst>
        </pc:spChg>
        <pc:spChg chg="add del mod">
          <ac:chgData name="郁儒 廖" userId="189a1d031aa848d3" providerId="LiveId" clId="{0734EAEE-AFB4-4B8E-8288-432812E7B4D5}" dt="2020-09-24T13:57:34.871" v="702"/>
          <ac:spMkLst>
            <pc:docMk/>
            <pc:sldMk cId="1554478653" sldId="275"/>
            <ac:spMk id="22" creationId="{C1E9AAAB-5FAF-42FA-AB27-A920BC15AAF3}"/>
          </ac:spMkLst>
        </pc:spChg>
        <pc:spChg chg="add del mod">
          <ac:chgData name="郁儒 廖" userId="189a1d031aa848d3" providerId="LiveId" clId="{0734EAEE-AFB4-4B8E-8288-432812E7B4D5}" dt="2020-09-24T13:57:34.871" v="702"/>
          <ac:spMkLst>
            <pc:docMk/>
            <pc:sldMk cId="1554478653" sldId="275"/>
            <ac:spMk id="24" creationId="{2E2D8385-F426-446E-A116-BDE3F33AAABE}"/>
          </ac:spMkLst>
        </pc:spChg>
        <pc:spChg chg="add del mod">
          <ac:chgData name="郁儒 廖" userId="189a1d031aa848d3" providerId="LiveId" clId="{0734EAEE-AFB4-4B8E-8288-432812E7B4D5}" dt="2020-09-24T13:57:34.871" v="702"/>
          <ac:spMkLst>
            <pc:docMk/>
            <pc:sldMk cId="1554478653" sldId="275"/>
            <ac:spMk id="26" creationId="{8AD92D95-6D18-4C8C-956B-2DC92BD174C9}"/>
          </ac:spMkLst>
        </pc:spChg>
        <pc:spChg chg="add del mod">
          <ac:chgData name="郁儒 廖" userId="189a1d031aa848d3" providerId="LiveId" clId="{0734EAEE-AFB4-4B8E-8288-432812E7B4D5}" dt="2020-09-24T13:57:34.871" v="702"/>
          <ac:spMkLst>
            <pc:docMk/>
            <pc:sldMk cId="1554478653" sldId="275"/>
            <ac:spMk id="31" creationId="{10126378-AD46-4EDB-B42C-76F5D3FC62CE}"/>
          </ac:spMkLst>
        </pc:spChg>
        <pc:spChg chg="add del mod">
          <ac:chgData name="郁儒 廖" userId="189a1d031aa848d3" providerId="LiveId" clId="{0734EAEE-AFB4-4B8E-8288-432812E7B4D5}" dt="2020-09-24T13:57:34.871" v="702"/>
          <ac:spMkLst>
            <pc:docMk/>
            <pc:sldMk cId="1554478653" sldId="275"/>
            <ac:spMk id="32" creationId="{B9731AAA-3003-4587-AF8E-4437589E2664}"/>
          </ac:spMkLst>
        </pc:spChg>
        <pc:spChg chg="add del mod">
          <ac:chgData name="郁儒 廖" userId="189a1d031aa848d3" providerId="LiveId" clId="{0734EAEE-AFB4-4B8E-8288-432812E7B4D5}" dt="2020-09-24T13:57:34.871" v="702"/>
          <ac:spMkLst>
            <pc:docMk/>
            <pc:sldMk cId="1554478653" sldId="275"/>
            <ac:spMk id="33" creationId="{A0E33458-D3BA-444C-9892-6BE73E46D096}"/>
          </ac:spMkLst>
        </pc:spChg>
        <pc:spChg chg="add del mod">
          <ac:chgData name="郁儒 廖" userId="189a1d031aa848d3" providerId="LiveId" clId="{0734EAEE-AFB4-4B8E-8288-432812E7B4D5}" dt="2020-09-24T13:57:34.871" v="702"/>
          <ac:spMkLst>
            <pc:docMk/>
            <pc:sldMk cId="1554478653" sldId="275"/>
            <ac:spMk id="34" creationId="{11CCCDC1-6C60-4372-B823-548A557050F5}"/>
          </ac:spMkLst>
        </pc:spChg>
        <pc:spChg chg="add del mod">
          <ac:chgData name="郁儒 廖" userId="189a1d031aa848d3" providerId="LiveId" clId="{0734EAEE-AFB4-4B8E-8288-432812E7B4D5}" dt="2020-09-24T13:57:34.871" v="702"/>
          <ac:spMkLst>
            <pc:docMk/>
            <pc:sldMk cId="1554478653" sldId="275"/>
            <ac:spMk id="38" creationId="{C9376F74-1FBD-48DE-93ED-C8CD4D30EC05}"/>
          </ac:spMkLst>
        </pc:spChg>
        <pc:spChg chg="add del mod">
          <ac:chgData name="郁儒 廖" userId="189a1d031aa848d3" providerId="LiveId" clId="{0734EAEE-AFB4-4B8E-8288-432812E7B4D5}" dt="2020-09-24T13:57:34.871" v="702"/>
          <ac:spMkLst>
            <pc:docMk/>
            <pc:sldMk cId="1554478653" sldId="275"/>
            <ac:spMk id="41" creationId="{C72A8396-CAEE-4FD4-BD5D-6255B83217F2}"/>
          </ac:spMkLst>
        </pc:spChg>
        <pc:spChg chg="add del mod">
          <ac:chgData name="郁儒 廖" userId="189a1d031aa848d3" providerId="LiveId" clId="{0734EAEE-AFB4-4B8E-8288-432812E7B4D5}" dt="2020-09-24T13:57:34.871" v="702"/>
          <ac:spMkLst>
            <pc:docMk/>
            <pc:sldMk cId="1554478653" sldId="275"/>
            <ac:spMk id="44" creationId="{D3D0096B-83EB-4B4A-9A7A-A5504B9E6AEC}"/>
          </ac:spMkLst>
        </pc:spChg>
        <pc:spChg chg="add del mod">
          <ac:chgData name="郁儒 廖" userId="189a1d031aa848d3" providerId="LiveId" clId="{0734EAEE-AFB4-4B8E-8288-432812E7B4D5}" dt="2020-09-24T13:57:34.871" v="702"/>
          <ac:spMkLst>
            <pc:docMk/>
            <pc:sldMk cId="1554478653" sldId="275"/>
            <ac:spMk id="45" creationId="{2546C245-B58F-45CE-91D9-21918E19194B}"/>
          </ac:spMkLst>
        </pc:spChg>
        <pc:spChg chg="add del mod">
          <ac:chgData name="郁儒 廖" userId="189a1d031aa848d3" providerId="LiveId" clId="{0734EAEE-AFB4-4B8E-8288-432812E7B4D5}" dt="2020-09-24T13:57:34.871" v="702"/>
          <ac:spMkLst>
            <pc:docMk/>
            <pc:sldMk cId="1554478653" sldId="275"/>
            <ac:spMk id="49" creationId="{8B5D4E97-CF31-417B-A660-D183F7273E1D}"/>
          </ac:spMkLst>
        </pc:spChg>
        <pc:spChg chg="add del mod">
          <ac:chgData name="郁儒 廖" userId="189a1d031aa848d3" providerId="LiveId" clId="{0734EAEE-AFB4-4B8E-8288-432812E7B4D5}" dt="2020-09-24T13:57:34.871" v="702"/>
          <ac:spMkLst>
            <pc:docMk/>
            <pc:sldMk cId="1554478653" sldId="275"/>
            <ac:spMk id="51" creationId="{DAD7A66A-900A-404D-A41D-3DD4FDB90BA0}"/>
          </ac:spMkLst>
        </pc:spChg>
        <pc:spChg chg="add del mod">
          <ac:chgData name="郁儒 廖" userId="189a1d031aa848d3" providerId="LiveId" clId="{0734EAEE-AFB4-4B8E-8288-432812E7B4D5}" dt="2020-09-24T13:57:34.871" v="702"/>
          <ac:spMkLst>
            <pc:docMk/>
            <pc:sldMk cId="1554478653" sldId="275"/>
            <ac:spMk id="53" creationId="{1B5937F7-458D-437A-BCCB-8887A7B776F0}"/>
          </ac:spMkLst>
        </pc:spChg>
        <pc:spChg chg="add del mod">
          <ac:chgData name="郁儒 廖" userId="189a1d031aa848d3" providerId="LiveId" clId="{0734EAEE-AFB4-4B8E-8288-432812E7B4D5}" dt="2020-09-24T13:57:34.871" v="702"/>
          <ac:spMkLst>
            <pc:docMk/>
            <pc:sldMk cId="1554478653" sldId="275"/>
            <ac:spMk id="56" creationId="{FCE8A356-6E39-4111-886C-FDFF271F5918}"/>
          </ac:spMkLst>
        </pc:spChg>
        <pc:spChg chg="add del mod">
          <ac:chgData name="郁儒 廖" userId="189a1d031aa848d3" providerId="LiveId" clId="{0734EAEE-AFB4-4B8E-8288-432812E7B4D5}" dt="2020-09-24T13:57:34.871" v="702"/>
          <ac:spMkLst>
            <pc:docMk/>
            <pc:sldMk cId="1554478653" sldId="275"/>
            <ac:spMk id="57" creationId="{2F087F05-4E9D-4A64-8474-DD218F8B60BF}"/>
          </ac:spMkLst>
        </pc:spChg>
        <pc:spChg chg="add del mod">
          <ac:chgData name="郁儒 廖" userId="189a1d031aa848d3" providerId="LiveId" clId="{0734EAEE-AFB4-4B8E-8288-432812E7B4D5}" dt="2020-09-24T13:57:34.871" v="702"/>
          <ac:spMkLst>
            <pc:docMk/>
            <pc:sldMk cId="1554478653" sldId="275"/>
            <ac:spMk id="60" creationId="{1B3B14BB-7A1A-4AF5-A8F6-7C37FED3FB8D}"/>
          </ac:spMkLst>
        </pc:spChg>
        <pc:spChg chg="add del mod">
          <ac:chgData name="郁儒 廖" userId="189a1d031aa848d3" providerId="LiveId" clId="{0734EAEE-AFB4-4B8E-8288-432812E7B4D5}" dt="2020-09-24T13:57:34.871" v="702"/>
          <ac:spMkLst>
            <pc:docMk/>
            <pc:sldMk cId="1554478653" sldId="275"/>
            <ac:spMk id="62" creationId="{6409200B-96E5-4A61-A7F4-0689DACD9A9C}"/>
          </ac:spMkLst>
        </pc:spChg>
        <pc:spChg chg="add del mod">
          <ac:chgData name="郁儒 廖" userId="189a1d031aa848d3" providerId="LiveId" clId="{0734EAEE-AFB4-4B8E-8288-432812E7B4D5}" dt="2020-09-24T13:57:34.871" v="702"/>
          <ac:spMkLst>
            <pc:docMk/>
            <pc:sldMk cId="1554478653" sldId="275"/>
            <ac:spMk id="63" creationId="{48CA7363-6EAD-4547-BE7F-F01221C32746}"/>
          </ac:spMkLst>
        </pc:spChg>
        <pc:spChg chg="add mod">
          <ac:chgData name="郁儒 廖" userId="189a1d031aa848d3" providerId="LiveId" clId="{0734EAEE-AFB4-4B8E-8288-432812E7B4D5}" dt="2020-09-24T14:07:23.188" v="861" actId="1076"/>
          <ac:spMkLst>
            <pc:docMk/>
            <pc:sldMk cId="1554478653" sldId="275"/>
            <ac:spMk id="65" creationId="{027F93A1-1BF2-41E3-B004-C2EE4EE72192}"/>
          </ac:spMkLst>
        </pc:spChg>
        <pc:spChg chg="add mod">
          <ac:chgData name="郁儒 廖" userId="189a1d031aa848d3" providerId="LiveId" clId="{0734EAEE-AFB4-4B8E-8288-432812E7B4D5}" dt="2020-09-24T14:07:25.372" v="862" actId="1076"/>
          <ac:spMkLst>
            <pc:docMk/>
            <pc:sldMk cId="1554478653" sldId="275"/>
            <ac:spMk id="67" creationId="{9BDF08DA-76CF-4CFF-8FDC-ECD1710D159D}"/>
          </ac:spMkLst>
        </pc:spChg>
        <pc:spChg chg="add mod">
          <ac:chgData name="郁儒 廖" userId="189a1d031aa848d3" providerId="LiveId" clId="{0734EAEE-AFB4-4B8E-8288-432812E7B4D5}" dt="2020-09-24T14:37:40.876" v="1106" actId="20577"/>
          <ac:spMkLst>
            <pc:docMk/>
            <pc:sldMk cId="1554478653" sldId="275"/>
            <ac:spMk id="69" creationId="{26A010F2-856A-4B4E-8CC6-F4A1E9D1A9DC}"/>
          </ac:spMkLst>
        </pc:spChg>
        <pc:spChg chg="add mod">
          <ac:chgData name="郁儒 廖" userId="189a1d031aa848d3" providerId="LiveId" clId="{0734EAEE-AFB4-4B8E-8288-432812E7B4D5}" dt="2020-09-24T14:49:30.302" v="1264" actId="20577"/>
          <ac:spMkLst>
            <pc:docMk/>
            <pc:sldMk cId="1554478653" sldId="275"/>
            <ac:spMk id="71" creationId="{699E7781-08AA-4CCF-9F27-221C21ECEF28}"/>
          </ac:spMkLst>
        </pc:spChg>
        <pc:graphicFrameChg chg="add mod modGraphic">
          <ac:chgData name="郁儒 廖" userId="189a1d031aa848d3" providerId="LiveId" clId="{0734EAEE-AFB4-4B8E-8288-432812E7B4D5}" dt="2020-09-24T14:03:21.262" v="790" actId="20577"/>
          <ac:graphicFrameMkLst>
            <pc:docMk/>
            <pc:sldMk cId="1554478653" sldId="275"/>
            <ac:graphicFrameMk id="6" creationId="{DE4E8DA1-08B2-498C-A11B-01E0E9942D5F}"/>
          </ac:graphicFrameMkLst>
        </pc:graphicFrameChg>
        <pc:picChg chg="del">
          <ac:chgData name="郁儒 廖" userId="189a1d031aa848d3" providerId="LiveId" clId="{0734EAEE-AFB4-4B8E-8288-432812E7B4D5}" dt="2020-09-24T13:57:27.104" v="699" actId="478"/>
          <ac:picMkLst>
            <pc:docMk/>
            <pc:sldMk cId="1554478653" sldId="275"/>
            <ac:picMk id="5" creationId="{32B91443-2482-4B7E-BC52-98F7363C061F}"/>
          </ac:picMkLst>
        </pc:picChg>
        <pc:cxnChg chg="add del mod">
          <ac:chgData name="郁儒 廖" userId="189a1d031aa848d3" providerId="LiveId" clId="{0734EAEE-AFB4-4B8E-8288-432812E7B4D5}" dt="2020-09-24T13:57:34.871" v="702"/>
          <ac:cxnSpMkLst>
            <pc:docMk/>
            <pc:sldMk cId="1554478653" sldId="275"/>
            <ac:cxnSpMk id="9" creationId="{56526532-EDA9-4A75-A2A2-FD1812E21570}"/>
          </ac:cxnSpMkLst>
        </pc:cxnChg>
        <pc:cxnChg chg="add del mod">
          <ac:chgData name="郁儒 廖" userId="189a1d031aa848d3" providerId="LiveId" clId="{0734EAEE-AFB4-4B8E-8288-432812E7B4D5}" dt="2020-09-24T13:57:34.871" v="702"/>
          <ac:cxnSpMkLst>
            <pc:docMk/>
            <pc:sldMk cId="1554478653" sldId="275"/>
            <ac:cxnSpMk id="10" creationId="{14B7E0DF-156C-4598-BB82-D9CA6C4BF6E7}"/>
          </ac:cxnSpMkLst>
        </pc:cxnChg>
        <pc:cxnChg chg="add del mod">
          <ac:chgData name="郁儒 廖" userId="189a1d031aa848d3" providerId="LiveId" clId="{0734EAEE-AFB4-4B8E-8288-432812E7B4D5}" dt="2020-09-24T13:57:34.871" v="702"/>
          <ac:cxnSpMkLst>
            <pc:docMk/>
            <pc:sldMk cId="1554478653" sldId="275"/>
            <ac:cxnSpMk id="11" creationId="{3B240B0F-7CCB-46E2-AF57-70201AA63B5D}"/>
          </ac:cxnSpMkLst>
        </pc:cxnChg>
        <pc:cxnChg chg="add del mod">
          <ac:chgData name="郁儒 廖" userId="189a1d031aa848d3" providerId="LiveId" clId="{0734EAEE-AFB4-4B8E-8288-432812E7B4D5}" dt="2020-09-24T13:57:34.871" v="702"/>
          <ac:cxnSpMkLst>
            <pc:docMk/>
            <pc:sldMk cId="1554478653" sldId="275"/>
            <ac:cxnSpMk id="12" creationId="{E36A51C3-B8C2-4D66-9497-212F4C71695E}"/>
          </ac:cxnSpMkLst>
        </pc:cxnChg>
        <pc:cxnChg chg="add del mod">
          <ac:chgData name="郁儒 廖" userId="189a1d031aa848d3" providerId="LiveId" clId="{0734EAEE-AFB4-4B8E-8288-432812E7B4D5}" dt="2020-09-24T13:57:34.871" v="702"/>
          <ac:cxnSpMkLst>
            <pc:docMk/>
            <pc:sldMk cId="1554478653" sldId="275"/>
            <ac:cxnSpMk id="14" creationId="{5D5A97BF-046F-44D1-8F00-EC06CAEE4EAB}"/>
          </ac:cxnSpMkLst>
        </pc:cxnChg>
        <pc:cxnChg chg="add del mod">
          <ac:chgData name="郁儒 廖" userId="189a1d031aa848d3" providerId="LiveId" clId="{0734EAEE-AFB4-4B8E-8288-432812E7B4D5}" dt="2020-09-24T13:57:34.871" v="702"/>
          <ac:cxnSpMkLst>
            <pc:docMk/>
            <pc:sldMk cId="1554478653" sldId="275"/>
            <ac:cxnSpMk id="15" creationId="{E42767D1-16A5-4B67-863C-E16894D6E1C1}"/>
          </ac:cxnSpMkLst>
        </pc:cxnChg>
        <pc:cxnChg chg="add del mod">
          <ac:chgData name="郁儒 廖" userId="189a1d031aa848d3" providerId="LiveId" clId="{0734EAEE-AFB4-4B8E-8288-432812E7B4D5}" dt="2020-09-24T13:57:34.871" v="702"/>
          <ac:cxnSpMkLst>
            <pc:docMk/>
            <pc:sldMk cId="1554478653" sldId="275"/>
            <ac:cxnSpMk id="17" creationId="{C50B6286-D076-4A7B-A733-2DBBB34B1B86}"/>
          </ac:cxnSpMkLst>
        </pc:cxnChg>
        <pc:cxnChg chg="add del mod">
          <ac:chgData name="郁儒 廖" userId="189a1d031aa848d3" providerId="LiveId" clId="{0734EAEE-AFB4-4B8E-8288-432812E7B4D5}" dt="2020-09-24T13:57:34.871" v="702"/>
          <ac:cxnSpMkLst>
            <pc:docMk/>
            <pc:sldMk cId="1554478653" sldId="275"/>
            <ac:cxnSpMk id="18" creationId="{E04E989C-4CA6-41C7-A702-33A048DDFEC2}"/>
          </ac:cxnSpMkLst>
        </pc:cxnChg>
        <pc:cxnChg chg="add del mod">
          <ac:chgData name="郁儒 廖" userId="189a1d031aa848d3" providerId="LiveId" clId="{0734EAEE-AFB4-4B8E-8288-432812E7B4D5}" dt="2020-09-24T13:57:34.871" v="702"/>
          <ac:cxnSpMkLst>
            <pc:docMk/>
            <pc:sldMk cId="1554478653" sldId="275"/>
            <ac:cxnSpMk id="19" creationId="{8175A68F-BBA4-482B-B0F9-E8D53AA76E8A}"/>
          </ac:cxnSpMkLst>
        </pc:cxnChg>
        <pc:cxnChg chg="add del mod">
          <ac:chgData name="郁儒 廖" userId="189a1d031aa848d3" providerId="LiveId" clId="{0734EAEE-AFB4-4B8E-8288-432812E7B4D5}" dt="2020-09-24T13:57:34.871" v="702"/>
          <ac:cxnSpMkLst>
            <pc:docMk/>
            <pc:sldMk cId="1554478653" sldId="275"/>
            <ac:cxnSpMk id="21" creationId="{BDC6E960-7C8C-4C5B-800A-B7C5BA9C4FE1}"/>
          </ac:cxnSpMkLst>
        </pc:cxnChg>
        <pc:cxnChg chg="add del mod">
          <ac:chgData name="郁儒 廖" userId="189a1d031aa848d3" providerId="LiveId" clId="{0734EAEE-AFB4-4B8E-8288-432812E7B4D5}" dt="2020-09-24T13:57:34.871" v="702"/>
          <ac:cxnSpMkLst>
            <pc:docMk/>
            <pc:sldMk cId="1554478653" sldId="275"/>
            <ac:cxnSpMk id="23" creationId="{CC292025-D338-4CBA-B0A5-85B68F408A44}"/>
          </ac:cxnSpMkLst>
        </pc:cxnChg>
        <pc:cxnChg chg="add del mod">
          <ac:chgData name="郁儒 廖" userId="189a1d031aa848d3" providerId="LiveId" clId="{0734EAEE-AFB4-4B8E-8288-432812E7B4D5}" dt="2020-09-24T13:57:34.871" v="702"/>
          <ac:cxnSpMkLst>
            <pc:docMk/>
            <pc:sldMk cId="1554478653" sldId="275"/>
            <ac:cxnSpMk id="25" creationId="{01B245A5-9EBA-4BD2-996D-164511965960}"/>
          </ac:cxnSpMkLst>
        </pc:cxnChg>
        <pc:cxnChg chg="add del mod">
          <ac:chgData name="郁儒 廖" userId="189a1d031aa848d3" providerId="LiveId" clId="{0734EAEE-AFB4-4B8E-8288-432812E7B4D5}" dt="2020-09-24T13:57:34.871" v="702"/>
          <ac:cxnSpMkLst>
            <pc:docMk/>
            <pc:sldMk cId="1554478653" sldId="275"/>
            <ac:cxnSpMk id="27" creationId="{14E793DD-C6D0-4217-BCD6-4DE6B61886CA}"/>
          </ac:cxnSpMkLst>
        </pc:cxnChg>
        <pc:cxnChg chg="add del mod">
          <ac:chgData name="郁儒 廖" userId="189a1d031aa848d3" providerId="LiveId" clId="{0734EAEE-AFB4-4B8E-8288-432812E7B4D5}" dt="2020-09-24T13:57:34.871" v="702"/>
          <ac:cxnSpMkLst>
            <pc:docMk/>
            <pc:sldMk cId="1554478653" sldId="275"/>
            <ac:cxnSpMk id="28" creationId="{52E0DBA3-105B-471A-BC54-0E329AA546E6}"/>
          </ac:cxnSpMkLst>
        </pc:cxnChg>
        <pc:cxnChg chg="add del mod">
          <ac:chgData name="郁儒 廖" userId="189a1d031aa848d3" providerId="LiveId" clId="{0734EAEE-AFB4-4B8E-8288-432812E7B4D5}" dt="2020-09-24T13:57:34.871" v="702"/>
          <ac:cxnSpMkLst>
            <pc:docMk/>
            <pc:sldMk cId="1554478653" sldId="275"/>
            <ac:cxnSpMk id="29" creationId="{D9D13B8A-2DF3-4CA1-A11C-BBADBD3133DC}"/>
          </ac:cxnSpMkLst>
        </pc:cxnChg>
        <pc:cxnChg chg="add del mod">
          <ac:chgData name="郁儒 廖" userId="189a1d031aa848d3" providerId="LiveId" clId="{0734EAEE-AFB4-4B8E-8288-432812E7B4D5}" dt="2020-09-24T13:57:34.871" v="702"/>
          <ac:cxnSpMkLst>
            <pc:docMk/>
            <pc:sldMk cId="1554478653" sldId="275"/>
            <ac:cxnSpMk id="30" creationId="{37994BB9-7C8B-4234-B1CE-02FBC2A78DAC}"/>
          </ac:cxnSpMkLst>
        </pc:cxnChg>
        <pc:cxnChg chg="add del mod">
          <ac:chgData name="郁儒 廖" userId="189a1d031aa848d3" providerId="LiveId" clId="{0734EAEE-AFB4-4B8E-8288-432812E7B4D5}" dt="2020-09-24T13:57:34.871" v="702"/>
          <ac:cxnSpMkLst>
            <pc:docMk/>
            <pc:sldMk cId="1554478653" sldId="275"/>
            <ac:cxnSpMk id="35" creationId="{FB4D9306-362A-4B8E-9F63-493E5FED3BA6}"/>
          </ac:cxnSpMkLst>
        </pc:cxnChg>
        <pc:cxnChg chg="add del mod">
          <ac:chgData name="郁儒 廖" userId="189a1d031aa848d3" providerId="LiveId" clId="{0734EAEE-AFB4-4B8E-8288-432812E7B4D5}" dt="2020-09-24T13:57:34.871" v="702"/>
          <ac:cxnSpMkLst>
            <pc:docMk/>
            <pc:sldMk cId="1554478653" sldId="275"/>
            <ac:cxnSpMk id="36" creationId="{91D73A9A-688F-491B-959D-B46D62548E7F}"/>
          </ac:cxnSpMkLst>
        </pc:cxnChg>
        <pc:cxnChg chg="add del mod">
          <ac:chgData name="郁儒 廖" userId="189a1d031aa848d3" providerId="LiveId" clId="{0734EAEE-AFB4-4B8E-8288-432812E7B4D5}" dt="2020-09-24T13:57:34.871" v="702"/>
          <ac:cxnSpMkLst>
            <pc:docMk/>
            <pc:sldMk cId="1554478653" sldId="275"/>
            <ac:cxnSpMk id="37" creationId="{59FB02CE-841E-4D3D-91A6-E0415F7F3C78}"/>
          </ac:cxnSpMkLst>
        </pc:cxnChg>
        <pc:cxnChg chg="add del mod">
          <ac:chgData name="郁儒 廖" userId="189a1d031aa848d3" providerId="LiveId" clId="{0734EAEE-AFB4-4B8E-8288-432812E7B4D5}" dt="2020-09-24T13:57:34.871" v="702"/>
          <ac:cxnSpMkLst>
            <pc:docMk/>
            <pc:sldMk cId="1554478653" sldId="275"/>
            <ac:cxnSpMk id="39" creationId="{FD37E4A3-9F96-4378-A0B9-79C23E7EC1C4}"/>
          </ac:cxnSpMkLst>
        </pc:cxnChg>
        <pc:cxnChg chg="add del mod">
          <ac:chgData name="郁儒 廖" userId="189a1d031aa848d3" providerId="LiveId" clId="{0734EAEE-AFB4-4B8E-8288-432812E7B4D5}" dt="2020-09-24T13:57:34.871" v="702"/>
          <ac:cxnSpMkLst>
            <pc:docMk/>
            <pc:sldMk cId="1554478653" sldId="275"/>
            <ac:cxnSpMk id="40" creationId="{B0950C60-FAFD-4027-A69A-AAA767E83E47}"/>
          </ac:cxnSpMkLst>
        </pc:cxnChg>
        <pc:cxnChg chg="add del mod">
          <ac:chgData name="郁儒 廖" userId="189a1d031aa848d3" providerId="LiveId" clId="{0734EAEE-AFB4-4B8E-8288-432812E7B4D5}" dt="2020-09-24T13:57:34.871" v="702"/>
          <ac:cxnSpMkLst>
            <pc:docMk/>
            <pc:sldMk cId="1554478653" sldId="275"/>
            <ac:cxnSpMk id="42" creationId="{19E5B312-03DF-4358-8A89-A85E3C609B10}"/>
          </ac:cxnSpMkLst>
        </pc:cxnChg>
        <pc:cxnChg chg="add del mod">
          <ac:chgData name="郁儒 廖" userId="189a1d031aa848d3" providerId="LiveId" clId="{0734EAEE-AFB4-4B8E-8288-432812E7B4D5}" dt="2020-09-24T13:57:34.871" v="702"/>
          <ac:cxnSpMkLst>
            <pc:docMk/>
            <pc:sldMk cId="1554478653" sldId="275"/>
            <ac:cxnSpMk id="43" creationId="{F3482177-FC19-4971-9910-6FF8AD8F6B9F}"/>
          </ac:cxnSpMkLst>
        </pc:cxnChg>
        <pc:cxnChg chg="add del mod">
          <ac:chgData name="郁儒 廖" userId="189a1d031aa848d3" providerId="LiveId" clId="{0734EAEE-AFB4-4B8E-8288-432812E7B4D5}" dt="2020-09-24T13:57:34.871" v="702"/>
          <ac:cxnSpMkLst>
            <pc:docMk/>
            <pc:sldMk cId="1554478653" sldId="275"/>
            <ac:cxnSpMk id="46" creationId="{12E73406-EE1E-4CCD-B8E2-7485C864C4D5}"/>
          </ac:cxnSpMkLst>
        </pc:cxnChg>
        <pc:cxnChg chg="add del mod">
          <ac:chgData name="郁儒 廖" userId="189a1d031aa848d3" providerId="LiveId" clId="{0734EAEE-AFB4-4B8E-8288-432812E7B4D5}" dt="2020-09-24T13:57:34.871" v="702"/>
          <ac:cxnSpMkLst>
            <pc:docMk/>
            <pc:sldMk cId="1554478653" sldId="275"/>
            <ac:cxnSpMk id="47" creationId="{5D39A091-CEC5-49A1-87B7-0B177AFD86CE}"/>
          </ac:cxnSpMkLst>
        </pc:cxnChg>
        <pc:cxnChg chg="add del mod">
          <ac:chgData name="郁儒 廖" userId="189a1d031aa848d3" providerId="LiveId" clId="{0734EAEE-AFB4-4B8E-8288-432812E7B4D5}" dt="2020-09-24T13:57:34.871" v="702"/>
          <ac:cxnSpMkLst>
            <pc:docMk/>
            <pc:sldMk cId="1554478653" sldId="275"/>
            <ac:cxnSpMk id="48" creationId="{9C1765BC-3FCF-40B3-9228-E8D5667719D2}"/>
          </ac:cxnSpMkLst>
        </pc:cxnChg>
        <pc:cxnChg chg="add del mod">
          <ac:chgData name="郁儒 廖" userId="189a1d031aa848d3" providerId="LiveId" clId="{0734EAEE-AFB4-4B8E-8288-432812E7B4D5}" dt="2020-09-24T13:57:34.871" v="702"/>
          <ac:cxnSpMkLst>
            <pc:docMk/>
            <pc:sldMk cId="1554478653" sldId="275"/>
            <ac:cxnSpMk id="50" creationId="{B1BD71E1-1974-4F89-84F1-C7110A91F066}"/>
          </ac:cxnSpMkLst>
        </pc:cxnChg>
        <pc:cxnChg chg="add del mod">
          <ac:chgData name="郁儒 廖" userId="189a1d031aa848d3" providerId="LiveId" clId="{0734EAEE-AFB4-4B8E-8288-432812E7B4D5}" dt="2020-09-24T13:57:34.871" v="702"/>
          <ac:cxnSpMkLst>
            <pc:docMk/>
            <pc:sldMk cId="1554478653" sldId="275"/>
            <ac:cxnSpMk id="52" creationId="{9E38A80D-C2DD-4CAD-87AB-CDC6B809D3AE}"/>
          </ac:cxnSpMkLst>
        </pc:cxnChg>
        <pc:cxnChg chg="add del mod">
          <ac:chgData name="郁儒 廖" userId="189a1d031aa848d3" providerId="LiveId" clId="{0734EAEE-AFB4-4B8E-8288-432812E7B4D5}" dt="2020-09-24T13:57:34.871" v="702"/>
          <ac:cxnSpMkLst>
            <pc:docMk/>
            <pc:sldMk cId="1554478653" sldId="275"/>
            <ac:cxnSpMk id="54" creationId="{5F5CC0FF-4956-4142-B63C-0F064742ACB0}"/>
          </ac:cxnSpMkLst>
        </pc:cxnChg>
        <pc:cxnChg chg="add del mod">
          <ac:chgData name="郁儒 廖" userId="189a1d031aa848d3" providerId="LiveId" clId="{0734EAEE-AFB4-4B8E-8288-432812E7B4D5}" dt="2020-09-24T13:57:34.871" v="702"/>
          <ac:cxnSpMkLst>
            <pc:docMk/>
            <pc:sldMk cId="1554478653" sldId="275"/>
            <ac:cxnSpMk id="55" creationId="{717C9B4E-86C3-44A9-AE62-632701716B59}"/>
          </ac:cxnSpMkLst>
        </pc:cxnChg>
        <pc:cxnChg chg="add del mod">
          <ac:chgData name="郁儒 廖" userId="189a1d031aa848d3" providerId="LiveId" clId="{0734EAEE-AFB4-4B8E-8288-432812E7B4D5}" dt="2020-09-24T13:57:34.871" v="702"/>
          <ac:cxnSpMkLst>
            <pc:docMk/>
            <pc:sldMk cId="1554478653" sldId="275"/>
            <ac:cxnSpMk id="58" creationId="{C01AFCF2-5A68-4DC5-9BFC-6BDB575BF2A4}"/>
          </ac:cxnSpMkLst>
        </pc:cxnChg>
        <pc:cxnChg chg="add del mod">
          <ac:chgData name="郁儒 廖" userId="189a1d031aa848d3" providerId="LiveId" clId="{0734EAEE-AFB4-4B8E-8288-432812E7B4D5}" dt="2020-09-24T13:57:34.871" v="702"/>
          <ac:cxnSpMkLst>
            <pc:docMk/>
            <pc:sldMk cId="1554478653" sldId="275"/>
            <ac:cxnSpMk id="59" creationId="{E1B68C1F-D0D6-49FD-B9F6-23A04ADD7387}"/>
          </ac:cxnSpMkLst>
        </pc:cxnChg>
        <pc:cxnChg chg="add del mod">
          <ac:chgData name="郁儒 廖" userId="189a1d031aa848d3" providerId="LiveId" clId="{0734EAEE-AFB4-4B8E-8288-432812E7B4D5}" dt="2020-09-24T13:57:34.871" v="702"/>
          <ac:cxnSpMkLst>
            <pc:docMk/>
            <pc:sldMk cId="1554478653" sldId="275"/>
            <ac:cxnSpMk id="61" creationId="{196A9790-F8A7-4C1A-B314-ACBD8B56B08E}"/>
          </ac:cxnSpMkLst>
        </pc:cxnChg>
      </pc:sldChg>
      <pc:sldChg chg="delSp modSp add mod ord delAnim">
        <pc:chgData name="郁儒 廖" userId="189a1d031aa848d3" providerId="LiveId" clId="{0734EAEE-AFB4-4B8E-8288-432812E7B4D5}" dt="2020-09-24T14:07:55.118" v="865"/>
        <pc:sldMkLst>
          <pc:docMk/>
          <pc:sldMk cId="3956053694" sldId="276"/>
        </pc:sldMkLst>
        <pc:spChg chg="mod">
          <ac:chgData name="郁儒 廖" userId="189a1d031aa848d3" providerId="LiveId" clId="{0734EAEE-AFB4-4B8E-8288-432812E7B4D5}" dt="2020-09-24T13:57:19.252" v="698" actId="1076"/>
          <ac:spMkLst>
            <pc:docMk/>
            <pc:sldMk cId="3956053694" sldId="276"/>
            <ac:spMk id="3" creationId="{47924614-B3FE-49DB-A43B-C5C6C654484D}"/>
          </ac:spMkLst>
        </pc:spChg>
        <pc:spChg chg="del">
          <ac:chgData name="郁儒 廖" userId="189a1d031aa848d3" providerId="LiveId" clId="{0734EAEE-AFB4-4B8E-8288-432812E7B4D5}" dt="2020-09-24T13:55:27.373" v="663" actId="478"/>
          <ac:spMkLst>
            <pc:docMk/>
            <pc:sldMk cId="3956053694" sldId="276"/>
            <ac:spMk id="62" creationId="{907D711C-D16D-46B9-9349-5C2191DD735B}"/>
          </ac:spMkLst>
        </pc:spChg>
        <pc:spChg chg="mod">
          <ac:chgData name="郁儒 廖" userId="189a1d031aa848d3" providerId="LiveId" clId="{0734EAEE-AFB4-4B8E-8288-432812E7B4D5}" dt="2020-09-24T13:56:16.118" v="679" actId="20577"/>
          <ac:spMkLst>
            <pc:docMk/>
            <pc:sldMk cId="3956053694" sldId="276"/>
            <ac:spMk id="86" creationId="{378EF1C1-D271-423F-9450-49ED301ABADD}"/>
          </ac:spMkLst>
        </pc:spChg>
        <pc:graphicFrameChg chg="modGraphic">
          <ac:chgData name="郁儒 廖" userId="189a1d031aa848d3" providerId="LiveId" clId="{0734EAEE-AFB4-4B8E-8288-432812E7B4D5}" dt="2020-09-24T14:02:22.743" v="773" actId="20577"/>
          <ac:graphicFrameMkLst>
            <pc:docMk/>
            <pc:sldMk cId="3956053694" sldId="276"/>
            <ac:graphicFrameMk id="58" creationId="{F3D5149C-2CDA-4EF9-B39E-A105323565C2}"/>
          </ac:graphicFrameMkLst>
        </pc:graphicFrameChg>
      </pc:sldChg>
      <pc:sldChg chg="add">
        <pc:chgData name="郁儒 廖" userId="189a1d031aa848d3" providerId="LiveId" clId="{0734EAEE-AFB4-4B8E-8288-432812E7B4D5}" dt="2020-09-24T14:03:57.688" v="791"/>
        <pc:sldMkLst>
          <pc:docMk/>
          <pc:sldMk cId="1968269950" sldId="277"/>
        </pc:sldMkLst>
      </pc:sldChg>
      <pc:sldChg chg="add">
        <pc:chgData name="郁儒 廖" userId="189a1d031aa848d3" providerId="LiveId" clId="{0734EAEE-AFB4-4B8E-8288-432812E7B4D5}" dt="2020-09-24T14:16:26.412" v="880"/>
        <pc:sldMkLst>
          <pc:docMk/>
          <pc:sldMk cId="4228798550" sldId="278"/>
        </pc:sldMkLst>
      </pc:sldChg>
      <pc:sldChg chg="addSp delSp modSp add mod">
        <pc:chgData name="郁儒 廖" userId="189a1d031aa848d3" providerId="LiveId" clId="{0734EAEE-AFB4-4B8E-8288-432812E7B4D5}" dt="2020-09-24T14:54:50.549" v="1586" actId="1035"/>
        <pc:sldMkLst>
          <pc:docMk/>
          <pc:sldMk cId="2591497068" sldId="279"/>
        </pc:sldMkLst>
        <pc:spChg chg="add mod">
          <ac:chgData name="郁儒 廖" userId="189a1d031aa848d3" providerId="LiveId" clId="{0734EAEE-AFB4-4B8E-8288-432812E7B4D5}" dt="2020-09-24T14:54:50.549" v="1586" actId="1035"/>
          <ac:spMkLst>
            <pc:docMk/>
            <pc:sldMk cId="2591497068" sldId="279"/>
            <ac:spMk id="2" creationId="{CFA0BFF3-D08D-47C1-A1CE-047748FAF62C}"/>
          </ac:spMkLst>
        </pc:spChg>
        <pc:spChg chg="add mod">
          <ac:chgData name="郁儒 廖" userId="189a1d031aa848d3" providerId="LiveId" clId="{0734EAEE-AFB4-4B8E-8288-432812E7B4D5}" dt="2020-09-24T14:37:04.323" v="1090" actId="20577"/>
          <ac:spMkLst>
            <pc:docMk/>
            <pc:sldMk cId="2591497068" sldId="279"/>
            <ac:spMk id="3" creationId="{B60FA076-3E52-48B7-9127-1640C428457F}"/>
          </ac:spMkLst>
        </pc:spChg>
        <pc:spChg chg="add mod">
          <ac:chgData name="郁儒 廖" userId="189a1d031aa848d3" providerId="LiveId" clId="{0734EAEE-AFB4-4B8E-8288-432812E7B4D5}" dt="2020-09-24T14:42:10.732" v="1123" actId="20577"/>
          <ac:spMkLst>
            <pc:docMk/>
            <pc:sldMk cId="2591497068" sldId="279"/>
            <ac:spMk id="4" creationId="{6A7FBE68-62F3-484A-AD6F-6CD059A1D09E}"/>
          </ac:spMkLst>
        </pc:spChg>
        <pc:spChg chg="add mod">
          <ac:chgData name="郁儒 廖" userId="189a1d031aa848d3" providerId="LiveId" clId="{0734EAEE-AFB4-4B8E-8288-432812E7B4D5}" dt="2020-09-24T14:54:44.686" v="1554" actId="14100"/>
          <ac:spMkLst>
            <pc:docMk/>
            <pc:sldMk cId="2591497068" sldId="279"/>
            <ac:spMk id="5" creationId="{C086B31E-3CC5-45E6-9650-35724A3181EB}"/>
          </ac:spMkLst>
        </pc:spChg>
        <pc:spChg chg="mod">
          <ac:chgData name="郁儒 廖" userId="189a1d031aa848d3" providerId="LiveId" clId="{0734EAEE-AFB4-4B8E-8288-432812E7B4D5}" dt="2020-09-24T14:54:50.549" v="1586" actId="1035"/>
          <ac:spMkLst>
            <pc:docMk/>
            <pc:sldMk cId="2591497068" sldId="279"/>
            <ac:spMk id="43" creationId="{4DF79BBE-2484-4E3A-B0B0-C407976A1ED7}"/>
          </ac:spMkLst>
        </pc:spChg>
        <pc:spChg chg="mod">
          <ac:chgData name="郁儒 廖" userId="189a1d031aa848d3" providerId="LiveId" clId="{0734EAEE-AFB4-4B8E-8288-432812E7B4D5}" dt="2020-09-24T14:54:50.549" v="1586" actId="1035"/>
          <ac:spMkLst>
            <pc:docMk/>
            <pc:sldMk cId="2591497068" sldId="279"/>
            <ac:spMk id="46" creationId="{55E0C108-F848-45A5-8A61-63D2F0D7F814}"/>
          </ac:spMkLst>
        </pc:spChg>
        <pc:spChg chg="mod">
          <ac:chgData name="郁儒 廖" userId="189a1d031aa848d3" providerId="LiveId" clId="{0734EAEE-AFB4-4B8E-8288-432812E7B4D5}" dt="2020-09-24T14:54:50.549" v="1586" actId="1035"/>
          <ac:spMkLst>
            <pc:docMk/>
            <pc:sldMk cId="2591497068" sldId="279"/>
            <ac:spMk id="49" creationId="{2181B8F7-E3CE-47F3-A312-2BE689DF591F}"/>
          </ac:spMkLst>
        </pc:spChg>
        <pc:spChg chg="mod">
          <ac:chgData name="郁儒 廖" userId="189a1d031aa848d3" providerId="LiveId" clId="{0734EAEE-AFB4-4B8E-8288-432812E7B4D5}" dt="2020-09-24T14:54:50.549" v="1586" actId="1035"/>
          <ac:spMkLst>
            <pc:docMk/>
            <pc:sldMk cId="2591497068" sldId="279"/>
            <ac:spMk id="52" creationId="{84AD333A-43B5-4BD1-AB9F-9E4200160B86}"/>
          </ac:spMkLst>
        </pc:spChg>
        <pc:spChg chg="mod">
          <ac:chgData name="郁儒 廖" userId="189a1d031aa848d3" providerId="LiveId" clId="{0734EAEE-AFB4-4B8E-8288-432812E7B4D5}" dt="2020-09-24T14:54:50.549" v="1586" actId="1035"/>
          <ac:spMkLst>
            <pc:docMk/>
            <pc:sldMk cId="2591497068" sldId="279"/>
            <ac:spMk id="55" creationId="{80F1DFCD-144D-467B-994F-615FF8175C3E}"/>
          </ac:spMkLst>
        </pc:spChg>
        <pc:spChg chg="mod">
          <ac:chgData name="郁儒 廖" userId="189a1d031aa848d3" providerId="LiveId" clId="{0734EAEE-AFB4-4B8E-8288-432812E7B4D5}" dt="2020-09-24T14:54:50.549" v="1586" actId="1035"/>
          <ac:spMkLst>
            <pc:docMk/>
            <pc:sldMk cId="2591497068" sldId="279"/>
            <ac:spMk id="57" creationId="{F519E9DB-D3DF-481F-9877-27675E5ADFE0}"/>
          </ac:spMkLst>
        </pc:spChg>
        <pc:spChg chg="mod">
          <ac:chgData name="郁儒 廖" userId="189a1d031aa848d3" providerId="LiveId" clId="{0734EAEE-AFB4-4B8E-8288-432812E7B4D5}" dt="2020-09-24T14:54:50.549" v="1586" actId="1035"/>
          <ac:spMkLst>
            <pc:docMk/>
            <pc:sldMk cId="2591497068" sldId="279"/>
            <ac:spMk id="59" creationId="{931B9A4F-9EF1-4AB5-AFD7-D362DD9EC642}"/>
          </ac:spMkLst>
        </pc:spChg>
        <pc:spChg chg="mod">
          <ac:chgData name="郁儒 廖" userId="189a1d031aa848d3" providerId="LiveId" clId="{0734EAEE-AFB4-4B8E-8288-432812E7B4D5}" dt="2020-09-24T14:54:50.549" v="1586" actId="1035"/>
          <ac:spMkLst>
            <pc:docMk/>
            <pc:sldMk cId="2591497068" sldId="279"/>
            <ac:spMk id="61" creationId="{6A8291EA-7E15-4657-A3AE-CBCC8A2C8A65}"/>
          </ac:spMkLst>
        </pc:spChg>
        <pc:spChg chg="mod">
          <ac:chgData name="郁儒 廖" userId="189a1d031aa848d3" providerId="LiveId" clId="{0734EAEE-AFB4-4B8E-8288-432812E7B4D5}" dt="2020-09-24T14:54:50.549" v="1586" actId="1035"/>
          <ac:spMkLst>
            <pc:docMk/>
            <pc:sldMk cId="2591497068" sldId="279"/>
            <ac:spMk id="63" creationId="{D65ADAE3-282A-4E55-AF1E-3F2F2441C3FB}"/>
          </ac:spMkLst>
        </pc:spChg>
        <pc:spChg chg="mod">
          <ac:chgData name="郁儒 廖" userId="189a1d031aa848d3" providerId="LiveId" clId="{0734EAEE-AFB4-4B8E-8288-432812E7B4D5}" dt="2020-09-24T14:54:50.549" v="1586" actId="1035"/>
          <ac:spMkLst>
            <pc:docMk/>
            <pc:sldMk cId="2591497068" sldId="279"/>
            <ac:spMk id="68" creationId="{B03AA794-999E-4253-AF61-B9AAE4E6CC4C}"/>
          </ac:spMkLst>
        </pc:spChg>
        <pc:spChg chg="mod">
          <ac:chgData name="郁儒 廖" userId="189a1d031aa848d3" providerId="LiveId" clId="{0734EAEE-AFB4-4B8E-8288-432812E7B4D5}" dt="2020-09-24T14:54:50.549" v="1586" actId="1035"/>
          <ac:spMkLst>
            <pc:docMk/>
            <pc:sldMk cId="2591497068" sldId="279"/>
            <ac:spMk id="69" creationId="{58CE6AAA-0D7E-43AC-8197-A6D6D5FBDA3F}"/>
          </ac:spMkLst>
        </pc:spChg>
        <pc:spChg chg="mod">
          <ac:chgData name="郁儒 廖" userId="189a1d031aa848d3" providerId="LiveId" clId="{0734EAEE-AFB4-4B8E-8288-432812E7B4D5}" dt="2020-09-24T14:54:50.549" v="1586" actId="1035"/>
          <ac:spMkLst>
            <pc:docMk/>
            <pc:sldMk cId="2591497068" sldId="279"/>
            <ac:spMk id="70" creationId="{21E43F9C-CCB3-436D-997B-1616B481DD42}"/>
          </ac:spMkLst>
        </pc:spChg>
        <pc:spChg chg="mod">
          <ac:chgData name="郁儒 廖" userId="189a1d031aa848d3" providerId="LiveId" clId="{0734EAEE-AFB4-4B8E-8288-432812E7B4D5}" dt="2020-09-24T14:54:50.549" v="1586" actId="1035"/>
          <ac:spMkLst>
            <pc:docMk/>
            <pc:sldMk cId="2591497068" sldId="279"/>
            <ac:spMk id="71" creationId="{A24FCD7F-C46D-42AC-B684-8EFC7AC51DFD}"/>
          </ac:spMkLst>
        </pc:spChg>
        <pc:spChg chg="mod">
          <ac:chgData name="郁儒 廖" userId="189a1d031aa848d3" providerId="LiveId" clId="{0734EAEE-AFB4-4B8E-8288-432812E7B4D5}" dt="2020-09-24T14:54:50.549" v="1586" actId="1035"/>
          <ac:spMkLst>
            <pc:docMk/>
            <pc:sldMk cId="2591497068" sldId="279"/>
            <ac:spMk id="73" creationId="{0D0C0CF5-D199-418D-85D9-DBDBD6629719}"/>
          </ac:spMkLst>
        </pc:spChg>
        <pc:spChg chg="mod">
          <ac:chgData name="郁儒 廖" userId="189a1d031aa848d3" providerId="LiveId" clId="{0734EAEE-AFB4-4B8E-8288-432812E7B4D5}" dt="2020-09-24T14:54:50.549" v="1586" actId="1035"/>
          <ac:spMkLst>
            <pc:docMk/>
            <pc:sldMk cId="2591497068" sldId="279"/>
            <ac:spMk id="77" creationId="{C47BDC24-4E7F-45C4-B9B5-1CEF2527362A}"/>
          </ac:spMkLst>
        </pc:spChg>
        <pc:spChg chg="mod">
          <ac:chgData name="郁儒 廖" userId="189a1d031aa848d3" providerId="LiveId" clId="{0734EAEE-AFB4-4B8E-8288-432812E7B4D5}" dt="2020-09-24T14:54:50.549" v="1586" actId="1035"/>
          <ac:spMkLst>
            <pc:docMk/>
            <pc:sldMk cId="2591497068" sldId="279"/>
            <ac:spMk id="85" creationId="{502A704B-85FE-48F6-8B90-AD1D4614715C}"/>
          </ac:spMkLst>
        </pc:spChg>
        <pc:spChg chg="mod">
          <ac:chgData name="郁儒 廖" userId="189a1d031aa848d3" providerId="LiveId" clId="{0734EAEE-AFB4-4B8E-8288-432812E7B4D5}" dt="2020-09-24T14:54:50.549" v="1586" actId="1035"/>
          <ac:spMkLst>
            <pc:docMk/>
            <pc:sldMk cId="2591497068" sldId="279"/>
            <ac:spMk id="92" creationId="{A40A566C-6CAD-4504-A039-D9A80007F894}"/>
          </ac:spMkLst>
        </pc:spChg>
        <pc:spChg chg="mod">
          <ac:chgData name="郁儒 廖" userId="189a1d031aa848d3" providerId="LiveId" clId="{0734EAEE-AFB4-4B8E-8288-432812E7B4D5}" dt="2020-09-24T14:54:50.549" v="1586" actId="1035"/>
          <ac:spMkLst>
            <pc:docMk/>
            <pc:sldMk cId="2591497068" sldId="279"/>
            <ac:spMk id="94" creationId="{7FC7F3A8-AA31-4A27-985E-D990B9FEA508}"/>
          </ac:spMkLst>
        </pc:spChg>
        <pc:spChg chg="mod">
          <ac:chgData name="郁儒 廖" userId="189a1d031aa848d3" providerId="LiveId" clId="{0734EAEE-AFB4-4B8E-8288-432812E7B4D5}" dt="2020-09-24T14:54:50.549" v="1586" actId="1035"/>
          <ac:spMkLst>
            <pc:docMk/>
            <pc:sldMk cId="2591497068" sldId="279"/>
            <ac:spMk id="100" creationId="{2B2ECA28-A516-4512-A3D9-05C8B715D437}"/>
          </ac:spMkLst>
        </pc:spChg>
        <pc:spChg chg="mod">
          <ac:chgData name="郁儒 廖" userId="189a1d031aa848d3" providerId="LiveId" clId="{0734EAEE-AFB4-4B8E-8288-432812E7B4D5}" dt="2020-09-24T14:54:50.549" v="1586" actId="1035"/>
          <ac:spMkLst>
            <pc:docMk/>
            <pc:sldMk cId="2591497068" sldId="279"/>
            <ac:spMk id="102" creationId="{7F7DA2F3-1045-4936-8E2F-71EB3A144A98}"/>
          </ac:spMkLst>
        </pc:spChg>
        <pc:spChg chg="mod">
          <ac:chgData name="郁儒 廖" userId="189a1d031aa848d3" providerId="LiveId" clId="{0734EAEE-AFB4-4B8E-8288-432812E7B4D5}" dt="2020-09-24T14:54:50.549" v="1586" actId="1035"/>
          <ac:spMkLst>
            <pc:docMk/>
            <pc:sldMk cId="2591497068" sldId="279"/>
            <ac:spMk id="104" creationId="{BBC78E1F-CFEB-40BB-868C-6DF310F2A123}"/>
          </ac:spMkLst>
        </pc:spChg>
        <pc:spChg chg="mod">
          <ac:chgData name="郁儒 廖" userId="189a1d031aa848d3" providerId="LiveId" clId="{0734EAEE-AFB4-4B8E-8288-432812E7B4D5}" dt="2020-09-24T14:54:50.549" v="1586" actId="1035"/>
          <ac:spMkLst>
            <pc:docMk/>
            <pc:sldMk cId="2591497068" sldId="279"/>
            <ac:spMk id="107" creationId="{293CE76F-1ECE-491B-8BF6-1B0F96197CAD}"/>
          </ac:spMkLst>
        </pc:spChg>
        <pc:spChg chg="mod">
          <ac:chgData name="郁儒 廖" userId="189a1d031aa848d3" providerId="LiveId" clId="{0734EAEE-AFB4-4B8E-8288-432812E7B4D5}" dt="2020-09-24T14:54:50.549" v="1586" actId="1035"/>
          <ac:spMkLst>
            <pc:docMk/>
            <pc:sldMk cId="2591497068" sldId="279"/>
            <ac:spMk id="108" creationId="{9F61632F-EBC9-47AF-B2DB-161B562019C3}"/>
          </ac:spMkLst>
        </pc:spChg>
        <pc:spChg chg="mod">
          <ac:chgData name="郁儒 廖" userId="189a1d031aa848d3" providerId="LiveId" clId="{0734EAEE-AFB4-4B8E-8288-432812E7B4D5}" dt="2020-09-24T14:54:50.549" v="1586" actId="1035"/>
          <ac:spMkLst>
            <pc:docMk/>
            <pc:sldMk cId="2591497068" sldId="279"/>
            <ac:spMk id="111" creationId="{EDFFD0D7-20B4-4444-B685-7517F65CE124}"/>
          </ac:spMkLst>
        </pc:spChg>
        <pc:spChg chg="mod">
          <ac:chgData name="郁儒 廖" userId="189a1d031aa848d3" providerId="LiveId" clId="{0734EAEE-AFB4-4B8E-8288-432812E7B4D5}" dt="2020-09-24T14:54:50.549" v="1586" actId="1035"/>
          <ac:spMkLst>
            <pc:docMk/>
            <pc:sldMk cId="2591497068" sldId="279"/>
            <ac:spMk id="113" creationId="{FE025B03-BA66-4CF7-8758-2639EDE03EBA}"/>
          </ac:spMkLst>
        </pc:spChg>
        <pc:spChg chg="mod">
          <ac:chgData name="郁儒 廖" userId="189a1d031aa848d3" providerId="LiveId" clId="{0734EAEE-AFB4-4B8E-8288-432812E7B4D5}" dt="2020-09-24T14:54:50.549" v="1586" actId="1035"/>
          <ac:spMkLst>
            <pc:docMk/>
            <pc:sldMk cId="2591497068" sldId="279"/>
            <ac:spMk id="114" creationId="{F28C1E5A-B431-49AE-8C59-228742571F15}"/>
          </ac:spMkLst>
        </pc:spChg>
        <pc:spChg chg="del">
          <ac:chgData name="郁儒 廖" userId="189a1d031aa848d3" providerId="LiveId" clId="{0734EAEE-AFB4-4B8E-8288-432812E7B4D5}" dt="2020-09-24T14:54:10.097" v="1520" actId="478"/>
          <ac:spMkLst>
            <pc:docMk/>
            <pc:sldMk cId="2591497068" sldId="279"/>
            <ac:spMk id="115" creationId="{DD8CA3BB-F3F9-4686-A75F-4DC7363666AE}"/>
          </ac:spMkLst>
        </pc:spChg>
        <pc:graphicFrameChg chg="mod modGraphic">
          <ac:chgData name="郁儒 廖" userId="189a1d031aa848d3" providerId="LiveId" clId="{0734EAEE-AFB4-4B8E-8288-432812E7B4D5}" dt="2020-09-24T14:36:26.418" v="1076" actId="1076"/>
          <ac:graphicFrameMkLst>
            <pc:docMk/>
            <pc:sldMk cId="2591497068" sldId="279"/>
            <ac:graphicFrameMk id="98" creationId="{93CDF356-B71C-4D46-A917-0B960032B841}"/>
          </ac:graphicFrameMkLst>
        </pc:graphicFrameChg>
        <pc:cxnChg chg="mod">
          <ac:chgData name="郁儒 廖" userId="189a1d031aa848d3" providerId="LiveId" clId="{0734EAEE-AFB4-4B8E-8288-432812E7B4D5}" dt="2020-09-24T14:54:50.549" v="1586" actId="1035"/>
          <ac:cxnSpMkLst>
            <pc:docMk/>
            <pc:sldMk cId="2591497068" sldId="279"/>
            <ac:cxnSpMk id="44" creationId="{BF0E3AA6-3A36-4C48-B939-5170DF8DEE14}"/>
          </ac:cxnSpMkLst>
        </pc:cxnChg>
        <pc:cxnChg chg="mod">
          <ac:chgData name="郁儒 廖" userId="189a1d031aa848d3" providerId="LiveId" clId="{0734EAEE-AFB4-4B8E-8288-432812E7B4D5}" dt="2020-09-24T14:54:50.549" v="1586" actId="1035"/>
          <ac:cxnSpMkLst>
            <pc:docMk/>
            <pc:sldMk cId="2591497068" sldId="279"/>
            <ac:cxnSpMk id="45" creationId="{6C68E159-404C-46DE-826E-55E7199D588E}"/>
          </ac:cxnSpMkLst>
        </pc:cxnChg>
        <pc:cxnChg chg="mod">
          <ac:chgData name="郁儒 廖" userId="189a1d031aa848d3" providerId="LiveId" clId="{0734EAEE-AFB4-4B8E-8288-432812E7B4D5}" dt="2020-09-24T14:54:50.549" v="1586" actId="1035"/>
          <ac:cxnSpMkLst>
            <pc:docMk/>
            <pc:sldMk cId="2591497068" sldId="279"/>
            <ac:cxnSpMk id="47" creationId="{CA1C1BAF-8CAE-45D2-AC33-C0189E51F9F1}"/>
          </ac:cxnSpMkLst>
        </pc:cxnChg>
        <pc:cxnChg chg="mod">
          <ac:chgData name="郁儒 廖" userId="189a1d031aa848d3" providerId="LiveId" clId="{0734EAEE-AFB4-4B8E-8288-432812E7B4D5}" dt="2020-09-24T14:54:50.549" v="1586" actId="1035"/>
          <ac:cxnSpMkLst>
            <pc:docMk/>
            <pc:sldMk cId="2591497068" sldId="279"/>
            <ac:cxnSpMk id="48" creationId="{C3882521-FC92-47FB-A57A-FF05B4FB4835}"/>
          </ac:cxnSpMkLst>
        </pc:cxnChg>
        <pc:cxnChg chg="mod">
          <ac:chgData name="郁儒 廖" userId="189a1d031aa848d3" providerId="LiveId" clId="{0734EAEE-AFB4-4B8E-8288-432812E7B4D5}" dt="2020-09-24T14:54:50.549" v="1586" actId="1035"/>
          <ac:cxnSpMkLst>
            <pc:docMk/>
            <pc:sldMk cId="2591497068" sldId="279"/>
            <ac:cxnSpMk id="50" creationId="{857AE893-7E75-42D0-96A3-7E3A3CDC29CD}"/>
          </ac:cxnSpMkLst>
        </pc:cxnChg>
        <pc:cxnChg chg="mod">
          <ac:chgData name="郁儒 廖" userId="189a1d031aa848d3" providerId="LiveId" clId="{0734EAEE-AFB4-4B8E-8288-432812E7B4D5}" dt="2020-09-24T14:54:50.549" v="1586" actId="1035"/>
          <ac:cxnSpMkLst>
            <pc:docMk/>
            <pc:sldMk cId="2591497068" sldId="279"/>
            <ac:cxnSpMk id="51" creationId="{F94B9411-DD44-4930-86AE-66F561DD1B3C}"/>
          </ac:cxnSpMkLst>
        </pc:cxnChg>
        <pc:cxnChg chg="mod">
          <ac:chgData name="郁儒 廖" userId="189a1d031aa848d3" providerId="LiveId" clId="{0734EAEE-AFB4-4B8E-8288-432812E7B4D5}" dt="2020-09-24T14:54:50.549" v="1586" actId="1035"/>
          <ac:cxnSpMkLst>
            <pc:docMk/>
            <pc:sldMk cId="2591497068" sldId="279"/>
            <ac:cxnSpMk id="53" creationId="{A33939B9-F61C-4210-9EA2-EF75615F8F56}"/>
          </ac:cxnSpMkLst>
        </pc:cxnChg>
        <pc:cxnChg chg="mod">
          <ac:chgData name="郁儒 廖" userId="189a1d031aa848d3" providerId="LiveId" clId="{0734EAEE-AFB4-4B8E-8288-432812E7B4D5}" dt="2020-09-24T14:54:50.549" v="1586" actId="1035"/>
          <ac:cxnSpMkLst>
            <pc:docMk/>
            <pc:sldMk cId="2591497068" sldId="279"/>
            <ac:cxnSpMk id="54" creationId="{3A3037FE-784B-4665-A9BD-4ED0DA7D7B21}"/>
          </ac:cxnSpMkLst>
        </pc:cxnChg>
        <pc:cxnChg chg="mod">
          <ac:chgData name="郁儒 廖" userId="189a1d031aa848d3" providerId="LiveId" clId="{0734EAEE-AFB4-4B8E-8288-432812E7B4D5}" dt="2020-09-24T14:54:50.549" v="1586" actId="1035"/>
          <ac:cxnSpMkLst>
            <pc:docMk/>
            <pc:sldMk cId="2591497068" sldId="279"/>
            <ac:cxnSpMk id="56" creationId="{02F16554-6AF1-4939-8600-AA592C15FA6C}"/>
          </ac:cxnSpMkLst>
        </pc:cxnChg>
        <pc:cxnChg chg="mod">
          <ac:chgData name="郁儒 廖" userId="189a1d031aa848d3" providerId="LiveId" clId="{0734EAEE-AFB4-4B8E-8288-432812E7B4D5}" dt="2020-09-24T14:54:50.549" v="1586" actId="1035"/>
          <ac:cxnSpMkLst>
            <pc:docMk/>
            <pc:sldMk cId="2591497068" sldId="279"/>
            <ac:cxnSpMk id="58" creationId="{A0082CA9-217A-4E8D-BDBA-04367515CB77}"/>
          </ac:cxnSpMkLst>
        </pc:cxnChg>
        <pc:cxnChg chg="mod">
          <ac:chgData name="郁儒 廖" userId="189a1d031aa848d3" providerId="LiveId" clId="{0734EAEE-AFB4-4B8E-8288-432812E7B4D5}" dt="2020-09-24T14:54:50.549" v="1586" actId="1035"/>
          <ac:cxnSpMkLst>
            <pc:docMk/>
            <pc:sldMk cId="2591497068" sldId="279"/>
            <ac:cxnSpMk id="60" creationId="{78E81507-8CA0-4A87-8BAD-B880D8A994ED}"/>
          </ac:cxnSpMkLst>
        </pc:cxnChg>
        <pc:cxnChg chg="mod">
          <ac:chgData name="郁儒 廖" userId="189a1d031aa848d3" providerId="LiveId" clId="{0734EAEE-AFB4-4B8E-8288-432812E7B4D5}" dt="2020-09-24T14:54:50.549" v="1586" actId="1035"/>
          <ac:cxnSpMkLst>
            <pc:docMk/>
            <pc:sldMk cId="2591497068" sldId="279"/>
            <ac:cxnSpMk id="62" creationId="{4596895B-29CF-4C40-9BDD-7D37C6DDC9CB}"/>
          </ac:cxnSpMkLst>
        </pc:cxnChg>
        <pc:cxnChg chg="mod">
          <ac:chgData name="郁儒 廖" userId="189a1d031aa848d3" providerId="LiveId" clId="{0734EAEE-AFB4-4B8E-8288-432812E7B4D5}" dt="2020-09-24T14:54:50.549" v="1586" actId="1035"/>
          <ac:cxnSpMkLst>
            <pc:docMk/>
            <pc:sldMk cId="2591497068" sldId="279"/>
            <ac:cxnSpMk id="64" creationId="{F3906350-B8D1-4CB7-805E-08EB47901595}"/>
          </ac:cxnSpMkLst>
        </pc:cxnChg>
        <pc:cxnChg chg="mod">
          <ac:chgData name="郁儒 廖" userId="189a1d031aa848d3" providerId="LiveId" clId="{0734EAEE-AFB4-4B8E-8288-432812E7B4D5}" dt="2020-09-24T14:54:50.549" v="1586" actId="1035"/>
          <ac:cxnSpMkLst>
            <pc:docMk/>
            <pc:sldMk cId="2591497068" sldId="279"/>
            <ac:cxnSpMk id="65" creationId="{4FEAE950-EE03-46F0-99E6-B171ED90B353}"/>
          </ac:cxnSpMkLst>
        </pc:cxnChg>
        <pc:cxnChg chg="mod">
          <ac:chgData name="郁儒 廖" userId="189a1d031aa848d3" providerId="LiveId" clId="{0734EAEE-AFB4-4B8E-8288-432812E7B4D5}" dt="2020-09-24T14:54:50.549" v="1586" actId="1035"/>
          <ac:cxnSpMkLst>
            <pc:docMk/>
            <pc:sldMk cId="2591497068" sldId="279"/>
            <ac:cxnSpMk id="66" creationId="{9CDC948A-605D-4026-A52E-0945B4AF7425}"/>
          </ac:cxnSpMkLst>
        </pc:cxnChg>
        <pc:cxnChg chg="mod">
          <ac:chgData name="郁儒 廖" userId="189a1d031aa848d3" providerId="LiveId" clId="{0734EAEE-AFB4-4B8E-8288-432812E7B4D5}" dt="2020-09-24T14:54:50.549" v="1586" actId="1035"/>
          <ac:cxnSpMkLst>
            <pc:docMk/>
            <pc:sldMk cId="2591497068" sldId="279"/>
            <ac:cxnSpMk id="67" creationId="{74CEED05-C857-4629-A591-6333366DD259}"/>
          </ac:cxnSpMkLst>
        </pc:cxnChg>
        <pc:cxnChg chg="mod">
          <ac:chgData name="郁儒 廖" userId="189a1d031aa848d3" providerId="LiveId" clId="{0734EAEE-AFB4-4B8E-8288-432812E7B4D5}" dt="2020-09-24T14:54:50.549" v="1586" actId="1035"/>
          <ac:cxnSpMkLst>
            <pc:docMk/>
            <pc:sldMk cId="2591497068" sldId="279"/>
            <ac:cxnSpMk id="72" creationId="{6957AE92-D7F5-457C-B980-220294B8EFF6}"/>
          </ac:cxnSpMkLst>
        </pc:cxnChg>
        <pc:cxnChg chg="mod">
          <ac:chgData name="郁儒 廖" userId="189a1d031aa848d3" providerId="LiveId" clId="{0734EAEE-AFB4-4B8E-8288-432812E7B4D5}" dt="2020-09-24T14:54:50.549" v="1586" actId="1035"/>
          <ac:cxnSpMkLst>
            <pc:docMk/>
            <pc:sldMk cId="2591497068" sldId="279"/>
            <ac:cxnSpMk id="75" creationId="{C6CE22CC-2D90-4BFC-B6A2-F97064B7664D}"/>
          </ac:cxnSpMkLst>
        </pc:cxnChg>
        <pc:cxnChg chg="mod">
          <ac:chgData name="郁儒 廖" userId="189a1d031aa848d3" providerId="LiveId" clId="{0734EAEE-AFB4-4B8E-8288-432812E7B4D5}" dt="2020-09-24T14:54:50.549" v="1586" actId="1035"/>
          <ac:cxnSpMkLst>
            <pc:docMk/>
            <pc:sldMk cId="2591497068" sldId="279"/>
            <ac:cxnSpMk id="76" creationId="{0B9FD423-17A4-4D52-9480-AF4B66619F47}"/>
          </ac:cxnSpMkLst>
        </pc:cxnChg>
        <pc:cxnChg chg="mod">
          <ac:chgData name="郁儒 廖" userId="189a1d031aa848d3" providerId="LiveId" clId="{0734EAEE-AFB4-4B8E-8288-432812E7B4D5}" dt="2020-09-24T14:54:50.549" v="1586" actId="1035"/>
          <ac:cxnSpMkLst>
            <pc:docMk/>
            <pc:sldMk cId="2591497068" sldId="279"/>
            <ac:cxnSpMk id="79" creationId="{9CF974EC-03B0-4103-B398-B7D1603C3862}"/>
          </ac:cxnSpMkLst>
        </pc:cxnChg>
        <pc:cxnChg chg="mod">
          <ac:chgData name="郁儒 廖" userId="189a1d031aa848d3" providerId="LiveId" clId="{0734EAEE-AFB4-4B8E-8288-432812E7B4D5}" dt="2020-09-24T14:54:50.549" v="1586" actId="1035"/>
          <ac:cxnSpMkLst>
            <pc:docMk/>
            <pc:sldMk cId="2591497068" sldId="279"/>
            <ac:cxnSpMk id="84" creationId="{0AC84EF6-334F-4B17-9AB1-1E1FF21E3EA2}"/>
          </ac:cxnSpMkLst>
        </pc:cxnChg>
        <pc:cxnChg chg="mod">
          <ac:chgData name="郁儒 廖" userId="189a1d031aa848d3" providerId="LiveId" clId="{0734EAEE-AFB4-4B8E-8288-432812E7B4D5}" dt="2020-09-24T14:54:50.549" v="1586" actId="1035"/>
          <ac:cxnSpMkLst>
            <pc:docMk/>
            <pc:sldMk cId="2591497068" sldId="279"/>
            <ac:cxnSpMk id="88" creationId="{4E825C4E-8030-46C6-9E53-1354EE017BC5}"/>
          </ac:cxnSpMkLst>
        </pc:cxnChg>
        <pc:cxnChg chg="mod">
          <ac:chgData name="郁儒 廖" userId="189a1d031aa848d3" providerId="LiveId" clId="{0734EAEE-AFB4-4B8E-8288-432812E7B4D5}" dt="2020-09-24T14:54:50.549" v="1586" actId="1035"/>
          <ac:cxnSpMkLst>
            <pc:docMk/>
            <pc:sldMk cId="2591497068" sldId="279"/>
            <ac:cxnSpMk id="90" creationId="{189714AF-9C48-47D3-87B1-1B89B084AF5F}"/>
          </ac:cxnSpMkLst>
        </pc:cxnChg>
        <pc:cxnChg chg="mod">
          <ac:chgData name="郁儒 廖" userId="189a1d031aa848d3" providerId="LiveId" clId="{0734EAEE-AFB4-4B8E-8288-432812E7B4D5}" dt="2020-09-24T14:54:50.549" v="1586" actId="1035"/>
          <ac:cxnSpMkLst>
            <pc:docMk/>
            <pc:sldMk cId="2591497068" sldId="279"/>
            <ac:cxnSpMk id="96" creationId="{62D5709F-3A63-40EC-A27A-4C6AF92522FA}"/>
          </ac:cxnSpMkLst>
        </pc:cxnChg>
        <pc:cxnChg chg="mod">
          <ac:chgData name="郁儒 廖" userId="189a1d031aa848d3" providerId="LiveId" clId="{0734EAEE-AFB4-4B8E-8288-432812E7B4D5}" dt="2020-09-24T14:54:50.549" v="1586" actId="1035"/>
          <ac:cxnSpMkLst>
            <pc:docMk/>
            <pc:sldMk cId="2591497068" sldId="279"/>
            <ac:cxnSpMk id="97" creationId="{838FC7DF-FFA3-443E-A1B2-80C3D8F167B9}"/>
          </ac:cxnSpMkLst>
        </pc:cxnChg>
        <pc:cxnChg chg="mod">
          <ac:chgData name="郁儒 廖" userId="189a1d031aa848d3" providerId="LiveId" clId="{0734EAEE-AFB4-4B8E-8288-432812E7B4D5}" dt="2020-09-24T14:54:50.549" v="1586" actId="1035"/>
          <ac:cxnSpMkLst>
            <pc:docMk/>
            <pc:sldMk cId="2591497068" sldId="279"/>
            <ac:cxnSpMk id="99" creationId="{D941F45A-9A3F-4B38-AE65-7FDC708AA841}"/>
          </ac:cxnSpMkLst>
        </pc:cxnChg>
        <pc:cxnChg chg="mod">
          <ac:chgData name="郁儒 廖" userId="189a1d031aa848d3" providerId="LiveId" clId="{0734EAEE-AFB4-4B8E-8288-432812E7B4D5}" dt="2020-09-24T14:54:50.549" v="1586" actId="1035"/>
          <ac:cxnSpMkLst>
            <pc:docMk/>
            <pc:sldMk cId="2591497068" sldId="279"/>
            <ac:cxnSpMk id="101" creationId="{8D7C6331-76E5-40CD-AB49-7D42F18FF870}"/>
          </ac:cxnSpMkLst>
        </pc:cxnChg>
        <pc:cxnChg chg="mod">
          <ac:chgData name="郁儒 廖" userId="189a1d031aa848d3" providerId="LiveId" clId="{0734EAEE-AFB4-4B8E-8288-432812E7B4D5}" dt="2020-09-24T14:54:50.549" v="1586" actId="1035"/>
          <ac:cxnSpMkLst>
            <pc:docMk/>
            <pc:sldMk cId="2591497068" sldId="279"/>
            <ac:cxnSpMk id="103" creationId="{48A735C3-FFF0-49B7-B5F5-38DDC9E2FEB5}"/>
          </ac:cxnSpMkLst>
        </pc:cxnChg>
        <pc:cxnChg chg="mod">
          <ac:chgData name="郁儒 廖" userId="189a1d031aa848d3" providerId="LiveId" clId="{0734EAEE-AFB4-4B8E-8288-432812E7B4D5}" dt="2020-09-24T14:54:50.549" v="1586" actId="1035"/>
          <ac:cxnSpMkLst>
            <pc:docMk/>
            <pc:sldMk cId="2591497068" sldId="279"/>
            <ac:cxnSpMk id="105" creationId="{7CD10BE8-3AA4-4D33-9F2C-AC3F5B9DDBE6}"/>
          </ac:cxnSpMkLst>
        </pc:cxnChg>
        <pc:cxnChg chg="mod">
          <ac:chgData name="郁儒 廖" userId="189a1d031aa848d3" providerId="LiveId" clId="{0734EAEE-AFB4-4B8E-8288-432812E7B4D5}" dt="2020-09-24T14:54:50.549" v="1586" actId="1035"/>
          <ac:cxnSpMkLst>
            <pc:docMk/>
            <pc:sldMk cId="2591497068" sldId="279"/>
            <ac:cxnSpMk id="106" creationId="{1F474B5F-7B60-4142-9A12-1462E4203EB4}"/>
          </ac:cxnSpMkLst>
        </pc:cxnChg>
        <pc:cxnChg chg="mod">
          <ac:chgData name="郁儒 廖" userId="189a1d031aa848d3" providerId="LiveId" clId="{0734EAEE-AFB4-4B8E-8288-432812E7B4D5}" dt="2020-09-24T14:54:50.549" v="1586" actId="1035"/>
          <ac:cxnSpMkLst>
            <pc:docMk/>
            <pc:sldMk cId="2591497068" sldId="279"/>
            <ac:cxnSpMk id="109" creationId="{2E42F359-7A8E-4488-BE34-A5E7CC77E974}"/>
          </ac:cxnSpMkLst>
        </pc:cxnChg>
        <pc:cxnChg chg="mod">
          <ac:chgData name="郁儒 廖" userId="189a1d031aa848d3" providerId="LiveId" clId="{0734EAEE-AFB4-4B8E-8288-432812E7B4D5}" dt="2020-09-24T14:54:50.549" v="1586" actId="1035"/>
          <ac:cxnSpMkLst>
            <pc:docMk/>
            <pc:sldMk cId="2591497068" sldId="279"/>
            <ac:cxnSpMk id="110" creationId="{A0D8B761-F7AA-461F-8FE3-F66BB2167A3F}"/>
          </ac:cxnSpMkLst>
        </pc:cxnChg>
        <pc:cxnChg chg="mod">
          <ac:chgData name="郁儒 廖" userId="189a1d031aa848d3" providerId="LiveId" clId="{0734EAEE-AFB4-4B8E-8288-432812E7B4D5}" dt="2020-09-24T14:54:50.549" v="1586" actId="1035"/>
          <ac:cxnSpMkLst>
            <pc:docMk/>
            <pc:sldMk cId="2591497068" sldId="279"/>
            <ac:cxnSpMk id="112" creationId="{43622B17-548B-4C24-97C2-0D3FB90E1573}"/>
          </ac:cxnSpMkLst>
        </pc:cxnChg>
      </pc:sldChg>
      <pc:sldChg chg="delSp modSp add mod">
        <pc:chgData name="郁儒 廖" userId="189a1d031aa848d3" providerId="LiveId" clId="{0734EAEE-AFB4-4B8E-8288-432812E7B4D5}" dt="2020-09-24T14:54:01.713" v="1519"/>
        <pc:sldMkLst>
          <pc:docMk/>
          <pc:sldMk cId="1024833738" sldId="280"/>
        </pc:sldMkLst>
        <pc:spChg chg="mod">
          <ac:chgData name="郁儒 廖" userId="189a1d031aa848d3" providerId="LiveId" clId="{0734EAEE-AFB4-4B8E-8288-432812E7B4D5}" dt="2020-09-24T14:54:01.713" v="1519"/>
          <ac:spMkLst>
            <pc:docMk/>
            <pc:sldMk cId="1024833738" sldId="280"/>
            <ac:spMk id="2" creationId="{7F550715-45BC-480C-929E-02B819AF877C}"/>
          </ac:spMkLst>
        </pc:spChg>
        <pc:spChg chg="del">
          <ac:chgData name="郁儒 廖" userId="189a1d031aa848d3" providerId="LiveId" clId="{0734EAEE-AFB4-4B8E-8288-432812E7B4D5}" dt="2020-09-24T14:53:50.859" v="1497" actId="478"/>
          <ac:spMkLst>
            <pc:docMk/>
            <pc:sldMk cId="1024833738" sldId="280"/>
            <ac:spMk id="3" creationId="{47924614-B3FE-49DB-A43B-C5C6C654484D}"/>
          </ac:spMkLst>
        </pc:spChg>
        <pc:spChg chg="mod">
          <ac:chgData name="郁儒 廖" userId="189a1d031aa848d3" providerId="LiveId" clId="{0734EAEE-AFB4-4B8E-8288-432812E7B4D5}" dt="2020-09-24T14:33:05.165" v="1057" actId="1076"/>
          <ac:spMkLst>
            <pc:docMk/>
            <pc:sldMk cId="1024833738" sldId="280"/>
            <ac:spMk id="173" creationId="{01BE261B-69B0-48A5-9035-14FA6021467E}"/>
          </ac:spMkLst>
        </pc:spChg>
      </pc:sldChg>
      <pc:sldChg chg="add del">
        <pc:chgData name="郁儒 廖" userId="189a1d031aa848d3" providerId="LiveId" clId="{0734EAEE-AFB4-4B8E-8288-432812E7B4D5}" dt="2020-09-24T14:32:50.034" v="1055" actId="47"/>
        <pc:sldMkLst>
          <pc:docMk/>
          <pc:sldMk cId="2277797743" sldId="280"/>
        </pc:sldMkLst>
      </pc:sldChg>
      <pc:sldChg chg="addSp delSp modSp add mod">
        <pc:chgData name="郁儒 廖" userId="189a1d031aa848d3" providerId="LiveId" clId="{0734EAEE-AFB4-4B8E-8288-432812E7B4D5}" dt="2020-09-24T15:01:04.801" v="1657" actId="1076"/>
        <pc:sldMkLst>
          <pc:docMk/>
          <pc:sldMk cId="3876109337" sldId="281"/>
        </pc:sldMkLst>
        <pc:spChg chg="mod">
          <ac:chgData name="郁儒 廖" userId="189a1d031aa848d3" providerId="LiveId" clId="{0734EAEE-AFB4-4B8E-8288-432812E7B4D5}" dt="2020-09-24T14:46:52.418" v="1244" actId="20577"/>
          <ac:spMkLst>
            <pc:docMk/>
            <pc:sldMk cId="3876109337" sldId="281"/>
            <ac:spMk id="3" creationId="{47924614-B3FE-49DB-A43B-C5C6C654484D}"/>
          </ac:spMkLst>
        </pc:spChg>
        <pc:spChg chg="add mod">
          <ac:chgData name="郁儒 廖" userId="189a1d031aa848d3" providerId="LiveId" clId="{0734EAEE-AFB4-4B8E-8288-432812E7B4D5}" dt="2020-09-24T15:01:04.801" v="1657" actId="1076"/>
          <ac:spMkLst>
            <pc:docMk/>
            <pc:sldMk cId="3876109337" sldId="281"/>
            <ac:spMk id="14" creationId="{DC8DF987-8A04-4A17-B1EC-9D1B0B83C494}"/>
          </ac:spMkLst>
        </pc:spChg>
        <pc:spChg chg="mod">
          <ac:chgData name="郁儒 廖" userId="189a1d031aa848d3" providerId="LiveId" clId="{0734EAEE-AFB4-4B8E-8288-432812E7B4D5}" dt="2020-09-24T14:46:44.908" v="1230" actId="1076"/>
          <ac:spMkLst>
            <pc:docMk/>
            <pc:sldMk cId="3876109337" sldId="281"/>
            <ac:spMk id="98" creationId="{0205F429-82F4-405F-BB7A-D4FB7B0359AA}"/>
          </ac:spMkLst>
        </pc:spChg>
        <pc:spChg chg="mod">
          <ac:chgData name="郁儒 廖" userId="189a1d031aa848d3" providerId="LiveId" clId="{0734EAEE-AFB4-4B8E-8288-432812E7B4D5}" dt="2020-09-24T14:45:23.754" v="1207" actId="1076"/>
          <ac:spMkLst>
            <pc:docMk/>
            <pc:sldMk cId="3876109337" sldId="281"/>
            <ac:spMk id="118" creationId="{F7966DE9-A4EA-4ABB-93F8-B889D8B1464A}"/>
          </ac:spMkLst>
        </pc:spChg>
        <pc:spChg chg="mod">
          <ac:chgData name="郁儒 廖" userId="189a1d031aa848d3" providerId="LiveId" clId="{0734EAEE-AFB4-4B8E-8288-432812E7B4D5}" dt="2020-09-24T14:48:18.133" v="1256" actId="20577"/>
          <ac:spMkLst>
            <pc:docMk/>
            <pc:sldMk cId="3876109337" sldId="281"/>
            <ac:spMk id="122" creationId="{48C1C182-4C7D-44D7-AA0C-00D1653025E2}"/>
          </ac:spMkLst>
        </pc:spChg>
        <pc:spChg chg="del">
          <ac:chgData name="郁儒 廖" userId="189a1d031aa848d3" providerId="LiveId" clId="{0734EAEE-AFB4-4B8E-8288-432812E7B4D5}" dt="2020-09-24T15:01:00.216" v="1655" actId="478"/>
          <ac:spMkLst>
            <pc:docMk/>
            <pc:sldMk cId="3876109337" sldId="281"/>
            <ac:spMk id="130" creationId="{6F06DDAA-D32B-412B-AC5D-AE1BCFFDE916}"/>
          </ac:spMkLst>
        </pc:spChg>
        <pc:graphicFrameChg chg="add del mod modGraphic">
          <ac:chgData name="郁儒 廖" userId="189a1d031aa848d3" providerId="LiveId" clId="{0734EAEE-AFB4-4B8E-8288-432812E7B4D5}" dt="2020-09-24T15:00:32.718" v="1650" actId="21"/>
          <ac:graphicFrameMkLst>
            <pc:docMk/>
            <pc:sldMk cId="3876109337" sldId="281"/>
            <ac:graphicFrameMk id="12" creationId="{CBA66EE4-1E63-4A26-B1EF-A5A90D6B4C1E}"/>
          </ac:graphicFrameMkLst>
        </pc:graphicFrameChg>
        <pc:graphicFrameChg chg="add mod">
          <ac:chgData name="郁儒 廖" userId="189a1d031aa848d3" providerId="LiveId" clId="{0734EAEE-AFB4-4B8E-8288-432812E7B4D5}" dt="2020-09-24T15:00:47.169" v="1653" actId="1076"/>
          <ac:graphicFrameMkLst>
            <pc:docMk/>
            <pc:sldMk cId="3876109337" sldId="281"/>
            <ac:graphicFrameMk id="13" creationId="{817D0338-D609-4D08-BE63-5C4BF78C5C66}"/>
          </ac:graphicFrameMkLst>
        </pc:graphicFrameChg>
        <pc:graphicFrameChg chg="del">
          <ac:chgData name="郁儒 廖" userId="189a1d031aa848d3" providerId="LiveId" clId="{0734EAEE-AFB4-4B8E-8288-432812E7B4D5}" dt="2020-09-24T15:00:41.176" v="1652" actId="478"/>
          <ac:graphicFrameMkLst>
            <pc:docMk/>
            <pc:sldMk cId="3876109337" sldId="281"/>
            <ac:graphicFrameMk id="128" creationId="{3D44929B-DFF8-4B80-AEE2-D100ADED5676}"/>
          </ac:graphicFrameMkLst>
        </pc:graphicFrameChg>
        <pc:cxnChg chg="mod">
          <ac:chgData name="郁儒 廖" userId="189a1d031aa848d3" providerId="LiveId" clId="{0734EAEE-AFB4-4B8E-8288-432812E7B4D5}" dt="2020-09-24T14:45:21.586" v="1206" actId="14100"/>
          <ac:cxnSpMkLst>
            <pc:docMk/>
            <pc:sldMk cId="3876109337" sldId="281"/>
            <ac:cxnSpMk id="74" creationId="{4DAD9427-6E31-4B18-BB1A-3690C8CEFBEA}"/>
          </ac:cxnSpMkLst>
        </pc:cxnChg>
        <pc:cxnChg chg="mod">
          <ac:chgData name="郁儒 廖" userId="189a1d031aa848d3" providerId="LiveId" clId="{0734EAEE-AFB4-4B8E-8288-432812E7B4D5}" dt="2020-09-24T14:46:44.233" v="1229" actId="14100"/>
          <ac:cxnSpMkLst>
            <pc:docMk/>
            <pc:sldMk cId="3876109337" sldId="281"/>
            <ac:cxnSpMk id="91" creationId="{AFCEF853-2198-4D01-B6BE-7E1824EE5390}"/>
          </ac:cxnSpMkLst>
        </pc:cxnChg>
        <pc:cxnChg chg="mod">
          <ac:chgData name="郁儒 廖" userId="189a1d031aa848d3" providerId="LiveId" clId="{0734EAEE-AFB4-4B8E-8288-432812E7B4D5}" dt="2020-09-24T14:48:02.570" v="1253" actId="1076"/>
          <ac:cxnSpMkLst>
            <pc:docMk/>
            <pc:sldMk cId="3876109337" sldId="281"/>
            <ac:cxnSpMk id="124" creationId="{9E007415-26BB-44C9-8EFF-9A41FBCD3702}"/>
          </ac:cxnSpMkLst>
        </pc:cxnChg>
        <pc:cxnChg chg="mod">
          <ac:chgData name="郁儒 廖" userId="189a1d031aa848d3" providerId="LiveId" clId="{0734EAEE-AFB4-4B8E-8288-432812E7B4D5}" dt="2020-09-24T14:48:09.315" v="1255" actId="14100"/>
          <ac:cxnSpMkLst>
            <pc:docMk/>
            <pc:sldMk cId="3876109337" sldId="281"/>
            <ac:cxnSpMk id="125" creationId="{AD28FF6E-05FF-4649-B7D5-52C029F55DE1}"/>
          </ac:cxnSpMkLst>
        </pc:cxnChg>
      </pc:sldChg>
      <pc:sldChg chg="modSp add mod">
        <pc:chgData name="郁儒 廖" userId="189a1d031aa848d3" providerId="LiveId" clId="{0734EAEE-AFB4-4B8E-8288-432812E7B4D5}" dt="2020-09-24T14:59:13.506" v="1645" actId="20577"/>
        <pc:sldMkLst>
          <pc:docMk/>
          <pc:sldMk cId="2250792461" sldId="282"/>
        </pc:sldMkLst>
        <pc:spChg chg="mod">
          <ac:chgData name="郁儒 廖" userId="189a1d031aa848d3" providerId="LiveId" clId="{0734EAEE-AFB4-4B8E-8288-432812E7B4D5}" dt="2020-09-24T14:59:00.259" v="1641"/>
          <ac:spMkLst>
            <pc:docMk/>
            <pc:sldMk cId="2250792461" sldId="282"/>
            <ac:spMk id="3" creationId="{B60FA076-3E52-48B7-9127-1640C428457F}"/>
          </ac:spMkLst>
        </pc:spChg>
        <pc:spChg chg="mod">
          <ac:chgData name="郁儒 廖" userId="189a1d031aa848d3" providerId="LiveId" clId="{0734EAEE-AFB4-4B8E-8288-432812E7B4D5}" dt="2020-09-24T14:59:13.506" v="1645" actId="20577"/>
          <ac:spMkLst>
            <pc:docMk/>
            <pc:sldMk cId="2250792461" sldId="282"/>
            <ac:spMk id="4" creationId="{6A7FBE68-62F3-484A-AD6F-6CD059A1D09E}"/>
          </ac:spMkLst>
        </pc:spChg>
        <pc:spChg chg="mod">
          <ac:chgData name="郁儒 廖" userId="189a1d031aa848d3" providerId="LiveId" clId="{0734EAEE-AFB4-4B8E-8288-432812E7B4D5}" dt="2020-09-24T14:55:25.431" v="1604" actId="20577"/>
          <ac:spMkLst>
            <pc:docMk/>
            <pc:sldMk cId="2250792461" sldId="282"/>
            <ac:spMk id="5" creationId="{C086B31E-3CC5-45E6-9650-35724A3181EB}"/>
          </ac:spMkLst>
        </pc:spChg>
        <pc:spChg chg="mod">
          <ac:chgData name="郁儒 廖" userId="189a1d031aa848d3" providerId="LiveId" clId="{0734EAEE-AFB4-4B8E-8288-432812E7B4D5}" dt="2020-09-24T14:55:37.209" v="1605" actId="1076"/>
          <ac:spMkLst>
            <pc:docMk/>
            <pc:sldMk cId="2250792461" sldId="282"/>
            <ac:spMk id="113" creationId="{FE025B03-BA66-4CF7-8758-2639EDE03EBA}"/>
          </ac:spMkLst>
        </pc:spChg>
        <pc:graphicFrameChg chg="modGraphic">
          <ac:chgData name="郁儒 廖" userId="189a1d031aa848d3" providerId="LiveId" clId="{0734EAEE-AFB4-4B8E-8288-432812E7B4D5}" dt="2020-09-24T14:58:47.885" v="1640" actId="20577"/>
          <ac:graphicFrameMkLst>
            <pc:docMk/>
            <pc:sldMk cId="2250792461" sldId="282"/>
            <ac:graphicFrameMk id="98" creationId="{93CDF356-B71C-4D46-A917-0B960032B841}"/>
          </ac:graphicFrameMkLst>
        </pc:graphicFrameChg>
      </pc:sldChg>
    </pc:docChg>
  </pc:docChgLst>
  <pc:docChgLst>
    <pc:chgData name="郁儒 廖" userId="189a1d031aa848d3" providerId="LiveId" clId="{26EF712A-C9F3-4FA7-AD7B-D8EF1B9D393D}"/>
    <pc:docChg chg="undo custSel addSld delSld modSld sldOrd">
      <pc:chgData name="郁儒 廖" userId="189a1d031aa848d3" providerId="LiveId" clId="{26EF712A-C9F3-4FA7-AD7B-D8EF1B9D393D}" dt="2020-09-29T08:21:35.242" v="3895" actId="20577"/>
      <pc:docMkLst>
        <pc:docMk/>
      </pc:docMkLst>
      <pc:sldChg chg="modSp mod">
        <pc:chgData name="郁儒 廖" userId="189a1d031aa848d3" providerId="LiveId" clId="{26EF712A-C9F3-4FA7-AD7B-D8EF1B9D393D}" dt="2020-09-29T08:10:37.166" v="3890" actId="20577"/>
        <pc:sldMkLst>
          <pc:docMk/>
          <pc:sldMk cId="3580856288" sldId="256"/>
        </pc:sldMkLst>
        <pc:spChg chg="mod">
          <ac:chgData name="郁儒 廖" userId="189a1d031aa848d3" providerId="LiveId" clId="{26EF712A-C9F3-4FA7-AD7B-D8EF1B9D393D}" dt="2020-09-29T08:10:37.166" v="3890" actId="20577"/>
          <ac:spMkLst>
            <pc:docMk/>
            <pc:sldMk cId="3580856288" sldId="256"/>
            <ac:spMk id="5" creationId="{F03108F1-CF87-4425-BAA5-8637EFF2921A}"/>
          </ac:spMkLst>
        </pc:spChg>
      </pc:sldChg>
      <pc:sldChg chg="del">
        <pc:chgData name="郁儒 廖" userId="189a1d031aa848d3" providerId="LiveId" clId="{26EF712A-C9F3-4FA7-AD7B-D8EF1B9D393D}" dt="2020-09-29T05:29:42.869" v="3872" actId="47"/>
        <pc:sldMkLst>
          <pc:docMk/>
          <pc:sldMk cId="3379035868" sldId="257"/>
        </pc:sldMkLst>
      </pc:sldChg>
      <pc:sldChg chg="del">
        <pc:chgData name="郁儒 廖" userId="189a1d031aa848d3" providerId="LiveId" clId="{26EF712A-C9F3-4FA7-AD7B-D8EF1B9D393D}" dt="2020-09-29T05:29:41.567" v="3870" actId="47"/>
        <pc:sldMkLst>
          <pc:docMk/>
          <pc:sldMk cId="2759903336" sldId="258"/>
        </pc:sldMkLst>
      </pc:sldChg>
      <pc:sldChg chg="del">
        <pc:chgData name="郁儒 廖" userId="189a1d031aa848d3" providerId="LiveId" clId="{26EF712A-C9F3-4FA7-AD7B-D8EF1B9D393D}" dt="2020-09-29T05:29:43.401" v="3873" actId="47"/>
        <pc:sldMkLst>
          <pc:docMk/>
          <pc:sldMk cId="346677093" sldId="260"/>
        </pc:sldMkLst>
      </pc:sldChg>
      <pc:sldChg chg="modSp mod">
        <pc:chgData name="郁儒 廖" userId="189a1d031aa848d3" providerId="LiveId" clId="{26EF712A-C9F3-4FA7-AD7B-D8EF1B9D393D}" dt="2020-09-28T15:29:57.973" v="3838" actId="255"/>
        <pc:sldMkLst>
          <pc:docMk/>
          <pc:sldMk cId="2404841664" sldId="261"/>
        </pc:sldMkLst>
        <pc:spChg chg="mod">
          <ac:chgData name="郁儒 廖" userId="189a1d031aa848d3" providerId="LiveId" clId="{26EF712A-C9F3-4FA7-AD7B-D8EF1B9D393D}" dt="2020-09-28T15:29:57.973" v="3838" actId="255"/>
          <ac:spMkLst>
            <pc:docMk/>
            <pc:sldMk cId="2404841664" sldId="261"/>
            <ac:spMk id="3" creationId="{9B25E1B4-7164-4F85-8D04-301AAC611AFB}"/>
          </ac:spMkLst>
        </pc:spChg>
        <pc:picChg chg="mod">
          <ac:chgData name="郁儒 廖" userId="189a1d031aa848d3" providerId="LiveId" clId="{26EF712A-C9F3-4FA7-AD7B-D8EF1B9D393D}" dt="2020-09-27T05:01:59.460" v="3197" actId="1076"/>
          <ac:picMkLst>
            <pc:docMk/>
            <pc:sldMk cId="2404841664" sldId="261"/>
            <ac:picMk id="26" creationId="{FDF8ABDC-BA8B-4BF9-8644-970D437334C0}"/>
          </ac:picMkLst>
        </pc:picChg>
      </pc:sldChg>
      <pc:sldChg chg="del">
        <pc:chgData name="郁儒 廖" userId="189a1d031aa848d3" providerId="LiveId" clId="{26EF712A-C9F3-4FA7-AD7B-D8EF1B9D393D}" dt="2020-09-29T05:29:42.215" v="3871" actId="47"/>
        <pc:sldMkLst>
          <pc:docMk/>
          <pc:sldMk cId="2293659529" sldId="262"/>
        </pc:sldMkLst>
      </pc:sldChg>
      <pc:sldChg chg="del">
        <pc:chgData name="郁儒 廖" userId="189a1d031aa848d3" providerId="LiveId" clId="{26EF712A-C9F3-4FA7-AD7B-D8EF1B9D393D}" dt="2020-09-29T05:29:44.732" v="3875" actId="47"/>
        <pc:sldMkLst>
          <pc:docMk/>
          <pc:sldMk cId="2382778538" sldId="263"/>
        </pc:sldMkLst>
      </pc:sldChg>
      <pc:sldChg chg="del">
        <pc:chgData name="郁儒 廖" userId="189a1d031aa848d3" providerId="LiveId" clId="{26EF712A-C9F3-4FA7-AD7B-D8EF1B9D393D}" dt="2020-09-29T05:29:49.019" v="3882" actId="47"/>
        <pc:sldMkLst>
          <pc:docMk/>
          <pc:sldMk cId="927339347" sldId="264"/>
        </pc:sldMkLst>
      </pc:sldChg>
      <pc:sldChg chg="del">
        <pc:chgData name="郁儒 廖" userId="189a1d031aa848d3" providerId="LiveId" clId="{26EF712A-C9F3-4FA7-AD7B-D8EF1B9D393D}" dt="2020-09-29T05:29:44.164" v="3874" actId="47"/>
        <pc:sldMkLst>
          <pc:docMk/>
          <pc:sldMk cId="3828887883" sldId="265"/>
        </pc:sldMkLst>
      </pc:sldChg>
      <pc:sldChg chg="del">
        <pc:chgData name="郁儒 廖" userId="189a1d031aa848d3" providerId="LiveId" clId="{26EF712A-C9F3-4FA7-AD7B-D8EF1B9D393D}" dt="2020-09-25T02:56:10.154" v="0" actId="47"/>
        <pc:sldMkLst>
          <pc:docMk/>
          <pc:sldMk cId="573323456" sldId="266"/>
        </pc:sldMkLst>
      </pc:sldChg>
      <pc:sldChg chg="del ord">
        <pc:chgData name="郁儒 廖" userId="189a1d031aa848d3" providerId="LiveId" clId="{26EF712A-C9F3-4FA7-AD7B-D8EF1B9D393D}" dt="2020-09-29T05:29:50.092" v="3884" actId="47"/>
        <pc:sldMkLst>
          <pc:docMk/>
          <pc:sldMk cId="826614303" sldId="269"/>
        </pc:sldMkLst>
      </pc:sldChg>
      <pc:sldChg chg="del">
        <pc:chgData name="郁儒 廖" userId="189a1d031aa848d3" providerId="LiveId" clId="{26EF712A-C9F3-4FA7-AD7B-D8EF1B9D393D}" dt="2020-09-29T05:29:47.948" v="3880" actId="47"/>
        <pc:sldMkLst>
          <pc:docMk/>
          <pc:sldMk cId="3130928608" sldId="271"/>
        </pc:sldMkLst>
      </pc:sldChg>
      <pc:sldChg chg="del">
        <pc:chgData name="郁儒 廖" userId="189a1d031aa848d3" providerId="LiveId" clId="{26EF712A-C9F3-4FA7-AD7B-D8EF1B9D393D}" dt="2020-09-29T05:29:40.935" v="3869" actId="47"/>
        <pc:sldMkLst>
          <pc:docMk/>
          <pc:sldMk cId="3227302367" sldId="272"/>
        </pc:sldMkLst>
      </pc:sldChg>
      <pc:sldChg chg="addSp delSp modSp del mod">
        <pc:chgData name="郁儒 廖" userId="189a1d031aa848d3" providerId="LiveId" clId="{26EF712A-C9F3-4FA7-AD7B-D8EF1B9D393D}" dt="2020-09-29T05:29:45.340" v="3876" actId="47"/>
        <pc:sldMkLst>
          <pc:docMk/>
          <pc:sldMk cId="2796662447" sldId="273"/>
        </pc:sldMkLst>
        <pc:spChg chg="del">
          <ac:chgData name="郁儒 廖" userId="189a1d031aa848d3" providerId="LiveId" clId="{26EF712A-C9F3-4FA7-AD7B-D8EF1B9D393D}" dt="2020-09-25T02:58:45.816" v="35" actId="478"/>
          <ac:spMkLst>
            <pc:docMk/>
            <pc:sldMk cId="2796662447" sldId="273"/>
            <ac:spMk id="43" creationId="{4DF79BBE-2484-4E3A-B0B0-C407976A1ED7}"/>
          </ac:spMkLst>
        </pc:spChg>
        <pc:spChg chg="del">
          <ac:chgData name="郁儒 廖" userId="189a1d031aa848d3" providerId="LiveId" clId="{26EF712A-C9F3-4FA7-AD7B-D8EF1B9D393D}" dt="2020-09-25T02:58:45.816" v="35" actId="478"/>
          <ac:spMkLst>
            <pc:docMk/>
            <pc:sldMk cId="2796662447" sldId="273"/>
            <ac:spMk id="46" creationId="{55E0C108-F848-45A5-8A61-63D2F0D7F814}"/>
          </ac:spMkLst>
        </pc:spChg>
        <pc:spChg chg="del">
          <ac:chgData name="郁儒 廖" userId="189a1d031aa848d3" providerId="LiveId" clId="{26EF712A-C9F3-4FA7-AD7B-D8EF1B9D393D}" dt="2020-09-25T02:58:45.816" v="35" actId="478"/>
          <ac:spMkLst>
            <pc:docMk/>
            <pc:sldMk cId="2796662447" sldId="273"/>
            <ac:spMk id="49" creationId="{2181B8F7-E3CE-47F3-A312-2BE689DF591F}"/>
          </ac:spMkLst>
        </pc:spChg>
        <pc:spChg chg="del">
          <ac:chgData name="郁儒 廖" userId="189a1d031aa848d3" providerId="LiveId" clId="{26EF712A-C9F3-4FA7-AD7B-D8EF1B9D393D}" dt="2020-09-25T02:58:45.816" v="35" actId="478"/>
          <ac:spMkLst>
            <pc:docMk/>
            <pc:sldMk cId="2796662447" sldId="273"/>
            <ac:spMk id="52" creationId="{84AD333A-43B5-4BD1-AB9F-9E4200160B86}"/>
          </ac:spMkLst>
        </pc:spChg>
        <pc:spChg chg="del">
          <ac:chgData name="郁儒 廖" userId="189a1d031aa848d3" providerId="LiveId" clId="{26EF712A-C9F3-4FA7-AD7B-D8EF1B9D393D}" dt="2020-09-25T02:58:45.816" v="35" actId="478"/>
          <ac:spMkLst>
            <pc:docMk/>
            <pc:sldMk cId="2796662447" sldId="273"/>
            <ac:spMk id="55" creationId="{80F1DFCD-144D-467B-994F-615FF8175C3E}"/>
          </ac:spMkLst>
        </pc:spChg>
        <pc:spChg chg="del">
          <ac:chgData name="郁儒 廖" userId="189a1d031aa848d3" providerId="LiveId" clId="{26EF712A-C9F3-4FA7-AD7B-D8EF1B9D393D}" dt="2020-09-25T02:58:45.816" v="35" actId="478"/>
          <ac:spMkLst>
            <pc:docMk/>
            <pc:sldMk cId="2796662447" sldId="273"/>
            <ac:spMk id="57" creationId="{F519E9DB-D3DF-481F-9877-27675E5ADFE0}"/>
          </ac:spMkLst>
        </pc:spChg>
        <pc:spChg chg="del">
          <ac:chgData name="郁儒 廖" userId="189a1d031aa848d3" providerId="LiveId" clId="{26EF712A-C9F3-4FA7-AD7B-D8EF1B9D393D}" dt="2020-09-25T02:58:45.816" v="35" actId="478"/>
          <ac:spMkLst>
            <pc:docMk/>
            <pc:sldMk cId="2796662447" sldId="273"/>
            <ac:spMk id="59" creationId="{931B9A4F-9EF1-4AB5-AFD7-D362DD9EC642}"/>
          </ac:spMkLst>
        </pc:spChg>
        <pc:spChg chg="del">
          <ac:chgData name="郁儒 廖" userId="189a1d031aa848d3" providerId="LiveId" clId="{26EF712A-C9F3-4FA7-AD7B-D8EF1B9D393D}" dt="2020-09-25T02:58:45.816" v="35" actId="478"/>
          <ac:spMkLst>
            <pc:docMk/>
            <pc:sldMk cId="2796662447" sldId="273"/>
            <ac:spMk id="61" creationId="{6A8291EA-7E15-4657-A3AE-CBCC8A2C8A65}"/>
          </ac:spMkLst>
        </pc:spChg>
        <pc:spChg chg="del">
          <ac:chgData name="郁儒 廖" userId="189a1d031aa848d3" providerId="LiveId" clId="{26EF712A-C9F3-4FA7-AD7B-D8EF1B9D393D}" dt="2020-09-25T02:58:45.816" v="35" actId="478"/>
          <ac:spMkLst>
            <pc:docMk/>
            <pc:sldMk cId="2796662447" sldId="273"/>
            <ac:spMk id="63" creationId="{D65ADAE3-282A-4E55-AF1E-3F2F2441C3FB}"/>
          </ac:spMkLst>
        </pc:spChg>
        <pc:spChg chg="del">
          <ac:chgData name="郁儒 廖" userId="189a1d031aa848d3" providerId="LiveId" clId="{26EF712A-C9F3-4FA7-AD7B-D8EF1B9D393D}" dt="2020-09-25T02:58:45.816" v="35" actId="478"/>
          <ac:spMkLst>
            <pc:docMk/>
            <pc:sldMk cId="2796662447" sldId="273"/>
            <ac:spMk id="68" creationId="{B03AA794-999E-4253-AF61-B9AAE4E6CC4C}"/>
          </ac:spMkLst>
        </pc:spChg>
        <pc:spChg chg="del">
          <ac:chgData name="郁儒 廖" userId="189a1d031aa848d3" providerId="LiveId" clId="{26EF712A-C9F3-4FA7-AD7B-D8EF1B9D393D}" dt="2020-09-25T02:58:45.816" v="35" actId="478"/>
          <ac:spMkLst>
            <pc:docMk/>
            <pc:sldMk cId="2796662447" sldId="273"/>
            <ac:spMk id="69" creationId="{58CE6AAA-0D7E-43AC-8197-A6D6D5FBDA3F}"/>
          </ac:spMkLst>
        </pc:spChg>
        <pc:spChg chg="del">
          <ac:chgData name="郁儒 廖" userId="189a1d031aa848d3" providerId="LiveId" clId="{26EF712A-C9F3-4FA7-AD7B-D8EF1B9D393D}" dt="2020-09-25T02:58:45.816" v="35" actId="478"/>
          <ac:spMkLst>
            <pc:docMk/>
            <pc:sldMk cId="2796662447" sldId="273"/>
            <ac:spMk id="70" creationId="{21E43F9C-CCB3-436D-997B-1616B481DD42}"/>
          </ac:spMkLst>
        </pc:spChg>
        <pc:spChg chg="del">
          <ac:chgData name="郁儒 廖" userId="189a1d031aa848d3" providerId="LiveId" clId="{26EF712A-C9F3-4FA7-AD7B-D8EF1B9D393D}" dt="2020-09-25T02:58:45.816" v="35" actId="478"/>
          <ac:spMkLst>
            <pc:docMk/>
            <pc:sldMk cId="2796662447" sldId="273"/>
            <ac:spMk id="71" creationId="{A24FCD7F-C46D-42AC-B684-8EFC7AC51DFD}"/>
          </ac:spMkLst>
        </pc:spChg>
        <pc:spChg chg="del">
          <ac:chgData name="郁儒 廖" userId="189a1d031aa848d3" providerId="LiveId" clId="{26EF712A-C9F3-4FA7-AD7B-D8EF1B9D393D}" dt="2020-09-25T02:58:45.816" v="35" actId="478"/>
          <ac:spMkLst>
            <pc:docMk/>
            <pc:sldMk cId="2796662447" sldId="273"/>
            <ac:spMk id="73" creationId="{0D0C0CF5-D199-418D-85D9-DBDBD6629719}"/>
          </ac:spMkLst>
        </pc:spChg>
        <pc:spChg chg="add mod">
          <ac:chgData name="郁儒 廖" userId="189a1d031aa848d3" providerId="LiveId" clId="{26EF712A-C9F3-4FA7-AD7B-D8EF1B9D393D}" dt="2020-09-25T02:58:50.028" v="37"/>
          <ac:spMkLst>
            <pc:docMk/>
            <pc:sldMk cId="2796662447" sldId="273"/>
            <ac:spMk id="74" creationId="{725160DD-4A3F-450D-9ECA-FF6E6C015A33}"/>
          </ac:spMkLst>
        </pc:spChg>
        <pc:spChg chg="del">
          <ac:chgData name="郁儒 廖" userId="189a1d031aa848d3" providerId="LiveId" clId="{26EF712A-C9F3-4FA7-AD7B-D8EF1B9D393D}" dt="2020-09-25T02:58:45.816" v="35" actId="478"/>
          <ac:spMkLst>
            <pc:docMk/>
            <pc:sldMk cId="2796662447" sldId="273"/>
            <ac:spMk id="77" creationId="{C47BDC24-4E7F-45C4-B9B5-1CEF2527362A}"/>
          </ac:spMkLst>
        </pc:spChg>
        <pc:spChg chg="add mod">
          <ac:chgData name="郁儒 廖" userId="189a1d031aa848d3" providerId="LiveId" clId="{26EF712A-C9F3-4FA7-AD7B-D8EF1B9D393D}" dt="2020-09-25T02:58:50.028" v="37"/>
          <ac:spMkLst>
            <pc:docMk/>
            <pc:sldMk cId="2796662447" sldId="273"/>
            <ac:spMk id="81" creationId="{D566ACAF-5CE7-49A0-979F-EF342BD2E800}"/>
          </ac:spMkLst>
        </pc:spChg>
        <pc:spChg chg="del">
          <ac:chgData name="郁儒 廖" userId="189a1d031aa848d3" providerId="LiveId" clId="{26EF712A-C9F3-4FA7-AD7B-D8EF1B9D393D}" dt="2020-09-25T02:58:45.816" v="35" actId="478"/>
          <ac:spMkLst>
            <pc:docMk/>
            <pc:sldMk cId="2796662447" sldId="273"/>
            <ac:spMk id="85" creationId="{502A704B-85FE-48F6-8B90-AD1D4614715C}"/>
          </ac:spMkLst>
        </pc:spChg>
        <pc:spChg chg="add mod">
          <ac:chgData name="郁儒 廖" userId="189a1d031aa848d3" providerId="LiveId" clId="{26EF712A-C9F3-4FA7-AD7B-D8EF1B9D393D}" dt="2020-09-25T02:58:50.028" v="37"/>
          <ac:spMkLst>
            <pc:docMk/>
            <pc:sldMk cId="2796662447" sldId="273"/>
            <ac:spMk id="86" creationId="{B1E3702A-5B56-4449-9544-C098E8730983}"/>
          </ac:spMkLst>
        </pc:spChg>
        <pc:spChg chg="add mod">
          <ac:chgData name="郁儒 廖" userId="189a1d031aa848d3" providerId="LiveId" clId="{26EF712A-C9F3-4FA7-AD7B-D8EF1B9D393D}" dt="2020-09-25T02:58:50.028" v="37"/>
          <ac:spMkLst>
            <pc:docMk/>
            <pc:sldMk cId="2796662447" sldId="273"/>
            <ac:spMk id="91" creationId="{C4998982-6B8E-4163-AA4A-D1D937D1B658}"/>
          </ac:spMkLst>
        </pc:spChg>
        <pc:spChg chg="del">
          <ac:chgData name="郁儒 廖" userId="189a1d031aa848d3" providerId="LiveId" clId="{26EF712A-C9F3-4FA7-AD7B-D8EF1B9D393D}" dt="2020-09-25T02:58:45.816" v="35" actId="478"/>
          <ac:spMkLst>
            <pc:docMk/>
            <pc:sldMk cId="2796662447" sldId="273"/>
            <ac:spMk id="92" creationId="{A40A566C-6CAD-4504-A039-D9A80007F894}"/>
          </ac:spMkLst>
        </pc:spChg>
        <pc:spChg chg="del">
          <ac:chgData name="郁儒 廖" userId="189a1d031aa848d3" providerId="LiveId" clId="{26EF712A-C9F3-4FA7-AD7B-D8EF1B9D393D}" dt="2020-09-25T02:58:45.816" v="35" actId="478"/>
          <ac:spMkLst>
            <pc:docMk/>
            <pc:sldMk cId="2796662447" sldId="273"/>
            <ac:spMk id="94" creationId="{7FC7F3A8-AA31-4A27-985E-D990B9FEA508}"/>
          </ac:spMkLst>
        </pc:spChg>
        <pc:spChg chg="del">
          <ac:chgData name="郁儒 廖" userId="189a1d031aa848d3" providerId="LiveId" clId="{26EF712A-C9F3-4FA7-AD7B-D8EF1B9D393D}" dt="2020-09-25T02:58:45.816" v="35" actId="478"/>
          <ac:spMkLst>
            <pc:docMk/>
            <pc:sldMk cId="2796662447" sldId="273"/>
            <ac:spMk id="100" creationId="{2B2ECA28-A516-4512-A3D9-05C8B715D437}"/>
          </ac:spMkLst>
        </pc:spChg>
        <pc:spChg chg="del">
          <ac:chgData name="郁儒 廖" userId="189a1d031aa848d3" providerId="LiveId" clId="{26EF712A-C9F3-4FA7-AD7B-D8EF1B9D393D}" dt="2020-09-25T02:58:45.816" v="35" actId="478"/>
          <ac:spMkLst>
            <pc:docMk/>
            <pc:sldMk cId="2796662447" sldId="273"/>
            <ac:spMk id="102" creationId="{7F7DA2F3-1045-4936-8E2F-71EB3A144A98}"/>
          </ac:spMkLst>
        </pc:spChg>
        <pc:spChg chg="del">
          <ac:chgData name="郁儒 廖" userId="189a1d031aa848d3" providerId="LiveId" clId="{26EF712A-C9F3-4FA7-AD7B-D8EF1B9D393D}" dt="2020-09-25T02:58:45.816" v="35" actId="478"/>
          <ac:spMkLst>
            <pc:docMk/>
            <pc:sldMk cId="2796662447" sldId="273"/>
            <ac:spMk id="104" creationId="{BBC78E1F-CFEB-40BB-868C-6DF310F2A123}"/>
          </ac:spMkLst>
        </pc:spChg>
        <pc:spChg chg="del">
          <ac:chgData name="郁儒 廖" userId="189a1d031aa848d3" providerId="LiveId" clId="{26EF712A-C9F3-4FA7-AD7B-D8EF1B9D393D}" dt="2020-09-25T02:58:45.816" v="35" actId="478"/>
          <ac:spMkLst>
            <pc:docMk/>
            <pc:sldMk cId="2796662447" sldId="273"/>
            <ac:spMk id="107" creationId="{293CE76F-1ECE-491B-8BF6-1B0F96197CAD}"/>
          </ac:spMkLst>
        </pc:spChg>
        <pc:spChg chg="del">
          <ac:chgData name="郁儒 廖" userId="189a1d031aa848d3" providerId="LiveId" clId="{26EF712A-C9F3-4FA7-AD7B-D8EF1B9D393D}" dt="2020-09-25T02:58:45.816" v="35" actId="478"/>
          <ac:spMkLst>
            <pc:docMk/>
            <pc:sldMk cId="2796662447" sldId="273"/>
            <ac:spMk id="108" creationId="{9F61632F-EBC9-47AF-B2DB-161B562019C3}"/>
          </ac:spMkLst>
        </pc:spChg>
        <pc:spChg chg="del">
          <ac:chgData name="郁儒 廖" userId="189a1d031aa848d3" providerId="LiveId" clId="{26EF712A-C9F3-4FA7-AD7B-D8EF1B9D393D}" dt="2020-09-25T02:58:45.816" v="35" actId="478"/>
          <ac:spMkLst>
            <pc:docMk/>
            <pc:sldMk cId="2796662447" sldId="273"/>
            <ac:spMk id="111" creationId="{EDFFD0D7-20B4-4444-B685-7517F65CE124}"/>
          </ac:spMkLst>
        </pc:spChg>
        <pc:spChg chg="del">
          <ac:chgData name="郁儒 廖" userId="189a1d031aa848d3" providerId="LiveId" clId="{26EF712A-C9F3-4FA7-AD7B-D8EF1B9D393D}" dt="2020-09-25T02:58:45.816" v="35" actId="478"/>
          <ac:spMkLst>
            <pc:docMk/>
            <pc:sldMk cId="2796662447" sldId="273"/>
            <ac:spMk id="113" creationId="{FE025B03-BA66-4CF7-8758-2639EDE03EBA}"/>
          </ac:spMkLst>
        </pc:spChg>
        <pc:spChg chg="del">
          <ac:chgData name="郁儒 廖" userId="189a1d031aa848d3" providerId="LiveId" clId="{26EF712A-C9F3-4FA7-AD7B-D8EF1B9D393D}" dt="2020-09-25T02:58:45.816" v="35" actId="478"/>
          <ac:spMkLst>
            <pc:docMk/>
            <pc:sldMk cId="2796662447" sldId="273"/>
            <ac:spMk id="114" creationId="{F28C1E5A-B431-49AE-8C59-228742571F15}"/>
          </ac:spMkLst>
        </pc:spChg>
        <pc:spChg chg="del">
          <ac:chgData name="郁儒 廖" userId="189a1d031aa848d3" providerId="LiveId" clId="{26EF712A-C9F3-4FA7-AD7B-D8EF1B9D393D}" dt="2020-09-25T02:58:48.929" v="36" actId="478"/>
          <ac:spMkLst>
            <pc:docMk/>
            <pc:sldMk cId="2796662447" sldId="273"/>
            <ac:spMk id="115" creationId="{DD8CA3BB-F3F9-4686-A75F-4DC7363666AE}"/>
          </ac:spMkLst>
        </pc:spChg>
        <pc:spChg chg="add mod">
          <ac:chgData name="郁儒 廖" userId="189a1d031aa848d3" providerId="LiveId" clId="{26EF712A-C9F3-4FA7-AD7B-D8EF1B9D393D}" dt="2020-09-25T02:58:50.028" v="37"/>
          <ac:spMkLst>
            <pc:docMk/>
            <pc:sldMk cId="2796662447" sldId="273"/>
            <ac:spMk id="116" creationId="{FAE2554C-F956-48C8-A0BF-B03C5F8493AB}"/>
          </ac:spMkLst>
        </pc:spChg>
        <pc:spChg chg="add mod">
          <ac:chgData name="郁儒 廖" userId="189a1d031aa848d3" providerId="LiveId" clId="{26EF712A-C9F3-4FA7-AD7B-D8EF1B9D393D}" dt="2020-09-25T02:58:50.028" v="37"/>
          <ac:spMkLst>
            <pc:docMk/>
            <pc:sldMk cId="2796662447" sldId="273"/>
            <ac:spMk id="118" creationId="{64BB245C-FECB-4527-9342-309AC96D20FF}"/>
          </ac:spMkLst>
        </pc:spChg>
        <pc:spChg chg="add mod">
          <ac:chgData name="郁儒 廖" userId="189a1d031aa848d3" providerId="LiveId" clId="{26EF712A-C9F3-4FA7-AD7B-D8EF1B9D393D}" dt="2020-09-25T02:58:50.028" v="37"/>
          <ac:spMkLst>
            <pc:docMk/>
            <pc:sldMk cId="2796662447" sldId="273"/>
            <ac:spMk id="120" creationId="{E7E4DF0E-B4FB-4922-B434-78F50A0CB160}"/>
          </ac:spMkLst>
        </pc:spChg>
        <pc:spChg chg="add mod">
          <ac:chgData name="郁儒 廖" userId="189a1d031aa848d3" providerId="LiveId" clId="{26EF712A-C9F3-4FA7-AD7B-D8EF1B9D393D}" dt="2020-09-25T02:58:50.028" v="37"/>
          <ac:spMkLst>
            <pc:docMk/>
            <pc:sldMk cId="2796662447" sldId="273"/>
            <ac:spMk id="122" creationId="{6866481A-4B9E-44F3-AE82-CBBF1E77BF46}"/>
          </ac:spMkLst>
        </pc:spChg>
        <pc:spChg chg="add mod">
          <ac:chgData name="郁儒 廖" userId="189a1d031aa848d3" providerId="LiveId" clId="{26EF712A-C9F3-4FA7-AD7B-D8EF1B9D393D}" dt="2020-09-25T02:58:50.028" v="37"/>
          <ac:spMkLst>
            <pc:docMk/>
            <pc:sldMk cId="2796662447" sldId="273"/>
            <ac:spMk id="124" creationId="{22F2D1B3-317D-4EA8-A904-5085F72D204A}"/>
          </ac:spMkLst>
        </pc:spChg>
        <pc:spChg chg="add mod">
          <ac:chgData name="郁儒 廖" userId="189a1d031aa848d3" providerId="LiveId" clId="{26EF712A-C9F3-4FA7-AD7B-D8EF1B9D393D}" dt="2020-09-25T02:58:50.028" v="37"/>
          <ac:spMkLst>
            <pc:docMk/>
            <pc:sldMk cId="2796662447" sldId="273"/>
            <ac:spMk id="129" creationId="{07B34D70-5B75-4A05-8780-D16B61FE3C00}"/>
          </ac:spMkLst>
        </pc:spChg>
        <pc:spChg chg="add mod">
          <ac:chgData name="郁儒 廖" userId="189a1d031aa848d3" providerId="LiveId" clId="{26EF712A-C9F3-4FA7-AD7B-D8EF1B9D393D}" dt="2020-09-25T02:58:50.028" v="37"/>
          <ac:spMkLst>
            <pc:docMk/>
            <pc:sldMk cId="2796662447" sldId="273"/>
            <ac:spMk id="130" creationId="{C8D59B84-B181-4603-B600-F0AC1CEE7E97}"/>
          </ac:spMkLst>
        </pc:spChg>
        <pc:spChg chg="add mod">
          <ac:chgData name="郁儒 廖" userId="189a1d031aa848d3" providerId="LiveId" clId="{26EF712A-C9F3-4FA7-AD7B-D8EF1B9D393D}" dt="2020-09-25T02:58:50.028" v="37"/>
          <ac:spMkLst>
            <pc:docMk/>
            <pc:sldMk cId="2796662447" sldId="273"/>
            <ac:spMk id="131" creationId="{1A6D3D42-861C-48B5-9DD9-609F98EA9F62}"/>
          </ac:spMkLst>
        </pc:spChg>
        <pc:spChg chg="add mod">
          <ac:chgData name="郁儒 廖" userId="189a1d031aa848d3" providerId="LiveId" clId="{26EF712A-C9F3-4FA7-AD7B-D8EF1B9D393D}" dt="2020-09-25T02:58:50.028" v="37"/>
          <ac:spMkLst>
            <pc:docMk/>
            <pc:sldMk cId="2796662447" sldId="273"/>
            <ac:spMk id="132" creationId="{AE8A8FE0-4B3C-469C-961C-3D632747B6D1}"/>
          </ac:spMkLst>
        </pc:spChg>
        <pc:spChg chg="add mod">
          <ac:chgData name="郁儒 廖" userId="189a1d031aa848d3" providerId="LiveId" clId="{26EF712A-C9F3-4FA7-AD7B-D8EF1B9D393D}" dt="2020-09-25T02:58:50.028" v="37"/>
          <ac:spMkLst>
            <pc:docMk/>
            <pc:sldMk cId="2796662447" sldId="273"/>
            <ac:spMk id="134" creationId="{D8BC5EC2-670C-4B27-9093-25C985A34969}"/>
          </ac:spMkLst>
        </pc:spChg>
        <pc:spChg chg="add mod">
          <ac:chgData name="郁儒 廖" userId="189a1d031aa848d3" providerId="LiveId" clId="{26EF712A-C9F3-4FA7-AD7B-D8EF1B9D393D}" dt="2020-09-25T02:58:50.028" v="37"/>
          <ac:spMkLst>
            <pc:docMk/>
            <pc:sldMk cId="2796662447" sldId="273"/>
            <ac:spMk id="137" creationId="{821145A2-28B9-44E1-A3E0-6B15E046AACC}"/>
          </ac:spMkLst>
        </pc:spChg>
        <pc:spChg chg="add mod">
          <ac:chgData name="郁儒 廖" userId="189a1d031aa848d3" providerId="LiveId" clId="{26EF712A-C9F3-4FA7-AD7B-D8EF1B9D393D}" dt="2020-09-25T02:58:50.028" v="37"/>
          <ac:spMkLst>
            <pc:docMk/>
            <pc:sldMk cId="2796662447" sldId="273"/>
            <ac:spMk id="140" creationId="{E5550B24-AF06-4D58-AF04-586A82D5EEC3}"/>
          </ac:spMkLst>
        </pc:spChg>
        <pc:spChg chg="add mod">
          <ac:chgData name="郁儒 廖" userId="189a1d031aa848d3" providerId="LiveId" clId="{26EF712A-C9F3-4FA7-AD7B-D8EF1B9D393D}" dt="2020-09-25T02:58:50.028" v="37"/>
          <ac:spMkLst>
            <pc:docMk/>
            <pc:sldMk cId="2796662447" sldId="273"/>
            <ac:spMk id="143" creationId="{1D02302A-61C7-4CCD-BC0B-87CFA4E36070}"/>
          </ac:spMkLst>
        </pc:spChg>
        <pc:spChg chg="add mod">
          <ac:chgData name="郁儒 廖" userId="189a1d031aa848d3" providerId="LiveId" clId="{26EF712A-C9F3-4FA7-AD7B-D8EF1B9D393D}" dt="2020-09-25T02:58:50.028" v="37"/>
          <ac:spMkLst>
            <pc:docMk/>
            <pc:sldMk cId="2796662447" sldId="273"/>
            <ac:spMk id="144" creationId="{F4438A10-B280-4287-B872-1D8672CE36A6}"/>
          </ac:spMkLst>
        </pc:spChg>
        <pc:spChg chg="add mod">
          <ac:chgData name="郁儒 廖" userId="189a1d031aa848d3" providerId="LiveId" clId="{26EF712A-C9F3-4FA7-AD7B-D8EF1B9D393D}" dt="2020-09-25T02:58:50.028" v="37"/>
          <ac:spMkLst>
            <pc:docMk/>
            <pc:sldMk cId="2796662447" sldId="273"/>
            <ac:spMk id="145" creationId="{56701B8E-086E-4594-BC9B-1FB006C0E8E9}"/>
          </ac:spMkLst>
        </pc:spChg>
        <pc:spChg chg="add mod">
          <ac:chgData name="郁儒 廖" userId="189a1d031aa848d3" providerId="LiveId" clId="{26EF712A-C9F3-4FA7-AD7B-D8EF1B9D393D}" dt="2020-09-25T02:58:50.028" v="37"/>
          <ac:spMkLst>
            <pc:docMk/>
            <pc:sldMk cId="2796662447" sldId="273"/>
            <ac:spMk id="149" creationId="{77EFE505-0D1A-40A8-927F-4220ACBE903C}"/>
          </ac:spMkLst>
        </pc:spChg>
        <pc:spChg chg="add mod">
          <ac:chgData name="郁儒 廖" userId="189a1d031aa848d3" providerId="LiveId" clId="{26EF712A-C9F3-4FA7-AD7B-D8EF1B9D393D}" dt="2020-09-25T02:58:50.028" v="37"/>
          <ac:spMkLst>
            <pc:docMk/>
            <pc:sldMk cId="2796662447" sldId="273"/>
            <ac:spMk id="151" creationId="{287E78AD-B882-442C-9F68-75D95B695A55}"/>
          </ac:spMkLst>
        </pc:spChg>
        <pc:spChg chg="add mod">
          <ac:chgData name="郁儒 廖" userId="189a1d031aa848d3" providerId="LiveId" clId="{26EF712A-C9F3-4FA7-AD7B-D8EF1B9D393D}" dt="2020-09-25T02:58:50.028" v="37"/>
          <ac:spMkLst>
            <pc:docMk/>
            <pc:sldMk cId="2796662447" sldId="273"/>
            <ac:spMk id="153" creationId="{924F9F21-9952-4A9E-8EA5-07856D1E79A3}"/>
          </ac:spMkLst>
        </pc:spChg>
        <pc:spChg chg="add mod">
          <ac:chgData name="郁儒 廖" userId="189a1d031aa848d3" providerId="LiveId" clId="{26EF712A-C9F3-4FA7-AD7B-D8EF1B9D393D}" dt="2020-09-25T02:58:50.028" v="37"/>
          <ac:spMkLst>
            <pc:docMk/>
            <pc:sldMk cId="2796662447" sldId="273"/>
            <ac:spMk id="156" creationId="{7CD95886-8D30-442A-8799-AA4D479AF368}"/>
          </ac:spMkLst>
        </pc:spChg>
        <pc:spChg chg="add mod">
          <ac:chgData name="郁儒 廖" userId="189a1d031aa848d3" providerId="LiveId" clId="{26EF712A-C9F3-4FA7-AD7B-D8EF1B9D393D}" dt="2020-09-25T02:58:50.028" v="37"/>
          <ac:spMkLst>
            <pc:docMk/>
            <pc:sldMk cId="2796662447" sldId="273"/>
            <ac:spMk id="157" creationId="{6ADFECD9-BB88-46D6-882A-5D02AE2B6CA6}"/>
          </ac:spMkLst>
        </pc:spChg>
        <pc:spChg chg="add mod">
          <ac:chgData name="郁儒 廖" userId="189a1d031aa848d3" providerId="LiveId" clId="{26EF712A-C9F3-4FA7-AD7B-D8EF1B9D393D}" dt="2020-09-25T02:58:50.028" v="37"/>
          <ac:spMkLst>
            <pc:docMk/>
            <pc:sldMk cId="2796662447" sldId="273"/>
            <ac:spMk id="160" creationId="{6221FC3C-A9CC-40D2-9F37-AC81D1CAAA46}"/>
          </ac:spMkLst>
        </pc:spChg>
        <pc:spChg chg="add mod">
          <ac:chgData name="郁儒 廖" userId="189a1d031aa848d3" providerId="LiveId" clId="{26EF712A-C9F3-4FA7-AD7B-D8EF1B9D393D}" dt="2020-09-25T02:58:50.028" v="37"/>
          <ac:spMkLst>
            <pc:docMk/>
            <pc:sldMk cId="2796662447" sldId="273"/>
            <ac:spMk id="162" creationId="{C601B863-E832-4B2D-809D-287A1B4452DC}"/>
          </ac:spMkLst>
        </pc:spChg>
        <pc:spChg chg="add mod">
          <ac:chgData name="郁儒 廖" userId="189a1d031aa848d3" providerId="LiveId" clId="{26EF712A-C9F3-4FA7-AD7B-D8EF1B9D393D}" dt="2020-09-25T02:58:50.028" v="37"/>
          <ac:spMkLst>
            <pc:docMk/>
            <pc:sldMk cId="2796662447" sldId="273"/>
            <ac:spMk id="163" creationId="{9DB6187C-8415-498F-AAA6-96DC40B85128}"/>
          </ac:spMkLst>
        </pc:spChg>
        <pc:spChg chg="add mod">
          <ac:chgData name="郁儒 廖" userId="189a1d031aa848d3" providerId="LiveId" clId="{26EF712A-C9F3-4FA7-AD7B-D8EF1B9D393D}" dt="2020-09-25T02:58:50.028" v="37"/>
          <ac:spMkLst>
            <pc:docMk/>
            <pc:sldMk cId="2796662447" sldId="273"/>
            <ac:spMk id="164" creationId="{FB6880FD-9167-4A0F-A5B4-3F67151D925F}"/>
          </ac:spMkLst>
        </pc:spChg>
        <pc:graphicFrameChg chg="modGraphic">
          <ac:chgData name="郁儒 廖" userId="189a1d031aa848d3" providerId="LiveId" clId="{26EF712A-C9F3-4FA7-AD7B-D8EF1B9D393D}" dt="2020-09-25T02:59:10.617" v="44" actId="20577"/>
          <ac:graphicFrameMkLst>
            <pc:docMk/>
            <pc:sldMk cId="2796662447" sldId="273"/>
            <ac:graphicFrameMk id="98" creationId="{93CDF356-B71C-4D46-A917-0B960032B841}"/>
          </ac:graphicFrameMkLst>
        </pc:graphicFrameChg>
        <pc:cxnChg chg="del mod">
          <ac:chgData name="郁儒 廖" userId="189a1d031aa848d3" providerId="LiveId" clId="{26EF712A-C9F3-4FA7-AD7B-D8EF1B9D393D}" dt="2020-09-25T02:58:45.816" v="35" actId="478"/>
          <ac:cxnSpMkLst>
            <pc:docMk/>
            <pc:sldMk cId="2796662447" sldId="273"/>
            <ac:cxnSpMk id="44" creationId="{BF0E3AA6-3A36-4C48-B939-5170DF8DEE14}"/>
          </ac:cxnSpMkLst>
        </pc:cxnChg>
        <pc:cxnChg chg="del mod">
          <ac:chgData name="郁儒 廖" userId="189a1d031aa848d3" providerId="LiveId" clId="{26EF712A-C9F3-4FA7-AD7B-D8EF1B9D393D}" dt="2020-09-25T02:58:45.816" v="35" actId="478"/>
          <ac:cxnSpMkLst>
            <pc:docMk/>
            <pc:sldMk cId="2796662447" sldId="273"/>
            <ac:cxnSpMk id="45" creationId="{6C68E159-404C-46DE-826E-55E7199D588E}"/>
          </ac:cxnSpMkLst>
        </pc:cxnChg>
        <pc:cxnChg chg="del mod">
          <ac:chgData name="郁儒 廖" userId="189a1d031aa848d3" providerId="LiveId" clId="{26EF712A-C9F3-4FA7-AD7B-D8EF1B9D393D}" dt="2020-09-25T02:58:45.816" v="35" actId="478"/>
          <ac:cxnSpMkLst>
            <pc:docMk/>
            <pc:sldMk cId="2796662447" sldId="273"/>
            <ac:cxnSpMk id="47" creationId="{CA1C1BAF-8CAE-45D2-AC33-C0189E51F9F1}"/>
          </ac:cxnSpMkLst>
        </pc:cxnChg>
        <pc:cxnChg chg="del mod">
          <ac:chgData name="郁儒 廖" userId="189a1d031aa848d3" providerId="LiveId" clId="{26EF712A-C9F3-4FA7-AD7B-D8EF1B9D393D}" dt="2020-09-25T02:58:45.816" v="35" actId="478"/>
          <ac:cxnSpMkLst>
            <pc:docMk/>
            <pc:sldMk cId="2796662447" sldId="273"/>
            <ac:cxnSpMk id="48" creationId="{C3882521-FC92-47FB-A57A-FF05B4FB4835}"/>
          </ac:cxnSpMkLst>
        </pc:cxnChg>
        <pc:cxnChg chg="del mod">
          <ac:chgData name="郁儒 廖" userId="189a1d031aa848d3" providerId="LiveId" clId="{26EF712A-C9F3-4FA7-AD7B-D8EF1B9D393D}" dt="2020-09-25T02:58:45.816" v="35" actId="478"/>
          <ac:cxnSpMkLst>
            <pc:docMk/>
            <pc:sldMk cId="2796662447" sldId="273"/>
            <ac:cxnSpMk id="50" creationId="{857AE893-7E75-42D0-96A3-7E3A3CDC29CD}"/>
          </ac:cxnSpMkLst>
        </pc:cxnChg>
        <pc:cxnChg chg="del mod">
          <ac:chgData name="郁儒 廖" userId="189a1d031aa848d3" providerId="LiveId" clId="{26EF712A-C9F3-4FA7-AD7B-D8EF1B9D393D}" dt="2020-09-25T02:58:45.816" v="35" actId="478"/>
          <ac:cxnSpMkLst>
            <pc:docMk/>
            <pc:sldMk cId="2796662447" sldId="273"/>
            <ac:cxnSpMk id="51" creationId="{F94B9411-DD44-4930-86AE-66F561DD1B3C}"/>
          </ac:cxnSpMkLst>
        </pc:cxnChg>
        <pc:cxnChg chg="del mod">
          <ac:chgData name="郁儒 廖" userId="189a1d031aa848d3" providerId="LiveId" clId="{26EF712A-C9F3-4FA7-AD7B-D8EF1B9D393D}" dt="2020-09-25T02:58:45.816" v="35" actId="478"/>
          <ac:cxnSpMkLst>
            <pc:docMk/>
            <pc:sldMk cId="2796662447" sldId="273"/>
            <ac:cxnSpMk id="53" creationId="{A33939B9-F61C-4210-9EA2-EF75615F8F56}"/>
          </ac:cxnSpMkLst>
        </pc:cxnChg>
        <pc:cxnChg chg="del mod">
          <ac:chgData name="郁儒 廖" userId="189a1d031aa848d3" providerId="LiveId" clId="{26EF712A-C9F3-4FA7-AD7B-D8EF1B9D393D}" dt="2020-09-25T02:58:45.816" v="35" actId="478"/>
          <ac:cxnSpMkLst>
            <pc:docMk/>
            <pc:sldMk cId="2796662447" sldId="273"/>
            <ac:cxnSpMk id="54" creationId="{3A3037FE-784B-4665-A9BD-4ED0DA7D7B21}"/>
          </ac:cxnSpMkLst>
        </pc:cxnChg>
        <pc:cxnChg chg="del mod">
          <ac:chgData name="郁儒 廖" userId="189a1d031aa848d3" providerId="LiveId" clId="{26EF712A-C9F3-4FA7-AD7B-D8EF1B9D393D}" dt="2020-09-25T02:58:45.816" v="35" actId="478"/>
          <ac:cxnSpMkLst>
            <pc:docMk/>
            <pc:sldMk cId="2796662447" sldId="273"/>
            <ac:cxnSpMk id="56" creationId="{02F16554-6AF1-4939-8600-AA592C15FA6C}"/>
          </ac:cxnSpMkLst>
        </pc:cxnChg>
        <pc:cxnChg chg="del mod">
          <ac:chgData name="郁儒 廖" userId="189a1d031aa848d3" providerId="LiveId" clId="{26EF712A-C9F3-4FA7-AD7B-D8EF1B9D393D}" dt="2020-09-25T02:58:45.816" v="35" actId="478"/>
          <ac:cxnSpMkLst>
            <pc:docMk/>
            <pc:sldMk cId="2796662447" sldId="273"/>
            <ac:cxnSpMk id="58" creationId="{A0082CA9-217A-4E8D-BDBA-04367515CB77}"/>
          </ac:cxnSpMkLst>
        </pc:cxnChg>
        <pc:cxnChg chg="del mod">
          <ac:chgData name="郁儒 廖" userId="189a1d031aa848d3" providerId="LiveId" clId="{26EF712A-C9F3-4FA7-AD7B-D8EF1B9D393D}" dt="2020-09-25T02:58:45.816" v="35" actId="478"/>
          <ac:cxnSpMkLst>
            <pc:docMk/>
            <pc:sldMk cId="2796662447" sldId="273"/>
            <ac:cxnSpMk id="60" creationId="{78E81507-8CA0-4A87-8BAD-B880D8A994ED}"/>
          </ac:cxnSpMkLst>
        </pc:cxnChg>
        <pc:cxnChg chg="del mod">
          <ac:chgData name="郁儒 廖" userId="189a1d031aa848d3" providerId="LiveId" clId="{26EF712A-C9F3-4FA7-AD7B-D8EF1B9D393D}" dt="2020-09-25T02:58:45.816" v="35" actId="478"/>
          <ac:cxnSpMkLst>
            <pc:docMk/>
            <pc:sldMk cId="2796662447" sldId="273"/>
            <ac:cxnSpMk id="62" creationId="{4596895B-29CF-4C40-9BDD-7D37C6DDC9CB}"/>
          </ac:cxnSpMkLst>
        </pc:cxnChg>
        <pc:cxnChg chg="del mod">
          <ac:chgData name="郁儒 廖" userId="189a1d031aa848d3" providerId="LiveId" clId="{26EF712A-C9F3-4FA7-AD7B-D8EF1B9D393D}" dt="2020-09-25T02:58:45.816" v="35" actId="478"/>
          <ac:cxnSpMkLst>
            <pc:docMk/>
            <pc:sldMk cId="2796662447" sldId="273"/>
            <ac:cxnSpMk id="64" creationId="{F3906350-B8D1-4CB7-805E-08EB47901595}"/>
          </ac:cxnSpMkLst>
        </pc:cxnChg>
        <pc:cxnChg chg="del">
          <ac:chgData name="郁儒 廖" userId="189a1d031aa848d3" providerId="LiveId" clId="{26EF712A-C9F3-4FA7-AD7B-D8EF1B9D393D}" dt="2020-09-25T02:58:45.816" v="35" actId="478"/>
          <ac:cxnSpMkLst>
            <pc:docMk/>
            <pc:sldMk cId="2796662447" sldId="273"/>
            <ac:cxnSpMk id="65" creationId="{4FEAE950-EE03-46F0-99E6-B171ED90B353}"/>
          </ac:cxnSpMkLst>
        </pc:cxnChg>
        <pc:cxnChg chg="del">
          <ac:chgData name="郁儒 廖" userId="189a1d031aa848d3" providerId="LiveId" clId="{26EF712A-C9F3-4FA7-AD7B-D8EF1B9D393D}" dt="2020-09-25T02:58:45.816" v="35" actId="478"/>
          <ac:cxnSpMkLst>
            <pc:docMk/>
            <pc:sldMk cId="2796662447" sldId="273"/>
            <ac:cxnSpMk id="66" creationId="{9CDC948A-605D-4026-A52E-0945B4AF7425}"/>
          </ac:cxnSpMkLst>
        </pc:cxnChg>
        <pc:cxnChg chg="del">
          <ac:chgData name="郁儒 廖" userId="189a1d031aa848d3" providerId="LiveId" clId="{26EF712A-C9F3-4FA7-AD7B-D8EF1B9D393D}" dt="2020-09-25T02:58:45.816" v="35" actId="478"/>
          <ac:cxnSpMkLst>
            <pc:docMk/>
            <pc:sldMk cId="2796662447" sldId="273"/>
            <ac:cxnSpMk id="67" creationId="{74CEED05-C857-4629-A591-6333366DD259}"/>
          </ac:cxnSpMkLst>
        </pc:cxnChg>
        <pc:cxnChg chg="del">
          <ac:chgData name="郁儒 廖" userId="189a1d031aa848d3" providerId="LiveId" clId="{26EF712A-C9F3-4FA7-AD7B-D8EF1B9D393D}" dt="2020-09-25T02:58:45.816" v="35" actId="478"/>
          <ac:cxnSpMkLst>
            <pc:docMk/>
            <pc:sldMk cId="2796662447" sldId="273"/>
            <ac:cxnSpMk id="72" creationId="{6957AE92-D7F5-457C-B980-220294B8EFF6}"/>
          </ac:cxnSpMkLst>
        </pc:cxnChg>
        <pc:cxnChg chg="del mod">
          <ac:chgData name="郁儒 廖" userId="189a1d031aa848d3" providerId="LiveId" clId="{26EF712A-C9F3-4FA7-AD7B-D8EF1B9D393D}" dt="2020-09-25T02:58:45.816" v="35" actId="478"/>
          <ac:cxnSpMkLst>
            <pc:docMk/>
            <pc:sldMk cId="2796662447" sldId="273"/>
            <ac:cxnSpMk id="75" creationId="{C6CE22CC-2D90-4BFC-B6A2-F97064B7664D}"/>
          </ac:cxnSpMkLst>
        </pc:cxnChg>
        <pc:cxnChg chg="del">
          <ac:chgData name="郁儒 廖" userId="189a1d031aa848d3" providerId="LiveId" clId="{26EF712A-C9F3-4FA7-AD7B-D8EF1B9D393D}" dt="2020-09-25T02:58:45.816" v="35" actId="478"/>
          <ac:cxnSpMkLst>
            <pc:docMk/>
            <pc:sldMk cId="2796662447" sldId="273"/>
            <ac:cxnSpMk id="76" creationId="{0B9FD423-17A4-4D52-9480-AF4B66619F47}"/>
          </ac:cxnSpMkLst>
        </pc:cxnChg>
        <pc:cxnChg chg="add mod">
          <ac:chgData name="郁儒 廖" userId="189a1d031aa848d3" providerId="LiveId" clId="{26EF712A-C9F3-4FA7-AD7B-D8EF1B9D393D}" dt="2020-09-25T02:58:50.028" v="37"/>
          <ac:cxnSpMkLst>
            <pc:docMk/>
            <pc:sldMk cId="2796662447" sldId="273"/>
            <ac:cxnSpMk id="78" creationId="{229E9EAD-6E7C-4345-BBB9-B31D857C9045}"/>
          </ac:cxnSpMkLst>
        </pc:cxnChg>
        <pc:cxnChg chg="del mod">
          <ac:chgData name="郁儒 廖" userId="189a1d031aa848d3" providerId="LiveId" clId="{26EF712A-C9F3-4FA7-AD7B-D8EF1B9D393D}" dt="2020-09-25T02:58:45.816" v="35" actId="478"/>
          <ac:cxnSpMkLst>
            <pc:docMk/>
            <pc:sldMk cId="2796662447" sldId="273"/>
            <ac:cxnSpMk id="79" creationId="{9CF974EC-03B0-4103-B398-B7D1603C3862}"/>
          </ac:cxnSpMkLst>
        </pc:cxnChg>
        <pc:cxnChg chg="add mod">
          <ac:chgData name="郁儒 廖" userId="189a1d031aa848d3" providerId="LiveId" clId="{26EF712A-C9F3-4FA7-AD7B-D8EF1B9D393D}" dt="2020-09-25T02:58:50.028" v="37"/>
          <ac:cxnSpMkLst>
            <pc:docMk/>
            <pc:sldMk cId="2796662447" sldId="273"/>
            <ac:cxnSpMk id="80" creationId="{91956A08-7A98-453E-B760-D9CA9AB37344}"/>
          </ac:cxnSpMkLst>
        </pc:cxnChg>
        <pc:cxnChg chg="add mod">
          <ac:chgData name="郁儒 廖" userId="189a1d031aa848d3" providerId="LiveId" clId="{26EF712A-C9F3-4FA7-AD7B-D8EF1B9D393D}" dt="2020-09-25T02:58:50.028" v="37"/>
          <ac:cxnSpMkLst>
            <pc:docMk/>
            <pc:sldMk cId="2796662447" sldId="273"/>
            <ac:cxnSpMk id="82" creationId="{879FDD1E-5281-4D8A-91B9-BE5304E41A84}"/>
          </ac:cxnSpMkLst>
        </pc:cxnChg>
        <pc:cxnChg chg="add mod">
          <ac:chgData name="郁儒 廖" userId="189a1d031aa848d3" providerId="LiveId" clId="{26EF712A-C9F3-4FA7-AD7B-D8EF1B9D393D}" dt="2020-09-25T02:58:50.028" v="37"/>
          <ac:cxnSpMkLst>
            <pc:docMk/>
            <pc:sldMk cId="2796662447" sldId="273"/>
            <ac:cxnSpMk id="83" creationId="{B03D9A0E-1974-4D59-B518-BB3008CEEE6D}"/>
          </ac:cxnSpMkLst>
        </pc:cxnChg>
        <pc:cxnChg chg="del">
          <ac:chgData name="郁儒 廖" userId="189a1d031aa848d3" providerId="LiveId" clId="{26EF712A-C9F3-4FA7-AD7B-D8EF1B9D393D}" dt="2020-09-25T02:58:45.816" v="35" actId="478"/>
          <ac:cxnSpMkLst>
            <pc:docMk/>
            <pc:sldMk cId="2796662447" sldId="273"/>
            <ac:cxnSpMk id="84" creationId="{0AC84EF6-334F-4B17-9AB1-1E1FF21E3EA2}"/>
          </ac:cxnSpMkLst>
        </pc:cxnChg>
        <pc:cxnChg chg="add mod">
          <ac:chgData name="郁儒 廖" userId="189a1d031aa848d3" providerId="LiveId" clId="{26EF712A-C9F3-4FA7-AD7B-D8EF1B9D393D}" dt="2020-09-25T02:58:50.028" v="37"/>
          <ac:cxnSpMkLst>
            <pc:docMk/>
            <pc:sldMk cId="2796662447" sldId="273"/>
            <ac:cxnSpMk id="87" creationId="{34D927F4-2ED4-4BA4-9CE3-A735FDD13B5F}"/>
          </ac:cxnSpMkLst>
        </pc:cxnChg>
        <pc:cxnChg chg="del mod">
          <ac:chgData name="郁儒 廖" userId="189a1d031aa848d3" providerId="LiveId" clId="{26EF712A-C9F3-4FA7-AD7B-D8EF1B9D393D}" dt="2020-09-25T02:58:45.816" v="35" actId="478"/>
          <ac:cxnSpMkLst>
            <pc:docMk/>
            <pc:sldMk cId="2796662447" sldId="273"/>
            <ac:cxnSpMk id="88" creationId="{4E825C4E-8030-46C6-9E53-1354EE017BC5}"/>
          </ac:cxnSpMkLst>
        </pc:cxnChg>
        <pc:cxnChg chg="add mod">
          <ac:chgData name="郁儒 廖" userId="189a1d031aa848d3" providerId="LiveId" clId="{26EF712A-C9F3-4FA7-AD7B-D8EF1B9D393D}" dt="2020-09-25T02:58:50.028" v="37"/>
          <ac:cxnSpMkLst>
            <pc:docMk/>
            <pc:sldMk cId="2796662447" sldId="273"/>
            <ac:cxnSpMk id="89" creationId="{F44615EE-D71E-44D7-A2AC-B479F34091BA}"/>
          </ac:cxnSpMkLst>
        </pc:cxnChg>
        <pc:cxnChg chg="del">
          <ac:chgData name="郁儒 廖" userId="189a1d031aa848d3" providerId="LiveId" clId="{26EF712A-C9F3-4FA7-AD7B-D8EF1B9D393D}" dt="2020-09-25T02:58:45.816" v="35" actId="478"/>
          <ac:cxnSpMkLst>
            <pc:docMk/>
            <pc:sldMk cId="2796662447" sldId="273"/>
            <ac:cxnSpMk id="90" creationId="{189714AF-9C48-47D3-87B1-1B89B084AF5F}"/>
          </ac:cxnSpMkLst>
        </pc:cxnChg>
        <pc:cxnChg chg="add mod">
          <ac:chgData name="郁儒 廖" userId="189a1d031aa848d3" providerId="LiveId" clId="{26EF712A-C9F3-4FA7-AD7B-D8EF1B9D393D}" dt="2020-09-25T02:58:50.028" v="37"/>
          <ac:cxnSpMkLst>
            <pc:docMk/>
            <pc:sldMk cId="2796662447" sldId="273"/>
            <ac:cxnSpMk id="93" creationId="{A883C2D5-0009-471C-AEF4-DCA7C983E6E0}"/>
          </ac:cxnSpMkLst>
        </pc:cxnChg>
        <pc:cxnChg chg="add mod">
          <ac:chgData name="郁儒 廖" userId="189a1d031aa848d3" providerId="LiveId" clId="{26EF712A-C9F3-4FA7-AD7B-D8EF1B9D393D}" dt="2020-09-25T02:58:50.028" v="37"/>
          <ac:cxnSpMkLst>
            <pc:docMk/>
            <pc:sldMk cId="2796662447" sldId="273"/>
            <ac:cxnSpMk id="95" creationId="{EAA295BE-3FC5-44EE-BEE7-C26EE2AD869E}"/>
          </ac:cxnSpMkLst>
        </pc:cxnChg>
        <pc:cxnChg chg="del">
          <ac:chgData name="郁儒 廖" userId="189a1d031aa848d3" providerId="LiveId" clId="{26EF712A-C9F3-4FA7-AD7B-D8EF1B9D393D}" dt="2020-09-25T02:58:45.816" v="35" actId="478"/>
          <ac:cxnSpMkLst>
            <pc:docMk/>
            <pc:sldMk cId="2796662447" sldId="273"/>
            <ac:cxnSpMk id="96" creationId="{62D5709F-3A63-40EC-A27A-4C6AF92522FA}"/>
          </ac:cxnSpMkLst>
        </pc:cxnChg>
        <pc:cxnChg chg="del">
          <ac:chgData name="郁儒 廖" userId="189a1d031aa848d3" providerId="LiveId" clId="{26EF712A-C9F3-4FA7-AD7B-D8EF1B9D393D}" dt="2020-09-25T02:58:45.816" v="35" actId="478"/>
          <ac:cxnSpMkLst>
            <pc:docMk/>
            <pc:sldMk cId="2796662447" sldId="273"/>
            <ac:cxnSpMk id="97" creationId="{838FC7DF-FFA3-443E-A1B2-80C3D8F167B9}"/>
          </ac:cxnSpMkLst>
        </pc:cxnChg>
        <pc:cxnChg chg="del">
          <ac:chgData name="郁儒 廖" userId="189a1d031aa848d3" providerId="LiveId" clId="{26EF712A-C9F3-4FA7-AD7B-D8EF1B9D393D}" dt="2020-09-25T02:58:45.816" v="35" actId="478"/>
          <ac:cxnSpMkLst>
            <pc:docMk/>
            <pc:sldMk cId="2796662447" sldId="273"/>
            <ac:cxnSpMk id="99" creationId="{D941F45A-9A3F-4B38-AE65-7FDC708AA841}"/>
          </ac:cxnSpMkLst>
        </pc:cxnChg>
        <pc:cxnChg chg="del mod">
          <ac:chgData name="郁儒 廖" userId="189a1d031aa848d3" providerId="LiveId" clId="{26EF712A-C9F3-4FA7-AD7B-D8EF1B9D393D}" dt="2020-09-25T02:58:45.816" v="35" actId="478"/>
          <ac:cxnSpMkLst>
            <pc:docMk/>
            <pc:sldMk cId="2796662447" sldId="273"/>
            <ac:cxnSpMk id="101" creationId="{8D7C6331-76E5-40CD-AB49-7D42F18FF870}"/>
          </ac:cxnSpMkLst>
        </pc:cxnChg>
        <pc:cxnChg chg="del mod">
          <ac:chgData name="郁儒 廖" userId="189a1d031aa848d3" providerId="LiveId" clId="{26EF712A-C9F3-4FA7-AD7B-D8EF1B9D393D}" dt="2020-09-25T02:58:45.816" v="35" actId="478"/>
          <ac:cxnSpMkLst>
            <pc:docMk/>
            <pc:sldMk cId="2796662447" sldId="273"/>
            <ac:cxnSpMk id="103" creationId="{48A735C3-FFF0-49B7-B5F5-38DDC9E2FEB5}"/>
          </ac:cxnSpMkLst>
        </pc:cxnChg>
        <pc:cxnChg chg="del">
          <ac:chgData name="郁儒 廖" userId="189a1d031aa848d3" providerId="LiveId" clId="{26EF712A-C9F3-4FA7-AD7B-D8EF1B9D393D}" dt="2020-09-25T02:58:45.816" v="35" actId="478"/>
          <ac:cxnSpMkLst>
            <pc:docMk/>
            <pc:sldMk cId="2796662447" sldId="273"/>
            <ac:cxnSpMk id="105" creationId="{7CD10BE8-3AA4-4D33-9F2C-AC3F5B9DDBE6}"/>
          </ac:cxnSpMkLst>
        </pc:cxnChg>
        <pc:cxnChg chg="del">
          <ac:chgData name="郁儒 廖" userId="189a1d031aa848d3" providerId="LiveId" clId="{26EF712A-C9F3-4FA7-AD7B-D8EF1B9D393D}" dt="2020-09-25T02:58:45.816" v="35" actId="478"/>
          <ac:cxnSpMkLst>
            <pc:docMk/>
            <pc:sldMk cId="2796662447" sldId="273"/>
            <ac:cxnSpMk id="106" creationId="{1F474B5F-7B60-4142-9A12-1462E4203EB4}"/>
          </ac:cxnSpMkLst>
        </pc:cxnChg>
        <pc:cxnChg chg="del">
          <ac:chgData name="郁儒 廖" userId="189a1d031aa848d3" providerId="LiveId" clId="{26EF712A-C9F3-4FA7-AD7B-D8EF1B9D393D}" dt="2020-09-25T02:58:45.816" v="35" actId="478"/>
          <ac:cxnSpMkLst>
            <pc:docMk/>
            <pc:sldMk cId="2796662447" sldId="273"/>
            <ac:cxnSpMk id="109" creationId="{2E42F359-7A8E-4488-BE34-A5E7CC77E974}"/>
          </ac:cxnSpMkLst>
        </pc:cxnChg>
        <pc:cxnChg chg="del">
          <ac:chgData name="郁儒 廖" userId="189a1d031aa848d3" providerId="LiveId" clId="{26EF712A-C9F3-4FA7-AD7B-D8EF1B9D393D}" dt="2020-09-25T02:58:45.816" v="35" actId="478"/>
          <ac:cxnSpMkLst>
            <pc:docMk/>
            <pc:sldMk cId="2796662447" sldId="273"/>
            <ac:cxnSpMk id="110" creationId="{A0D8B761-F7AA-461F-8FE3-F66BB2167A3F}"/>
          </ac:cxnSpMkLst>
        </pc:cxnChg>
        <pc:cxnChg chg="del">
          <ac:chgData name="郁儒 廖" userId="189a1d031aa848d3" providerId="LiveId" clId="{26EF712A-C9F3-4FA7-AD7B-D8EF1B9D393D}" dt="2020-09-25T02:58:45.816" v="35" actId="478"/>
          <ac:cxnSpMkLst>
            <pc:docMk/>
            <pc:sldMk cId="2796662447" sldId="273"/>
            <ac:cxnSpMk id="112" creationId="{43622B17-548B-4C24-97C2-0D3FB90E1573}"/>
          </ac:cxnSpMkLst>
        </pc:cxnChg>
        <pc:cxnChg chg="add mod">
          <ac:chgData name="郁儒 廖" userId="189a1d031aa848d3" providerId="LiveId" clId="{26EF712A-C9F3-4FA7-AD7B-D8EF1B9D393D}" dt="2020-09-25T02:58:50.028" v="37"/>
          <ac:cxnSpMkLst>
            <pc:docMk/>
            <pc:sldMk cId="2796662447" sldId="273"/>
            <ac:cxnSpMk id="117" creationId="{C626F99B-5E60-4396-8A6C-3AB47B577723}"/>
          </ac:cxnSpMkLst>
        </pc:cxnChg>
        <pc:cxnChg chg="add mod">
          <ac:chgData name="郁儒 廖" userId="189a1d031aa848d3" providerId="LiveId" clId="{26EF712A-C9F3-4FA7-AD7B-D8EF1B9D393D}" dt="2020-09-25T02:58:50.028" v="37"/>
          <ac:cxnSpMkLst>
            <pc:docMk/>
            <pc:sldMk cId="2796662447" sldId="273"/>
            <ac:cxnSpMk id="119" creationId="{7EFE4A26-A655-495C-8882-C2B429C9DB32}"/>
          </ac:cxnSpMkLst>
        </pc:cxnChg>
        <pc:cxnChg chg="add mod">
          <ac:chgData name="郁儒 廖" userId="189a1d031aa848d3" providerId="LiveId" clId="{26EF712A-C9F3-4FA7-AD7B-D8EF1B9D393D}" dt="2020-09-25T02:58:50.028" v="37"/>
          <ac:cxnSpMkLst>
            <pc:docMk/>
            <pc:sldMk cId="2796662447" sldId="273"/>
            <ac:cxnSpMk id="121" creationId="{3ACA04EA-BF98-4FD6-9A37-7DCCCD6A4905}"/>
          </ac:cxnSpMkLst>
        </pc:cxnChg>
        <pc:cxnChg chg="add mod">
          <ac:chgData name="郁儒 廖" userId="189a1d031aa848d3" providerId="LiveId" clId="{26EF712A-C9F3-4FA7-AD7B-D8EF1B9D393D}" dt="2020-09-25T02:58:50.028" v="37"/>
          <ac:cxnSpMkLst>
            <pc:docMk/>
            <pc:sldMk cId="2796662447" sldId="273"/>
            <ac:cxnSpMk id="123" creationId="{DDF53239-BB40-45C3-8182-3EA61B03A187}"/>
          </ac:cxnSpMkLst>
        </pc:cxnChg>
        <pc:cxnChg chg="add mod">
          <ac:chgData name="郁儒 廖" userId="189a1d031aa848d3" providerId="LiveId" clId="{26EF712A-C9F3-4FA7-AD7B-D8EF1B9D393D}" dt="2020-09-25T02:58:50.028" v="37"/>
          <ac:cxnSpMkLst>
            <pc:docMk/>
            <pc:sldMk cId="2796662447" sldId="273"/>
            <ac:cxnSpMk id="125" creationId="{BDB57A30-FA33-456E-B0EC-9ACBABD72116}"/>
          </ac:cxnSpMkLst>
        </pc:cxnChg>
        <pc:cxnChg chg="add mod">
          <ac:chgData name="郁儒 廖" userId="189a1d031aa848d3" providerId="LiveId" clId="{26EF712A-C9F3-4FA7-AD7B-D8EF1B9D393D}" dt="2020-09-25T02:58:50.028" v="37"/>
          <ac:cxnSpMkLst>
            <pc:docMk/>
            <pc:sldMk cId="2796662447" sldId="273"/>
            <ac:cxnSpMk id="126" creationId="{41863CCC-433F-425D-AF14-9F9A53998AF6}"/>
          </ac:cxnSpMkLst>
        </pc:cxnChg>
        <pc:cxnChg chg="add mod">
          <ac:chgData name="郁儒 廖" userId="189a1d031aa848d3" providerId="LiveId" clId="{26EF712A-C9F3-4FA7-AD7B-D8EF1B9D393D}" dt="2020-09-25T02:58:50.028" v="37"/>
          <ac:cxnSpMkLst>
            <pc:docMk/>
            <pc:sldMk cId="2796662447" sldId="273"/>
            <ac:cxnSpMk id="127" creationId="{2A6DCA94-FD0C-4773-983C-A4DC5E6CFCAF}"/>
          </ac:cxnSpMkLst>
        </pc:cxnChg>
        <pc:cxnChg chg="add mod">
          <ac:chgData name="郁儒 廖" userId="189a1d031aa848d3" providerId="LiveId" clId="{26EF712A-C9F3-4FA7-AD7B-D8EF1B9D393D}" dt="2020-09-25T02:58:50.028" v="37"/>
          <ac:cxnSpMkLst>
            <pc:docMk/>
            <pc:sldMk cId="2796662447" sldId="273"/>
            <ac:cxnSpMk id="128" creationId="{E522A93A-B671-48F7-8A4A-3DF1A24B9519}"/>
          </ac:cxnSpMkLst>
        </pc:cxnChg>
        <pc:cxnChg chg="add mod">
          <ac:chgData name="郁儒 廖" userId="189a1d031aa848d3" providerId="LiveId" clId="{26EF712A-C9F3-4FA7-AD7B-D8EF1B9D393D}" dt="2020-09-25T02:58:50.028" v="37"/>
          <ac:cxnSpMkLst>
            <pc:docMk/>
            <pc:sldMk cId="2796662447" sldId="273"/>
            <ac:cxnSpMk id="133" creationId="{52D0A2C7-1A8A-429F-A11F-FE9A22B78322}"/>
          </ac:cxnSpMkLst>
        </pc:cxnChg>
        <pc:cxnChg chg="add mod">
          <ac:chgData name="郁儒 廖" userId="189a1d031aa848d3" providerId="LiveId" clId="{26EF712A-C9F3-4FA7-AD7B-D8EF1B9D393D}" dt="2020-09-25T02:58:50.028" v="37"/>
          <ac:cxnSpMkLst>
            <pc:docMk/>
            <pc:sldMk cId="2796662447" sldId="273"/>
            <ac:cxnSpMk id="135" creationId="{6CE274A4-85CE-40DF-9C9A-6C9A16F7EB70}"/>
          </ac:cxnSpMkLst>
        </pc:cxnChg>
        <pc:cxnChg chg="add mod">
          <ac:chgData name="郁儒 廖" userId="189a1d031aa848d3" providerId="LiveId" clId="{26EF712A-C9F3-4FA7-AD7B-D8EF1B9D393D}" dt="2020-09-25T02:58:50.028" v="37"/>
          <ac:cxnSpMkLst>
            <pc:docMk/>
            <pc:sldMk cId="2796662447" sldId="273"/>
            <ac:cxnSpMk id="136" creationId="{7549BAFE-C5AA-4333-940A-28F1B11AC5BB}"/>
          </ac:cxnSpMkLst>
        </pc:cxnChg>
        <pc:cxnChg chg="add mod">
          <ac:chgData name="郁儒 廖" userId="189a1d031aa848d3" providerId="LiveId" clId="{26EF712A-C9F3-4FA7-AD7B-D8EF1B9D393D}" dt="2020-09-25T02:58:50.028" v="37"/>
          <ac:cxnSpMkLst>
            <pc:docMk/>
            <pc:sldMk cId="2796662447" sldId="273"/>
            <ac:cxnSpMk id="138" creationId="{6C2C9DBB-AE62-483E-8977-73E449C4E1A4}"/>
          </ac:cxnSpMkLst>
        </pc:cxnChg>
        <pc:cxnChg chg="add mod">
          <ac:chgData name="郁儒 廖" userId="189a1d031aa848d3" providerId="LiveId" clId="{26EF712A-C9F3-4FA7-AD7B-D8EF1B9D393D}" dt="2020-09-25T02:58:50.028" v="37"/>
          <ac:cxnSpMkLst>
            <pc:docMk/>
            <pc:sldMk cId="2796662447" sldId="273"/>
            <ac:cxnSpMk id="139" creationId="{1E97379B-AEDC-4D79-A2F9-3C070D43848D}"/>
          </ac:cxnSpMkLst>
        </pc:cxnChg>
        <pc:cxnChg chg="add mod">
          <ac:chgData name="郁儒 廖" userId="189a1d031aa848d3" providerId="LiveId" clId="{26EF712A-C9F3-4FA7-AD7B-D8EF1B9D393D}" dt="2020-09-25T02:58:50.028" v="37"/>
          <ac:cxnSpMkLst>
            <pc:docMk/>
            <pc:sldMk cId="2796662447" sldId="273"/>
            <ac:cxnSpMk id="141" creationId="{4100F287-7231-4693-9D14-84CEDB5CC947}"/>
          </ac:cxnSpMkLst>
        </pc:cxnChg>
        <pc:cxnChg chg="add mod">
          <ac:chgData name="郁儒 廖" userId="189a1d031aa848d3" providerId="LiveId" clId="{26EF712A-C9F3-4FA7-AD7B-D8EF1B9D393D}" dt="2020-09-25T02:58:50.028" v="37"/>
          <ac:cxnSpMkLst>
            <pc:docMk/>
            <pc:sldMk cId="2796662447" sldId="273"/>
            <ac:cxnSpMk id="142" creationId="{76D96860-DDD5-48A0-9DCF-F3E6DFCEC9D2}"/>
          </ac:cxnSpMkLst>
        </pc:cxnChg>
        <pc:cxnChg chg="add mod">
          <ac:chgData name="郁儒 廖" userId="189a1d031aa848d3" providerId="LiveId" clId="{26EF712A-C9F3-4FA7-AD7B-D8EF1B9D393D}" dt="2020-09-25T02:58:50.028" v="37"/>
          <ac:cxnSpMkLst>
            <pc:docMk/>
            <pc:sldMk cId="2796662447" sldId="273"/>
            <ac:cxnSpMk id="146" creationId="{FB17DEE1-D321-4012-9C9C-4B8962B5D1FE}"/>
          </ac:cxnSpMkLst>
        </pc:cxnChg>
        <pc:cxnChg chg="add mod">
          <ac:chgData name="郁儒 廖" userId="189a1d031aa848d3" providerId="LiveId" clId="{26EF712A-C9F3-4FA7-AD7B-D8EF1B9D393D}" dt="2020-09-25T02:58:50.028" v="37"/>
          <ac:cxnSpMkLst>
            <pc:docMk/>
            <pc:sldMk cId="2796662447" sldId="273"/>
            <ac:cxnSpMk id="147" creationId="{510C6DF0-8283-4C4B-87B5-32A01CD47368}"/>
          </ac:cxnSpMkLst>
        </pc:cxnChg>
        <pc:cxnChg chg="add mod">
          <ac:chgData name="郁儒 廖" userId="189a1d031aa848d3" providerId="LiveId" clId="{26EF712A-C9F3-4FA7-AD7B-D8EF1B9D393D}" dt="2020-09-25T02:58:50.028" v="37"/>
          <ac:cxnSpMkLst>
            <pc:docMk/>
            <pc:sldMk cId="2796662447" sldId="273"/>
            <ac:cxnSpMk id="148" creationId="{82E34E89-86EA-413F-BE1D-B0D7E6FC88BB}"/>
          </ac:cxnSpMkLst>
        </pc:cxnChg>
        <pc:cxnChg chg="add mod">
          <ac:chgData name="郁儒 廖" userId="189a1d031aa848d3" providerId="LiveId" clId="{26EF712A-C9F3-4FA7-AD7B-D8EF1B9D393D}" dt="2020-09-25T02:58:50.028" v="37"/>
          <ac:cxnSpMkLst>
            <pc:docMk/>
            <pc:sldMk cId="2796662447" sldId="273"/>
            <ac:cxnSpMk id="150" creationId="{AB1A4AD4-773F-4F73-BD4E-5FFFCE593BD1}"/>
          </ac:cxnSpMkLst>
        </pc:cxnChg>
        <pc:cxnChg chg="add mod">
          <ac:chgData name="郁儒 廖" userId="189a1d031aa848d3" providerId="LiveId" clId="{26EF712A-C9F3-4FA7-AD7B-D8EF1B9D393D}" dt="2020-09-25T02:58:50.028" v="37"/>
          <ac:cxnSpMkLst>
            <pc:docMk/>
            <pc:sldMk cId="2796662447" sldId="273"/>
            <ac:cxnSpMk id="152" creationId="{E5B01E9F-1289-4DAB-AA69-108D661D86EE}"/>
          </ac:cxnSpMkLst>
        </pc:cxnChg>
        <pc:cxnChg chg="add mod">
          <ac:chgData name="郁儒 廖" userId="189a1d031aa848d3" providerId="LiveId" clId="{26EF712A-C9F3-4FA7-AD7B-D8EF1B9D393D}" dt="2020-09-25T02:58:50.028" v="37"/>
          <ac:cxnSpMkLst>
            <pc:docMk/>
            <pc:sldMk cId="2796662447" sldId="273"/>
            <ac:cxnSpMk id="154" creationId="{0488D2BF-2B3D-4237-8133-AD6AED44D02F}"/>
          </ac:cxnSpMkLst>
        </pc:cxnChg>
        <pc:cxnChg chg="add mod">
          <ac:chgData name="郁儒 廖" userId="189a1d031aa848d3" providerId="LiveId" clId="{26EF712A-C9F3-4FA7-AD7B-D8EF1B9D393D}" dt="2020-09-25T02:58:50.028" v="37"/>
          <ac:cxnSpMkLst>
            <pc:docMk/>
            <pc:sldMk cId="2796662447" sldId="273"/>
            <ac:cxnSpMk id="155" creationId="{9A86955B-952A-4248-940A-10E3A679C40D}"/>
          </ac:cxnSpMkLst>
        </pc:cxnChg>
        <pc:cxnChg chg="add mod">
          <ac:chgData name="郁儒 廖" userId="189a1d031aa848d3" providerId="LiveId" clId="{26EF712A-C9F3-4FA7-AD7B-D8EF1B9D393D}" dt="2020-09-25T02:58:50.028" v="37"/>
          <ac:cxnSpMkLst>
            <pc:docMk/>
            <pc:sldMk cId="2796662447" sldId="273"/>
            <ac:cxnSpMk id="158" creationId="{C12049BD-D35D-4B3F-9ECF-F803383B8C33}"/>
          </ac:cxnSpMkLst>
        </pc:cxnChg>
        <pc:cxnChg chg="add mod">
          <ac:chgData name="郁儒 廖" userId="189a1d031aa848d3" providerId="LiveId" clId="{26EF712A-C9F3-4FA7-AD7B-D8EF1B9D393D}" dt="2020-09-25T02:58:50.028" v="37"/>
          <ac:cxnSpMkLst>
            <pc:docMk/>
            <pc:sldMk cId="2796662447" sldId="273"/>
            <ac:cxnSpMk id="159" creationId="{66449A0B-D867-45FF-AB66-0EE1FC0744DD}"/>
          </ac:cxnSpMkLst>
        </pc:cxnChg>
        <pc:cxnChg chg="add mod">
          <ac:chgData name="郁儒 廖" userId="189a1d031aa848d3" providerId="LiveId" clId="{26EF712A-C9F3-4FA7-AD7B-D8EF1B9D393D}" dt="2020-09-25T02:58:50.028" v="37"/>
          <ac:cxnSpMkLst>
            <pc:docMk/>
            <pc:sldMk cId="2796662447" sldId="273"/>
            <ac:cxnSpMk id="161" creationId="{A91CB506-C613-41DC-AE23-FD7C1171361A}"/>
          </ac:cxnSpMkLst>
        </pc:cxnChg>
      </pc:sldChg>
      <pc:sldChg chg="addSp delSp modSp mod delAnim modAnim">
        <pc:chgData name="郁儒 廖" userId="189a1d031aa848d3" providerId="LiveId" clId="{26EF712A-C9F3-4FA7-AD7B-D8EF1B9D393D}" dt="2020-09-28T16:39:22.440" v="3853" actId="14100"/>
        <pc:sldMkLst>
          <pc:docMk/>
          <pc:sldMk cId="763297899" sldId="274"/>
        </pc:sldMkLst>
        <pc:spChg chg="del">
          <ac:chgData name="郁儒 廖" userId="189a1d031aa848d3" providerId="LiveId" clId="{26EF712A-C9F3-4FA7-AD7B-D8EF1B9D393D}" dt="2020-09-26T16:57:41.095" v="2356" actId="478"/>
          <ac:spMkLst>
            <pc:docMk/>
            <pc:sldMk cId="763297899" sldId="274"/>
            <ac:spMk id="2" creationId="{7F550715-45BC-480C-929E-02B819AF877C}"/>
          </ac:spMkLst>
        </pc:spChg>
        <pc:spChg chg="mod">
          <ac:chgData name="郁儒 廖" userId="189a1d031aa848d3" providerId="LiveId" clId="{26EF712A-C9F3-4FA7-AD7B-D8EF1B9D393D}" dt="2020-09-28T15:15:56.088" v="3796" actId="12"/>
          <ac:spMkLst>
            <pc:docMk/>
            <pc:sldMk cId="763297899" sldId="274"/>
            <ac:spMk id="3" creationId="{47924614-B3FE-49DB-A43B-C5C6C654484D}"/>
          </ac:spMkLst>
        </pc:spChg>
        <pc:spChg chg="add del mod">
          <ac:chgData name="郁儒 廖" userId="189a1d031aa848d3" providerId="LiveId" clId="{26EF712A-C9F3-4FA7-AD7B-D8EF1B9D393D}" dt="2020-09-26T16:57:45.562" v="2359" actId="478"/>
          <ac:spMkLst>
            <pc:docMk/>
            <pc:sldMk cId="763297899" sldId="274"/>
            <ac:spMk id="6" creationId="{ECE69BFA-30FF-424D-A8B3-9685DA8F641C}"/>
          </ac:spMkLst>
        </pc:spChg>
        <pc:spChg chg="add del mod">
          <ac:chgData name="郁儒 廖" userId="189a1d031aa848d3" providerId="LiveId" clId="{26EF712A-C9F3-4FA7-AD7B-D8EF1B9D393D}" dt="2020-09-25T14:03:53.447" v="315" actId="478"/>
          <ac:spMkLst>
            <pc:docMk/>
            <pc:sldMk cId="763297899" sldId="274"/>
            <ac:spMk id="8" creationId="{0B929F0B-25B4-424D-95BE-44AEE6985A79}"/>
          </ac:spMkLst>
        </pc:spChg>
        <pc:spChg chg="add del mod">
          <ac:chgData name="郁儒 廖" userId="189a1d031aa848d3" providerId="LiveId" clId="{26EF712A-C9F3-4FA7-AD7B-D8EF1B9D393D}" dt="2020-09-25T14:03:52.855" v="314" actId="478"/>
          <ac:spMkLst>
            <pc:docMk/>
            <pc:sldMk cId="763297899" sldId="274"/>
            <ac:spMk id="9" creationId="{3EFDBF90-3A3A-40C0-9854-62AA86590547}"/>
          </ac:spMkLst>
        </pc:spChg>
        <pc:spChg chg="add del mod">
          <ac:chgData name="郁儒 廖" userId="189a1d031aa848d3" providerId="LiveId" clId="{26EF712A-C9F3-4FA7-AD7B-D8EF1B9D393D}" dt="2020-09-25T14:03:54.023" v="316" actId="478"/>
          <ac:spMkLst>
            <pc:docMk/>
            <pc:sldMk cId="763297899" sldId="274"/>
            <ac:spMk id="10" creationId="{65AFEC0E-BB08-4F3F-B797-1A2D1416DF32}"/>
          </ac:spMkLst>
        </pc:spChg>
        <pc:spChg chg="add del mod">
          <ac:chgData name="郁儒 廖" userId="189a1d031aa848d3" providerId="LiveId" clId="{26EF712A-C9F3-4FA7-AD7B-D8EF1B9D393D}" dt="2020-09-25T14:03:51.520" v="313" actId="478"/>
          <ac:spMkLst>
            <pc:docMk/>
            <pc:sldMk cId="763297899" sldId="274"/>
            <ac:spMk id="11" creationId="{86DA1AD8-F491-4DA1-A222-8548D49BC433}"/>
          </ac:spMkLst>
        </pc:spChg>
        <pc:spChg chg="add mod">
          <ac:chgData name="郁儒 廖" userId="189a1d031aa848d3" providerId="LiveId" clId="{26EF712A-C9F3-4FA7-AD7B-D8EF1B9D393D}" dt="2020-09-26T17:14:13.073" v="2819" actId="14100"/>
          <ac:spMkLst>
            <pc:docMk/>
            <pc:sldMk cId="763297899" sldId="274"/>
            <ac:spMk id="17" creationId="{627F214D-BDB6-4E4E-B302-2D68B26C604B}"/>
          </ac:spMkLst>
        </pc:spChg>
        <pc:spChg chg="add mod">
          <ac:chgData name="郁儒 廖" userId="189a1d031aa848d3" providerId="LiveId" clId="{26EF712A-C9F3-4FA7-AD7B-D8EF1B9D393D}" dt="2020-09-26T17:14:06.866" v="2817" actId="1038"/>
          <ac:spMkLst>
            <pc:docMk/>
            <pc:sldMk cId="763297899" sldId="274"/>
            <ac:spMk id="18" creationId="{8E864D14-FDF6-4BEE-B88E-FEC9BE19C34C}"/>
          </ac:spMkLst>
        </pc:spChg>
        <pc:spChg chg="add mod">
          <ac:chgData name="郁儒 廖" userId="189a1d031aa848d3" providerId="LiveId" clId="{26EF712A-C9F3-4FA7-AD7B-D8EF1B9D393D}" dt="2020-09-26T17:14:21.039" v="2836" actId="1035"/>
          <ac:spMkLst>
            <pc:docMk/>
            <pc:sldMk cId="763297899" sldId="274"/>
            <ac:spMk id="23" creationId="{7C8A37DC-7757-4FDE-ABE2-85EA7E91075E}"/>
          </ac:spMkLst>
        </pc:spChg>
        <pc:spChg chg="add mod">
          <ac:chgData name="郁儒 廖" userId="189a1d031aa848d3" providerId="LiveId" clId="{26EF712A-C9F3-4FA7-AD7B-D8EF1B9D393D}" dt="2020-09-26T17:14:21.039" v="2836" actId="1035"/>
          <ac:spMkLst>
            <pc:docMk/>
            <pc:sldMk cId="763297899" sldId="274"/>
            <ac:spMk id="24" creationId="{65DE9EFD-1E55-4EAF-B867-EC42CFD22ABC}"/>
          </ac:spMkLst>
        </pc:spChg>
        <pc:spChg chg="mod">
          <ac:chgData name="郁儒 廖" userId="189a1d031aa848d3" providerId="LiveId" clId="{26EF712A-C9F3-4FA7-AD7B-D8EF1B9D393D}" dt="2020-09-27T05:05:25.535" v="3202" actId="1035"/>
          <ac:spMkLst>
            <pc:docMk/>
            <pc:sldMk cId="763297899" sldId="274"/>
            <ac:spMk id="59" creationId="{45708A20-DB5A-45DE-AF84-3B5FD3895D97}"/>
          </ac:spMkLst>
        </pc:spChg>
        <pc:spChg chg="mod">
          <ac:chgData name="郁儒 廖" userId="189a1d031aa848d3" providerId="LiveId" clId="{26EF712A-C9F3-4FA7-AD7B-D8EF1B9D393D}" dt="2020-09-26T17:14:06.866" v="2817" actId="1038"/>
          <ac:spMkLst>
            <pc:docMk/>
            <pc:sldMk cId="763297899" sldId="274"/>
            <ac:spMk id="60" creationId="{35EE9C5C-2FFC-4D18-8B0C-D39740829170}"/>
          </ac:spMkLst>
        </pc:spChg>
        <pc:spChg chg="mod">
          <ac:chgData name="郁儒 廖" userId="189a1d031aa848d3" providerId="LiveId" clId="{26EF712A-C9F3-4FA7-AD7B-D8EF1B9D393D}" dt="2020-09-27T05:01:18.723" v="3195" actId="1076"/>
          <ac:spMkLst>
            <pc:docMk/>
            <pc:sldMk cId="763297899" sldId="274"/>
            <ac:spMk id="62" creationId="{907D711C-D16D-46B9-9349-5C2191DD735B}"/>
          </ac:spMkLst>
        </pc:spChg>
        <pc:spChg chg="add del mod">
          <ac:chgData name="郁儒 廖" userId="189a1d031aa848d3" providerId="LiveId" clId="{26EF712A-C9F3-4FA7-AD7B-D8EF1B9D393D}" dt="2020-09-26T16:57:43.003" v="2358"/>
          <ac:spMkLst>
            <pc:docMk/>
            <pc:sldMk cId="763297899" sldId="274"/>
            <ac:spMk id="76" creationId="{5D2FE173-700D-4853-8680-EA099FFE99CD}"/>
          </ac:spMkLst>
        </pc:spChg>
        <pc:spChg chg="add mod">
          <ac:chgData name="郁儒 廖" userId="189a1d031aa848d3" providerId="LiveId" clId="{26EF712A-C9F3-4FA7-AD7B-D8EF1B9D393D}" dt="2020-09-26T16:57:46.483" v="2360"/>
          <ac:spMkLst>
            <pc:docMk/>
            <pc:sldMk cId="763297899" sldId="274"/>
            <ac:spMk id="77" creationId="{F9994D52-4494-42FA-A942-012DCE7C4795}"/>
          </ac:spMkLst>
        </pc:spChg>
        <pc:spChg chg="del mod">
          <ac:chgData name="郁儒 廖" userId="189a1d031aa848d3" providerId="LiveId" clId="{26EF712A-C9F3-4FA7-AD7B-D8EF1B9D393D}" dt="2020-09-25T14:17:50.594" v="357" actId="478"/>
          <ac:spMkLst>
            <pc:docMk/>
            <pc:sldMk cId="763297899" sldId="274"/>
            <ac:spMk id="83" creationId="{79CB4821-10C3-4854-8834-5F1B69EF9801}"/>
          </ac:spMkLst>
        </pc:spChg>
        <pc:spChg chg="del mod">
          <ac:chgData name="郁儒 廖" userId="189a1d031aa848d3" providerId="LiveId" clId="{26EF712A-C9F3-4FA7-AD7B-D8EF1B9D393D}" dt="2020-09-25T14:17:49.380" v="356" actId="478"/>
          <ac:spMkLst>
            <pc:docMk/>
            <pc:sldMk cId="763297899" sldId="274"/>
            <ac:spMk id="86" creationId="{378EF1C1-D271-423F-9450-49ED301ABADD}"/>
          </ac:spMkLst>
        </pc:spChg>
        <pc:spChg chg="mod">
          <ac:chgData name="郁儒 廖" userId="189a1d031aa848d3" providerId="LiveId" clId="{26EF712A-C9F3-4FA7-AD7B-D8EF1B9D393D}" dt="2020-09-26T17:14:06.866" v="2817" actId="1038"/>
          <ac:spMkLst>
            <pc:docMk/>
            <pc:sldMk cId="763297899" sldId="274"/>
            <ac:spMk id="134" creationId="{CAD04931-7AE7-4760-800A-D235D6C82534}"/>
          </ac:spMkLst>
        </pc:spChg>
        <pc:spChg chg="mod">
          <ac:chgData name="郁儒 廖" userId="189a1d031aa848d3" providerId="LiveId" clId="{26EF712A-C9F3-4FA7-AD7B-D8EF1B9D393D}" dt="2020-09-26T17:14:06.866" v="2817" actId="1038"/>
          <ac:spMkLst>
            <pc:docMk/>
            <pc:sldMk cId="763297899" sldId="274"/>
            <ac:spMk id="137" creationId="{3C32C6DD-DBA9-4EA1-9B8D-96CDE5C9D32C}"/>
          </ac:spMkLst>
        </pc:spChg>
        <pc:spChg chg="mod">
          <ac:chgData name="郁儒 廖" userId="189a1d031aa848d3" providerId="LiveId" clId="{26EF712A-C9F3-4FA7-AD7B-D8EF1B9D393D}" dt="2020-09-26T17:14:06.866" v="2817" actId="1038"/>
          <ac:spMkLst>
            <pc:docMk/>
            <pc:sldMk cId="763297899" sldId="274"/>
            <ac:spMk id="140" creationId="{2D505F76-1C55-4EDF-AAA8-D45FB3EE0CF7}"/>
          </ac:spMkLst>
        </pc:spChg>
        <pc:spChg chg="mod">
          <ac:chgData name="郁儒 廖" userId="189a1d031aa848d3" providerId="LiveId" clId="{26EF712A-C9F3-4FA7-AD7B-D8EF1B9D393D}" dt="2020-09-26T17:14:06.866" v="2817" actId="1038"/>
          <ac:spMkLst>
            <pc:docMk/>
            <pc:sldMk cId="763297899" sldId="274"/>
            <ac:spMk id="143" creationId="{844C5D9C-FEAD-497F-9008-CCEE737A8FCE}"/>
          </ac:spMkLst>
        </pc:spChg>
        <pc:spChg chg="mod">
          <ac:chgData name="郁儒 廖" userId="189a1d031aa848d3" providerId="LiveId" clId="{26EF712A-C9F3-4FA7-AD7B-D8EF1B9D393D}" dt="2020-09-26T17:14:06.866" v="2817" actId="1038"/>
          <ac:spMkLst>
            <pc:docMk/>
            <pc:sldMk cId="763297899" sldId="274"/>
            <ac:spMk id="146" creationId="{DB7D5C5E-E817-488A-A9F6-8F60E980790F}"/>
          </ac:spMkLst>
        </pc:spChg>
        <pc:spChg chg="mod">
          <ac:chgData name="郁儒 廖" userId="189a1d031aa848d3" providerId="LiveId" clId="{26EF712A-C9F3-4FA7-AD7B-D8EF1B9D393D}" dt="2020-09-26T17:14:06.866" v="2817" actId="1038"/>
          <ac:spMkLst>
            <pc:docMk/>
            <pc:sldMk cId="763297899" sldId="274"/>
            <ac:spMk id="148" creationId="{011C8FA3-80AF-40DC-962C-E102289065F7}"/>
          </ac:spMkLst>
        </pc:spChg>
        <pc:spChg chg="mod">
          <ac:chgData name="郁儒 廖" userId="189a1d031aa848d3" providerId="LiveId" clId="{26EF712A-C9F3-4FA7-AD7B-D8EF1B9D393D}" dt="2020-09-26T17:14:06.866" v="2817" actId="1038"/>
          <ac:spMkLst>
            <pc:docMk/>
            <pc:sldMk cId="763297899" sldId="274"/>
            <ac:spMk id="150" creationId="{225C13FB-FA9E-4B2C-9DD3-5DDD859A4002}"/>
          </ac:spMkLst>
        </pc:spChg>
        <pc:spChg chg="mod">
          <ac:chgData name="郁儒 廖" userId="189a1d031aa848d3" providerId="LiveId" clId="{26EF712A-C9F3-4FA7-AD7B-D8EF1B9D393D}" dt="2020-09-26T17:14:06.866" v="2817" actId="1038"/>
          <ac:spMkLst>
            <pc:docMk/>
            <pc:sldMk cId="763297899" sldId="274"/>
            <ac:spMk id="152" creationId="{FE5EDF7C-FCD5-47EB-9528-501CC52D25E7}"/>
          </ac:spMkLst>
        </pc:spChg>
        <pc:spChg chg="mod">
          <ac:chgData name="郁儒 廖" userId="189a1d031aa848d3" providerId="LiveId" clId="{26EF712A-C9F3-4FA7-AD7B-D8EF1B9D393D}" dt="2020-09-26T17:14:06.866" v="2817" actId="1038"/>
          <ac:spMkLst>
            <pc:docMk/>
            <pc:sldMk cId="763297899" sldId="274"/>
            <ac:spMk id="154" creationId="{EA8FB268-57CF-4CCA-AACE-75E19171B478}"/>
          </ac:spMkLst>
        </pc:spChg>
        <pc:spChg chg="mod">
          <ac:chgData name="郁儒 廖" userId="189a1d031aa848d3" providerId="LiveId" clId="{26EF712A-C9F3-4FA7-AD7B-D8EF1B9D393D}" dt="2020-09-26T17:14:06.866" v="2817" actId="1038"/>
          <ac:spMkLst>
            <pc:docMk/>
            <pc:sldMk cId="763297899" sldId="274"/>
            <ac:spMk id="159" creationId="{12DD8C26-10F6-4CEF-8690-457C4434FB27}"/>
          </ac:spMkLst>
        </pc:spChg>
        <pc:spChg chg="mod">
          <ac:chgData name="郁儒 廖" userId="189a1d031aa848d3" providerId="LiveId" clId="{26EF712A-C9F3-4FA7-AD7B-D8EF1B9D393D}" dt="2020-09-26T17:14:06.866" v="2817" actId="1038"/>
          <ac:spMkLst>
            <pc:docMk/>
            <pc:sldMk cId="763297899" sldId="274"/>
            <ac:spMk id="160" creationId="{3531E027-17CF-459C-9E0D-B9E6CFCCBAE3}"/>
          </ac:spMkLst>
        </pc:spChg>
        <pc:spChg chg="mod">
          <ac:chgData name="郁儒 廖" userId="189a1d031aa848d3" providerId="LiveId" clId="{26EF712A-C9F3-4FA7-AD7B-D8EF1B9D393D}" dt="2020-09-26T17:14:06.866" v="2817" actId="1038"/>
          <ac:spMkLst>
            <pc:docMk/>
            <pc:sldMk cId="763297899" sldId="274"/>
            <ac:spMk id="161" creationId="{E6730449-B746-4C60-AE7A-5D788B283FC4}"/>
          </ac:spMkLst>
        </pc:spChg>
        <pc:spChg chg="mod">
          <ac:chgData name="郁儒 廖" userId="189a1d031aa848d3" providerId="LiveId" clId="{26EF712A-C9F3-4FA7-AD7B-D8EF1B9D393D}" dt="2020-09-26T17:14:06.866" v="2817" actId="1038"/>
          <ac:spMkLst>
            <pc:docMk/>
            <pc:sldMk cId="763297899" sldId="274"/>
            <ac:spMk id="162" creationId="{A3EF6457-9CAB-455E-A7E3-E716FE24D459}"/>
          </ac:spMkLst>
        </pc:spChg>
        <pc:spChg chg="mod">
          <ac:chgData name="郁儒 廖" userId="189a1d031aa848d3" providerId="LiveId" clId="{26EF712A-C9F3-4FA7-AD7B-D8EF1B9D393D}" dt="2020-09-26T17:14:06.866" v="2817" actId="1038"/>
          <ac:spMkLst>
            <pc:docMk/>
            <pc:sldMk cId="763297899" sldId="274"/>
            <ac:spMk id="164" creationId="{B318CEF4-BDD9-4CB5-B72C-EB42FF0F0638}"/>
          </ac:spMkLst>
        </pc:spChg>
        <pc:spChg chg="mod">
          <ac:chgData name="郁儒 廖" userId="189a1d031aa848d3" providerId="LiveId" clId="{26EF712A-C9F3-4FA7-AD7B-D8EF1B9D393D}" dt="2020-09-26T17:14:06.866" v="2817" actId="1038"/>
          <ac:spMkLst>
            <pc:docMk/>
            <pc:sldMk cId="763297899" sldId="274"/>
            <ac:spMk id="167" creationId="{057FBF71-1CF9-411E-8DC6-C3ED9854BF6B}"/>
          </ac:spMkLst>
        </pc:spChg>
        <pc:spChg chg="mod">
          <ac:chgData name="郁儒 廖" userId="189a1d031aa848d3" providerId="LiveId" clId="{26EF712A-C9F3-4FA7-AD7B-D8EF1B9D393D}" dt="2020-09-26T17:14:06.866" v="2817" actId="1038"/>
          <ac:spMkLst>
            <pc:docMk/>
            <pc:sldMk cId="763297899" sldId="274"/>
            <ac:spMk id="170" creationId="{21B2183C-1763-4E33-BE43-8E9400A3964D}"/>
          </ac:spMkLst>
        </pc:spChg>
        <pc:spChg chg="mod">
          <ac:chgData name="郁儒 廖" userId="189a1d031aa848d3" providerId="LiveId" clId="{26EF712A-C9F3-4FA7-AD7B-D8EF1B9D393D}" dt="2020-09-26T17:14:06.866" v="2817" actId="1038"/>
          <ac:spMkLst>
            <pc:docMk/>
            <pc:sldMk cId="763297899" sldId="274"/>
            <ac:spMk id="173" creationId="{01BE261B-69B0-48A5-9035-14FA6021467E}"/>
          </ac:spMkLst>
        </pc:spChg>
        <pc:spChg chg="mod">
          <ac:chgData name="郁儒 廖" userId="189a1d031aa848d3" providerId="LiveId" clId="{26EF712A-C9F3-4FA7-AD7B-D8EF1B9D393D}" dt="2020-09-26T17:14:06.866" v="2817" actId="1038"/>
          <ac:spMkLst>
            <pc:docMk/>
            <pc:sldMk cId="763297899" sldId="274"/>
            <ac:spMk id="174" creationId="{86A6D966-F7C9-4C1C-A9A4-853AEF784121}"/>
          </ac:spMkLst>
        </pc:spChg>
        <pc:spChg chg="mod">
          <ac:chgData name="郁儒 廖" userId="189a1d031aa848d3" providerId="LiveId" clId="{26EF712A-C9F3-4FA7-AD7B-D8EF1B9D393D}" dt="2020-09-26T17:14:06.866" v="2817" actId="1038"/>
          <ac:spMkLst>
            <pc:docMk/>
            <pc:sldMk cId="763297899" sldId="274"/>
            <ac:spMk id="175" creationId="{9F4D1A77-FBF7-4D2D-B2BF-6B3DD84D9B88}"/>
          </ac:spMkLst>
        </pc:spChg>
        <pc:spChg chg="mod">
          <ac:chgData name="郁儒 廖" userId="189a1d031aa848d3" providerId="LiveId" clId="{26EF712A-C9F3-4FA7-AD7B-D8EF1B9D393D}" dt="2020-09-26T17:14:06.866" v="2817" actId="1038"/>
          <ac:spMkLst>
            <pc:docMk/>
            <pc:sldMk cId="763297899" sldId="274"/>
            <ac:spMk id="179" creationId="{BD7EF726-CA91-4A9E-902C-F2A1E505D58F}"/>
          </ac:spMkLst>
        </pc:spChg>
        <pc:spChg chg="mod">
          <ac:chgData name="郁儒 廖" userId="189a1d031aa848d3" providerId="LiveId" clId="{26EF712A-C9F3-4FA7-AD7B-D8EF1B9D393D}" dt="2020-09-26T17:14:06.866" v="2817" actId="1038"/>
          <ac:spMkLst>
            <pc:docMk/>
            <pc:sldMk cId="763297899" sldId="274"/>
            <ac:spMk id="181" creationId="{95C8C9E4-4941-4CB1-92F1-30F5A0D28746}"/>
          </ac:spMkLst>
        </pc:spChg>
        <pc:spChg chg="mod">
          <ac:chgData name="郁儒 廖" userId="189a1d031aa848d3" providerId="LiveId" clId="{26EF712A-C9F3-4FA7-AD7B-D8EF1B9D393D}" dt="2020-09-26T17:14:06.866" v="2817" actId="1038"/>
          <ac:spMkLst>
            <pc:docMk/>
            <pc:sldMk cId="763297899" sldId="274"/>
            <ac:spMk id="183" creationId="{E3F2CC7B-801D-4C3A-8E65-9CFBA00997AD}"/>
          </ac:spMkLst>
        </pc:spChg>
        <pc:spChg chg="mod">
          <ac:chgData name="郁儒 廖" userId="189a1d031aa848d3" providerId="LiveId" clId="{26EF712A-C9F3-4FA7-AD7B-D8EF1B9D393D}" dt="2020-09-26T17:14:06.866" v="2817" actId="1038"/>
          <ac:spMkLst>
            <pc:docMk/>
            <pc:sldMk cId="763297899" sldId="274"/>
            <ac:spMk id="186" creationId="{17991355-9D92-44BD-9A31-57B158FEF5B7}"/>
          </ac:spMkLst>
        </pc:spChg>
        <pc:spChg chg="mod">
          <ac:chgData name="郁儒 廖" userId="189a1d031aa848d3" providerId="LiveId" clId="{26EF712A-C9F3-4FA7-AD7B-D8EF1B9D393D}" dt="2020-09-26T17:14:06.866" v="2817" actId="1038"/>
          <ac:spMkLst>
            <pc:docMk/>
            <pc:sldMk cId="763297899" sldId="274"/>
            <ac:spMk id="187" creationId="{DC3ACF24-F699-4B5A-AD95-29AAAE1DB3B8}"/>
          </ac:spMkLst>
        </pc:spChg>
        <pc:spChg chg="mod">
          <ac:chgData name="郁儒 廖" userId="189a1d031aa848d3" providerId="LiveId" clId="{26EF712A-C9F3-4FA7-AD7B-D8EF1B9D393D}" dt="2020-09-26T17:14:06.866" v="2817" actId="1038"/>
          <ac:spMkLst>
            <pc:docMk/>
            <pc:sldMk cId="763297899" sldId="274"/>
            <ac:spMk id="190" creationId="{A917C70C-1C40-4DED-93CA-7F985768AA5B}"/>
          </ac:spMkLst>
        </pc:spChg>
        <pc:spChg chg="mod">
          <ac:chgData name="郁儒 廖" userId="189a1d031aa848d3" providerId="LiveId" clId="{26EF712A-C9F3-4FA7-AD7B-D8EF1B9D393D}" dt="2020-09-26T17:14:06.866" v="2817" actId="1038"/>
          <ac:spMkLst>
            <pc:docMk/>
            <pc:sldMk cId="763297899" sldId="274"/>
            <ac:spMk id="192" creationId="{D8EDF434-CC6B-4F30-A0D3-1ECB82B2D4F0}"/>
          </ac:spMkLst>
        </pc:spChg>
        <pc:graphicFrameChg chg="del modGraphic">
          <ac:chgData name="郁儒 廖" userId="189a1d031aa848d3" providerId="LiveId" clId="{26EF712A-C9F3-4FA7-AD7B-D8EF1B9D393D}" dt="2020-09-25T14:17:30.532" v="351" actId="21"/>
          <ac:graphicFrameMkLst>
            <pc:docMk/>
            <pc:sldMk cId="763297899" sldId="274"/>
            <ac:graphicFrameMk id="58" creationId="{F3D5149C-2CDA-4EF9-B39E-A105323565C2}"/>
          </ac:graphicFrameMkLst>
        </pc:graphicFrameChg>
        <pc:cxnChg chg="add del mod">
          <ac:chgData name="郁儒 廖" userId="189a1d031aa848d3" providerId="LiveId" clId="{26EF712A-C9F3-4FA7-AD7B-D8EF1B9D393D}" dt="2020-09-27T05:05:30.409" v="3203" actId="478"/>
          <ac:cxnSpMkLst>
            <pc:docMk/>
            <pc:sldMk cId="763297899" sldId="274"/>
            <ac:cxnSpMk id="5" creationId="{EC2A4DD8-CB39-47BA-B327-8B40213E05DF}"/>
          </ac:cxnSpMkLst>
        </pc:cxnChg>
        <pc:cxnChg chg="add mod">
          <ac:chgData name="郁儒 廖" userId="189a1d031aa848d3" providerId="LiveId" clId="{26EF712A-C9F3-4FA7-AD7B-D8EF1B9D393D}" dt="2020-09-28T16:39:22.440" v="3853" actId="14100"/>
          <ac:cxnSpMkLst>
            <pc:docMk/>
            <pc:sldMk cId="763297899" sldId="274"/>
            <ac:cxnSpMk id="7" creationId="{EF45BA65-3525-462E-806A-7FBD9E7C730D}"/>
          </ac:cxnSpMkLst>
        </pc:cxnChg>
        <pc:cxnChg chg="add mod">
          <ac:chgData name="郁儒 廖" userId="189a1d031aa848d3" providerId="LiveId" clId="{26EF712A-C9F3-4FA7-AD7B-D8EF1B9D393D}" dt="2020-09-26T17:14:21.039" v="2836" actId="1035"/>
          <ac:cxnSpMkLst>
            <pc:docMk/>
            <pc:sldMk cId="763297899" sldId="274"/>
            <ac:cxnSpMk id="20" creationId="{788A1A53-8D16-41C8-B2A0-E0F8EA6F1EDA}"/>
          </ac:cxnSpMkLst>
        </pc:cxnChg>
        <pc:cxnChg chg="add mod">
          <ac:chgData name="郁儒 廖" userId="189a1d031aa848d3" providerId="LiveId" clId="{26EF712A-C9F3-4FA7-AD7B-D8EF1B9D393D}" dt="2020-09-26T17:14:21.039" v="2836" actId="1035"/>
          <ac:cxnSpMkLst>
            <pc:docMk/>
            <pc:sldMk cId="763297899" sldId="274"/>
            <ac:cxnSpMk id="22" creationId="{16435DAE-8852-41E9-AEDD-DD6EA5FBF160}"/>
          </ac:cxnSpMkLst>
        </pc:cxnChg>
        <pc:cxnChg chg="mod">
          <ac:chgData name="郁儒 廖" userId="189a1d031aa848d3" providerId="LiveId" clId="{26EF712A-C9F3-4FA7-AD7B-D8EF1B9D393D}" dt="2020-09-26T17:14:06.866" v="2817" actId="1038"/>
          <ac:cxnSpMkLst>
            <pc:docMk/>
            <pc:sldMk cId="763297899" sldId="274"/>
            <ac:cxnSpMk id="135" creationId="{2F23D6DF-3C4D-4050-A8E0-882C6042F26C}"/>
          </ac:cxnSpMkLst>
        </pc:cxnChg>
        <pc:cxnChg chg="mod">
          <ac:chgData name="郁儒 廖" userId="189a1d031aa848d3" providerId="LiveId" clId="{26EF712A-C9F3-4FA7-AD7B-D8EF1B9D393D}" dt="2020-09-26T17:14:06.866" v="2817" actId="1038"/>
          <ac:cxnSpMkLst>
            <pc:docMk/>
            <pc:sldMk cId="763297899" sldId="274"/>
            <ac:cxnSpMk id="136" creationId="{83F34E19-BBB9-4E04-8F17-EA1382E09397}"/>
          </ac:cxnSpMkLst>
        </pc:cxnChg>
        <pc:cxnChg chg="mod">
          <ac:chgData name="郁儒 廖" userId="189a1d031aa848d3" providerId="LiveId" clId="{26EF712A-C9F3-4FA7-AD7B-D8EF1B9D393D}" dt="2020-09-26T17:14:06.866" v="2817" actId="1038"/>
          <ac:cxnSpMkLst>
            <pc:docMk/>
            <pc:sldMk cId="763297899" sldId="274"/>
            <ac:cxnSpMk id="138" creationId="{6C5061DD-C178-4570-A925-6125831CF988}"/>
          </ac:cxnSpMkLst>
        </pc:cxnChg>
        <pc:cxnChg chg="mod">
          <ac:chgData name="郁儒 廖" userId="189a1d031aa848d3" providerId="LiveId" clId="{26EF712A-C9F3-4FA7-AD7B-D8EF1B9D393D}" dt="2020-09-26T17:14:06.866" v="2817" actId="1038"/>
          <ac:cxnSpMkLst>
            <pc:docMk/>
            <pc:sldMk cId="763297899" sldId="274"/>
            <ac:cxnSpMk id="139" creationId="{7216A6C0-8575-417E-B1D1-C09C3CFF55B8}"/>
          </ac:cxnSpMkLst>
        </pc:cxnChg>
        <pc:cxnChg chg="mod">
          <ac:chgData name="郁儒 廖" userId="189a1d031aa848d3" providerId="LiveId" clId="{26EF712A-C9F3-4FA7-AD7B-D8EF1B9D393D}" dt="2020-09-26T17:14:06.866" v="2817" actId="1038"/>
          <ac:cxnSpMkLst>
            <pc:docMk/>
            <pc:sldMk cId="763297899" sldId="274"/>
            <ac:cxnSpMk id="141" creationId="{DB3E37F0-6BBD-40A1-9FC5-10798AFFB6D9}"/>
          </ac:cxnSpMkLst>
        </pc:cxnChg>
        <pc:cxnChg chg="mod">
          <ac:chgData name="郁儒 廖" userId="189a1d031aa848d3" providerId="LiveId" clId="{26EF712A-C9F3-4FA7-AD7B-D8EF1B9D393D}" dt="2020-09-26T17:14:06.866" v="2817" actId="1038"/>
          <ac:cxnSpMkLst>
            <pc:docMk/>
            <pc:sldMk cId="763297899" sldId="274"/>
            <ac:cxnSpMk id="142" creationId="{FF5DB06D-5E56-4958-B3B9-BA0A7841C58B}"/>
          </ac:cxnSpMkLst>
        </pc:cxnChg>
        <pc:cxnChg chg="mod">
          <ac:chgData name="郁儒 廖" userId="189a1d031aa848d3" providerId="LiveId" clId="{26EF712A-C9F3-4FA7-AD7B-D8EF1B9D393D}" dt="2020-09-26T17:14:06.866" v="2817" actId="1038"/>
          <ac:cxnSpMkLst>
            <pc:docMk/>
            <pc:sldMk cId="763297899" sldId="274"/>
            <ac:cxnSpMk id="144" creationId="{FFFBF3E3-EDAF-4972-B27D-34F2393CC816}"/>
          </ac:cxnSpMkLst>
        </pc:cxnChg>
        <pc:cxnChg chg="mod">
          <ac:chgData name="郁儒 廖" userId="189a1d031aa848d3" providerId="LiveId" clId="{26EF712A-C9F3-4FA7-AD7B-D8EF1B9D393D}" dt="2020-09-26T17:14:06.866" v="2817" actId="1038"/>
          <ac:cxnSpMkLst>
            <pc:docMk/>
            <pc:sldMk cId="763297899" sldId="274"/>
            <ac:cxnSpMk id="145" creationId="{C0C34FFF-07EE-46D0-9311-F180680619B8}"/>
          </ac:cxnSpMkLst>
        </pc:cxnChg>
        <pc:cxnChg chg="mod">
          <ac:chgData name="郁儒 廖" userId="189a1d031aa848d3" providerId="LiveId" clId="{26EF712A-C9F3-4FA7-AD7B-D8EF1B9D393D}" dt="2020-09-26T17:14:06.866" v="2817" actId="1038"/>
          <ac:cxnSpMkLst>
            <pc:docMk/>
            <pc:sldMk cId="763297899" sldId="274"/>
            <ac:cxnSpMk id="147" creationId="{6144B16B-AB9E-40A4-8037-27414CECB3E0}"/>
          </ac:cxnSpMkLst>
        </pc:cxnChg>
        <pc:cxnChg chg="mod">
          <ac:chgData name="郁儒 廖" userId="189a1d031aa848d3" providerId="LiveId" clId="{26EF712A-C9F3-4FA7-AD7B-D8EF1B9D393D}" dt="2020-09-26T17:14:06.866" v="2817" actId="1038"/>
          <ac:cxnSpMkLst>
            <pc:docMk/>
            <pc:sldMk cId="763297899" sldId="274"/>
            <ac:cxnSpMk id="149" creationId="{246FE280-9C8E-4A7A-B39D-0F2ECA44C491}"/>
          </ac:cxnSpMkLst>
        </pc:cxnChg>
        <pc:cxnChg chg="mod">
          <ac:chgData name="郁儒 廖" userId="189a1d031aa848d3" providerId="LiveId" clId="{26EF712A-C9F3-4FA7-AD7B-D8EF1B9D393D}" dt="2020-09-26T17:14:06.866" v="2817" actId="1038"/>
          <ac:cxnSpMkLst>
            <pc:docMk/>
            <pc:sldMk cId="763297899" sldId="274"/>
            <ac:cxnSpMk id="151" creationId="{C3ADBE65-A4C4-4F4B-8A9E-9827BCE7F368}"/>
          </ac:cxnSpMkLst>
        </pc:cxnChg>
        <pc:cxnChg chg="mod">
          <ac:chgData name="郁儒 廖" userId="189a1d031aa848d3" providerId="LiveId" clId="{26EF712A-C9F3-4FA7-AD7B-D8EF1B9D393D}" dt="2020-09-26T17:14:06.866" v="2817" actId="1038"/>
          <ac:cxnSpMkLst>
            <pc:docMk/>
            <pc:sldMk cId="763297899" sldId="274"/>
            <ac:cxnSpMk id="153" creationId="{D9F82BCE-434A-4350-B55E-ACB988896B24}"/>
          </ac:cxnSpMkLst>
        </pc:cxnChg>
        <pc:cxnChg chg="mod">
          <ac:chgData name="郁儒 廖" userId="189a1d031aa848d3" providerId="LiveId" clId="{26EF712A-C9F3-4FA7-AD7B-D8EF1B9D393D}" dt="2020-09-26T17:14:06.866" v="2817" actId="1038"/>
          <ac:cxnSpMkLst>
            <pc:docMk/>
            <pc:sldMk cId="763297899" sldId="274"/>
            <ac:cxnSpMk id="155" creationId="{CECD9425-2280-491D-8E38-7A1E2FEB372E}"/>
          </ac:cxnSpMkLst>
        </pc:cxnChg>
        <pc:cxnChg chg="mod">
          <ac:chgData name="郁儒 廖" userId="189a1d031aa848d3" providerId="LiveId" clId="{26EF712A-C9F3-4FA7-AD7B-D8EF1B9D393D}" dt="2020-09-26T17:14:06.866" v="2817" actId="1038"/>
          <ac:cxnSpMkLst>
            <pc:docMk/>
            <pc:sldMk cId="763297899" sldId="274"/>
            <ac:cxnSpMk id="156" creationId="{55A3D8D8-4899-4EE2-AB45-B64D4EE0EEC3}"/>
          </ac:cxnSpMkLst>
        </pc:cxnChg>
        <pc:cxnChg chg="mod">
          <ac:chgData name="郁儒 廖" userId="189a1d031aa848d3" providerId="LiveId" clId="{26EF712A-C9F3-4FA7-AD7B-D8EF1B9D393D}" dt="2020-09-26T17:14:06.866" v="2817" actId="1038"/>
          <ac:cxnSpMkLst>
            <pc:docMk/>
            <pc:sldMk cId="763297899" sldId="274"/>
            <ac:cxnSpMk id="157" creationId="{651505CE-8237-46FE-A664-031EF46DBA6B}"/>
          </ac:cxnSpMkLst>
        </pc:cxnChg>
        <pc:cxnChg chg="mod">
          <ac:chgData name="郁儒 廖" userId="189a1d031aa848d3" providerId="LiveId" clId="{26EF712A-C9F3-4FA7-AD7B-D8EF1B9D393D}" dt="2020-09-26T17:14:06.866" v="2817" actId="1038"/>
          <ac:cxnSpMkLst>
            <pc:docMk/>
            <pc:sldMk cId="763297899" sldId="274"/>
            <ac:cxnSpMk id="158" creationId="{F45283B1-43DD-4B1A-9E05-20A360D49DDF}"/>
          </ac:cxnSpMkLst>
        </pc:cxnChg>
        <pc:cxnChg chg="mod">
          <ac:chgData name="郁儒 廖" userId="189a1d031aa848d3" providerId="LiveId" clId="{26EF712A-C9F3-4FA7-AD7B-D8EF1B9D393D}" dt="2020-09-26T17:14:06.866" v="2817" actId="1038"/>
          <ac:cxnSpMkLst>
            <pc:docMk/>
            <pc:sldMk cId="763297899" sldId="274"/>
            <ac:cxnSpMk id="163" creationId="{3EC8BAFF-AC28-4893-B72E-24377998B3DC}"/>
          </ac:cxnSpMkLst>
        </pc:cxnChg>
        <pc:cxnChg chg="mod">
          <ac:chgData name="郁儒 廖" userId="189a1d031aa848d3" providerId="LiveId" clId="{26EF712A-C9F3-4FA7-AD7B-D8EF1B9D393D}" dt="2020-09-26T17:14:06.866" v="2817" actId="1038"/>
          <ac:cxnSpMkLst>
            <pc:docMk/>
            <pc:sldMk cId="763297899" sldId="274"/>
            <ac:cxnSpMk id="165" creationId="{670C1FC8-901F-4965-B02B-7215E3B3C3F8}"/>
          </ac:cxnSpMkLst>
        </pc:cxnChg>
        <pc:cxnChg chg="mod">
          <ac:chgData name="郁儒 廖" userId="189a1d031aa848d3" providerId="LiveId" clId="{26EF712A-C9F3-4FA7-AD7B-D8EF1B9D393D}" dt="2020-09-26T17:14:06.866" v="2817" actId="1038"/>
          <ac:cxnSpMkLst>
            <pc:docMk/>
            <pc:sldMk cId="763297899" sldId="274"/>
            <ac:cxnSpMk id="166" creationId="{F0B91B92-560C-4816-84C1-7888ACA7A634}"/>
          </ac:cxnSpMkLst>
        </pc:cxnChg>
        <pc:cxnChg chg="mod">
          <ac:chgData name="郁儒 廖" userId="189a1d031aa848d3" providerId="LiveId" clId="{26EF712A-C9F3-4FA7-AD7B-D8EF1B9D393D}" dt="2020-09-26T17:14:06.866" v="2817" actId="1038"/>
          <ac:cxnSpMkLst>
            <pc:docMk/>
            <pc:sldMk cId="763297899" sldId="274"/>
            <ac:cxnSpMk id="168" creationId="{BC200043-FC23-4570-9723-50F0E11B57F7}"/>
          </ac:cxnSpMkLst>
        </pc:cxnChg>
        <pc:cxnChg chg="mod">
          <ac:chgData name="郁儒 廖" userId="189a1d031aa848d3" providerId="LiveId" clId="{26EF712A-C9F3-4FA7-AD7B-D8EF1B9D393D}" dt="2020-09-26T17:14:06.866" v="2817" actId="1038"/>
          <ac:cxnSpMkLst>
            <pc:docMk/>
            <pc:sldMk cId="763297899" sldId="274"/>
            <ac:cxnSpMk id="169" creationId="{AA29CDF1-B202-43ED-A6A5-199E9D303CBC}"/>
          </ac:cxnSpMkLst>
        </pc:cxnChg>
        <pc:cxnChg chg="mod">
          <ac:chgData name="郁儒 廖" userId="189a1d031aa848d3" providerId="LiveId" clId="{26EF712A-C9F3-4FA7-AD7B-D8EF1B9D393D}" dt="2020-09-26T17:14:06.866" v="2817" actId="1038"/>
          <ac:cxnSpMkLst>
            <pc:docMk/>
            <pc:sldMk cId="763297899" sldId="274"/>
            <ac:cxnSpMk id="171" creationId="{C8F689E7-D995-4FEA-8C59-0F34E82D2F76}"/>
          </ac:cxnSpMkLst>
        </pc:cxnChg>
        <pc:cxnChg chg="mod">
          <ac:chgData name="郁儒 廖" userId="189a1d031aa848d3" providerId="LiveId" clId="{26EF712A-C9F3-4FA7-AD7B-D8EF1B9D393D}" dt="2020-09-26T17:14:06.866" v="2817" actId="1038"/>
          <ac:cxnSpMkLst>
            <pc:docMk/>
            <pc:sldMk cId="763297899" sldId="274"/>
            <ac:cxnSpMk id="172" creationId="{9F9F3B2F-C4D8-42E9-87DE-E8A688BD24E1}"/>
          </ac:cxnSpMkLst>
        </pc:cxnChg>
        <pc:cxnChg chg="mod">
          <ac:chgData name="郁儒 廖" userId="189a1d031aa848d3" providerId="LiveId" clId="{26EF712A-C9F3-4FA7-AD7B-D8EF1B9D393D}" dt="2020-09-26T17:14:06.866" v="2817" actId="1038"/>
          <ac:cxnSpMkLst>
            <pc:docMk/>
            <pc:sldMk cId="763297899" sldId="274"/>
            <ac:cxnSpMk id="176" creationId="{3D87AFC0-0F16-44A1-B44D-55F03D18F461}"/>
          </ac:cxnSpMkLst>
        </pc:cxnChg>
        <pc:cxnChg chg="mod">
          <ac:chgData name="郁儒 廖" userId="189a1d031aa848d3" providerId="LiveId" clId="{26EF712A-C9F3-4FA7-AD7B-D8EF1B9D393D}" dt="2020-09-26T17:14:06.866" v="2817" actId="1038"/>
          <ac:cxnSpMkLst>
            <pc:docMk/>
            <pc:sldMk cId="763297899" sldId="274"/>
            <ac:cxnSpMk id="177" creationId="{9A9CFE85-29AA-485A-9DAD-1010E46C8AEA}"/>
          </ac:cxnSpMkLst>
        </pc:cxnChg>
        <pc:cxnChg chg="mod">
          <ac:chgData name="郁儒 廖" userId="189a1d031aa848d3" providerId="LiveId" clId="{26EF712A-C9F3-4FA7-AD7B-D8EF1B9D393D}" dt="2020-09-26T17:14:06.866" v="2817" actId="1038"/>
          <ac:cxnSpMkLst>
            <pc:docMk/>
            <pc:sldMk cId="763297899" sldId="274"/>
            <ac:cxnSpMk id="178" creationId="{83993DD0-1741-4CC7-ADFA-65ADF761125C}"/>
          </ac:cxnSpMkLst>
        </pc:cxnChg>
        <pc:cxnChg chg="mod">
          <ac:chgData name="郁儒 廖" userId="189a1d031aa848d3" providerId="LiveId" clId="{26EF712A-C9F3-4FA7-AD7B-D8EF1B9D393D}" dt="2020-09-26T17:14:06.866" v="2817" actId="1038"/>
          <ac:cxnSpMkLst>
            <pc:docMk/>
            <pc:sldMk cId="763297899" sldId="274"/>
            <ac:cxnSpMk id="180" creationId="{E19543A0-0DB9-4CBD-81B8-3BD61C88E6AF}"/>
          </ac:cxnSpMkLst>
        </pc:cxnChg>
        <pc:cxnChg chg="mod">
          <ac:chgData name="郁儒 廖" userId="189a1d031aa848d3" providerId="LiveId" clId="{26EF712A-C9F3-4FA7-AD7B-D8EF1B9D393D}" dt="2020-09-26T17:14:06.866" v="2817" actId="1038"/>
          <ac:cxnSpMkLst>
            <pc:docMk/>
            <pc:sldMk cId="763297899" sldId="274"/>
            <ac:cxnSpMk id="182" creationId="{919CDE80-5238-4B9F-A9FB-89938E8DBBC9}"/>
          </ac:cxnSpMkLst>
        </pc:cxnChg>
        <pc:cxnChg chg="mod">
          <ac:chgData name="郁儒 廖" userId="189a1d031aa848d3" providerId="LiveId" clId="{26EF712A-C9F3-4FA7-AD7B-D8EF1B9D393D}" dt="2020-09-26T17:14:06.866" v="2817" actId="1038"/>
          <ac:cxnSpMkLst>
            <pc:docMk/>
            <pc:sldMk cId="763297899" sldId="274"/>
            <ac:cxnSpMk id="184" creationId="{1AE14722-BC5B-4225-A9FA-263D2569C5F4}"/>
          </ac:cxnSpMkLst>
        </pc:cxnChg>
        <pc:cxnChg chg="mod">
          <ac:chgData name="郁儒 廖" userId="189a1d031aa848d3" providerId="LiveId" clId="{26EF712A-C9F3-4FA7-AD7B-D8EF1B9D393D}" dt="2020-09-26T17:14:06.866" v="2817" actId="1038"/>
          <ac:cxnSpMkLst>
            <pc:docMk/>
            <pc:sldMk cId="763297899" sldId="274"/>
            <ac:cxnSpMk id="185" creationId="{80D82067-2FE5-46FD-A066-19F4F7975A74}"/>
          </ac:cxnSpMkLst>
        </pc:cxnChg>
        <pc:cxnChg chg="mod">
          <ac:chgData name="郁儒 廖" userId="189a1d031aa848d3" providerId="LiveId" clId="{26EF712A-C9F3-4FA7-AD7B-D8EF1B9D393D}" dt="2020-09-26T17:14:06.866" v="2817" actId="1038"/>
          <ac:cxnSpMkLst>
            <pc:docMk/>
            <pc:sldMk cId="763297899" sldId="274"/>
            <ac:cxnSpMk id="188" creationId="{29A8EFD6-F62F-4006-A930-849B5B7D4B19}"/>
          </ac:cxnSpMkLst>
        </pc:cxnChg>
        <pc:cxnChg chg="mod">
          <ac:chgData name="郁儒 廖" userId="189a1d031aa848d3" providerId="LiveId" clId="{26EF712A-C9F3-4FA7-AD7B-D8EF1B9D393D}" dt="2020-09-26T17:14:06.866" v="2817" actId="1038"/>
          <ac:cxnSpMkLst>
            <pc:docMk/>
            <pc:sldMk cId="763297899" sldId="274"/>
            <ac:cxnSpMk id="189" creationId="{5963C06E-8D73-4A68-867B-DC729958B016}"/>
          </ac:cxnSpMkLst>
        </pc:cxnChg>
        <pc:cxnChg chg="mod">
          <ac:chgData name="郁儒 廖" userId="189a1d031aa848d3" providerId="LiveId" clId="{26EF712A-C9F3-4FA7-AD7B-D8EF1B9D393D}" dt="2020-09-26T17:14:06.866" v="2817" actId="1038"/>
          <ac:cxnSpMkLst>
            <pc:docMk/>
            <pc:sldMk cId="763297899" sldId="274"/>
            <ac:cxnSpMk id="191" creationId="{87B3C0DC-1BEB-468B-8E21-96B06F27352C}"/>
          </ac:cxnSpMkLst>
        </pc:cxnChg>
      </pc:sldChg>
      <pc:sldChg chg="addSp delSp modSp mod delAnim modAnim">
        <pc:chgData name="郁儒 廖" userId="189a1d031aa848d3" providerId="LiveId" clId="{26EF712A-C9F3-4FA7-AD7B-D8EF1B9D393D}" dt="2020-09-25T15:15:27.468" v="712" actId="20577"/>
        <pc:sldMkLst>
          <pc:docMk/>
          <pc:sldMk cId="1554478653" sldId="275"/>
        </pc:sldMkLst>
        <pc:spChg chg="mod">
          <ac:chgData name="郁儒 廖" userId="189a1d031aa848d3" providerId="LiveId" clId="{26EF712A-C9F3-4FA7-AD7B-D8EF1B9D393D}" dt="2020-09-25T15:15:27.468" v="712" actId="20577"/>
          <ac:spMkLst>
            <pc:docMk/>
            <pc:sldMk cId="1554478653" sldId="275"/>
            <ac:spMk id="3" creationId="{47924614-B3FE-49DB-A43B-C5C6C654484D}"/>
          </ac:spMkLst>
        </pc:spChg>
        <pc:spChg chg="del">
          <ac:chgData name="郁儒 廖" userId="189a1d031aa848d3" providerId="LiveId" clId="{26EF712A-C9F3-4FA7-AD7B-D8EF1B9D393D}" dt="2020-09-25T13:53:30.622" v="230" actId="478"/>
          <ac:spMkLst>
            <pc:docMk/>
            <pc:sldMk cId="1554478653" sldId="275"/>
            <ac:spMk id="4" creationId="{FD113D12-21CB-489E-91E7-822672C2153C}"/>
          </ac:spMkLst>
        </pc:spChg>
        <pc:spChg chg="add mod">
          <ac:chgData name="郁儒 廖" userId="189a1d031aa848d3" providerId="LiveId" clId="{26EF712A-C9F3-4FA7-AD7B-D8EF1B9D393D}" dt="2020-09-25T14:26:43.446" v="393" actId="1038"/>
          <ac:spMkLst>
            <pc:docMk/>
            <pc:sldMk cId="1554478653" sldId="275"/>
            <ac:spMk id="5" creationId="{41BF0A51-82BC-4DCF-A161-8323578B18BE}"/>
          </ac:spMkLst>
        </pc:spChg>
        <pc:spChg chg="add del">
          <ac:chgData name="郁儒 廖" userId="189a1d031aa848d3" providerId="LiveId" clId="{26EF712A-C9F3-4FA7-AD7B-D8EF1B9D393D}" dt="2020-09-25T13:58:11.472" v="274" actId="478"/>
          <ac:spMkLst>
            <pc:docMk/>
            <pc:sldMk cId="1554478653" sldId="275"/>
            <ac:spMk id="7" creationId="{9145E34F-1783-439E-A0FC-0AED67A9B5D4}"/>
          </ac:spMkLst>
        </pc:spChg>
        <pc:spChg chg="del">
          <ac:chgData name="郁儒 廖" userId="189a1d031aa848d3" providerId="LiveId" clId="{26EF712A-C9F3-4FA7-AD7B-D8EF1B9D393D}" dt="2020-09-25T13:53:32.290" v="231" actId="478"/>
          <ac:spMkLst>
            <pc:docMk/>
            <pc:sldMk cId="1554478653" sldId="275"/>
            <ac:spMk id="8" creationId="{62D610EC-D21B-4123-A92B-16D8D21A41F6}"/>
          </ac:spMkLst>
        </pc:spChg>
        <pc:spChg chg="add del mod">
          <ac:chgData name="郁儒 廖" userId="189a1d031aa848d3" providerId="LiveId" clId="{26EF712A-C9F3-4FA7-AD7B-D8EF1B9D393D}" dt="2020-09-25T14:25:52.866" v="381" actId="478"/>
          <ac:spMkLst>
            <pc:docMk/>
            <pc:sldMk cId="1554478653" sldId="275"/>
            <ac:spMk id="9" creationId="{3F7E118D-6DD1-4E11-8194-B475F2218B4C}"/>
          </ac:spMkLst>
        </pc:spChg>
        <pc:spChg chg="add del mod">
          <ac:chgData name="郁儒 廖" userId="189a1d031aa848d3" providerId="LiveId" clId="{26EF712A-C9F3-4FA7-AD7B-D8EF1B9D393D}" dt="2020-09-25T14:25:54.276" v="382" actId="478"/>
          <ac:spMkLst>
            <pc:docMk/>
            <pc:sldMk cId="1554478653" sldId="275"/>
            <ac:spMk id="10" creationId="{5965C126-9764-418C-A6D7-645BAE15340F}"/>
          </ac:spMkLst>
        </pc:spChg>
        <pc:spChg chg="add mod">
          <ac:chgData name="郁儒 廖" userId="189a1d031aa848d3" providerId="LiveId" clId="{26EF712A-C9F3-4FA7-AD7B-D8EF1B9D393D}" dt="2020-09-25T14:28:32.301" v="427" actId="1076"/>
          <ac:spMkLst>
            <pc:docMk/>
            <pc:sldMk cId="1554478653" sldId="275"/>
            <ac:spMk id="13" creationId="{54D78787-B437-4055-8983-96885E956B4F}"/>
          </ac:spMkLst>
        </pc:spChg>
        <pc:spChg chg="add mod">
          <ac:chgData name="郁儒 廖" userId="189a1d031aa848d3" providerId="LiveId" clId="{26EF712A-C9F3-4FA7-AD7B-D8EF1B9D393D}" dt="2020-09-25T14:28:02.433" v="419" actId="1036"/>
          <ac:spMkLst>
            <pc:docMk/>
            <pc:sldMk cId="1554478653" sldId="275"/>
            <ac:spMk id="21" creationId="{70B6E3E7-7775-4947-B322-9C936251730C}"/>
          </ac:spMkLst>
        </pc:spChg>
        <pc:spChg chg="del">
          <ac:chgData name="郁儒 廖" userId="189a1d031aa848d3" providerId="LiveId" clId="{26EF712A-C9F3-4FA7-AD7B-D8EF1B9D393D}" dt="2020-09-25T13:50:04.872" v="197" actId="478"/>
          <ac:spMkLst>
            <pc:docMk/>
            <pc:sldMk cId="1554478653" sldId="275"/>
            <ac:spMk id="65" creationId="{027F93A1-1BF2-41E3-B004-C2EE4EE72192}"/>
          </ac:spMkLst>
        </pc:spChg>
        <pc:spChg chg="mod">
          <ac:chgData name="郁儒 廖" userId="189a1d031aa848d3" providerId="LiveId" clId="{26EF712A-C9F3-4FA7-AD7B-D8EF1B9D393D}" dt="2020-09-25T14:01:45.463" v="289" actId="1076"/>
          <ac:spMkLst>
            <pc:docMk/>
            <pc:sldMk cId="1554478653" sldId="275"/>
            <ac:spMk id="67" creationId="{9BDF08DA-76CF-4CFF-8FDC-ECD1710D159D}"/>
          </ac:spMkLst>
        </pc:spChg>
        <pc:spChg chg="del">
          <ac:chgData name="郁儒 廖" userId="189a1d031aa848d3" providerId="LiveId" clId="{26EF712A-C9F3-4FA7-AD7B-D8EF1B9D393D}" dt="2020-09-25T13:53:33.511" v="232" actId="478"/>
          <ac:spMkLst>
            <pc:docMk/>
            <pc:sldMk cId="1554478653" sldId="275"/>
            <ac:spMk id="69" creationId="{26A010F2-856A-4B4E-8CC6-F4A1E9D1A9DC}"/>
          </ac:spMkLst>
        </pc:spChg>
        <pc:spChg chg="del">
          <ac:chgData name="郁儒 廖" userId="189a1d031aa848d3" providerId="LiveId" clId="{26EF712A-C9F3-4FA7-AD7B-D8EF1B9D393D}" dt="2020-09-25T13:53:34.807" v="233" actId="478"/>
          <ac:spMkLst>
            <pc:docMk/>
            <pc:sldMk cId="1554478653" sldId="275"/>
            <ac:spMk id="71" creationId="{699E7781-08AA-4CCF-9F27-221C21ECEF28}"/>
          </ac:spMkLst>
        </pc:spChg>
        <pc:graphicFrameChg chg="mod modGraphic">
          <ac:chgData name="郁儒 廖" userId="189a1d031aa848d3" providerId="LiveId" clId="{26EF712A-C9F3-4FA7-AD7B-D8EF1B9D393D}" dt="2020-09-25T14:29:08.370" v="428" actId="2164"/>
          <ac:graphicFrameMkLst>
            <pc:docMk/>
            <pc:sldMk cId="1554478653" sldId="275"/>
            <ac:graphicFrameMk id="6" creationId="{DE4E8DA1-08B2-498C-A11B-01E0E9942D5F}"/>
          </ac:graphicFrameMkLst>
        </pc:graphicFrameChg>
        <pc:graphicFrameChg chg="add del mod modGraphic">
          <ac:chgData name="郁儒 廖" userId="189a1d031aa848d3" providerId="LiveId" clId="{26EF712A-C9F3-4FA7-AD7B-D8EF1B9D393D}" dt="2020-09-25T14:25:50.456" v="380" actId="478"/>
          <ac:graphicFrameMkLst>
            <pc:docMk/>
            <pc:sldMk cId="1554478653" sldId="275"/>
            <ac:graphicFrameMk id="11" creationId="{44B56349-006A-4F43-AD4A-ADF42E3BF5EF}"/>
          </ac:graphicFrameMkLst>
        </pc:graphicFrameChg>
      </pc:sldChg>
      <pc:sldChg chg="modSp del mod">
        <pc:chgData name="郁儒 廖" userId="189a1d031aa848d3" providerId="LiveId" clId="{26EF712A-C9F3-4FA7-AD7B-D8EF1B9D393D}" dt="2020-09-25T02:59:34.563" v="45" actId="47"/>
        <pc:sldMkLst>
          <pc:docMk/>
          <pc:sldMk cId="3956053694" sldId="276"/>
        </pc:sldMkLst>
        <pc:spChg chg="mod">
          <ac:chgData name="郁儒 廖" userId="189a1d031aa848d3" providerId="LiveId" clId="{26EF712A-C9F3-4FA7-AD7B-D8EF1B9D393D}" dt="2020-09-25T02:56:31.792" v="5"/>
          <ac:spMkLst>
            <pc:docMk/>
            <pc:sldMk cId="3956053694" sldId="276"/>
            <ac:spMk id="3" creationId="{47924614-B3FE-49DB-A43B-C5C6C654484D}"/>
          </ac:spMkLst>
        </pc:spChg>
      </pc:sldChg>
      <pc:sldChg chg="del">
        <pc:chgData name="郁儒 廖" userId="189a1d031aa848d3" providerId="LiveId" clId="{26EF712A-C9F3-4FA7-AD7B-D8EF1B9D393D}" dt="2020-09-29T05:29:48.416" v="3881" actId="47"/>
        <pc:sldMkLst>
          <pc:docMk/>
          <pc:sldMk cId="1968269950" sldId="277"/>
        </pc:sldMkLst>
      </pc:sldChg>
      <pc:sldChg chg="del">
        <pc:chgData name="郁儒 廖" userId="189a1d031aa848d3" providerId="LiveId" clId="{26EF712A-C9F3-4FA7-AD7B-D8EF1B9D393D}" dt="2020-09-29T05:29:40.252" v="3868" actId="47"/>
        <pc:sldMkLst>
          <pc:docMk/>
          <pc:sldMk cId="4228798550" sldId="278"/>
        </pc:sldMkLst>
      </pc:sldChg>
      <pc:sldChg chg="del">
        <pc:chgData name="郁儒 廖" userId="189a1d031aa848d3" providerId="LiveId" clId="{26EF712A-C9F3-4FA7-AD7B-D8EF1B9D393D}" dt="2020-09-29T05:29:46.658" v="3878" actId="47"/>
        <pc:sldMkLst>
          <pc:docMk/>
          <pc:sldMk cId="2591497068" sldId="279"/>
        </pc:sldMkLst>
      </pc:sldChg>
      <pc:sldChg chg="del">
        <pc:chgData name="郁儒 廖" userId="189a1d031aa848d3" providerId="LiveId" clId="{26EF712A-C9F3-4FA7-AD7B-D8EF1B9D393D}" dt="2020-09-29T05:29:46.004" v="3877" actId="47"/>
        <pc:sldMkLst>
          <pc:docMk/>
          <pc:sldMk cId="1024833738" sldId="280"/>
        </pc:sldMkLst>
      </pc:sldChg>
      <pc:sldChg chg="del">
        <pc:chgData name="郁儒 廖" userId="189a1d031aa848d3" providerId="LiveId" clId="{26EF712A-C9F3-4FA7-AD7B-D8EF1B9D393D}" dt="2020-09-29T05:29:39.460" v="3867" actId="47"/>
        <pc:sldMkLst>
          <pc:docMk/>
          <pc:sldMk cId="3876109337" sldId="281"/>
        </pc:sldMkLst>
      </pc:sldChg>
      <pc:sldChg chg="del">
        <pc:chgData name="郁儒 廖" userId="189a1d031aa848d3" providerId="LiveId" clId="{26EF712A-C9F3-4FA7-AD7B-D8EF1B9D393D}" dt="2020-09-29T05:29:47.252" v="3879" actId="47"/>
        <pc:sldMkLst>
          <pc:docMk/>
          <pc:sldMk cId="2250792461" sldId="282"/>
        </pc:sldMkLst>
      </pc:sldChg>
      <pc:sldChg chg="addSp delSp modSp add mod delAnim modAnim">
        <pc:chgData name="郁儒 廖" userId="189a1d031aa848d3" providerId="LiveId" clId="{26EF712A-C9F3-4FA7-AD7B-D8EF1B9D393D}" dt="2020-09-29T08:21:35.242" v="3895" actId="20577"/>
        <pc:sldMkLst>
          <pc:docMk/>
          <pc:sldMk cId="2920857385" sldId="283"/>
        </pc:sldMkLst>
        <pc:spChg chg="del">
          <ac:chgData name="郁儒 廖" userId="189a1d031aa848d3" providerId="LiveId" clId="{26EF712A-C9F3-4FA7-AD7B-D8EF1B9D393D}" dt="2020-09-26T16:58:00.447" v="2364" actId="478"/>
          <ac:spMkLst>
            <pc:docMk/>
            <pc:sldMk cId="2920857385" sldId="283"/>
            <ac:spMk id="2" creationId="{7F550715-45BC-480C-929E-02B819AF877C}"/>
          </ac:spMkLst>
        </pc:spChg>
        <pc:spChg chg="mod">
          <ac:chgData name="郁儒 廖" userId="189a1d031aa848d3" providerId="LiveId" clId="{26EF712A-C9F3-4FA7-AD7B-D8EF1B9D393D}" dt="2020-09-27T02:55:22.897" v="2925" actId="20577"/>
          <ac:spMkLst>
            <pc:docMk/>
            <pc:sldMk cId="2920857385" sldId="283"/>
            <ac:spMk id="3" creationId="{47924614-B3FE-49DB-A43B-C5C6C654484D}"/>
          </ac:spMkLst>
        </pc:spChg>
        <pc:spChg chg="add mod">
          <ac:chgData name="郁儒 廖" userId="189a1d031aa848d3" providerId="LiveId" clId="{26EF712A-C9F3-4FA7-AD7B-D8EF1B9D393D}" dt="2020-09-25T03:19:57.953" v="91" actId="1035"/>
          <ac:spMkLst>
            <pc:docMk/>
            <pc:sldMk cId="2920857385" sldId="283"/>
            <ac:spMk id="4" creationId="{5FC3764D-1D77-4B4B-9A24-825B0D16D7FF}"/>
          </ac:spMkLst>
        </pc:spChg>
        <pc:spChg chg="mod">
          <ac:chgData name="郁儒 廖" userId="189a1d031aa848d3" providerId="LiveId" clId="{26EF712A-C9F3-4FA7-AD7B-D8EF1B9D393D}" dt="2020-09-27T05:07:13.004" v="3246" actId="1076"/>
          <ac:spMkLst>
            <pc:docMk/>
            <pc:sldMk cId="2920857385" sldId="283"/>
            <ac:spMk id="5" creationId="{29AE488D-FE76-4482-BE17-0AD151004A07}"/>
          </ac:spMkLst>
        </pc:spChg>
        <pc:spChg chg="mod">
          <ac:chgData name="郁儒 廖" userId="189a1d031aa848d3" providerId="LiveId" clId="{26EF712A-C9F3-4FA7-AD7B-D8EF1B9D393D}" dt="2020-09-27T05:07:16.091" v="3247" actId="1076"/>
          <ac:spMkLst>
            <pc:docMk/>
            <pc:sldMk cId="2920857385" sldId="283"/>
            <ac:spMk id="7" creationId="{3B7C27CC-19B4-4A6F-A2EA-EB039598055A}"/>
          </ac:spMkLst>
        </pc:spChg>
        <pc:spChg chg="add del mod">
          <ac:chgData name="郁儒 廖" userId="189a1d031aa848d3" providerId="LiveId" clId="{26EF712A-C9F3-4FA7-AD7B-D8EF1B9D393D}" dt="2020-09-28T15:16:30.117" v="3801" actId="478"/>
          <ac:spMkLst>
            <pc:docMk/>
            <pc:sldMk cId="2920857385" sldId="283"/>
            <ac:spMk id="11" creationId="{8BB6C19C-C370-44EF-B769-3794BD6FD125}"/>
          </ac:spMkLst>
        </pc:spChg>
        <pc:spChg chg="add del mod">
          <ac:chgData name="郁儒 廖" userId="189a1d031aa848d3" providerId="LiveId" clId="{26EF712A-C9F3-4FA7-AD7B-D8EF1B9D393D}" dt="2020-09-28T15:16:27.238" v="3800" actId="478"/>
          <ac:spMkLst>
            <pc:docMk/>
            <pc:sldMk cId="2920857385" sldId="283"/>
            <ac:spMk id="12" creationId="{3FE9EA27-9CD6-4318-8AA7-2AFC6CCCF017}"/>
          </ac:spMkLst>
        </pc:spChg>
        <pc:spChg chg="add mod">
          <ac:chgData name="郁儒 廖" userId="189a1d031aa848d3" providerId="LiveId" clId="{26EF712A-C9F3-4FA7-AD7B-D8EF1B9D393D}" dt="2020-09-25T03:23:22.220" v="111" actId="1076"/>
          <ac:spMkLst>
            <pc:docMk/>
            <pc:sldMk cId="2920857385" sldId="283"/>
            <ac:spMk id="13" creationId="{DFD79DFA-F30A-42C7-B17D-8DD264E4EE33}"/>
          </ac:spMkLst>
        </pc:spChg>
        <pc:spChg chg="add del mod">
          <ac:chgData name="郁儒 廖" userId="189a1d031aa848d3" providerId="LiveId" clId="{26EF712A-C9F3-4FA7-AD7B-D8EF1B9D393D}" dt="2020-09-26T16:58:03.190" v="2365" actId="478"/>
          <ac:spMkLst>
            <pc:docMk/>
            <pc:sldMk cId="2920857385" sldId="283"/>
            <ac:spMk id="14" creationId="{B6264BB8-8A24-4EAC-B4BB-73610FCE4E2F}"/>
          </ac:spMkLst>
        </pc:spChg>
        <pc:spChg chg="add mod">
          <ac:chgData name="郁儒 廖" userId="189a1d031aa848d3" providerId="LiveId" clId="{26EF712A-C9F3-4FA7-AD7B-D8EF1B9D393D}" dt="2020-09-29T08:21:29.537" v="3891" actId="20577"/>
          <ac:spMkLst>
            <pc:docMk/>
            <pc:sldMk cId="2920857385" sldId="283"/>
            <ac:spMk id="16" creationId="{35FB0883-03CC-41D5-A96B-E8B20A3D36FF}"/>
          </ac:spMkLst>
        </pc:spChg>
        <pc:spChg chg="mod">
          <ac:chgData name="郁儒 廖" userId="189a1d031aa848d3" providerId="LiveId" clId="{26EF712A-C9F3-4FA7-AD7B-D8EF1B9D393D}" dt="2020-09-25T03:19:26.587" v="83" actId="1076"/>
          <ac:spMkLst>
            <pc:docMk/>
            <pc:sldMk cId="2920857385" sldId="283"/>
            <ac:spMk id="59" creationId="{45708A20-DB5A-45DE-AF84-3B5FD3895D97}"/>
          </ac:spMkLst>
        </pc:spChg>
        <pc:spChg chg="mod">
          <ac:chgData name="郁儒 廖" userId="189a1d031aa848d3" providerId="LiveId" clId="{26EF712A-C9F3-4FA7-AD7B-D8EF1B9D393D}" dt="2020-09-28T15:16:59.934" v="3804" actId="1035"/>
          <ac:spMkLst>
            <pc:docMk/>
            <pc:sldMk cId="2920857385" sldId="283"/>
            <ac:spMk id="60" creationId="{35EE9C5C-2FFC-4D18-8B0C-D39740829170}"/>
          </ac:spMkLst>
        </pc:spChg>
        <pc:spChg chg="del">
          <ac:chgData name="郁儒 廖" userId="189a1d031aa848d3" providerId="LiveId" clId="{26EF712A-C9F3-4FA7-AD7B-D8EF1B9D393D}" dt="2020-09-25T03:21:49.600" v="101" actId="478"/>
          <ac:spMkLst>
            <pc:docMk/>
            <pc:sldMk cId="2920857385" sldId="283"/>
            <ac:spMk id="62" creationId="{907D711C-D16D-46B9-9349-5C2191DD735B}"/>
          </ac:spMkLst>
        </pc:spChg>
        <pc:spChg chg="add mod">
          <ac:chgData name="郁儒 廖" userId="189a1d031aa848d3" providerId="LiveId" clId="{26EF712A-C9F3-4FA7-AD7B-D8EF1B9D393D}" dt="2020-09-26T16:58:03.987" v="2366"/>
          <ac:spMkLst>
            <pc:docMk/>
            <pc:sldMk cId="2920857385" sldId="283"/>
            <ac:spMk id="82" creationId="{AB9B56D6-4B6F-43C7-AEB9-98A9356DE070}"/>
          </ac:spMkLst>
        </pc:spChg>
        <pc:spChg chg="add mod">
          <ac:chgData name="郁儒 廖" userId="189a1d031aa848d3" providerId="LiveId" clId="{26EF712A-C9F3-4FA7-AD7B-D8EF1B9D393D}" dt="2020-09-25T14:46:18.910" v="545"/>
          <ac:spMkLst>
            <pc:docMk/>
            <pc:sldMk cId="2920857385" sldId="283"/>
            <ac:spMk id="82" creationId="{D9BA1246-E2C9-428B-ACB5-1D91A3D77CDC}"/>
          </ac:spMkLst>
        </pc:spChg>
        <pc:spChg chg="del">
          <ac:chgData name="郁儒 廖" userId="189a1d031aa848d3" providerId="LiveId" clId="{26EF712A-C9F3-4FA7-AD7B-D8EF1B9D393D}" dt="2020-09-25T15:03:49.226" v="594" actId="478"/>
          <ac:spMkLst>
            <pc:docMk/>
            <pc:sldMk cId="2920857385" sldId="283"/>
            <ac:spMk id="83" creationId="{79CB4821-10C3-4854-8834-5F1B69EF9801}"/>
          </ac:spMkLst>
        </pc:spChg>
        <pc:spChg chg="add mod">
          <ac:chgData name="郁儒 廖" userId="189a1d031aa848d3" providerId="LiveId" clId="{26EF712A-C9F3-4FA7-AD7B-D8EF1B9D393D}" dt="2020-09-27T05:35:03.409" v="3281" actId="20577"/>
          <ac:spMkLst>
            <pc:docMk/>
            <pc:sldMk cId="2920857385" sldId="283"/>
            <ac:spMk id="84" creationId="{3C6593E0-A519-477A-98B5-7AD843B58587}"/>
          </ac:spMkLst>
        </pc:spChg>
        <pc:spChg chg="add mod">
          <ac:chgData name="郁儒 廖" userId="189a1d031aa848d3" providerId="LiveId" clId="{26EF712A-C9F3-4FA7-AD7B-D8EF1B9D393D}" dt="2020-09-25T14:46:18.910" v="545"/>
          <ac:spMkLst>
            <pc:docMk/>
            <pc:sldMk cId="2920857385" sldId="283"/>
            <ac:spMk id="84" creationId="{6EFD72EB-2EA2-426F-B897-824189149743}"/>
          </ac:spMkLst>
        </pc:spChg>
        <pc:spChg chg="del">
          <ac:chgData name="郁儒 廖" userId="189a1d031aa848d3" providerId="LiveId" clId="{26EF712A-C9F3-4FA7-AD7B-D8EF1B9D393D}" dt="2020-09-25T15:03:21.776" v="577" actId="478"/>
          <ac:spMkLst>
            <pc:docMk/>
            <pc:sldMk cId="2920857385" sldId="283"/>
            <ac:spMk id="86" creationId="{378EF1C1-D271-423F-9450-49ED301ABADD}"/>
          </ac:spMkLst>
        </pc:spChg>
        <pc:graphicFrameChg chg="add del ord">
          <ac:chgData name="郁儒 廖" userId="189a1d031aa848d3" providerId="LiveId" clId="{26EF712A-C9F3-4FA7-AD7B-D8EF1B9D393D}" dt="2020-09-27T05:07:02.841" v="3245" actId="478"/>
          <ac:graphicFrameMkLst>
            <pc:docMk/>
            <pc:sldMk cId="2920857385" sldId="283"/>
            <ac:graphicFrameMk id="2" creationId="{A394B4BD-09C6-4218-A0EB-ED657235E9CC}"/>
          </ac:graphicFrameMkLst>
        </pc:graphicFrameChg>
        <pc:graphicFrameChg chg="mod ord modGraphic">
          <ac:chgData name="郁儒 廖" userId="189a1d031aa848d3" providerId="LiveId" clId="{26EF712A-C9F3-4FA7-AD7B-D8EF1B9D393D}" dt="2020-09-29T08:21:35.242" v="3895" actId="20577"/>
          <ac:graphicFrameMkLst>
            <pc:docMk/>
            <pc:sldMk cId="2920857385" sldId="283"/>
            <ac:graphicFrameMk id="58" creationId="{F3D5149C-2CDA-4EF9-B39E-A105323565C2}"/>
          </ac:graphicFrameMkLst>
        </pc:graphicFrameChg>
        <pc:cxnChg chg="add mod">
          <ac:chgData name="郁儒 廖" userId="189a1d031aa848d3" providerId="LiveId" clId="{26EF712A-C9F3-4FA7-AD7B-D8EF1B9D393D}" dt="2020-09-25T03:20:19.467" v="93" actId="1582"/>
          <ac:cxnSpMkLst>
            <pc:docMk/>
            <pc:sldMk cId="2920857385" sldId="283"/>
            <ac:cxnSpMk id="6" creationId="{75CDF84F-F50B-408D-957C-23BB7AFC989C}"/>
          </ac:cxnSpMkLst>
        </pc:cxnChg>
        <pc:cxnChg chg="add del mod">
          <ac:chgData name="郁儒 廖" userId="189a1d031aa848d3" providerId="LiveId" clId="{26EF712A-C9F3-4FA7-AD7B-D8EF1B9D393D}" dt="2020-09-25T15:12:34.798" v="680" actId="478"/>
          <ac:cxnSpMkLst>
            <pc:docMk/>
            <pc:sldMk cId="2920857385" sldId="283"/>
            <ac:cxnSpMk id="7" creationId="{3CB8EF6F-D6BD-4011-899C-5613BA644D9A}"/>
          </ac:cxnSpMkLst>
        </pc:cxnChg>
        <pc:cxnChg chg="add mod">
          <ac:chgData name="郁儒 廖" userId="189a1d031aa848d3" providerId="LiveId" clId="{26EF712A-C9F3-4FA7-AD7B-D8EF1B9D393D}" dt="2020-09-25T03:20:40.812" v="97" actId="1582"/>
          <ac:cxnSpMkLst>
            <pc:docMk/>
            <pc:sldMk cId="2920857385" sldId="283"/>
            <ac:cxnSpMk id="8" creationId="{1D197F1A-4290-406E-BDD3-F0DD7B4F44B7}"/>
          </ac:cxnSpMkLst>
        </pc:cxnChg>
        <pc:cxnChg chg="add mod">
          <ac:chgData name="郁儒 廖" userId="189a1d031aa848d3" providerId="LiveId" clId="{26EF712A-C9F3-4FA7-AD7B-D8EF1B9D393D}" dt="2020-09-28T16:40:36.184" v="3861" actId="1076"/>
          <ac:cxnSpMkLst>
            <pc:docMk/>
            <pc:sldMk cId="2920857385" sldId="283"/>
            <ac:cxnSpMk id="10" creationId="{525D7E8B-6869-41C1-93B9-00D5B382AA85}"/>
          </ac:cxnSpMkLst>
        </pc:cxnChg>
        <pc:cxnChg chg="add del mod">
          <ac:chgData name="郁儒 廖" userId="189a1d031aa848d3" providerId="LiveId" clId="{26EF712A-C9F3-4FA7-AD7B-D8EF1B9D393D}" dt="2020-09-25T03:20:27.170" v="95" actId="478"/>
          <ac:cxnSpMkLst>
            <pc:docMk/>
            <pc:sldMk cId="2920857385" sldId="283"/>
            <ac:cxnSpMk id="73" creationId="{20369B4B-E949-4D47-A037-0C1967754493}"/>
          </ac:cxnSpMkLst>
        </pc:cxnChg>
        <pc:cxnChg chg="add mod">
          <ac:chgData name="郁儒 廖" userId="189a1d031aa848d3" providerId="LiveId" clId="{26EF712A-C9F3-4FA7-AD7B-D8EF1B9D393D}" dt="2020-09-25T14:46:18.910" v="545"/>
          <ac:cxnSpMkLst>
            <pc:docMk/>
            <pc:sldMk cId="2920857385" sldId="283"/>
            <ac:cxnSpMk id="80" creationId="{36328DCD-6E4B-4DCE-808D-B2036F712722}"/>
          </ac:cxnSpMkLst>
        </pc:cxnChg>
        <pc:cxnChg chg="add mod">
          <ac:chgData name="郁儒 廖" userId="189a1d031aa848d3" providerId="LiveId" clId="{26EF712A-C9F3-4FA7-AD7B-D8EF1B9D393D}" dt="2020-09-25T14:46:18.910" v="545"/>
          <ac:cxnSpMkLst>
            <pc:docMk/>
            <pc:sldMk cId="2920857385" sldId="283"/>
            <ac:cxnSpMk id="81" creationId="{E65814AD-920D-419E-A729-423FB620B6E1}"/>
          </ac:cxnSpMkLst>
        </pc:cxnChg>
      </pc:sldChg>
      <pc:sldChg chg="add">
        <pc:chgData name="郁儒 廖" userId="189a1d031aa848d3" providerId="LiveId" clId="{26EF712A-C9F3-4FA7-AD7B-D8EF1B9D393D}" dt="2020-09-25T13:52:19.801" v="213"/>
        <pc:sldMkLst>
          <pc:docMk/>
          <pc:sldMk cId="4280494074" sldId="284"/>
        </pc:sldMkLst>
      </pc:sldChg>
      <pc:sldChg chg="add">
        <pc:chgData name="郁儒 廖" userId="189a1d031aa848d3" providerId="LiveId" clId="{26EF712A-C9F3-4FA7-AD7B-D8EF1B9D393D}" dt="2020-09-25T14:04:32.330" v="317"/>
        <pc:sldMkLst>
          <pc:docMk/>
          <pc:sldMk cId="3409843894" sldId="285"/>
        </pc:sldMkLst>
      </pc:sldChg>
      <pc:sldChg chg="addSp delSp modSp add mod addAnim delAnim modAnim">
        <pc:chgData name="郁儒 廖" userId="189a1d031aa848d3" providerId="LiveId" clId="{26EF712A-C9F3-4FA7-AD7B-D8EF1B9D393D}" dt="2020-09-28T15:19:37.114" v="3825"/>
        <pc:sldMkLst>
          <pc:docMk/>
          <pc:sldMk cId="476440036" sldId="286"/>
        </pc:sldMkLst>
        <pc:spChg chg="del">
          <ac:chgData name="郁儒 廖" userId="189a1d031aa848d3" providerId="LiveId" clId="{26EF712A-C9F3-4FA7-AD7B-D8EF1B9D393D}" dt="2020-09-26T16:57:50.880" v="2361" actId="478"/>
          <ac:spMkLst>
            <pc:docMk/>
            <pc:sldMk cId="476440036" sldId="286"/>
            <ac:spMk id="2" creationId="{7F550715-45BC-480C-929E-02B819AF877C}"/>
          </ac:spMkLst>
        </pc:spChg>
        <pc:spChg chg="add mod">
          <ac:chgData name="郁儒 廖" userId="189a1d031aa848d3" providerId="LiveId" clId="{26EF712A-C9F3-4FA7-AD7B-D8EF1B9D393D}" dt="2020-09-27T05:34:10.905" v="3271" actId="1076"/>
          <ac:spMkLst>
            <pc:docMk/>
            <pc:sldMk cId="476440036" sldId="286"/>
            <ac:spMk id="2" creationId="{B28E83E2-D3A2-4F49-A93F-42BA14542EB9}"/>
          </ac:spMkLst>
        </pc:spChg>
        <pc:spChg chg="mod">
          <ac:chgData name="郁儒 廖" userId="189a1d031aa848d3" providerId="LiveId" clId="{26EF712A-C9F3-4FA7-AD7B-D8EF1B9D393D}" dt="2020-09-27T04:35:55.182" v="3047" actId="20577"/>
          <ac:spMkLst>
            <pc:docMk/>
            <pc:sldMk cId="476440036" sldId="286"/>
            <ac:spMk id="3" creationId="{47924614-B3FE-49DB-A43B-C5C6C654484D}"/>
          </ac:spMkLst>
        </pc:spChg>
        <pc:spChg chg="del">
          <ac:chgData name="郁儒 廖" userId="189a1d031aa848d3" providerId="LiveId" clId="{26EF712A-C9F3-4FA7-AD7B-D8EF1B9D393D}" dt="2020-09-27T09:48:59.652" v="3335" actId="478"/>
          <ac:spMkLst>
            <pc:docMk/>
            <pc:sldMk cId="476440036" sldId="286"/>
            <ac:spMk id="4" creationId="{5FC3764D-1D77-4B4B-9A24-825B0D16D7FF}"/>
          </ac:spMkLst>
        </pc:spChg>
        <pc:spChg chg="mod">
          <ac:chgData name="郁儒 廖" userId="189a1d031aa848d3" providerId="LiveId" clId="{26EF712A-C9F3-4FA7-AD7B-D8EF1B9D393D}" dt="2020-09-27T02:55:02.736" v="2921" actId="1076"/>
          <ac:spMkLst>
            <pc:docMk/>
            <pc:sldMk cId="476440036" sldId="286"/>
            <ac:spMk id="7" creationId="{07594762-D164-42A8-A582-8CF90DD9AF8D}"/>
          </ac:spMkLst>
        </pc:spChg>
        <pc:spChg chg="mod">
          <ac:chgData name="郁儒 廖" userId="189a1d031aa848d3" providerId="LiveId" clId="{26EF712A-C9F3-4FA7-AD7B-D8EF1B9D393D}" dt="2020-09-27T04:36:13.137" v="3052" actId="1076"/>
          <ac:spMkLst>
            <pc:docMk/>
            <pc:sldMk cId="476440036" sldId="286"/>
            <ac:spMk id="9" creationId="{57270E4B-55EA-48CC-B3AB-6AF2EF867CED}"/>
          </ac:spMkLst>
        </pc:spChg>
        <pc:spChg chg="del">
          <ac:chgData name="郁儒 廖" userId="189a1d031aa848d3" providerId="LiveId" clId="{26EF712A-C9F3-4FA7-AD7B-D8EF1B9D393D}" dt="2020-09-27T09:49:07.382" v="3340" actId="478"/>
          <ac:spMkLst>
            <pc:docMk/>
            <pc:sldMk cId="476440036" sldId="286"/>
            <ac:spMk id="11" creationId="{8BB6C19C-C370-44EF-B769-3794BD6FD125}"/>
          </ac:spMkLst>
        </pc:spChg>
        <pc:spChg chg="del">
          <ac:chgData name="郁儒 廖" userId="189a1d031aa848d3" providerId="LiveId" clId="{26EF712A-C9F3-4FA7-AD7B-D8EF1B9D393D}" dt="2020-09-27T09:49:06.580" v="3339" actId="478"/>
          <ac:spMkLst>
            <pc:docMk/>
            <pc:sldMk cId="476440036" sldId="286"/>
            <ac:spMk id="12" creationId="{3FE9EA27-9CD6-4318-8AA7-2AFC6CCCF017}"/>
          </ac:spMkLst>
        </pc:spChg>
        <pc:spChg chg="add del">
          <ac:chgData name="郁儒 廖" userId="189a1d031aa848d3" providerId="LiveId" clId="{26EF712A-C9F3-4FA7-AD7B-D8EF1B9D393D}" dt="2020-09-25T14:53:07.452" v="562" actId="478"/>
          <ac:spMkLst>
            <pc:docMk/>
            <pc:sldMk cId="476440036" sldId="286"/>
            <ac:spMk id="14" creationId="{CF0FE07B-7031-4542-972C-6649968DEBFB}"/>
          </ac:spMkLst>
        </pc:spChg>
        <pc:spChg chg="add del mod">
          <ac:chgData name="郁儒 廖" userId="189a1d031aa848d3" providerId="LiveId" clId="{26EF712A-C9F3-4FA7-AD7B-D8EF1B9D393D}" dt="2020-09-26T16:57:55.215" v="2362" actId="478"/>
          <ac:spMkLst>
            <pc:docMk/>
            <pc:sldMk cId="476440036" sldId="286"/>
            <ac:spMk id="15" creationId="{1C7F3F74-2F9D-41FA-9440-925EA504E9B0}"/>
          </ac:spMkLst>
        </pc:spChg>
        <pc:spChg chg="mod">
          <ac:chgData name="郁儒 廖" userId="189a1d031aa848d3" providerId="LiveId" clId="{26EF712A-C9F3-4FA7-AD7B-D8EF1B9D393D}" dt="2020-09-25T14:24:32.304" v="379" actId="1038"/>
          <ac:spMkLst>
            <pc:docMk/>
            <pc:sldMk cId="476440036" sldId="286"/>
            <ac:spMk id="60" creationId="{35EE9C5C-2FFC-4D18-8B0C-D39740829170}"/>
          </ac:spMkLst>
        </pc:spChg>
        <pc:spChg chg="add mod">
          <ac:chgData name="郁儒 廖" userId="189a1d031aa848d3" providerId="LiveId" clId="{26EF712A-C9F3-4FA7-AD7B-D8EF1B9D393D}" dt="2020-09-25T14:46:16.549" v="544"/>
          <ac:spMkLst>
            <pc:docMk/>
            <pc:sldMk cId="476440036" sldId="286"/>
            <ac:spMk id="81" creationId="{9D4CEFD9-38A9-4C23-9CF7-56FFE9662819}"/>
          </ac:spMkLst>
        </pc:spChg>
        <pc:spChg chg="add mod">
          <ac:chgData name="郁儒 廖" userId="189a1d031aa848d3" providerId="LiveId" clId="{26EF712A-C9F3-4FA7-AD7B-D8EF1B9D393D}" dt="2020-09-26T16:57:56.097" v="2363"/>
          <ac:spMkLst>
            <pc:docMk/>
            <pc:sldMk cId="476440036" sldId="286"/>
            <ac:spMk id="82" creationId="{67EEE85B-EEF6-4876-9D6C-AB22B2EAAAAD}"/>
          </ac:spMkLst>
        </pc:spChg>
        <pc:spChg chg="add mod">
          <ac:chgData name="郁儒 廖" userId="189a1d031aa848d3" providerId="LiveId" clId="{26EF712A-C9F3-4FA7-AD7B-D8EF1B9D393D}" dt="2020-09-25T14:46:16.549" v="544"/>
          <ac:spMkLst>
            <pc:docMk/>
            <pc:sldMk cId="476440036" sldId="286"/>
            <ac:spMk id="82" creationId="{E38C068C-1398-4A3A-9599-165437DF85AF}"/>
          </ac:spMkLst>
        </pc:spChg>
        <pc:spChg chg="mod">
          <ac:chgData name="郁儒 廖" userId="189a1d031aa848d3" providerId="LiveId" clId="{26EF712A-C9F3-4FA7-AD7B-D8EF1B9D393D}" dt="2020-09-25T15:08:37.314" v="678" actId="20577"/>
          <ac:spMkLst>
            <pc:docMk/>
            <pc:sldMk cId="476440036" sldId="286"/>
            <ac:spMk id="83" creationId="{79CB4821-10C3-4854-8834-5F1B69EF9801}"/>
          </ac:spMkLst>
        </pc:spChg>
        <pc:spChg chg="del">
          <ac:chgData name="郁儒 廖" userId="189a1d031aa848d3" providerId="LiveId" clId="{26EF712A-C9F3-4FA7-AD7B-D8EF1B9D393D}" dt="2020-09-25T15:03:25.304" v="578" actId="478"/>
          <ac:spMkLst>
            <pc:docMk/>
            <pc:sldMk cId="476440036" sldId="286"/>
            <ac:spMk id="86" creationId="{378EF1C1-D271-423F-9450-49ED301ABADD}"/>
          </ac:spMkLst>
        </pc:spChg>
        <pc:graphicFrameChg chg="add mod modGraphic">
          <ac:chgData name="郁儒 廖" userId="189a1d031aa848d3" providerId="LiveId" clId="{26EF712A-C9F3-4FA7-AD7B-D8EF1B9D393D}" dt="2020-09-27T05:34:04.473" v="3270" actId="20577"/>
          <ac:graphicFrameMkLst>
            <pc:docMk/>
            <pc:sldMk cId="476440036" sldId="286"/>
            <ac:graphicFrameMk id="5" creationId="{13059CCC-9313-482C-AFE0-84EE71BA050E}"/>
          </ac:graphicFrameMkLst>
        </pc:graphicFrameChg>
        <pc:graphicFrameChg chg="del">
          <ac:chgData name="郁儒 廖" userId="189a1d031aa848d3" providerId="LiveId" clId="{26EF712A-C9F3-4FA7-AD7B-D8EF1B9D393D}" dt="2020-09-25T14:17:34.524" v="352" actId="478"/>
          <ac:graphicFrameMkLst>
            <pc:docMk/>
            <pc:sldMk cId="476440036" sldId="286"/>
            <ac:graphicFrameMk id="58" creationId="{F3D5149C-2CDA-4EF9-B39E-A105323565C2}"/>
          </ac:graphicFrameMkLst>
        </pc:graphicFrameChg>
        <pc:cxnChg chg="del mod">
          <ac:chgData name="郁儒 廖" userId="189a1d031aa848d3" providerId="LiveId" clId="{26EF712A-C9F3-4FA7-AD7B-D8EF1B9D393D}" dt="2020-09-27T09:49:02.244" v="3336" actId="478"/>
          <ac:cxnSpMkLst>
            <pc:docMk/>
            <pc:sldMk cId="476440036" sldId="286"/>
            <ac:cxnSpMk id="6" creationId="{75CDF84F-F50B-408D-957C-23BB7AFC989C}"/>
          </ac:cxnSpMkLst>
        </pc:cxnChg>
        <pc:cxnChg chg="add del">
          <ac:chgData name="郁儒 廖" userId="189a1d031aa848d3" providerId="LiveId" clId="{26EF712A-C9F3-4FA7-AD7B-D8EF1B9D393D}" dt="2020-09-25T15:07:40.133" v="633" actId="478"/>
          <ac:cxnSpMkLst>
            <pc:docMk/>
            <pc:sldMk cId="476440036" sldId="286"/>
            <ac:cxnSpMk id="7" creationId="{3CB8EF6F-D6BD-4011-899C-5613BA644D9A}"/>
          </ac:cxnSpMkLst>
        </pc:cxnChg>
        <pc:cxnChg chg="del mod">
          <ac:chgData name="郁儒 廖" userId="189a1d031aa848d3" providerId="LiveId" clId="{26EF712A-C9F3-4FA7-AD7B-D8EF1B9D393D}" dt="2020-09-27T09:49:04.146" v="3337" actId="478"/>
          <ac:cxnSpMkLst>
            <pc:docMk/>
            <pc:sldMk cId="476440036" sldId="286"/>
            <ac:cxnSpMk id="8" creationId="{1D197F1A-4290-406E-BDD3-F0DD7B4F44B7}"/>
          </ac:cxnSpMkLst>
        </pc:cxnChg>
        <pc:cxnChg chg="del mod">
          <ac:chgData name="郁儒 廖" userId="189a1d031aa848d3" providerId="LiveId" clId="{26EF712A-C9F3-4FA7-AD7B-D8EF1B9D393D}" dt="2020-09-27T09:49:05.616" v="3338" actId="478"/>
          <ac:cxnSpMkLst>
            <pc:docMk/>
            <pc:sldMk cId="476440036" sldId="286"/>
            <ac:cxnSpMk id="10" creationId="{525D7E8B-6869-41C1-93B9-00D5B382AA85}"/>
          </ac:cxnSpMkLst>
        </pc:cxnChg>
        <pc:cxnChg chg="add mod">
          <ac:chgData name="郁儒 廖" userId="189a1d031aa848d3" providerId="LiveId" clId="{26EF712A-C9F3-4FA7-AD7B-D8EF1B9D393D}" dt="2020-09-25T14:46:16.549" v="544"/>
          <ac:cxnSpMkLst>
            <pc:docMk/>
            <pc:sldMk cId="476440036" sldId="286"/>
            <ac:cxnSpMk id="79" creationId="{083B5DD2-693F-4276-BEAF-00FE29E3713A}"/>
          </ac:cxnSpMkLst>
        </pc:cxnChg>
        <pc:cxnChg chg="add mod">
          <ac:chgData name="郁儒 廖" userId="189a1d031aa848d3" providerId="LiveId" clId="{26EF712A-C9F3-4FA7-AD7B-D8EF1B9D393D}" dt="2020-09-25T14:46:16.549" v="544"/>
          <ac:cxnSpMkLst>
            <pc:docMk/>
            <pc:sldMk cId="476440036" sldId="286"/>
            <ac:cxnSpMk id="80" creationId="{7C390FF7-959E-48F8-A257-AA9AE0F6C663}"/>
          </ac:cxnSpMkLst>
        </pc:cxnChg>
      </pc:sldChg>
      <pc:sldChg chg="add del">
        <pc:chgData name="郁儒 廖" userId="189a1d031aa848d3" providerId="LiveId" clId="{26EF712A-C9F3-4FA7-AD7B-D8EF1B9D393D}" dt="2020-09-25T14:55:43.065" v="563" actId="47"/>
        <pc:sldMkLst>
          <pc:docMk/>
          <pc:sldMk cId="805517276" sldId="287"/>
        </pc:sldMkLst>
      </pc:sldChg>
      <pc:sldChg chg="del">
        <pc:chgData name="郁儒 廖" userId="189a1d031aa848d3" providerId="LiveId" clId="{26EF712A-C9F3-4FA7-AD7B-D8EF1B9D393D}" dt="2020-09-29T05:29:36.189" v="3866" actId="47"/>
        <pc:sldMkLst>
          <pc:docMk/>
          <pc:sldMk cId="2710470820" sldId="287"/>
        </pc:sldMkLst>
      </pc:sldChg>
      <pc:sldChg chg="del ord">
        <pc:chgData name="郁儒 廖" userId="189a1d031aa848d3" providerId="LiveId" clId="{26EF712A-C9F3-4FA7-AD7B-D8EF1B9D393D}" dt="2020-09-29T05:29:50.660" v="3885" actId="47"/>
        <pc:sldMkLst>
          <pc:docMk/>
          <pc:sldMk cId="2477759558" sldId="288"/>
        </pc:sldMkLst>
      </pc:sldChg>
      <pc:sldChg chg="del">
        <pc:chgData name="郁儒 廖" userId="189a1d031aa848d3" providerId="LiveId" clId="{26EF712A-C9F3-4FA7-AD7B-D8EF1B9D393D}" dt="2020-09-29T05:29:34.633" v="3865" actId="47"/>
        <pc:sldMkLst>
          <pc:docMk/>
          <pc:sldMk cId="2906340316" sldId="289"/>
        </pc:sldMkLst>
      </pc:sldChg>
      <pc:sldChg chg="addSp delSp modSp del mod ord">
        <pc:chgData name="郁儒 廖" userId="189a1d031aa848d3" providerId="LiveId" clId="{26EF712A-C9F3-4FA7-AD7B-D8EF1B9D393D}" dt="2020-09-29T05:29:51.093" v="3886" actId="47"/>
        <pc:sldMkLst>
          <pc:docMk/>
          <pc:sldMk cId="2797705650" sldId="290"/>
        </pc:sldMkLst>
        <pc:spChg chg="del">
          <ac:chgData name="郁儒 廖" userId="189a1d031aa848d3" providerId="LiveId" clId="{26EF712A-C9F3-4FA7-AD7B-D8EF1B9D393D}" dt="2020-09-26T16:58:16.917" v="2370" actId="478"/>
          <ac:spMkLst>
            <pc:docMk/>
            <pc:sldMk cId="2797705650" sldId="290"/>
            <ac:spMk id="2" creationId="{7F550715-45BC-480C-929E-02B819AF877C}"/>
          </ac:spMkLst>
        </pc:spChg>
        <pc:spChg chg="add del mod">
          <ac:chgData name="郁儒 廖" userId="189a1d031aa848d3" providerId="LiveId" clId="{26EF712A-C9F3-4FA7-AD7B-D8EF1B9D393D}" dt="2020-09-26T16:58:19.590" v="2371" actId="478"/>
          <ac:spMkLst>
            <pc:docMk/>
            <pc:sldMk cId="2797705650" sldId="290"/>
            <ac:spMk id="5" creationId="{6B9765CD-B074-4027-8C1A-17B0CB03E58C}"/>
          </ac:spMkLst>
        </pc:spChg>
        <pc:spChg chg="add mod">
          <ac:chgData name="郁儒 廖" userId="189a1d031aa848d3" providerId="LiveId" clId="{26EF712A-C9F3-4FA7-AD7B-D8EF1B9D393D}" dt="2020-09-26T16:58:20.570" v="2372"/>
          <ac:spMkLst>
            <pc:docMk/>
            <pc:sldMk cId="2797705650" sldId="290"/>
            <ac:spMk id="75" creationId="{5BE192C8-FCF0-4732-AE1C-AFA2C88C43BC}"/>
          </ac:spMkLst>
        </pc:spChg>
      </pc:sldChg>
      <pc:sldChg chg="del">
        <pc:chgData name="郁儒 廖" userId="189a1d031aa848d3" providerId="LiveId" clId="{26EF712A-C9F3-4FA7-AD7B-D8EF1B9D393D}" dt="2020-09-29T05:29:49.572" v="3883" actId="47"/>
        <pc:sldMkLst>
          <pc:docMk/>
          <pc:sldMk cId="472044762" sldId="291"/>
        </pc:sldMkLst>
      </pc:sldChg>
      <pc:sldChg chg="addSp delSp modSp mod ord">
        <pc:chgData name="郁儒 廖" userId="189a1d031aa848d3" providerId="LiveId" clId="{26EF712A-C9F3-4FA7-AD7B-D8EF1B9D393D}" dt="2020-09-28T15:31:00.007" v="3852" actId="255"/>
        <pc:sldMkLst>
          <pc:docMk/>
          <pc:sldMk cId="4236625492" sldId="292"/>
        </pc:sldMkLst>
        <pc:spChg chg="del">
          <ac:chgData name="郁儒 廖" userId="189a1d031aa848d3" providerId="LiveId" clId="{26EF712A-C9F3-4FA7-AD7B-D8EF1B9D393D}" dt="2020-09-26T16:58:07.541" v="2367" actId="478"/>
          <ac:spMkLst>
            <pc:docMk/>
            <pc:sldMk cId="4236625492" sldId="292"/>
            <ac:spMk id="2" creationId="{7F550715-45BC-480C-929E-02B819AF877C}"/>
          </ac:spMkLst>
        </pc:spChg>
        <pc:spChg chg="mod ord">
          <ac:chgData name="郁儒 廖" userId="189a1d031aa848d3" providerId="LiveId" clId="{26EF712A-C9F3-4FA7-AD7B-D8EF1B9D393D}" dt="2020-09-26T16:46:11.567" v="2101" actId="20577"/>
          <ac:spMkLst>
            <pc:docMk/>
            <pc:sldMk cId="4236625492" sldId="292"/>
            <ac:spMk id="3" creationId="{47924614-B3FE-49DB-A43B-C5C6C654484D}"/>
          </ac:spMkLst>
        </pc:spChg>
        <pc:spChg chg="add del mod">
          <ac:chgData name="郁儒 廖" userId="189a1d031aa848d3" providerId="LiveId" clId="{26EF712A-C9F3-4FA7-AD7B-D8EF1B9D393D}" dt="2020-09-26T05:09:58.925" v="899" actId="478"/>
          <ac:spMkLst>
            <pc:docMk/>
            <pc:sldMk cId="4236625492" sldId="292"/>
            <ac:spMk id="5" creationId="{6D6B8636-E6F5-4A9F-81AA-629AC70561F8}"/>
          </ac:spMkLst>
        </pc:spChg>
        <pc:spChg chg="add mod">
          <ac:chgData name="郁儒 廖" userId="189a1d031aa848d3" providerId="LiveId" clId="{26EF712A-C9F3-4FA7-AD7B-D8EF1B9D393D}" dt="2020-09-28T15:30:55.743" v="3849" actId="255"/>
          <ac:spMkLst>
            <pc:docMk/>
            <pc:sldMk cId="4236625492" sldId="292"/>
            <ac:spMk id="11" creationId="{F48EB572-2E2A-4590-80D2-1576F11EC9AF}"/>
          </ac:spMkLst>
        </pc:spChg>
        <pc:spChg chg="add mod">
          <ac:chgData name="郁儒 廖" userId="189a1d031aa848d3" providerId="LiveId" clId="{26EF712A-C9F3-4FA7-AD7B-D8EF1B9D393D}" dt="2020-09-28T15:30:54.888" v="3848" actId="255"/>
          <ac:spMkLst>
            <pc:docMk/>
            <pc:sldMk cId="4236625492" sldId="292"/>
            <ac:spMk id="12" creationId="{E684015D-106A-4239-872E-7C620FAFC685}"/>
          </ac:spMkLst>
        </pc:spChg>
        <pc:spChg chg="add mod">
          <ac:chgData name="郁儒 廖" userId="189a1d031aa848d3" providerId="LiveId" clId="{26EF712A-C9F3-4FA7-AD7B-D8EF1B9D393D}" dt="2020-09-26T16:46:48.438" v="2155" actId="1035"/>
          <ac:spMkLst>
            <pc:docMk/>
            <pc:sldMk cId="4236625492" sldId="292"/>
            <ac:spMk id="13" creationId="{0B2B561D-979F-4C56-B2B7-E8BD7F145F08}"/>
          </ac:spMkLst>
        </pc:spChg>
        <pc:spChg chg="add mod">
          <ac:chgData name="郁儒 廖" userId="189a1d031aa848d3" providerId="LiveId" clId="{26EF712A-C9F3-4FA7-AD7B-D8EF1B9D393D}" dt="2020-09-26T16:46:48.438" v="2155" actId="1035"/>
          <ac:spMkLst>
            <pc:docMk/>
            <pc:sldMk cId="4236625492" sldId="292"/>
            <ac:spMk id="14" creationId="{0A227DAB-8125-4815-834F-5C46D13B18B3}"/>
          </ac:spMkLst>
        </pc:spChg>
        <pc:spChg chg="add mod">
          <ac:chgData name="郁儒 廖" userId="189a1d031aa848d3" providerId="LiveId" clId="{26EF712A-C9F3-4FA7-AD7B-D8EF1B9D393D}" dt="2020-09-28T15:31:00.007" v="3852" actId="255"/>
          <ac:spMkLst>
            <pc:docMk/>
            <pc:sldMk cId="4236625492" sldId="292"/>
            <ac:spMk id="15" creationId="{D1E1DAD1-11F8-46D5-8979-82D2BEDBBDB2}"/>
          </ac:spMkLst>
        </pc:spChg>
        <pc:spChg chg="add mod">
          <ac:chgData name="郁儒 廖" userId="189a1d031aa848d3" providerId="LiveId" clId="{26EF712A-C9F3-4FA7-AD7B-D8EF1B9D393D}" dt="2020-09-27T05:00:49.070" v="3188" actId="20577"/>
          <ac:spMkLst>
            <pc:docMk/>
            <pc:sldMk cId="4236625492" sldId="292"/>
            <ac:spMk id="16" creationId="{88EF802B-A846-41F3-9CDC-A74D33F4EB33}"/>
          </ac:spMkLst>
        </pc:spChg>
        <pc:spChg chg="add mod">
          <ac:chgData name="郁儒 廖" userId="189a1d031aa848d3" providerId="LiveId" clId="{26EF712A-C9F3-4FA7-AD7B-D8EF1B9D393D}" dt="2020-09-26T16:46:48.438" v="2155" actId="1035"/>
          <ac:spMkLst>
            <pc:docMk/>
            <pc:sldMk cId="4236625492" sldId="292"/>
            <ac:spMk id="17" creationId="{1C3C9012-422F-4435-9064-82DBD4D53DCF}"/>
          </ac:spMkLst>
        </pc:spChg>
        <pc:spChg chg="add del mod">
          <ac:chgData name="郁儒 廖" userId="189a1d031aa848d3" providerId="LiveId" clId="{26EF712A-C9F3-4FA7-AD7B-D8EF1B9D393D}" dt="2020-09-26T16:58:11.712" v="2368" actId="478"/>
          <ac:spMkLst>
            <pc:docMk/>
            <pc:sldMk cId="4236625492" sldId="292"/>
            <ac:spMk id="19" creationId="{10A03A6D-FBA9-4325-81A9-67436699B712}"/>
          </ac:spMkLst>
        </pc:spChg>
        <pc:spChg chg="add mod">
          <ac:chgData name="郁儒 廖" userId="189a1d031aa848d3" providerId="LiveId" clId="{26EF712A-C9F3-4FA7-AD7B-D8EF1B9D393D}" dt="2020-09-26T16:47:03.321" v="2195" actId="1038"/>
          <ac:spMkLst>
            <pc:docMk/>
            <pc:sldMk cId="4236625492" sldId="292"/>
            <ac:spMk id="83" creationId="{CD3451EB-D62E-4C91-9D5E-4AE4B64EB255}"/>
          </ac:spMkLst>
        </pc:spChg>
        <pc:spChg chg="add mod">
          <ac:chgData name="郁儒 廖" userId="189a1d031aa848d3" providerId="LiveId" clId="{26EF712A-C9F3-4FA7-AD7B-D8EF1B9D393D}" dt="2020-09-26T16:47:30.681" v="2201" actId="20577"/>
          <ac:spMkLst>
            <pc:docMk/>
            <pc:sldMk cId="4236625492" sldId="292"/>
            <ac:spMk id="87" creationId="{AEA2CB9C-5078-46EC-BC3D-290BD9C59080}"/>
          </ac:spMkLst>
        </pc:spChg>
        <pc:spChg chg="add mod">
          <ac:chgData name="郁儒 廖" userId="189a1d031aa848d3" providerId="LiveId" clId="{26EF712A-C9F3-4FA7-AD7B-D8EF1B9D393D}" dt="2020-09-27T05:00:55.091" v="3192" actId="20577"/>
          <ac:spMkLst>
            <pc:docMk/>
            <pc:sldMk cId="4236625492" sldId="292"/>
            <ac:spMk id="88" creationId="{6DA1BE9E-7695-442C-860F-726E4F9C48CE}"/>
          </ac:spMkLst>
        </pc:spChg>
        <pc:spChg chg="add mod">
          <ac:chgData name="郁儒 廖" userId="189a1d031aa848d3" providerId="LiveId" clId="{26EF712A-C9F3-4FA7-AD7B-D8EF1B9D393D}" dt="2020-09-26T16:47:03.321" v="2195" actId="1038"/>
          <ac:spMkLst>
            <pc:docMk/>
            <pc:sldMk cId="4236625492" sldId="292"/>
            <ac:spMk id="89" creationId="{4AD121DE-E4DE-47AF-ACB3-A30DC044F12E}"/>
          </ac:spMkLst>
        </pc:spChg>
        <pc:spChg chg="add mod">
          <ac:chgData name="郁儒 廖" userId="189a1d031aa848d3" providerId="LiveId" clId="{26EF712A-C9F3-4FA7-AD7B-D8EF1B9D393D}" dt="2020-09-26T16:47:03.321" v="2195" actId="1038"/>
          <ac:spMkLst>
            <pc:docMk/>
            <pc:sldMk cId="4236625492" sldId="292"/>
            <ac:spMk id="90" creationId="{537D8E32-9DD1-4BBD-ADF7-E0D170882893}"/>
          </ac:spMkLst>
        </pc:spChg>
        <pc:spChg chg="add mod">
          <ac:chgData name="郁儒 廖" userId="189a1d031aa848d3" providerId="LiveId" clId="{26EF712A-C9F3-4FA7-AD7B-D8EF1B9D393D}" dt="2020-09-26T16:57:19.593" v="2354" actId="207"/>
          <ac:spMkLst>
            <pc:docMk/>
            <pc:sldMk cId="4236625492" sldId="292"/>
            <ac:spMk id="91" creationId="{47B3570D-7FBF-45A5-88F0-D28EA7C1283C}"/>
          </ac:spMkLst>
        </pc:spChg>
        <pc:spChg chg="add mod">
          <ac:chgData name="郁儒 廖" userId="189a1d031aa848d3" providerId="LiveId" clId="{26EF712A-C9F3-4FA7-AD7B-D8EF1B9D393D}" dt="2020-09-27T05:00:57.702" v="3194" actId="20577"/>
          <ac:spMkLst>
            <pc:docMk/>
            <pc:sldMk cId="4236625492" sldId="292"/>
            <ac:spMk id="92" creationId="{699931EA-CCA6-4EDD-BFE7-BB79C8994088}"/>
          </ac:spMkLst>
        </pc:spChg>
        <pc:spChg chg="add mod">
          <ac:chgData name="郁儒 廖" userId="189a1d031aa848d3" providerId="LiveId" clId="{26EF712A-C9F3-4FA7-AD7B-D8EF1B9D393D}" dt="2020-09-26T16:47:05.712" v="2197" actId="20577"/>
          <ac:spMkLst>
            <pc:docMk/>
            <pc:sldMk cId="4236625492" sldId="292"/>
            <ac:spMk id="93" creationId="{2E913BB3-22AF-430C-AB03-C96088EA8606}"/>
          </ac:spMkLst>
        </pc:spChg>
        <pc:spChg chg="add mod">
          <ac:chgData name="郁儒 廖" userId="189a1d031aa848d3" providerId="LiveId" clId="{26EF712A-C9F3-4FA7-AD7B-D8EF1B9D393D}" dt="2020-09-26T16:58:12.178" v="2369"/>
          <ac:spMkLst>
            <pc:docMk/>
            <pc:sldMk cId="4236625492" sldId="292"/>
            <ac:spMk id="96" creationId="{0F95D62A-605A-4732-9971-11ED535B81F3}"/>
          </ac:spMkLst>
        </pc:spChg>
        <pc:spChg chg="mod">
          <ac:chgData name="郁儒 廖" userId="189a1d031aa848d3" providerId="LiveId" clId="{26EF712A-C9F3-4FA7-AD7B-D8EF1B9D393D}" dt="2020-09-26T16:46:48.438" v="2155" actId="1035"/>
          <ac:spMkLst>
            <pc:docMk/>
            <pc:sldMk cId="4236625492" sldId="292"/>
            <ac:spMk id="120" creationId="{A29AE62B-E080-45B0-82B1-5B323C035714}"/>
          </ac:spMkLst>
        </pc:spChg>
        <pc:spChg chg="del">
          <ac:chgData name="郁儒 廖" userId="189a1d031aa848d3" providerId="LiveId" clId="{26EF712A-C9F3-4FA7-AD7B-D8EF1B9D393D}" dt="2020-09-26T16:40:14.095" v="1897" actId="478"/>
          <ac:spMkLst>
            <pc:docMk/>
            <pc:sldMk cId="4236625492" sldId="292"/>
            <ac:spMk id="126" creationId="{8579C2A3-A085-4A01-B9D9-CA2C32578BB5}"/>
          </ac:spMkLst>
        </pc:spChg>
        <pc:spChg chg="del">
          <ac:chgData name="郁儒 廖" userId="189a1d031aa848d3" providerId="LiveId" clId="{26EF712A-C9F3-4FA7-AD7B-D8EF1B9D393D}" dt="2020-09-26T16:40:12.877" v="1896" actId="478"/>
          <ac:spMkLst>
            <pc:docMk/>
            <pc:sldMk cId="4236625492" sldId="292"/>
            <ac:spMk id="131" creationId="{716E4761-2173-46A4-A6EF-66468C7ABC02}"/>
          </ac:spMkLst>
        </pc:spChg>
        <pc:spChg chg="del">
          <ac:chgData name="郁儒 廖" userId="189a1d031aa848d3" providerId="LiveId" clId="{26EF712A-C9F3-4FA7-AD7B-D8EF1B9D393D}" dt="2020-09-26T16:39:56.687" v="1891" actId="478"/>
          <ac:spMkLst>
            <pc:docMk/>
            <pc:sldMk cId="4236625492" sldId="292"/>
            <ac:spMk id="134" creationId="{C1079914-DCB7-4CD2-917C-48FCC885BB37}"/>
          </ac:spMkLst>
        </pc:spChg>
        <pc:spChg chg="del">
          <ac:chgData name="郁儒 廖" userId="189a1d031aa848d3" providerId="LiveId" clId="{26EF712A-C9F3-4FA7-AD7B-D8EF1B9D393D}" dt="2020-09-26T16:40:14.804" v="1898" actId="478"/>
          <ac:spMkLst>
            <pc:docMk/>
            <pc:sldMk cId="4236625492" sldId="292"/>
            <ac:spMk id="137" creationId="{5DB1C57E-4DEE-4680-A9DF-E7FDF65963B8}"/>
          </ac:spMkLst>
        </pc:spChg>
        <pc:spChg chg="del">
          <ac:chgData name="郁儒 廖" userId="189a1d031aa848d3" providerId="LiveId" clId="{26EF712A-C9F3-4FA7-AD7B-D8EF1B9D393D}" dt="2020-09-26T16:40:12.877" v="1896" actId="478"/>
          <ac:spMkLst>
            <pc:docMk/>
            <pc:sldMk cId="4236625492" sldId="292"/>
            <ac:spMk id="139" creationId="{41E2DF68-0658-4FB8-99C9-DBA5DF7E689B}"/>
          </ac:spMkLst>
        </pc:spChg>
        <pc:spChg chg="del">
          <ac:chgData name="郁儒 廖" userId="189a1d031aa848d3" providerId="LiveId" clId="{26EF712A-C9F3-4FA7-AD7B-D8EF1B9D393D}" dt="2020-09-26T16:40:12.877" v="1896" actId="478"/>
          <ac:spMkLst>
            <pc:docMk/>
            <pc:sldMk cId="4236625492" sldId="292"/>
            <ac:spMk id="141" creationId="{C11D49C3-35F1-4585-8E04-9CF13A2597E4}"/>
          </ac:spMkLst>
        </pc:spChg>
        <pc:spChg chg="del">
          <ac:chgData name="郁儒 廖" userId="189a1d031aa848d3" providerId="LiveId" clId="{26EF712A-C9F3-4FA7-AD7B-D8EF1B9D393D}" dt="2020-09-26T16:40:12.877" v="1896" actId="478"/>
          <ac:spMkLst>
            <pc:docMk/>
            <pc:sldMk cId="4236625492" sldId="292"/>
            <ac:spMk id="143" creationId="{E136BAB1-BD99-4E80-8176-BD059B45D482}"/>
          </ac:spMkLst>
        </pc:spChg>
        <pc:spChg chg="del">
          <ac:chgData name="郁儒 廖" userId="189a1d031aa848d3" providerId="LiveId" clId="{26EF712A-C9F3-4FA7-AD7B-D8EF1B9D393D}" dt="2020-09-26T16:40:12.877" v="1896" actId="478"/>
          <ac:spMkLst>
            <pc:docMk/>
            <pc:sldMk cId="4236625492" sldId="292"/>
            <ac:spMk id="145" creationId="{A2206B4F-090E-4D98-ABAF-857D9120DCA1}"/>
          </ac:spMkLst>
        </pc:spChg>
        <pc:spChg chg="del">
          <ac:chgData name="郁儒 廖" userId="189a1d031aa848d3" providerId="LiveId" clId="{26EF712A-C9F3-4FA7-AD7B-D8EF1B9D393D}" dt="2020-09-26T16:40:12.877" v="1896" actId="478"/>
          <ac:spMkLst>
            <pc:docMk/>
            <pc:sldMk cId="4236625492" sldId="292"/>
            <ac:spMk id="150" creationId="{1465100F-5BA2-4B09-98CA-3DBBCD6B78FB}"/>
          </ac:spMkLst>
        </pc:spChg>
        <pc:spChg chg="del">
          <ac:chgData name="郁儒 廖" userId="189a1d031aa848d3" providerId="LiveId" clId="{26EF712A-C9F3-4FA7-AD7B-D8EF1B9D393D}" dt="2020-09-26T16:40:12.877" v="1896" actId="478"/>
          <ac:spMkLst>
            <pc:docMk/>
            <pc:sldMk cId="4236625492" sldId="292"/>
            <ac:spMk id="151" creationId="{564343E9-1636-4BDF-B06C-802BBB6EC0E3}"/>
          </ac:spMkLst>
        </pc:spChg>
        <pc:spChg chg="del">
          <ac:chgData name="郁儒 廖" userId="189a1d031aa848d3" providerId="LiveId" clId="{26EF712A-C9F3-4FA7-AD7B-D8EF1B9D393D}" dt="2020-09-26T16:40:12.877" v="1896" actId="478"/>
          <ac:spMkLst>
            <pc:docMk/>
            <pc:sldMk cId="4236625492" sldId="292"/>
            <ac:spMk id="152" creationId="{2E036B12-439C-4130-A9F8-2E490C11F4B4}"/>
          </ac:spMkLst>
        </pc:spChg>
        <pc:spChg chg="del">
          <ac:chgData name="郁儒 廖" userId="189a1d031aa848d3" providerId="LiveId" clId="{26EF712A-C9F3-4FA7-AD7B-D8EF1B9D393D}" dt="2020-09-26T16:40:12.877" v="1896" actId="478"/>
          <ac:spMkLst>
            <pc:docMk/>
            <pc:sldMk cId="4236625492" sldId="292"/>
            <ac:spMk id="153" creationId="{F53B52E0-7021-4FB1-AFE2-DF5C84E802EF}"/>
          </ac:spMkLst>
        </pc:spChg>
        <pc:spChg chg="del">
          <ac:chgData name="郁儒 廖" userId="189a1d031aa848d3" providerId="LiveId" clId="{26EF712A-C9F3-4FA7-AD7B-D8EF1B9D393D}" dt="2020-09-26T16:40:15.310" v="1899" actId="478"/>
          <ac:spMkLst>
            <pc:docMk/>
            <pc:sldMk cId="4236625492" sldId="292"/>
            <ac:spMk id="155" creationId="{B1636E1C-302E-4F77-94F1-01F27824D30C}"/>
          </ac:spMkLst>
        </pc:spChg>
        <pc:spChg chg="del">
          <ac:chgData name="郁儒 廖" userId="189a1d031aa848d3" providerId="LiveId" clId="{26EF712A-C9F3-4FA7-AD7B-D8EF1B9D393D}" dt="2020-09-26T16:40:12.877" v="1896" actId="478"/>
          <ac:spMkLst>
            <pc:docMk/>
            <pc:sldMk cId="4236625492" sldId="292"/>
            <ac:spMk id="158" creationId="{283E7390-B6E4-4753-983D-6561F3E84F70}"/>
          </ac:spMkLst>
        </pc:spChg>
        <pc:spChg chg="del">
          <ac:chgData name="郁儒 廖" userId="189a1d031aa848d3" providerId="LiveId" clId="{26EF712A-C9F3-4FA7-AD7B-D8EF1B9D393D}" dt="2020-09-26T16:40:12.877" v="1896" actId="478"/>
          <ac:spMkLst>
            <pc:docMk/>
            <pc:sldMk cId="4236625492" sldId="292"/>
            <ac:spMk id="161" creationId="{5A11FE78-5BD6-453C-85EF-C9B7B61B76A6}"/>
          </ac:spMkLst>
        </pc:spChg>
        <pc:spChg chg="del">
          <ac:chgData name="郁儒 廖" userId="189a1d031aa848d3" providerId="LiveId" clId="{26EF712A-C9F3-4FA7-AD7B-D8EF1B9D393D}" dt="2020-09-26T16:40:12.877" v="1896" actId="478"/>
          <ac:spMkLst>
            <pc:docMk/>
            <pc:sldMk cId="4236625492" sldId="292"/>
            <ac:spMk id="164" creationId="{92876652-D4A9-4148-8C40-B4B42DFFAB95}"/>
          </ac:spMkLst>
        </pc:spChg>
        <pc:spChg chg="del">
          <ac:chgData name="郁儒 廖" userId="189a1d031aa848d3" providerId="LiveId" clId="{26EF712A-C9F3-4FA7-AD7B-D8EF1B9D393D}" dt="2020-09-26T16:40:12.877" v="1896" actId="478"/>
          <ac:spMkLst>
            <pc:docMk/>
            <pc:sldMk cId="4236625492" sldId="292"/>
            <ac:spMk id="165" creationId="{B1599283-0E7A-4FCF-B5D7-1D26AB9462D7}"/>
          </ac:spMkLst>
        </pc:spChg>
        <pc:spChg chg="del">
          <ac:chgData name="郁儒 廖" userId="189a1d031aa848d3" providerId="LiveId" clId="{26EF712A-C9F3-4FA7-AD7B-D8EF1B9D393D}" dt="2020-09-26T16:40:10.851" v="1895" actId="478"/>
          <ac:spMkLst>
            <pc:docMk/>
            <pc:sldMk cId="4236625492" sldId="292"/>
            <ac:spMk id="166" creationId="{A7C20924-B384-4A06-B2FF-2AB0C23FBCBC}"/>
          </ac:spMkLst>
        </pc:spChg>
        <pc:spChg chg="del">
          <ac:chgData name="郁儒 廖" userId="189a1d031aa848d3" providerId="LiveId" clId="{26EF712A-C9F3-4FA7-AD7B-D8EF1B9D393D}" dt="2020-09-26T16:40:12.877" v="1896" actId="478"/>
          <ac:spMkLst>
            <pc:docMk/>
            <pc:sldMk cId="4236625492" sldId="292"/>
            <ac:spMk id="170" creationId="{EC8FE9EB-82FE-46EC-9265-4682713774A4}"/>
          </ac:spMkLst>
        </pc:spChg>
        <pc:spChg chg="del">
          <ac:chgData name="郁儒 廖" userId="189a1d031aa848d3" providerId="LiveId" clId="{26EF712A-C9F3-4FA7-AD7B-D8EF1B9D393D}" dt="2020-09-26T16:40:12.877" v="1896" actId="478"/>
          <ac:spMkLst>
            <pc:docMk/>
            <pc:sldMk cId="4236625492" sldId="292"/>
            <ac:spMk id="172" creationId="{903899FA-0D9A-4ED5-9B12-C39650D74FA4}"/>
          </ac:spMkLst>
        </pc:spChg>
        <pc:spChg chg="del">
          <ac:chgData name="郁儒 廖" userId="189a1d031aa848d3" providerId="LiveId" clId="{26EF712A-C9F3-4FA7-AD7B-D8EF1B9D393D}" dt="2020-09-26T16:40:12.877" v="1896" actId="478"/>
          <ac:spMkLst>
            <pc:docMk/>
            <pc:sldMk cId="4236625492" sldId="292"/>
            <ac:spMk id="174" creationId="{EB850599-569B-4D0C-9063-09C6199A3CDD}"/>
          </ac:spMkLst>
        </pc:spChg>
        <pc:spChg chg="del">
          <ac:chgData name="郁儒 廖" userId="189a1d031aa848d3" providerId="LiveId" clId="{26EF712A-C9F3-4FA7-AD7B-D8EF1B9D393D}" dt="2020-09-26T16:40:12.877" v="1896" actId="478"/>
          <ac:spMkLst>
            <pc:docMk/>
            <pc:sldMk cId="4236625492" sldId="292"/>
            <ac:spMk id="177" creationId="{54C66536-793E-4DE0-9CAC-7C57E56F8BD9}"/>
          </ac:spMkLst>
        </pc:spChg>
        <pc:spChg chg="del">
          <ac:chgData name="郁儒 廖" userId="189a1d031aa848d3" providerId="LiveId" clId="{26EF712A-C9F3-4FA7-AD7B-D8EF1B9D393D}" dt="2020-09-26T16:40:12.877" v="1896" actId="478"/>
          <ac:spMkLst>
            <pc:docMk/>
            <pc:sldMk cId="4236625492" sldId="292"/>
            <ac:spMk id="178" creationId="{0CD2CBDA-43F6-4A7E-9CA9-4FD502FE5F2D}"/>
          </ac:spMkLst>
        </pc:spChg>
        <pc:spChg chg="del">
          <ac:chgData name="郁儒 廖" userId="189a1d031aa848d3" providerId="LiveId" clId="{26EF712A-C9F3-4FA7-AD7B-D8EF1B9D393D}" dt="2020-09-26T16:40:12.877" v="1896" actId="478"/>
          <ac:spMkLst>
            <pc:docMk/>
            <pc:sldMk cId="4236625492" sldId="292"/>
            <ac:spMk id="181" creationId="{3EFC24E7-04B2-46D0-A563-7D52CF3D44A8}"/>
          </ac:spMkLst>
        </pc:spChg>
        <pc:spChg chg="del">
          <ac:chgData name="郁儒 廖" userId="189a1d031aa848d3" providerId="LiveId" clId="{26EF712A-C9F3-4FA7-AD7B-D8EF1B9D393D}" dt="2020-09-26T16:40:12.877" v="1896" actId="478"/>
          <ac:spMkLst>
            <pc:docMk/>
            <pc:sldMk cId="4236625492" sldId="292"/>
            <ac:spMk id="183" creationId="{41428CA8-C4FD-4BBB-898B-05E12E5DDC2A}"/>
          </ac:spMkLst>
        </pc:spChg>
        <pc:graphicFrameChg chg="del modGraphic">
          <ac:chgData name="郁儒 廖" userId="189a1d031aa848d3" providerId="LiveId" clId="{26EF712A-C9F3-4FA7-AD7B-D8EF1B9D393D}" dt="2020-09-26T16:39:47.004" v="1889" actId="478"/>
          <ac:graphicFrameMkLst>
            <pc:docMk/>
            <pc:sldMk cId="4236625492" sldId="292"/>
            <ac:graphicFrameMk id="4" creationId="{846BB3CF-E188-4BFE-A1B9-9B78A7E80762}"/>
          </ac:graphicFrameMkLst>
        </pc:graphicFrameChg>
        <pc:cxnChg chg="add mod">
          <ac:chgData name="郁儒 廖" userId="189a1d031aa848d3" providerId="LiveId" clId="{26EF712A-C9F3-4FA7-AD7B-D8EF1B9D393D}" dt="2020-09-26T16:47:03.321" v="2195" actId="1038"/>
          <ac:cxnSpMkLst>
            <pc:docMk/>
            <pc:sldMk cId="4236625492" sldId="292"/>
            <ac:cxnSpMk id="84" creationId="{04DC34CE-4464-4D8E-A43E-77BE0784F2E1}"/>
          </ac:cxnSpMkLst>
        </pc:cxnChg>
        <pc:cxnChg chg="add mod">
          <ac:chgData name="郁儒 廖" userId="189a1d031aa848d3" providerId="LiveId" clId="{26EF712A-C9F3-4FA7-AD7B-D8EF1B9D393D}" dt="2020-09-26T16:47:03.321" v="2195" actId="1038"/>
          <ac:cxnSpMkLst>
            <pc:docMk/>
            <pc:sldMk cId="4236625492" sldId="292"/>
            <ac:cxnSpMk id="85" creationId="{2EB1CDA2-D3E1-4F6B-AEF4-C9964564207E}"/>
          </ac:cxnSpMkLst>
        </pc:cxnChg>
        <pc:cxnChg chg="add mod">
          <ac:chgData name="郁儒 廖" userId="189a1d031aa848d3" providerId="LiveId" clId="{26EF712A-C9F3-4FA7-AD7B-D8EF1B9D393D}" dt="2020-09-26T16:47:03.321" v="2195" actId="1038"/>
          <ac:cxnSpMkLst>
            <pc:docMk/>
            <pc:sldMk cId="4236625492" sldId="292"/>
            <ac:cxnSpMk id="86" creationId="{86BFB4EF-7A32-4CC8-9409-9BAEB5BDB908}"/>
          </ac:cxnSpMkLst>
        </pc:cxnChg>
        <pc:cxnChg chg="mod">
          <ac:chgData name="郁儒 廖" userId="189a1d031aa848d3" providerId="LiveId" clId="{26EF712A-C9F3-4FA7-AD7B-D8EF1B9D393D}" dt="2020-09-26T16:46:48.438" v="2155" actId="1035"/>
          <ac:cxnSpMkLst>
            <pc:docMk/>
            <pc:sldMk cId="4236625492" sldId="292"/>
            <ac:cxnSpMk id="121" creationId="{DD9C3076-56B5-4C52-837B-49DE04416247}"/>
          </ac:cxnSpMkLst>
        </pc:cxnChg>
        <pc:cxnChg chg="mod">
          <ac:chgData name="郁儒 廖" userId="189a1d031aa848d3" providerId="LiveId" clId="{26EF712A-C9F3-4FA7-AD7B-D8EF1B9D393D}" dt="2020-09-26T16:46:48.438" v="2155" actId="1035"/>
          <ac:cxnSpMkLst>
            <pc:docMk/>
            <pc:sldMk cId="4236625492" sldId="292"/>
            <ac:cxnSpMk id="123" creationId="{4C8243FB-9385-4DFD-8A94-74AD95FAEC8E}"/>
          </ac:cxnSpMkLst>
        </pc:cxnChg>
        <pc:cxnChg chg="del mod">
          <ac:chgData name="郁儒 廖" userId="189a1d031aa848d3" providerId="LiveId" clId="{26EF712A-C9F3-4FA7-AD7B-D8EF1B9D393D}" dt="2020-09-26T16:40:12.877" v="1896" actId="478"/>
          <ac:cxnSpMkLst>
            <pc:docMk/>
            <pc:sldMk cId="4236625492" sldId="292"/>
            <ac:cxnSpMk id="127" creationId="{5DDDF376-2A58-4CB3-A0ED-8A634E458363}"/>
          </ac:cxnSpMkLst>
        </pc:cxnChg>
        <pc:cxnChg chg="del mod">
          <ac:chgData name="郁儒 廖" userId="189a1d031aa848d3" providerId="LiveId" clId="{26EF712A-C9F3-4FA7-AD7B-D8EF1B9D393D}" dt="2020-09-26T16:40:12.877" v="1896" actId="478"/>
          <ac:cxnSpMkLst>
            <pc:docMk/>
            <pc:sldMk cId="4236625492" sldId="292"/>
            <ac:cxnSpMk id="129" creationId="{E116738D-BCF2-4DF5-8B55-400B2AA06AA7}"/>
          </ac:cxnSpMkLst>
        </pc:cxnChg>
        <pc:cxnChg chg="del mod">
          <ac:chgData name="郁儒 廖" userId="189a1d031aa848d3" providerId="LiveId" clId="{26EF712A-C9F3-4FA7-AD7B-D8EF1B9D393D}" dt="2020-09-26T16:40:12.877" v="1896" actId="478"/>
          <ac:cxnSpMkLst>
            <pc:docMk/>
            <pc:sldMk cId="4236625492" sldId="292"/>
            <ac:cxnSpMk id="132" creationId="{F724495E-E1BC-4EBA-BFD2-C569E80DEAAF}"/>
          </ac:cxnSpMkLst>
        </pc:cxnChg>
        <pc:cxnChg chg="del mod">
          <ac:chgData name="郁儒 廖" userId="189a1d031aa848d3" providerId="LiveId" clId="{26EF712A-C9F3-4FA7-AD7B-D8EF1B9D393D}" dt="2020-09-26T16:40:12.877" v="1896" actId="478"/>
          <ac:cxnSpMkLst>
            <pc:docMk/>
            <pc:sldMk cId="4236625492" sldId="292"/>
            <ac:cxnSpMk id="133" creationId="{B1259BF9-F49E-4572-BCF8-239289D43BA8}"/>
          </ac:cxnSpMkLst>
        </pc:cxnChg>
        <pc:cxnChg chg="del mod">
          <ac:chgData name="郁儒 廖" userId="189a1d031aa848d3" providerId="LiveId" clId="{26EF712A-C9F3-4FA7-AD7B-D8EF1B9D393D}" dt="2020-09-26T16:40:12.877" v="1896" actId="478"/>
          <ac:cxnSpMkLst>
            <pc:docMk/>
            <pc:sldMk cId="4236625492" sldId="292"/>
            <ac:cxnSpMk id="135" creationId="{9AD4552E-EA5A-4A08-B499-E5A5051BEE5C}"/>
          </ac:cxnSpMkLst>
        </pc:cxnChg>
        <pc:cxnChg chg="del mod">
          <ac:chgData name="郁儒 廖" userId="189a1d031aa848d3" providerId="LiveId" clId="{26EF712A-C9F3-4FA7-AD7B-D8EF1B9D393D}" dt="2020-09-26T16:40:12.877" v="1896" actId="478"/>
          <ac:cxnSpMkLst>
            <pc:docMk/>
            <pc:sldMk cId="4236625492" sldId="292"/>
            <ac:cxnSpMk id="136" creationId="{9FA88B2E-DF64-42F3-8C37-99A58114200F}"/>
          </ac:cxnSpMkLst>
        </pc:cxnChg>
        <pc:cxnChg chg="del mod">
          <ac:chgData name="郁儒 廖" userId="189a1d031aa848d3" providerId="LiveId" clId="{26EF712A-C9F3-4FA7-AD7B-D8EF1B9D393D}" dt="2020-09-26T16:40:12.877" v="1896" actId="478"/>
          <ac:cxnSpMkLst>
            <pc:docMk/>
            <pc:sldMk cId="4236625492" sldId="292"/>
            <ac:cxnSpMk id="138" creationId="{FDEEC2BF-B0E4-4BB4-9CB5-E892C21BDAAF}"/>
          </ac:cxnSpMkLst>
        </pc:cxnChg>
        <pc:cxnChg chg="del mod">
          <ac:chgData name="郁儒 廖" userId="189a1d031aa848d3" providerId="LiveId" clId="{26EF712A-C9F3-4FA7-AD7B-D8EF1B9D393D}" dt="2020-09-26T16:40:12.877" v="1896" actId="478"/>
          <ac:cxnSpMkLst>
            <pc:docMk/>
            <pc:sldMk cId="4236625492" sldId="292"/>
            <ac:cxnSpMk id="140" creationId="{E6A85AC0-E4C7-4240-9EEF-2545A63DB248}"/>
          </ac:cxnSpMkLst>
        </pc:cxnChg>
        <pc:cxnChg chg="del mod">
          <ac:chgData name="郁儒 廖" userId="189a1d031aa848d3" providerId="LiveId" clId="{26EF712A-C9F3-4FA7-AD7B-D8EF1B9D393D}" dt="2020-09-26T16:40:12.877" v="1896" actId="478"/>
          <ac:cxnSpMkLst>
            <pc:docMk/>
            <pc:sldMk cId="4236625492" sldId="292"/>
            <ac:cxnSpMk id="142" creationId="{B6FB3A9E-2533-43E1-BF2C-70A9FC7FE24C}"/>
          </ac:cxnSpMkLst>
        </pc:cxnChg>
        <pc:cxnChg chg="del mod">
          <ac:chgData name="郁儒 廖" userId="189a1d031aa848d3" providerId="LiveId" clId="{26EF712A-C9F3-4FA7-AD7B-D8EF1B9D393D}" dt="2020-09-26T16:40:12.877" v="1896" actId="478"/>
          <ac:cxnSpMkLst>
            <pc:docMk/>
            <pc:sldMk cId="4236625492" sldId="292"/>
            <ac:cxnSpMk id="144" creationId="{D5D124A7-C75B-40E4-A092-37D60B2A5474}"/>
          </ac:cxnSpMkLst>
        </pc:cxnChg>
        <pc:cxnChg chg="mod">
          <ac:chgData name="郁儒 廖" userId="189a1d031aa848d3" providerId="LiveId" clId="{26EF712A-C9F3-4FA7-AD7B-D8EF1B9D393D}" dt="2020-09-26T16:46:48.438" v="2155" actId="1035"/>
          <ac:cxnSpMkLst>
            <pc:docMk/>
            <pc:sldMk cId="4236625492" sldId="292"/>
            <ac:cxnSpMk id="146" creationId="{09BBF670-FEC2-4C60-BAA7-418F91437C56}"/>
          </ac:cxnSpMkLst>
        </pc:cxnChg>
        <pc:cxnChg chg="del">
          <ac:chgData name="郁儒 廖" userId="189a1d031aa848d3" providerId="LiveId" clId="{26EF712A-C9F3-4FA7-AD7B-D8EF1B9D393D}" dt="2020-09-26T16:40:12.877" v="1896" actId="478"/>
          <ac:cxnSpMkLst>
            <pc:docMk/>
            <pc:sldMk cId="4236625492" sldId="292"/>
            <ac:cxnSpMk id="147" creationId="{2C7E5471-0B4B-417B-861B-DDB4F37041D0}"/>
          </ac:cxnSpMkLst>
        </pc:cxnChg>
        <pc:cxnChg chg="del">
          <ac:chgData name="郁儒 廖" userId="189a1d031aa848d3" providerId="LiveId" clId="{26EF712A-C9F3-4FA7-AD7B-D8EF1B9D393D}" dt="2020-09-26T16:40:12.877" v="1896" actId="478"/>
          <ac:cxnSpMkLst>
            <pc:docMk/>
            <pc:sldMk cId="4236625492" sldId="292"/>
            <ac:cxnSpMk id="148" creationId="{BB16A45A-52F2-4844-AD4A-F8C8ADA621B7}"/>
          </ac:cxnSpMkLst>
        </pc:cxnChg>
        <pc:cxnChg chg="del">
          <ac:chgData name="郁儒 廖" userId="189a1d031aa848d3" providerId="LiveId" clId="{26EF712A-C9F3-4FA7-AD7B-D8EF1B9D393D}" dt="2020-09-26T16:40:12.877" v="1896" actId="478"/>
          <ac:cxnSpMkLst>
            <pc:docMk/>
            <pc:sldMk cId="4236625492" sldId="292"/>
            <ac:cxnSpMk id="149" creationId="{C0964EDD-37A2-4458-83D5-EDF8BC66D2E2}"/>
          </ac:cxnSpMkLst>
        </pc:cxnChg>
        <pc:cxnChg chg="del">
          <ac:chgData name="郁儒 廖" userId="189a1d031aa848d3" providerId="LiveId" clId="{26EF712A-C9F3-4FA7-AD7B-D8EF1B9D393D}" dt="2020-09-26T16:40:12.877" v="1896" actId="478"/>
          <ac:cxnSpMkLst>
            <pc:docMk/>
            <pc:sldMk cId="4236625492" sldId="292"/>
            <ac:cxnSpMk id="154" creationId="{1E029DB5-7027-402D-B457-4F107BFD6C78}"/>
          </ac:cxnSpMkLst>
        </pc:cxnChg>
        <pc:cxnChg chg="del mod">
          <ac:chgData name="郁儒 廖" userId="189a1d031aa848d3" providerId="LiveId" clId="{26EF712A-C9F3-4FA7-AD7B-D8EF1B9D393D}" dt="2020-09-26T16:40:12.877" v="1896" actId="478"/>
          <ac:cxnSpMkLst>
            <pc:docMk/>
            <pc:sldMk cId="4236625492" sldId="292"/>
            <ac:cxnSpMk id="156" creationId="{AC81CEB9-E194-425D-AF62-C7CFF51FC91F}"/>
          </ac:cxnSpMkLst>
        </pc:cxnChg>
        <pc:cxnChg chg="del">
          <ac:chgData name="郁儒 廖" userId="189a1d031aa848d3" providerId="LiveId" clId="{26EF712A-C9F3-4FA7-AD7B-D8EF1B9D393D}" dt="2020-09-26T16:40:12.877" v="1896" actId="478"/>
          <ac:cxnSpMkLst>
            <pc:docMk/>
            <pc:sldMk cId="4236625492" sldId="292"/>
            <ac:cxnSpMk id="157" creationId="{4AE2810F-B2C5-4DB7-9576-1702482FA2A2}"/>
          </ac:cxnSpMkLst>
        </pc:cxnChg>
        <pc:cxnChg chg="del mod">
          <ac:chgData name="郁儒 廖" userId="189a1d031aa848d3" providerId="LiveId" clId="{26EF712A-C9F3-4FA7-AD7B-D8EF1B9D393D}" dt="2020-09-26T16:40:12.877" v="1896" actId="478"/>
          <ac:cxnSpMkLst>
            <pc:docMk/>
            <pc:sldMk cId="4236625492" sldId="292"/>
            <ac:cxnSpMk id="159" creationId="{7FEB4DBC-DDD8-4A4B-95F5-7B08B7CF71C4}"/>
          </ac:cxnSpMkLst>
        </pc:cxnChg>
        <pc:cxnChg chg="del">
          <ac:chgData name="郁儒 廖" userId="189a1d031aa848d3" providerId="LiveId" clId="{26EF712A-C9F3-4FA7-AD7B-D8EF1B9D393D}" dt="2020-09-26T16:40:12.877" v="1896" actId="478"/>
          <ac:cxnSpMkLst>
            <pc:docMk/>
            <pc:sldMk cId="4236625492" sldId="292"/>
            <ac:cxnSpMk id="160" creationId="{C952F2B9-CF02-4324-A00C-40ECE514EDD0}"/>
          </ac:cxnSpMkLst>
        </pc:cxnChg>
        <pc:cxnChg chg="del mod">
          <ac:chgData name="郁儒 廖" userId="189a1d031aa848d3" providerId="LiveId" clId="{26EF712A-C9F3-4FA7-AD7B-D8EF1B9D393D}" dt="2020-09-26T16:40:12.877" v="1896" actId="478"/>
          <ac:cxnSpMkLst>
            <pc:docMk/>
            <pc:sldMk cId="4236625492" sldId="292"/>
            <ac:cxnSpMk id="162" creationId="{B19FEAB6-9760-4D97-9297-86300A6A8D37}"/>
          </ac:cxnSpMkLst>
        </pc:cxnChg>
        <pc:cxnChg chg="del">
          <ac:chgData name="郁儒 廖" userId="189a1d031aa848d3" providerId="LiveId" clId="{26EF712A-C9F3-4FA7-AD7B-D8EF1B9D393D}" dt="2020-09-26T16:40:12.877" v="1896" actId="478"/>
          <ac:cxnSpMkLst>
            <pc:docMk/>
            <pc:sldMk cId="4236625492" sldId="292"/>
            <ac:cxnSpMk id="163" creationId="{FD6AFBA0-2EC6-4F64-B103-FDCE2AE21A09}"/>
          </ac:cxnSpMkLst>
        </pc:cxnChg>
        <pc:cxnChg chg="del">
          <ac:chgData name="郁儒 廖" userId="189a1d031aa848d3" providerId="LiveId" clId="{26EF712A-C9F3-4FA7-AD7B-D8EF1B9D393D}" dt="2020-09-26T16:40:12.877" v="1896" actId="478"/>
          <ac:cxnSpMkLst>
            <pc:docMk/>
            <pc:sldMk cId="4236625492" sldId="292"/>
            <ac:cxnSpMk id="167" creationId="{2731269F-B9F5-4A80-B2C6-E00A8628CE99}"/>
          </ac:cxnSpMkLst>
        </pc:cxnChg>
        <pc:cxnChg chg="del">
          <ac:chgData name="郁儒 廖" userId="189a1d031aa848d3" providerId="LiveId" clId="{26EF712A-C9F3-4FA7-AD7B-D8EF1B9D393D}" dt="2020-09-26T16:40:12.877" v="1896" actId="478"/>
          <ac:cxnSpMkLst>
            <pc:docMk/>
            <pc:sldMk cId="4236625492" sldId="292"/>
            <ac:cxnSpMk id="168" creationId="{ADD491E5-C02B-48F0-90C0-F18B965E28C8}"/>
          </ac:cxnSpMkLst>
        </pc:cxnChg>
        <pc:cxnChg chg="del">
          <ac:chgData name="郁儒 廖" userId="189a1d031aa848d3" providerId="LiveId" clId="{26EF712A-C9F3-4FA7-AD7B-D8EF1B9D393D}" dt="2020-09-26T16:40:12.877" v="1896" actId="478"/>
          <ac:cxnSpMkLst>
            <pc:docMk/>
            <pc:sldMk cId="4236625492" sldId="292"/>
            <ac:cxnSpMk id="169" creationId="{C87C1CC6-2844-4A3E-8A6B-99D127446B3F}"/>
          </ac:cxnSpMkLst>
        </pc:cxnChg>
        <pc:cxnChg chg="del mod">
          <ac:chgData name="郁儒 廖" userId="189a1d031aa848d3" providerId="LiveId" clId="{26EF712A-C9F3-4FA7-AD7B-D8EF1B9D393D}" dt="2020-09-26T16:40:12.877" v="1896" actId="478"/>
          <ac:cxnSpMkLst>
            <pc:docMk/>
            <pc:sldMk cId="4236625492" sldId="292"/>
            <ac:cxnSpMk id="171" creationId="{1623F56B-B650-4297-9CE2-DE24930E593F}"/>
          </ac:cxnSpMkLst>
        </pc:cxnChg>
        <pc:cxnChg chg="del mod">
          <ac:chgData name="郁儒 廖" userId="189a1d031aa848d3" providerId="LiveId" clId="{26EF712A-C9F3-4FA7-AD7B-D8EF1B9D393D}" dt="2020-09-26T16:40:12.877" v="1896" actId="478"/>
          <ac:cxnSpMkLst>
            <pc:docMk/>
            <pc:sldMk cId="4236625492" sldId="292"/>
            <ac:cxnSpMk id="173" creationId="{DCF8FD26-94CE-4E2A-88E3-17697DF7C30E}"/>
          </ac:cxnSpMkLst>
        </pc:cxnChg>
        <pc:cxnChg chg="del">
          <ac:chgData name="郁儒 廖" userId="189a1d031aa848d3" providerId="LiveId" clId="{26EF712A-C9F3-4FA7-AD7B-D8EF1B9D393D}" dt="2020-09-26T16:40:12.877" v="1896" actId="478"/>
          <ac:cxnSpMkLst>
            <pc:docMk/>
            <pc:sldMk cId="4236625492" sldId="292"/>
            <ac:cxnSpMk id="175" creationId="{F5D6955D-2124-4E52-9F15-1FEFBA79DC09}"/>
          </ac:cxnSpMkLst>
        </pc:cxnChg>
        <pc:cxnChg chg="del">
          <ac:chgData name="郁儒 廖" userId="189a1d031aa848d3" providerId="LiveId" clId="{26EF712A-C9F3-4FA7-AD7B-D8EF1B9D393D}" dt="2020-09-26T16:40:12.877" v="1896" actId="478"/>
          <ac:cxnSpMkLst>
            <pc:docMk/>
            <pc:sldMk cId="4236625492" sldId="292"/>
            <ac:cxnSpMk id="176" creationId="{62877A10-4476-4C8B-BB38-EE5328B923E7}"/>
          </ac:cxnSpMkLst>
        </pc:cxnChg>
        <pc:cxnChg chg="del">
          <ac:chgData name="郁儒 廖" userId="189a1d031aa848d3" providerId="LiveId" clId="{26EF712A-C9F3-4FA7-AD7B-D8EF1B9D393D}" dt="2020-09-26T16:40:12.877" v="1896" actId="478"/>
          <ac:cxnSpMkLst>
            <pc:docMk/>
            <pc:sldMk cId="4236625492" sldId="292"/>
            <ac:cxnSpMk id="179" creationId="{D7CC78F7-E7DB-4AC7-85E4-58C9A54C4BC0}"/>
          </ac:cxnSpMkLst>
        </pc:cxnChg>
        <pc:cxnChg chg="del">
          <ac:chgData name="郁儒 廖" userId="189a1d031aa848d3" providerId="LiveId" clId="{26EF712A-C9F3-4FA7-AD7B-D8EF1B9D393D}" dt="2020-09-26T16:40:12.877" v="1896" actId="478"/>
          <ac:cxnSpMkLst>
            <pc:docMk/>
            <pc:sldMk cId="4236625492" sldId="292"/>
            <ac:cxnSpMk id="180" creationId="{52DFF42D-1958-4A68-BD5D-8A4761FC7B2C}"/>
          </ac:cxnSpMkLst>
        </pc:cxnChg>
        <pc:cxnChg chg="del">
          <ac:chgData name="郁儒 廖" userId="189a1d031aa848d3" providerId="LiveId" clId="{26EF712A-C9F3-4FA7-AD7B-D8EF1B9D393D}" dt="2020-09-26T16:40:12.877" v="1896" actId="478"/>
          <ac:cxnSpMkLst>
            <pc:docMk/>
            <pc:sldMk cId="4236625492" sldId="292"/>
            <ac:cxnSpMk id="182" creationId="{557FC03D-3DE8-4A33-BB37-8E09FCD485C6}"/>
          </ac:cxnSpMkLst>
        </pc:cxnChg>
      </pc:sldChg>
      <pc:sldChg chg="del ord">
        <pc:chgData name="郁儒 廖" userId="189a1d031aa848d3" providerId="LiveId" clId="{26EF712A-C9F3-4FA7-AD7B-D8EF1B9D393D}" dt="2020-09-29T05:29:33.782" v="3864" actId="47"/>
        <pc:sldMkLst>
          <pc:docMk/>
          <pc:sldMk cId="466425642" sldId="293"/>
        </pc:sldMkLst>
      </pc:sldChg>
      <pc:sldChg chg="addSp modSp del mod">
        <pc:chgData name="郁儒 廖" userId="189a1d031aa848d3" providerId="LiveId" clId="{26EF712A-C9F3-4FA7-AD7B-D8EF1B9D393D}" dt="2020-09-26T16:48:30.168" v="2205" actId="47"/>
        <pc:sldMkLst>
          <pc:docMk/>
          <pc:sldMk cId="983696877" sldId="294"/>
        </pc:sldMkLst>
        <pc:graphicFrameChg chg="mod modGraphic">
          <ac:chgData name="郁儒 廖" userId="189a1d031aa848d3" providerId="LiveId" clId="{26EF712A-C9F3-4FA7-AD7B-D8EF1B9D393D}" dt="2020-09-26T04:51:03.980" v="843" actId="20577"/>
          <ac:graphicFrameMkLst>
            <pc:docMk/>
            <pc:sldMk cId="983696877" sldId="294"/>
            <ac:graphicFrameMk id="4" creationId="{846BB3CF-E188-4BFE-A1B9-9B78A7E80762}"/>
          </ac:graphicFrameMkLst>
        </pc:graphicFrameChg>
        <pc:cxnChg chg="add mod">
          <ac:chgData name="郁儒 廖" userId="189a1d031aa848d3" providerId="LiveId" clId="{26EF712A-C9F3-4FA7-AD7B-D8EF1B9D393D}" dt="2020-09-26T03:32:54.186" v="719" actId="1076"/>
          <ac:cxnSpMkLst>
            <pc:docMk/>
            <pc:sldMk cId="983696877" sldId="294"/>
            <ac:cxnSpMk id="64" creationId="{80BC620C-4612-4AD8-9EF4-01BF353202BD}"/>
          </ac:cxnSpMkLst>
        </pc:cxnChg>
      </pc:sldChg>
      <pc:sldChg chg="addSp delSp modSp add mod modAnim">
        <pc:chgData name="郁儒 廖" userId="189a1d031aa848d3" providerId="LiveId" clId="{26EF712A-C9F3-4FA7-AD7B-D8EF1B9D393D}" dt="2020-09-28T15:22:31.130" v="3836"/>
        <pc:sldMkLst>
          <pc:docMk/>
          <pc:sldMk cId="4086647352" sldId="295"/>
        </pc:sldMkLst>
        <pc:spChg chg="del">
          <ac:chgData name="郁儒 廖" userId="189a1d031aa848d3" providerId="LiveId" clId="{26EF712A-C9F3-4FA7-AD7B-D8EF1B9D393D}" dt="2020-09-26T16:58:32.388" v="2376" actId="478"/>
          <ac:spMkLst>
            <pc:docMk/>
            <pc:sldMk cId="4086647352" sldId="295"/>
            <ac:spMk id="2" creationId="{7F550715-45BC-480C-929E-02B819AF877C}"/>
          </ac:spMkLst>
        </pc:spChg>
        <pc:spChg chg="del">
          <ac:chgData name="郁儒 廖" userId="189a1d031aa848d3" providerId="LiveId" clId="{26EF712A-C9F3-4FA7-AD7B-D8EF1B9D393D}" dt="2020-09-26T17:05:30.679" v="2593" actId="478"/>
          <ac:spMkLst>
            <pc:docMk/>
            <pc:sldMk cId="4086647352" sldId="295"/>
            <ac:spMk id="3" creationId="{47924614-B3FE-49DB-A43B-C5C6C654484D}"/>
          </ac:spMkLst>
        </pc:spChg>
        <pc:spChg chg="add del mod">
          <ac:chgData name="郁儒 廖" userId="189a1d031aa848d3" providerId="LiveId" clId="{26EF712A-C9F3-4FA7-AD7B-D8EF1B9D393D}" dt="2020-09-26T16:58:39.429" v="2379" actId="478"/>
          <ac:spMkLst>
            <pc:docMk/>
            <pc:sldMk cId="4086647352" sldId="295"/>
            <ac:spMk id="6" creationId="{33E94CC3-212F-414B-8E21-B22804CCF768}"/>
          </ac:spMkLst>
        </pc:spChg>
        <pc:spChg chg="add mod">
          <ac:chgData name="郁儒 廖" userId="189a1d031aa848d3" providerId="LiveId" clId="{26EF712A-C9F3-4FA7-AD7B-D8EF1B9D393D}" dt="2020-09-27T04:43:28.428" v="3065" actId="1076"/>
          <ac:spMkLst>
            <pc:docMk/>
            <pc:sldMk cId="4086647352" sldId="295"/>
            <ac:spMk id="66" creationId="{759C1E00-C67D-4FC7-A2AF-25A8EA4A6F0E}"/>
          </ac:spMkLst>
        </pc:spChg>
        <pc:spChg chg="add del mod">
          <ac:chgData name="郁儒 廖" userId="189a1d031aa848d3" providerId="LiveId" clId="{26EF712A-C9F3-4FA7-AD7B-D8EF1B9D393D}" dt="2020-09-26T16:58:37.249" v="2378"/>
          <ac:spMkLst>
            <pc:docMk/>
            <pc:sldMk cId="4086647352" sldId="295"/>
            <ac:spMk id="68" creationId="{83C334BC-CE2A-4FF5-B842-50B41A29D7E6}"/>
          </ac:spMkLst>
        </pc:spChg>
        <pc:spChg chg="add mod">
          <ac:chgData name="郁儒 廖" userId="189a1d031aa848d3" providerId="LiveId" clId="{26EF712A-C9F3-4FA7-AD7B-D8EF1B9D393D}" dt="2020-09-26T16:58:40.403" v="2380"/>
          <ac:spMkLst>
            <pc:docMk/>
            <pc:sldMk cId="4086647352" sldId="295"/>
            <ac:spMk id="69" creationId="{E81C2362-A289-4DCE-A7AB-3046AFEDEF70}"/>
          </ac:spMkLst>
        </pc:spChg>
        <pc:spChg chg="add mod">
          <ac:chgData name="郁儒 廖" userId="189a1d031aa848d3" providerId="LiveId" clId="{26EF712A-C9F3-4FA7-AD7B-D8EF1B9D393D}" dt="2020-09-28T15:22:31.130" v="3836"/>
          <ac:spMkLst>
            <pc:docMk/>
            <pc:sldMk cId="4086647352" sldId="295"/>
            <ac:spMk id="72" creationId="{1AD29228-7F2A-4075-9E77-44A66BE7C731}"/>
          </ac:spMkLst>
        </pc:spChg>
        <pc:spChg chg="add mod">
          <ac:chgData name="郁儒 廖" userId="189a1d031aa848d3" providerId="LiveId" clId="{26EF712A-C9F3-4FA7-AD7B-D8EF1B9D393D}" dt="2020-09-28T15:22:31.130" v="3836"/>
          <ac:spMkLst>
            <pc:docMk/>
            <pc:sldMk cId="4086647352" sldId="295"/>
            <ac:spMk id="73" creationId="{B84D4BCC-0C6C-4B44-85AC-FC31ED2AA12F}"/>
          </ac:spMkLst>
        </pc:spChg>
        <pc:graphicFrameChg chg="mod modGraphic">
          <ac:chgData name="郁儒 廖" userId="189a1d031aa848d3" providerId="LiveId" clId="{26EF712A-C9F3-4FA7-AD7B-D8EF1B9D393D}" dt="2020-09-26T04:50:59.694" v="842" actId="20577"/>
          <ac:graphicFrameMkLst>
            <pc:docMk/>
            <pc:sldMk cId="4086647352" sldId="295"/>
            <ac:graphicFrameMk id="4" creationId="{846BB3CF-E188-4BFE-A1B9-9B78A7E80762}"/>
          </ac:graphicFrameMkLst>
        </pc:graphicFrameChg>
        <pc:graphicFrameChg chg="add mod">
          <ac:chgData name="郁儒 廖" userId="189a1d031aa848d3" providerId="LiveId" clId="{26EF712A-C9F3-4FA7-AD7B-D8EF1B9D393D}" dt="2020-09-27T04:44:23.867" v="3112" actId="1036"/>
          <ac:graphicFrameMkLst>
            <pc:docMk/>
            <pc:sldMk cId="4086647352" sldId="295"/>
            <ac:graphicFrameMk id="5" creationId="{E34F1404-562E-409F-937E-756F9F8D126E}"/>
          </ac:graphicFrameMkLst>
        </pc:graphicFrameChg>
        <pc:cxnChg chg="mod">
          <ac:chgData name="郁儒 廖" userId="189a1d031aa848d3" providerId="LiveId" clId="{26EF712A-C9F3-4FA7-AD7B-D8EF1B9D393D}" dt="2020-09-26T03:34:40.467" v="728" actId="1076"/>
          <ac:cxnSpMkLst>
            <pc:docMk/>
            <pc:sldMk cId="4086647352" sldId="295"/>
            <ac:cxnSpMk id="64" creationId="{80BC620C-4612-4AD8-9EF4-01BF353202BD}"/>
          </ac:cxnSpMkLst>
        </pc:cxnChg>
        <pc:cxnChg chg="add mod">
          <ac:chgData name="郁儒 廖" userId="189a1d031aa848d3" providerId="LiveId" clId="{26EF712A-C9F3-4FA7-AD7B-D8EF1B9D393D}" dt="2020-09-26T16:48:23.072" v="2204"/>
          <ac:cxnSpMkLst>
            <pc:docMk/>
            <pc:sldMk cId="4086647352" sldId="295"/>
            <ac:cxnSpMk id="65" creationId="{48903DCD-557F-4FEE-BD96-24EE9AF7A724}"/>
          </ac:cxnSpMkLst>
        </pc:cxnChg>
        <pc:cxnChg chg="add mod">
          <ac:chgData name="郁儒 廖" userId="189a1d031aa848d3" providerId="LiveId" clId="{26EF712A-C9F3-4FA7-AD7B-D8EF1B9D393D}" dt="2020-09-27T04:43:28.428" v="3065" actId="1076"/>
          <ac:cxnSpMkLst>
            <pc:docMk/>
            <pc:sldMk cId="4086647352" sldId="295"/>
            <ac:cxnSpMk id="67" creationId="{772DB71D-AF97-42DB-AD63-7E788753F7D7}"/>
          </ac:cxnSpMkLst>
        </pc:cxnChg>
        <pc:cxnChg chg="add mod">
          <ac:chgData name="郁儒 廖" userId="189a1d031aa848d3" providerId="LiveId" clId="{26EF712A-C9F3-4FA7-AD7B-D8EF1B9D393D}" dt="2020-09-27T04:43:28.428" v="3065" actId="1076"/>
          <ac:cxnSpMkLst>
            <pc:docMk/>
            <pc:sldMk cId="4086647352" sldId="295"/>
            <ac:cxnSpMk id="68" creationId="{158CC1F2-5A8B-40AB-B0AD-C517B917ED59}"/>
          </ac:cxnSpMkLst>
        </pc:cxnChg>
        <pc:cxnChg chg="add mod">
          <ac:chgData name="郁儒 廖" userId="189a1d031aa848d3" providerId="LiveId" clId="{26EF712A-C9F3-4FA7-AD7B-D8EF1B9D393D}" dt="2020-09-28T15:22:31.130" v="3836"/>
          <ac:cxnSpMkLst>
            <pc:docMk/>
            <pc:sldMk cId="4086647352" sldId="295"/>
            <ac:cxnSpMk id="70" creationId="{DBDE3A1C-CFC9-4BC4-9B5A-CCA3684FACCE}"/>
          </ac:cxnSpMkLst>
        </pc:cxnChg>
        <pc:cxnChg chg="add mod">
          <ac:chgData name="郁儒 廖" userId="189a1d031aa848d3" providerId="LiveId" clId="{26EF712A-C9F3-4FA7-AD7B-D8EF1B9D393D}" dt="2020-09-28T15:22:31.130" v="3836"/>
          <ac:cxnSpMkLst>
            <pc:docMk/>
            <pc:sldMk cId="4086647352" sldId="295"/>
            <ac:cxnSpMk id="71" creationId="{0A8EA042-6CB9-4DDC-A97D-067A2C3AAFA5}"/>
          </ac:cxnSpMkLst>
        </pc:cxnChg>
      </pc:sldChg>
      <pc:sldChg chg="addSp delSp modSp add del mod ord">
        <pc:chgData name="郁儒 廖" userId="189a1d031aa848d3" providerId="LiveId" clId="{26EF712A-C9F3-4FA7-AD7B-D8EF1B9D393D}" dt="2020-09-26T16:49:02.532" v="2209" actId="47"/>
        <pc:sldMkLst>
          <pc:docMk/>
          <pc:sldMk cId="4261602745" sldId="296"/>
        </pc:sldMkLst>
        <pc:spChg chg="add mod">
          <ac:chgData name="郁儒 廖" userId="189a1d031aa848d3" providerId="LiveId" clId="{26EF712A-C9F3-4FA7-AD7B-D8EF1B9D393D}" dt="2020-09-26T03:56:05.037" v="777" actId="1076"/>
          <ac:spMkLst>
            <pc:docMk/>
            <pc:sldMk cId="4261602745" sldId="296"/>
            <ac:spMk id="6" creationId="{61972E11-770E-49A3-B673-4C506D90D925}"/>
          </ac:spMkLst>
        </pc:spChg>
        <pc:spChg chg="del">
          <ac:chgData name="郁儒 廖" userId="189a1d031aa848d3" providerId="LiveId" clId="{26EF712A-C9F3-4FA7-AD7B-D8EF1B9D393D}" dt="2020-09-26T03:56:11.389" v="779" actId="478"/>
          <ac:spMkLst>
            <pc:docMk/>
            <pc:sldMk cId="4261602745" sldId="296"/>
            <ac:spMk id="120" creationId="{A29AE62B-E080-45B0-82B1-5B323C035714}"/>
          </ac:spMkLst>
        </pc:spChg>
        <pc:graphicFrameChg chg="mod modGraphic">
          <ac:chgData name="郁儒 廖" userId="189a1d031aa848d3" providerId="LiveId" clId="{26EF712A-C9F3-4FA7-AD7B-D8EF1B9D393D}" dt="2020-09-26T04:18:52.231" v="804" actId="207"/>
          <ac:graphicFrameMkLst>
            <pc:docMk/>
            <pc:sldMk cId="4261602745" sldId="296"/>
            <ac:graphicFrameMk id="4" creationId="{846BB3CF-E188-4BFE-A1B9-9B78A7E80762}"/>
          </ac:graphicFrameMkLst>
        </pc:graphicFrameChg>
        <pc:cxnChg chg="mod">
          <ac:chgData name="郁儒 廖" userId="189a1d031aa848d3" providerId="LiveId" clId="{26EF712A-C9F3-4FA7-AD7B-D8EF1B9D393D}" dt="2020-09-26T03:56:09.516" v="778" actId="1076"/>
          <ac:cxnSpMkLst>
            <pc:docMk/>
            <pc:sldMk cId="4261602745" sldId="296"/>
            <ac:cxnSpMk id="64" creationId="{80BC620C-4612-4AD8-9EF4-01BF353202BD}"/>
          </ac:cxnSpMkLst>
        </pc:cxnChg>
        <pc:cxnChg chg="mod">
          <ac:chgData name="郁儒 廖" userId="189a1d031aa848d3" providerId="LiveId" clId="{26EF712A-C9F3-4FA7-AD7B-D8EF1B9D393D}" dt="2020-09-26T03:56:11.389" v="779" actId="478"/>
          <ac:cxnSpMkLst>
            <pc:docMk/>
            <pc:sldMk cId="4261602745" sldId="296"/>
            <ac:cxnSpMk id="121" creationId="{DD9C3076-56B5-4C52-837B-49DE04416247}"/>
          </ac:cxnSpMkLst>
        </pc:cxnChg>
        <pc:cxnChg chg="mod">
          <ac:chgData name="郁儒 廖" userId="189a1d031aa848d3" providerId="LiveId" clId="{26EF712A-C9F3-4FA7-AD7B-D8EF1B9D393D}" dt="2020-09-26T03:56:11.389" v="779" actId="478"/>
          <ac:cxnSpMkLst>
            <pc:docMk/>
            <pc:sldMk cId="4261602745" sldId="296"/>
            <ac:cxnSpMk id="123" creationId="{4C8243FB-9385-4DFD-8A94-74AD95FAEC8E}"/>
          </ac:cxnSpMkLst>
        </pc:cxnChg>
        <pc:cxnChg chg="mod">
          <ac:chgData name="郁儒 廖" userId="189a1d031aa848d3" providerId="LiveId" clId="{26EF712A-C9F3-4FA7-AD7B-D8EF1B9D393D}" dt="2020-09-26T03:56:11.389" v="779" actId="478"/>
          <ac:cxnSpMkLst>
            <pc:docMk/>
            <pc:sldMk cId="4261602745" sldId="296"/>
            <ac:cxnSpMk id="146" creationId="{09BBF670-FEC2-4C60-BAA7-418F91437C56}"/>
          </ac:cxnSpMkLst>
        </pc:cxnChg>
      </pc:sldChg>
      <pc:sldChg chg="addSp delSp modSp add del mod ord">
        <pc:chgData name="郁儒 廖" userId="189a1d031aa848d3" providerId="LiveId" clId="{26EF712A-C9F3-4FA7-AD7B-D8EF1B9D393D}" dt="2020-09-29T05:29:51.456" v="3887" actId="47"/>
        <pc:sldMkLst>
          <pc:docMk/>
          <pc:sldMk cId="3630137266" sldId="297"/>
        </pc:sldMkLst>
        <pc:spChg chg="del">
          <ac:chgData name="郁儒 廖" userId="189a1d031aa848d3" providerId="LiveId" clId="{26EF712A-C9F3-4FA7-AD7B-D8EF1B9D393D}" dt="2020-09-26T16:58:46.718" v="2381" actId="478"/>
          <ac:spMkLst>
            <pc:docMk/>
            <pc:sldMk cId="3630137266" sldId="297"/>
            <ac:spMk id="2" creationId="{7F550715-45BC-480C-929E-02B819AF877C}"/>
          </ac:spMkLst>
        </pc:spChg>
        <pc:spChg chg="del">
          <ac:chgData name="郁儒 廖" userId="189a1d031aa848d3" providerId="LiveId" clId="{26EF712A-C9F3-4FA7-AD7B-D8EF1B9D393D}" dt="2020-09-26T17:05:38.717" v="2594" actId="478"/>
          <ac:spMkLst>
            <pc:docMk/>
            <pc:sldMk cId="3630137266" sldId="297"/>
            <ac:spMk id="3" creationId="{47924614-B3FE-49DB-A43B-C5C6C654484D}"/>
          </ac:spMkLst>
        </pc:spChg>
        <pc:spChg chg="add del mod">
          <ac:chgData name="郁儒 廖" userId="189a1d031aa848d3" providerId="LiveId" clId="{26EF712A-C9F3-4FA7-AD7B-D8EF1B9D393D}" dt="2020-09-26T16:58:49.628" v="2382" actId="478"/>
          <ac:spMkLst>
            <pc:docMk/>
            <pc:sldMk cId="3630137266" sldId="297"/>
            <ac:spMk id="6" creationId="{7BA9D3D8-91F4-4BC1-AE8E-7137AA1701C8}"/>
          </ac:spMkLst>
        </pc:spChg>
        <pc:spChg chg="add mod">
          <ac:chgData name="郁儒 廖" userId="189a1d031aa848d3" providerId="LiveId" clId="{26EF712A-C9F3-4FA7-AD7B-D8EF1B9D393D}" dt="2020-09-26T03:55:26.333" v="772" actId="1076"/>
          <ac:spMkLst>
            <pc:docMk/>
            <pc:sldMk cId="3630137266" sldId="297"/>
            <ac:spMk id="7" creationId="{2E0D1F57-F756-40ED-8B0F-4CF12F52AF1A}"/>
          </ac:spMkLst>
        </pc:spChg>
        <pc:spChg chg="add mod">
          <ac:chgData name="郁儒 廖" userId="189a1d031aa848d3" providerId="LiveId" clId="{26EF712A-C9F3-4FA7-AD7B-D8EF1B9D393D}" dt="2020-09-26T16:58:50.091" v="2383"/>
          <ac:spMkLst>
            <pc:docMk/>
            <pc:sldMk cId="3630137266" sldId="297"/>
            <ac:spMk id="68" creationId="{695301D9-604D-4463-92F3-506D3C157C22}"/>
          </ac:spMkLst>
        </pc:spChg>
        <pc:spChg chg="del mod">
          <ac:chgData name="郁儒 廖" userId="189a1d031aa848d3" providerId="LiveId" clId="{26EF712A-C9F3-4FA7-AD7B-D8EF1B9D393D}" dt="2020-09-26T03:55:27.785" v="773" actId="478"/>
          <ac:spMkLst>
            <pc:docMk/>
            <pc:sldMk cId="3630137266" sldId="297"/>
            <ac:spMk id="120" creationId="{A29AE62B-E080-45B0-82B1-5B323C035714}"/>
          </ac:spMkLst>
        </pc:spChg>
        <pc:graphicFrameChg chg="mod modGraphic">
          <ac:chgData name="郁儒 廖" userId="189a1d031aa848d3" providerId="LiveId" clId="{26EF712A-C9F3-4FA7-AD7B-D8EF1B9D393D}" dt="2020-09-26T16:48:59.666" v="2208" actId="207"/>
          <ac:graphicFrameMkLst>
            <pc:docMk/>
            <pc:sldMk cId="3630137266" sldId="297"/>
            <ac:graphicFrameMk id="4" creationId="{846BB3CF-E188-4BFE-A1B9-9B78A7E80762}"/>
          </ac:graphicFrameMkLst>
        </pc:graphicFrameChg>
        <pc:cxnChg chg="mod">
          <ac:chgData name="郁儒 廖" userId="189a1d031aa848d3" providerId="LiveId" clId="{26EF712A-C9F3-4FA7-AD7B-D8EF1B9D393D}" dt="2020-09-26T03:57:17.476" v="788" actId="1076"/>
          <ac:cxnSpMkLst>
            <pc:docMk/>
            <pc:sldMk cId="3630137266" sldId="297"/>
            <ac:cxnSpMk id="64" creationId="{80BC620C-4612-4AD8-9EF4-01BF353202BD}"/>
          </ac:cxnSpMkLst>
        </pc:cxnChg>
        <pc:cxnChg chg="add mod">
          <ac:chgData name="郁儒 廖" userId="189a1d031aa848d3" providerId="LiveId" clId="{26EF712A-C9F3-4FA7-AD7B-D8EF1B9D393D}" dt="2020-09-26T16:48:54.751" v="2207"/>
          <ac:cxnSpMkLst>
            <pc:docMk/>
            <pc:sldMk cId="3630137266" sldId="297"/>
            <ac:cxnSpMk id="65" creationId="{FD14E1DB-8F3A-4528-A409-FDB251F5873A}"/>
          </ac:cxnSpMkLst>
        </pc:cxnChg>
        <pc:cxnChg chg="mod">
          <ac:chgData name="郁儒 廖" userId="189a1d031aa848d3" providerId="LiveId" clId="{26EF712A-C9F3-4FA7-AD7B-D8EF1B9D393D}" dt="2020-09-26T03:55:27.785" v="773" actId="478"/>
          <ac:cxnSpMkLst>
            <pc:docMk/>
            <pc:sldMk cId="3630137266" sldId="297"/>
            <ac:cxnSpMk id="121" creationId="{DD9C3076-56B5-4C52-837B-49DE04416247}"/>
          </ac:cxnSpMkLst>
        </pc:cxnChg>
        <pc:cxnChg chg="mod">
          <ac:chgData name="郁儒 廖" userId="189a1d031aa848d3" providerId="LiveId" clId="{26EF712A-C9F3-4FA7-AD7B-D8EF1B9D393D}" dt="2020-09-26T03:55:27.785" v="773" actId="478"/>
          <ac:cxnSpMkLst>
            <pc:docMk/>
            <pc:sldMk cId="3630137266" sldId="297"/>
            <ac:cxnSpMk id="123" creationId="{4C8243FB-9385-4DFD-8A94-74AD95FAEC8E}"/>
          </ac:cxnSpMkLst>
        </pc:cxnChg>
        <pc:cxnChg chg="mod">
          <ac:chgData name="郁儒 廖" userId="189a1d031aa848d3" providerId="LiveId" clId="{26EF712A-C9F3-4FA7-AD7B-D8EF1B9D393D}" dt="2020-09-26T03:55:27.785" v="773" actId="478"/>
          <ac:cxnSpMkLst>
            <pc:docMk/>
            <pc:sldMk cId="3630137266" sldId="297"/>
            <ac:cxnSpMk id="146" creationId="{09BBF670-FEC2-4C60-BAA7-418F91437C56}"/>
          </ac:cxnSpMkLst>
        </pc:cxnChg>
      </pc:sldChg>
      <pc:sldChg chg="addSp modSp add del mod">
        <pc:chgData name="郁儒 廖" userId="189a1d031aa848d3" providerId="LiveId" clId="{26EF712A-C9F3-4FA7-AD7B-D8EF1B9D393D}" dt="2020-09-26T16:49:39.576" v="2212" actId="47"/>
        <pc:sldMkLst>
          <pc:docMk/>
          <pc:sldMk cId="2060148901" sldId="298"/>
        </pc:sldMkLst>
        <pc:spChg chg="add mod">
          <ac:chgData name="郁儒 廖" userId="189a1d031aa848d3" providerId="LiveId" clId="{26EF712A-C9F3-4FA7-AD7B-D8EF1B9D393D}" dt="2020-09-26T04:56:15.474" v="898" actId="14100"/>
          <ac:spMkLst>
            <pc:docMk/>
            <pc:sldMk cId="2060148901" sldId="298"/>
            <ac:spMk id="5" creationId="{D648E1F2-AE52-4E06-8C23-521C59BBB922}"/>
          </ac:spMkLst>
        </pc:spChg>
        <pc:graphicFrameChg chg="mod modGraphic">
          <ac:chgData name="郁儒 廖" userId="189a1d031aa848d3" providerId="LiveId" clId="{26EF712A-C9F3-4FA7-AD7B-D8EF1B9D393D}" dt="2020-09-26T04:54:51.911" v="886" actId="20577"/>
          <ac:graphicFrameMkLst>
            <pc:docMk/>
            <pc:sldMk cId="2060148901" sldId="298"/>
            <ac:graphicFrameMk id="4" creationId="{846BB3CF-E188-4BFE-A1B9-9B78A7E80762}"/>
          </ac:graphicFrameMkLst>
        </pc:graphicFrameChg>
      </pc:sldChg>
      <pc:sldChg chg="addSp delSp modSp add mod">
        <pc:chgData name="郁儒 廖" userId="189a1d031aa848d3" providerId="LiveId" clId="{26EF712A-C9F3-4FA7-AD7B-D8EF1B9D393D}" dt="2020-09-28T15:17:57.681" v="3824" actId="12"/>
        <pc:sldMkLst>
          <pc:docMk/>
          <pc:sldMk cId="2597994283" sldId="299"/>
        </pc:sldMkLst>
        <pc:spChg chg="del">
          <ac:chgData name="郁儒 廖" userId="189a1d031aa848d3" providerId="LiveId" clId="{26EF712A-C9F3-4FA7-AD7B-D8EF1B9D393D}" dt="2020-09-26T16:55:48.106" v="2343" actId="478"/>
          <ac:spMkLst>
            <pc:docMk/>
            <pc:sldMk cId="2597994283" sldId="299"/>
            <ac:spMk id="2" creationId="{7F550715-45BC-480C-929E-02B819AF877C}"/>
          </ac:spMkLst>
        </pc:spChg>
        <pc:spChg chg="mod">
          <ac:chgData name="郁儒 廖" userId="189a1d031aa848d3" providerId="LiveId" clId="{26EF712A-C9F3-4FA7-AD7B-D8EF1B9D393D}" dt="2020-09-28T15:17:57.681" v="3824" actId="12"/>
          <ac:spMkLst>
            <pc:docMk/>
            <pc:sldMk cId="2597994283" sldId="299"/>
            <ac:spMk id="5" creationId="{6EB45A6D-624E-45D8-9040-8E8E4C10931C}"/>
          </ac:spMkLst>
        </pc:spChg>
        <pc:spChg chg="add mod">
          <ac:chgData name="郁儒 廖" userId="189a1d031aa848d3" providerId="LiveId" clId="{26EF712A-C9F3-4FA7-AD7B-D8EF1B9D393D}" dt="2020-09-26T16:53:54.999" v="2279" actId="1076"/>
          <ac:spMkLst>
            <pc:docMk/>
            <pc:sldMk cId="2597994283" sldId="299"/>
            <ac:spMk id="12" creationId="{99B52944-2D1A-4061-9466-8D2619FB433D}"/>
          </ac:spMkLst>
        </pc:spChg>
        <pc:spChg chg="add del mod">
          <ac:chgData name="郁儒 廖" userId="189a1d031aa848d3" providerId="LiveId" clId="{26EF712A-C9F3-4FA7-AD7B-D8EF1B9D393D}" dt="2020-09-26T16:55:50.447" v="2344" actId="478"/>
          <ac:spMkLst>
            <pc:docMk/>
            <pc:sldMk cId="2597994283" sldId="299"/>
            <ac:spMk id="17" creationId="{2D96727C-5582-4D63-AE31-722DF616C2EC}"/>
          </ac:spMkLst>
        </pc:spChg>
        <pc:spChg chg="add mod">
          <ac:chgData name="郁儒 廖" userId="189a1d031aa848d3" providerId="LiveId" clId="{26EF712A-C9F3-4FA7-AD7B-D8EF1B9D393D}" dt="2020-09-26T16:55:18.015" v="2339" actId="1076"/>
          <ac:spMkLst>
            <pc:docMk/>
            <pc:sldMk cId="2597994283" sldId="299"/>
            <ac:spMk id="28" creationId="{1EB764F7-6E62-4A4F-B177-6BAA9B35ACCE}"/>
          </ac:spMkLst>
        </pc:spChg>
        <pc:spChg chg="add mod">
          <ac:chgData name="郁儒 廖" userId="189a1d031aa848d3" providerId="LiveId" clId="{26EF712A-C9F3-4FA7-AD7B-D8EF1B9D393D}" dt="2020-09-27T05:49:19.291" v="3286" actId="20577"/>
          <ac:spMkLst>
            <pc:docMk/>
            <pc:sldMk cId="2597994283" sldId="299"/>
            <ac:spMk id="30" creationId="{FDFC9E91-BF1B-46AA-AE7C-BDC99C7983C0}"/>
          </ac:spMkLst>
        </pc:spChg>
        <pc:spChg chg="add mod">
          <ac:chgData name="郁儒 廖" userId="189a1d031aa848d3" providerId="LiveId" clId="{26EF712A-C9F3-4FA7-AD7B-D8EF1B9D393D}" dt="2020-09-26T16:55:55.104" v="2346" actId="20577"/>
          <ac:spMkLst>
            <pc:docMk/>
            <pc:sldMk cId="2597994283" sldId="299"/>
            <ac:spMk id="32" creationId="{6DBF0BD8-0FE3-4F0B-8DEB-BD2C96CCE604}"/>
          </ac:spMkLst>
        </pc:spChg>
        <pc:picChg chg="add mod modCrop">
          <ac:chgData name="郁儒 廖" userId="189a1d031aa848d3" providerId="LiveId" clId="{26EF712A-C9F3-4FA7-AD7B-D8EF1B9D393D}" dt="2020-09-26T16:54:07.312" v="2282" actId="1076"/>
          <ac:picMkLst>
            <pc:docMk/>
            <pc:sldMk cId="2597994283" sldId="299"/>
            <ac:picMk id="3" creationId="{02410FDA-1AEC-4F35-8211-792C857C4BE5}"/>
          </ac:picMkLst>
        </pc:picChg>
        <pc:picChg chg="mod modCrop">
          <ac:chgData name="郁儒 廖" userId="189a1d031aa848d3" providerId="LiveId" clId="{26EF712A-C9F3-4FA7-AD7B-D8EF1B9D393D}" dt="2020-09-26T16:55:15.600" v="2338" actId="1076"/>
          <ac:picMkLst>
            <pc:docMk/>
            <pc:sldMk cId="2597994283" sldId="299"/>
            <ac:picMk id="7" creationId="{8664471C-38B7-4B17-8FA3-0657BEDD0DFA}"/>
          </ac:picMkLst>
        </pc:picChg>
        <pc:picChg chg="add mod modCrop">
          <ac:chgData name="郁儒 廖" userId="189a1d031aa848d3" providerId="LiveId" clId="{26EF712A-C9F3-4FA7-AD7B-D8EF1B9D393D}" dt="2020-09-26T16:54:46.020" v="2323" actId="1036"/>
          <ac:picMkLst>
            <pc:docMk/>
            <pc:sldMk cId="2597994283" sldId="299"/>
            <ac:picMk id="11" creationId="{F8CA5834-9910-4AEF-ADED-6BD0615526A7}"/>
          </ac:picMkLst>
        </pc:picChg>
        <pc:picChg chg="add mod modCrop">
          <ac:chgData name="郁儒 廖" userId="189a1d031aa848d3" providerId="LiveId" clId="{26EF712A-C9F3-4FA7-AD7B-D8EF1B9D393D}" dt="2020-09-26T16:54:48.821" v="2334" actId="1036"/>
          <ac:picMkLst>
            <pc:docMk/>
            <pc:sldMk cId="2597994283" sldId="299"/>
            <ac:picMk id="13" creationId="{CAFC27A6-8A7B-4E50-A226-115A695FD2CE}"/>
          </ac:picMkLst>
        </pc:picChg>
        <pc:cxnChg chg="add del mod">
          <ac:chgData name="郁儒 廖" userId="189a1d031aa848d3" providerId="LiveId" clId="{26EF712A-C9F3-4FA7-AD7B-D8EF1B9D393D}" dt="2020-09-26T16:50:20.351" v="2217" actId="478"/>
          <ac:cxnSpMkLst>
            <pc:docMk/>
            <pc:sldMk cId="2597994283" sldId="299"/>
            <ac:cxnSpMk id="6" creationId="{DDBE743C-23F0-4384-9AED-EFF9A36BC612}"/>
          </ac:cxnSpMkLst>
        </pc:cxnChg>
        <pc:cxnChg chg="add mod">
          <ac:chgData name="郁儒 廖" userId="189a1d031aa848d3" providerId="LiveId" clId="{26EF712A-C9F3-4FA7-AD7B-D8EF1B9D393D}" dt="2020-09-26T16:54:12.992" v="2283" actId="1076"/>
          <ac:cxnSpMkLst>
            <pc:docMk/>
            <pc:sldMk cId="2597994283" sldId="299"/>
            <ac:cxnSpMk id="8" creationId="{783DF727-B6C2-4D34-AED5-0FAFEC32AB3D}"/>
          </ac:cxnSpMkLst>
        </pc:cxnChg>
        <pc:cxnChg chg="add mod">
          <ac:chgData name="郁儒 廖" userId="189a1d031aa848d3" providerId="LiveId" clId="{26EF712A-C9F3-4FA7-AD7B-D8EF1B9D393D}" dt="2020-09-26T16:54:14.721" v="2284" actId="1076"/>
          <ac:cxnSpMkLst>
            <pc:docMk/>
            <pc:sldMk cId="2597994283" sldId="299"/>
            <ac:cxnSpMk id="9" creationId="{F1CC4BA8-8F56-48E2-BC52-B309264F07CA}"/>
          </ac:cxnSpMkLst>
        </pc:cxnChg>
        <pc:cxnChg chg="add mod">
          <ac:chgData name="郁儒 廖" userId="189a1d031aa848d3" providerId="LiveId" clId="{26EF712A-C9F3-4FA7-AD7B-D8EF1B9D393D}" dt="2020-09-26T05:26:35.149" v="1189" actId="1582"/>
          <ac:cxnSpMkLst>
            <pc:docMk/>
            <pc:sldMk cId="2597994283" sldId="299"/>
            <ac:cxnSpMk id="15" creationId="{75496804-3DCD-4E2D-8B2E-56C79EBA66C6}"/>
          </ac:cxnSpMkLst>
        </pc:cxnChg>
        <pc:cxnChg chg="add mod">
          <ac:chgData name="郁儒 廖" userId="189a1d031aa848d3" providerId="LiveId" clId="{26EF712A-C9F3-4FA7-AD7B-D8EF1B9D393D}" dt="2020-09-26T05:26:25.317" v="1187" actId="1582"/>
          <ac:cxnSpMkLst>
            <pc:docMk/>
            <pc:sldMk cId="2597994283" sldId="299"/>
            <ac:cxnSpMk id="16" creationId="{0A3D5106-1386-43DC-8CAA-E09DCB75265F}"/>
          </ac:cxnSpMkLst>
        </pc:cxnChg>
        <pc:cxnChg chg="add mod">
          <ac:chgData name="郁儒 廖" userId="189a1d031aa848d3" providerId="LiveId" clId="{26EF712A-C9F3-4FA7-AD7B-D8EF1B9D393D}" dt="2020-09-26T16:54:43.703" v="2314" actId="1036"/>
          <ac:cxnSpMkLst>
            <pc:docMk/>
            <pc:sldMk cId="2597994283" sldId="299"/>
            <ac:cxnSpMk id="18" creationId="{45A59265-63E7-4823-AAA6-C6A08A2E8F7F}"/>
          </ac:cxnSpMkLst>
        </pc:cxnChg>
        <pc:cxnChg chg="add mod">
          <ac:chgData name="郁儒 廖" userId="189a1d031aa848d3" providerId="LiveId" clId="{26EF712A-C9F3-4FA7-AD7B-D8EF1B9D393D}" dt="2020-09-26T16:54:43.703" v="2314" actId="1036"/>
          <ac:cxnSpMkLst>
            <pc:docMk/>
            <pc:sldMk cId="2597994283" sldId="299"/>
            <ac:cxnSpMk id="19" creationId="{D64289E1-3B21-4CD3-8EFE-E8B2EB4CCA89}"/>
          </ac:cxnSpMkLst>
        </pc:cxnChg>
        <pc:cxnChg chg="add mod">
          <ac:chgData name="郁儒 廖" userId="189a1d031aa848d3" providerId="LiveId" clId="{26EF712A-C9F3-4FA7-AD7B-D8EF1B9D393D}" dt="2020-09-26T16:54:43.703" v="2314" actId="1036"/>
          <ac:cxnSpMkLst>
            <pc:docMk/>
            <pc:sldMk cId="2597994283" sldId="299"/>
            <ac:cxnSpMk id="21" creationId="{EACA635C-3CB4-420E-8AFC-45BF0FEAD175}"/>
          </ac:cxnSpMkLst>
        </pc:cxnChg>
        <pc:cxnChg chg="add mod">
          <ac:chgData name="郁儒 廖" userId="189a1d031aa848d3" providerId="LiveId" clId="{26EF712A-C9F3-4FA7-AD7B-D8EF1B9D393D}" dt="2020-09-26T16:55:01.784" v="2337" actId="1076"/>
          <ac:cxnSpMkLst>
            <pc:docMk/>
            <pc:sldMk cId="2597994283" sldId="299"/>
            <ac:cxnSpMk id="22" creationId="{C3613584-0154-486B-B4B8-65E2B4DA9CA4}"/>
          </ac:cxnSpMkLst>
        </pc:cxnChg>
        <pc:cxnChg chg="add mod">
          <ac:chgData name="郁儒 廖" userId="189a1d031aa848d3" providerId="LiveId" clId="{26EF712A-C9F3-4FA7-AD7B-D8EF1B9D393D}" dt="2020-09-26T16:54:43.703" v="2314" actId="1036"/>
          <ac:cxnSpMkLst>
            <pc:docMk/>
            <pc:sldMk cId="2597994283" sldId="299"/>
            <ac:cxnSpMk id="23" creationId="{1A02DDE7-8BBA-4BFD-89A3-7DA7C232BFD5}"/>
          </ac:cxnSpMkLst>
        </pc:cxnChg>
        <pc:cxnChg chg="add mod">
          <ac:chgData name="郁儒 廖" userId="189a1d031aa848d3" providerId="LiveId" clId="{26EF712A-C9F3-4FA7-AD7B-D8EF1B9D393D}" dt="2020-09-26T16:54:57.088" v="2336" actId="1076"/>
          <ac:cxnSpMkLst>
            <pc:docMk/>
            <pc:sldMk cId="2597994283" sldId="299"/>
            <ac:cxnSpMk id="24" creationId="{EFBB195C-2932-4962-B14B-05E86C58F213}"/>
          </ac:cxnSpMkLst>
        </pc:cxnChg>
        <pc:cxnChg chg="add mod">
          <ac:chgData name="郁儒 廖" userId="189a1d031aa848d3" providerId="LiveId" clId="{26EF712A-C9F3-4FA7-AD7B-D8EF1B9D393D}" dt="2020-09-26T16:54:43.703" v="2314" actId="1036"/>
          <ac:cxnSpMkLst>
            <pc:docMk/>
            <pc:sldMk cId="2597994283" sldId="299"/>
            <ac:cxnSpMk id="25" creationId="{5924F70B-1089-470C-BF3F-C447BE4D34A3}"/>
          </ac:cxnSpMkLst>
        </pc:cxnChg>
        <pc:cxnChg chg="add mod">
          <ac:chgData name="郁儒 廖" userId="189a1d031aa848d3" providerId="LiveId" clId="{26EF712A-C9F3-4FA7-AD7B-D8EF1B9D393D}" dt="2020-09-26T16:54:43.703" v="2314" actId="1036"/>
          <ac:cxnSpMkLst>
            <pc:docMk/>
            <pc:sldMk cId="2597994283" sldId="299"/>
            <ac:cxnSpMk id="26" creationId="{24BA54EE-82A0-44EE-A4AD-F3F61D5E5A2D}"/>
          </ac:cxnSpMkLst>
        </pc:cxnChg>
        <pc:cxnChg chg="add mod">
          <ac:chgData name="郁儒 廖" userId="189a1d031aa848d3" providerId="LiveId" clId="{26EF712A-C9F3-4FA7-AD7B-D8EF1B9D393D}" dt="2020-09-26T16:54:53.929" v="2335" actId="1076"/>
          <ac:cxnSpMkLst>
            <pc:docMk/>
            <pc:sldMk cId="2597994283" sldId="299"/>
            <ac:cxnSpMk id="27" creationId="{0CB11248-639B-4381-9BC6-F9946A2C61A5}"/>
          </ac:cxnSpMkLst>
        </pc:cxnChg>
        <pc:cxnChg chg="add mod">
          <ac:chgData name="郁儒 廖" userId="189a1d031aa848d3" providerId="LiveId" clId="{26EF712A-C9F3-4FA7-AD7B-D8EF1B9D393D}" dt="2020-09-26T16:50:25.255" v="2219" actId="14100"/>
          <ac:cxnSpMkLst>
            <pc:docMk/>
            <pc:sldMk cId="2597994283" sldId="299"/>
            <ac:cxnSpMk id="29" creationId="{7DEA8744-0321-44DF-BC65-BAC349B60618}"/>
          </ac:cxnSpMkLst>
        </pc:cxnChg>
        <pc:cxnChg chg="add mod">
          <ac:chgData name="郁儒 廖" userId="189a1d031aa848d3" providerId="LiveId" clId="{26EF712A-C9F3-4FA7-AD7B-D8EF1B9D393D}" dt="2020-09-26T16:50:29.609" v="2221" actId="1076"/>
          <ac:cxnSpMkLst>
            <pc:docMk/>
            <pc:sldMk cId="2597994283" sldId="299"/>
            <ac:cxnSpMk id="31" creationId="{17AAFC1C-F7F5-4B0D-AA30-CD5434932D93}"/>
          </ac:cxnSpMkLst>
        </pc:cxnChg>
      </pc:sldChg>
      <pc:sldChg chg="addSp delSp modSp add mod">
        <pc:chgData name="郁儒 廖" userId="189a1d031aa848d3" providerId="LiveId" clId="{26EF712A-C9F3-4FA7-AD7B-D8EF1B9D393D}" dt="2020-09-28T12:09:29.570" v="3708"/>
        <pc:sldMkLst>
          <pc:docMk/>
          <pc:sldMk cId="2030942318" sldId="300"/>
        </pc:sldMkLst>
        <pc:spChg chg="del mod">
          <ac:chgData name="郁儒 廖" userId="189a1d031aa848d3" providerId="LiveId" clId="{26EF712A-C9F3-4FA7-AD7B-D8EF1B9D393D}" dt="2020-09-26T06:03:05.019" v="1282" actId="478"/>
          <ac:spMkLst>
            <pc:docMk/>
            <pc:sldMk cId="2030942318" sldId="300"/>
            <ac:spMk id="2" creationId="{7F550715-45BC-480C-929E-02B819AF877C}"/>
          </ac:spMkLst>
        </pc:spChg>
        <pc:spChg chg="add mod">
          <ac:chgData name="郁儒 廖" userId="189a1d031aa848d3" providerId="LiveId" clId="{26EF712A-C9F3-4FA7-AD7B-D8EF1B9D393D}" dt="2020-09-27T05:11:18.744" v="3263" actId="20577"/>
          <ac:spMkLst>
            <pc:docMk/>
            <pc:sldMk cId="2030942318" sldId="300"/>
            <ac:spMk id="2" creationId="{B0AA3309-B403-4637-8F7A-B16A975F7D83}"/>
          </ac:spMkLst>
        </pc:spChg>
        <pc:spChg chg="add mod">
          <ac:chgData name="郁儒 廖" userId="189a1d031aa848d3" providerId="LiveId" clId="{26EF712A-C9F3-4FA7-AD7B-D8EF1B9D393D}" dt="2020-09-28T12:09:29.570" v="3708"/>
          <ac:spMkLst>
            <pc:docMk/>
            <pc:sldMk cId="2030942318" sldId="300"/>
            <ac:spMk id="3" creationId="{1E69C059-5C46-44C8-8D68-0763593F0E05}"/>
          </ac:spMkLst>
        </pc:spChg>
        <pc:spChg chg="add mod">
          <ac:chgData name="郁儒 廖" userId="189a1d031aa848d3" providerId="LiveId" clId="{26EF712A-C9F3-4FA7-AD7B-D8EF1B9D393D}" dt="2020-09-26T16:56:03.232" v="2347"/>
          <ac:spMkLst>
            <pc:docMk/>
            <pc:sldMk cId="2030942318" sldId="300"/>
            <ac:spMk id="5" creationId="{187BAEFB-F529-4B69-83C6-0968E85FEF97}"/>
          </ac:spMkLst>
        </pc:spChg>
        <pc:spChg chg="del">
          <ac:chgData name="郁儒 廖" userId="189a1d031aa848d3" providerId="LiveId" clId="{26EF712A-C9F3-4FA7-AD7B-D8EF1B9D393D}" dt="2020-09-26T05:30:59.604" v="1224" actId="478"/>
          <ac:spMkLst>
            <pc:docMk/>
            <pc:sldMk cId="2030942318" sldId="300"/>
            <ac:spMk id="5" creationId="{6EB45A6D-624E-45D8-9040-8E8E4C10931C}"/>
          </ac:spMkLst>
        </pc:spChg>
        <pc:spChg chg="add del mod">
          <ac:chgData name="郁儒 廖" userId="189a1d031aa848d3" providerId="LiveId" clId="{26EF712A-C9F3-4FA7-AD7B-D8EF1B9D393D}" dt="2020-09-26T06:03:06.829" v="1283" actId="478"/>
          <ac:spMkLst>
            <pc:docMk/>
            <pc:sldMk cId="2030942318" sldId="300"/>
            <ac:spMk id="10" creationId="{B0F9D76B-80D8-4B38-B4CA-8CDB1542F641}"/>
          </ac:spMkLst>
        </pc:spChg>
        <pc:picChg chg="mod">
          <ac:chgData name="郁儒 廖" userId="189a1d031aa848d3" providerId="LiveId" clId="{26EF712A-C9F3-4FA7-AD7B-D8EF1B9D393D}" dt="2020-09-27T05:10:13.458" v="3253" actId="1076"/>
          <ac:picMkLst>
            <pc:docMk/>
            <pc:sldMk cId="2030942318" sldId="300"/>
            <ac:picMk id="4" creationId="{99CD2260-C87C-4948-8F33-C5FC5FA5CBCE}"/>
          </ac:picMkLst>
        </pc:picChg>
        <pc:picChg chg="add del mod modCrop">
          <ac:chgData name="郁儒 廖" userId="189a1d031aa848d3" providerId="LiveId" clId="{26EF712A-C9F3-4FA7-AD7B-D8EF1B9D393D}" dt="2020-09-26T06:02:11.108" v="1258" actId="478"/>
          <ac:picMkLst>
            <pc:docMk/>
            <pc:sldMk cId="2030942318" sldId="300"/>
            <ac:picMk id="8" creationId="{A922672E-EA8E-4314-85E8-62293CD79FC1}"/>
          </ac:picMkLst>
        </pc:picChg>
      </pc:sldChg>
      <pc:sldChg chg="addSp delSp modSp add del mod">
        <pc:chgData name="郁儒 廖" userId="189a1d031aa848d3" providerId="LiveId" clId="{26EF712A-C9F3-4FA7-AD7B-D8EF1B9D393D}" dt="2020-09-26T11:59:17.528" v="1286" actId="47"/>
        <pc:sldMkLst>
          <pc:docMk/>
          <pc:sldMk cId="2482141400" sldId="301"/>
        </pc:sldMkLst>
        <pc:spChg chg="del mod">
          <ac:chgData name="郁儒 廖" userId="189a1d031aa848d3" providerId="LiveId" clId="{26EF712A-C9F3-4FA7-AD7B-D8EF1B9D393D}" dt="2020-09-26T06:02:55.250" v="1280" actId="478"/>
          <ac:spMkLst>
            <pc:docMk/>
            <pc:sldMk cId="2482141400" sldId="301"/>
            <ac:spMk id="2" creationId="{7F550715-45BC-480C-929E-02B819AF877C}"/>
          </ac:spMkLst>
        </pc:spChg>
        <pc:spChg chg="add del mod">
          <ac:chgData name="郁儒 廖" userId="189a1d031aa848d3" providerId="LiveId" clId="{26EF712A-C9F3-4FA7-AD7B-D8EF1B9D393D}" dt="2020-09-26T06:03:00.607" v="1281" actId="478"/>
          <ac:spMkLst>
            <pc:docMk/>
            <pc:sldMk cId="2482141400" sldId="301"/>
            <ac:spMk id="6" creationId="{E6F2A9E0-1EE9-4722-8B9E-5D89A9B1A480}"/>
          </ac:spMkLst>
        </pc:spChg>
      </pc:sldChg>
      <pc:sldChg chg="addSp delSp modSp add del mod">
        <pc:chgData name="郁儒 廖" userId="189a1d031aa848d3" providerId="LiveId" clId="{26EF712A-C9F3-4FA7-AD7B-D8EF1B9D393D}" dt="2020-09-29T05:29:32.650" v="3863" actId="47"/>
        <pc:sldMkLst>
          <pc:docMk/>
          <pc:sldMk cId="4246128327" sldId="301"/>
        </pc:sldMkLst>
        <pc:spChg chg="add mod">
          <ac:chgData name="郁儒 廖" userId="189a1d031aa848d3" providerId="LiveId" clId="{26EF712A-C9F3-4FA7-AD7B-D8EF1B9D393D}" dt="2020-09-27T15:19:41.894" v="3625" actId="1037"/>
          <ac:spMkLst>
            <pc:docMk/>
            <pc:sldMk cId="4246128327" sldId="301"/>
            <ac:spMk id="4" creationId="{490F765D-5816-4032-B3EC-A52BEC1AFEBA}"/>
          </ac:spMkLst>
        </pc:spChg>
        <pc:spChg chg="add del mod">
          <ac:chgData name="郁儒 廖" userId="189a1d031aa848d3" providerId="LiveId" clId="{26EF712A-C9F3-4FA7-AD7B-D8EF1B9D393D}" dt="2020-09-27T15:11:59.901" v="3466" actId="478"/>
          <ac:spMkLst>
            <pc:docMk/>
            <pc:sldMk cId="4246128327" sldId="301"/>
            <ac:spMk id="14" creationId="{9C61E469-6BFA-435C-ABD3-09053A853C21}"/>
          </ac:spMkLst>
        </pc:spChg>
        <pc:spChg chg="add mod">
          <ac:chgData name="郁儒 廖" userId="189a1d031aa848d3" providerId="LiveId" clId="{26EF712A-C9F3-4FA7-AD7B-D8EF1B9D393D}" dt="2020-09-27T15:19:41.894" v="3625" actId="1037"/>
          <ac:spMkLst>
            <pc:docMk/>
            <pc:sldMk cId="4246128327" sldId="301"/>
            <ac:spMk id="15" creationId="{64774155-E7C8-4751-8E3C-ECBD140D3412}"/>
          </ac:spMkLst>
        </pc:spChg>
        <pc:spChg chg="add del mod">
          <ac:chgData name="郁儒 廖" userId="189a1d031aa848d3" providerId="LiveId" clId="{26EF712A-C9F3-4FA7-AD7B-D8EF1B9D393D}" dt="2020-09-26T12:53:43.061" v="1584"/>
          <ac:spMkLst>
            <pc:docMk/>
            <pc:sldMk cId="4246128327" sldId="301"/>
            <ac:spMk id="16" creationId="{29180DD9-9A7A-47C3-90D8-2C3E2F7BDF24}"/>
          </ac:spMkLst>
        </pc:spChg>
        <pc:spChg chg="add del mod">
          <ac:chgData name="郁儒 廖" userId="189a1d031aa848d3" providerId="LiveId" clId="{26EF712A-C9F3-4FA7-AD7B-D8EF1B9D393D}" dt="2020-09-27T15:19:02.625" v="3556" actId="478"/>
          <ac:spMkLst>
            <pc:docMk/>
            <pc:sldMk cId="4246128327" sldId="301"/>
            <ac:spMk id="17" creationId="{89ABE849-6385-456F-9AAE-E9B68D87C63B}"/>
          </ac:spMkLst>
        </pc:spChg>
        <pc:spChg chg="add mod">
          <ac:chgData name="郁儒 廖" userId="189a1d031aa848d3" providerId="LiveId" clId="{26EF712A-C9F3-4FA7-AD7B-D8EF1B9D393D}" dt="2020-09-27T15:19:41.894" v="3625" actId="1037"/>
          <ac:spMkLst>
            <pc:docMk/>
            <pc:sldMk cId="4246128327" sldId="301"/>
            <ac:spMk id="20" creationId="{DEF7B17A-47E7-461F-9965-AB5A5BE0A7DB}"/>
          </ac:spMkLst>
        </pc:spChg>
        <pc:spChg chg="add mod">
          <ac:chgData name="郁儒 廖" userId="189a1d031aa848d3" providerId="LiveId" clId="{26EF712A-C9F3-4FA7-AD7B-D8EF1B9D393D}" dt="2020-09-27T15:19:41.894" v="3625" actId="1037"/>
          <ac:spMkLst>
            <pc:docMk/>
            <pc:sldMk cId="4246128327" sldId="301"/>
            <ac:spMk id="22" creationId="{A36CE00F-32DC-485C-9B81-029368ABAAB9}"/>
          </ac:spMkLst>
        </pc:spChg>
        <pc:spChg chg="add mod">
          <ac:chgData name="郁儒 廖" userId="189a1d031aa848d3" providerId="LiveId" clId="{26EF712A-C9F3-4FA7-AD7B-D8EF1B9D393D}" dt="2020-09-27T15:19:41.894" v="3625" actId="1037"/>
          <ac:spMkLst>
            <pc:docMk/>
            <pc:sldMk cId="4246128327" sldId="301"/>
            <ac:spMk id="24" creationId="{BB8B9040-3294-4B7C-8D2B-406BE239B62C}"/>
          </ac:spMkLst>
        </pc:spChg>
        <pc:spChg chg="add mod">
          <ac:chgData name="郁儒 廖" userId="189a1d031aa848d3" providerId="LiveId" clId="{26EF712A-C9F3-4FA7-AD7B-D8EF1B9D393D}" dt="2020-09-27T15:19:41.894" v="3625" actId="1037"/>
          <ac:spMkLst>
            <pc:docMk/>
            <pc:sldMk cId="4246128327" sldId="301"/>
            <ac:spMk id="26" creationId="{2037236B-D497-4538-A5E3-F5217CD11EDA}"/>
          </ac:spMkLst>
        </pc:spChg>
        <pc:spChg chg="add mod">
          <ac:chgData name="郁儒 廖" userId="189a1d031aa848d3" providerId="LiveId" clId="{26EF712A-C9F3-4FA7-AD7B-D8EF1B9D393D}" dt="2020-09-27T15:19:41.894" v="3625" actId="1037"/>
          <ac:spMkLst>
            <pc:docMk/>
            <pc:sldMk cId="4246128327" sldId="301"/>
            <ac:spMk id="30" creationId="{F9DF0B47-D6FE-4BA5-9F0C-9CC1DB03B879}"/>
          </ac:spMkLst>
        </pc:spChg>
        <pc:spChg chg="add mod">
          <ac:chgData name="郁儒 廖" userId="189a1d031aa848d3" providerId="LiveId" clId="{26EF712A-C9F3-4FA7-AD7B-D8EF1B9D393D}" dt="2020-09-27T15:19:41.894" v="3625" actId="1037"/>
          <ac:spMkLst>
            <pc:docMk/>
            <pc:sldMk cId="4246128327" sldId="301"/>
            <ac:spMk id="32" creationId="{8247224E-145B-4296-AFA9-0D8FF11B4452}"/>
          </ac:spMkLst>
        </pc:spChg>
        <pc:spChg chg="add mod">
          <ac:chgData name="郁儒 廖" userId="189a1d031aa848d3" providerId="LiveId" clId="{26EF712A-C9F3-4FA7-AD7B-D8EF1B9D393D}" dt="2020-09-27T15:19:41.894" v="3625" actId="1037"/>
          <ac:spMkLst>
            <pc:docMk/>
            <pc:sldMk cId="4246128327" sldId="301"/>
            <ac:spMk id="34" creationId="{8C1BCC58-9F18-4F48-9C4A-C2F9AE0E4F53}"/>
          </ac:spMkLst>
        </pc:spChg>
        <pc:spChg chg="add mod">
          <ac:chgData name="郁儒 廖" userId="189a1d031aa848d3" providerId="LiveId" clId="{26EF712A-C9F3-4FA7-AD7B-D8EF1B9D393D}" dt="2020-09-27T15:19:41.894" v="3625" actId="1037"/>
          <ac:spMkLst>
            <pc:docMk/>
            <pc:sldMk cId="4246128327" sldId="301"/>
            <ac:spMk id="36" creationId="{3B702205-3258-486D-A4AB-88E1D7206929}"/>
          </ac:spMkLst>
        </pc:spChg>
        <pc:spChg chg="add mod">
          <ac:chgData name="郁儒 廖" userId="189a1d031aa848d3" providerId="LiveId" clId="{26EF712A-C9F3-4FA7-AD7B-D8EF1B9D393D}" dt="2020-09-27T15:19:41.894" v="3625" actId="1037"/>
          <ac:spMkLst>
            <pc:docMk/>
            <pc:sldMk cId="4246128327" sldId="301"/>
            <ac:spMk id="38" creationId="{D2BCD842-E323-4DB1-B06B-86303A77D594}"/>
          </ac:spMkLst>
        </pc:spChg>
        <pc:spChg chg="add mod">
          <ac:chgData name="郁儒 廖" userId="189a1d031aa848d3" providerId="LiveId" clId="{26EF712A-C9F3-4FA7-AD7B-D8EF1B9D393D}" dt="2020-09-27T15:19:41.894" v="3625" actId="1037"/>
          <ac:spMkLst>
            <pc:docMk/>
            <pc:sldMk cId="4246128327" sldId="301"/>
            <ac:spMk id="40" creationId="{101ABF5A-9C44-4FC1-9FC5-B21E7B447A68}"/>
          </ac:spMkLst>
        </pc:spChg>
        <pc:spChg chg="add mod">
          <ac:chgData name="郁儒 廖" userId="189a1d031aa848d3" providerId="LiveId" clId="{26EF712A-C9F3-4FA7-AD7B-D8EF1B9D393D}" dt="2020-09-27T15:19:41.894" v="3625" actId="1037"/>
          <ac:spMkLst>
            <pc:docMk/>
            <pc:sldMk cId="4246128327" sldId="301"/>
            <ac:spMk id="42" creationId="{3709BF9D-1A0D-4DDA-91AF-B2E5C0815A5C}"/>
          </ac:spMkLst>
        </pc:spChg>
        <pc:spChg chg="add mod">
          <ac:chgData name="郁儒 廖" userId="189a1d031aa848d3" providerId="LiveId" clId="{26EF712A-C9F3-4FA7-AD7B-D8EF1B9D393D}" dt="2020-09-27T15:19:41.894" v="3625" actId="1037"/>
          <ac:spMkLst>
            <pc:docMk/>
            <pc:sldMk cId="4246128327" sldId="301"/>
            <ac:spMk id="44" creationId="{C47E4829-0358-491B-B42A-7E2D8DD43207}"/>
          </ac:spMkLst>
        </pc:spChg>
        <pc:spChg chg="add mod">
          <ac:chgData name="郁儒 廖" userId="189a1d031aa848d3" providerId="LiveId" clId="{26EF712A-C9F3-4FA7-AD7B-D8EF1B9D393D}" dt="2020-09-27T15:19:41.894" v="3625" actId="1037"/>
          <ac:spMkLst>
            <pc:docMk/>
            <pc:sldMk cId="4246128327" sldId="301"/>
            <ac:spMk id="51" creationId="{A886CDC3-0D9A-4789-B44C-E413811CBEC5}"/>
          </ac:spMkLst>
        </pc:spChg>
        <pc:spChg chg="add mod">
          <ac:chgData name="郁儒 廖" userId="189a1d031aa848d3" providerId="LiveId" clId="{26EF712A-C9F3-4FA7-AD7B-D8EF1B9D393D}" dt="2020-09-27T15:19:41.894" v="3625" actId="1037"/>
          <ac:spMkLst>
            <pc:docMk/>
            <pc:sldMk cId="4246128327" sldId="301"/>
            <ac:spMk id="53" creationId="{CD856458-1404-46C1-BE96-EF9B5F160B35}"/>
          </ac:spMkLst>
        </pc:spChg>
        <pc:spChg chg="add del mod">
          <ac:chgData name="郁儒 廖" userId="189a1d031aa848d3" providerId="LiveId" clId="{26EF712A-C9F3-4FA7-AD7B-D8EF1B9D393D}" dt="2020-09-27T15:16:41.804" v="3526" actId="478"/>
          <ac:spMkLst>
            <pc:docMk/>
            <pc:sldMk cId="4246128327" sldId="301"/>
            <ac:spMk id="54" creationId="{BB2C2456-4388-4DD8-B1D9-E9E4577EB121}"/>
          </ac:spMkLst>
        </pc:spChg>
        <pc:spChg chg="add mod">
          <ac:chgData name="郁儒 廖" userId="189a1d031aa848d3" providerId="LiveId" clId="{26EF712A-C9F3-4FA7-AD7B-D8EF1B9D393D}" dt="2020-09-27T15:19:41.894" v="3625" actId="1037"/>
          <ac:spMkLst>
            <pc:docMk/>
            <pc:sldMk cId="4246128327" sldId="301"/>
            <ac:spMk id="55" creationId="{A95F7DF3-0100-4021-991A-A08A0DCF599B}"/>
          </ac:spMkLst>
        </pc:spChg>
        <pc:spChg chg="add mod">
          <ac:chgData name="郁儒 廖" userId="189a1d031aa848d3" providerId="LiveId" clId="{26EF712A-C9F3-4FA7-AD7B-D8EF1B9D393D}" dt="2020-09-27T15:19:41.894" v="3625" actId="1037"/>
          <ac:spMkLst>
            <pc:docMk/>
            <pc:sldMk cId="4246128327" sldId="301"/>
            <ac:spMk id="57" creationId="{02A72F49-BBF6-4D77-84AE-EA580EABA591}"/>
          </ac:spMkLst>
        </pc:spChg>
        <pc:spChg chg="add mod">
          <ac:chgData name="郁儒 廖" userId="189a1d031aa848d3" providerId="LiveId" clId="{26EF712A-C9F3-4FA7-AD7B-D8EF1B9D393D}" dt="2020-09-27T15:19:41.894" v="3625" actId="1037"/>
          <ac:spMkLst>
            <pc:docMk/>
            <pc:sldMk cId="4246128327" sldId="301"/>
            <ac:spMk id="58" creationId="{15B8C73F-CE0B-4289-BF93-BFCDEC9E4998}"/>
          </ac:spMkLst>
        </pc:spChg>
        <pc:spChg chg="add mod">
          <ac:chgData name="郁儒 廖" userId="189a1d031aa848d3" providerId="LiveId" clId="{26EF712A-C9F3-4FA7-AD7B-D8EF1B9D393D}" dt="2020-09-27T15:19:41.894" v="3625" actId="1037"/>
          <ac:spMkLst>
            <pc:docMk/>
            <pc:sldMk cId="4246128327" sldId="301"/>
            <ac:spMk id="59" creationId="{697CC6EA-19B8-4049-801D-4AE21A3210AE}"/>
          </ac:spMkLst>
        </pc:spChg>
        <pc:spChg chg="add mod">
          <ac:chgData name="郁儒 廖" userId="189a1d031aa848d3" providerId="LiveId" clId="{26EF712A-C9F3-4FA7-AD7B-D8EF1B9D393D}" dt="2020-09-27T15:19:41.894" v="3625" actId="1037"/>
          <ac:spMkLst>
            <pc:docMk/>
            <pc:sldMk cId="4246128327" sldId="301"/>
            <ac:spMk id="60" creationId="{B60F2E5D-87DF-4752-89E9-50593DAF7B13}"/>
          </ac:spMkLst>
        </pc:spChg>
        <pc:spChg chg="add mod">
          <ac:chgData name="郁儒 廖" userId="189a1d031aa848d3" providerId="LiveId" clId="{26EF712A-C9F3-4FA7-AD7B-D8EF1B9D393D}" dt="2020-09-27T15:19:41.894" v="3625" actId="1037"/>
          <ac:spMkLst>
            <pc:docMk/>
            <pc:sldMk cId="4246128327" sldId="301"/>
            <ac:spMk id="61" creationId="{CCD759BB-45F8-4493-B04A-E71822F7DDCC}"/>
          </ac:spMkLst>
        </pc:spChg>
        <pc:spChg chg="add mod">
          <ac:chgData name="郁儒 廖" userId="189a1d031aa848d3" providerId="LiveId" clId="{26EF712A-C9F3-4FA7-AD7B-D8EF1B9D393D}" dt="2020-09-27T15:19:41.894" v="3625" actId="1037"/>
          <ac:spMkLst>
            <pc:docMk/>
            <pc:sldMk cId="4246128327" sldId="301"/>
            <ac:spMk id="63" creationId="{2B7C4E38-3931-4669-A344-760BB6AC2573}"/>
          </ac:spMkLst>
        </pc:spChg>
        <pc:spChg chg="add mod">
          <ac:chgData name="郁儒 廖" userId="189a1d031aa848d3" providerId="LiveId" clId="{26EF712A-C9F3-4FA7-AD7B-D8EF1B9D393D}" dt="2020-09-27T15:19:41.894" v="3625" actId="1037"/>
          <ac:spMkLst>
            <pc:docMk/>
            <pc:sldMk cId="4246128327" sldId="301"/>
            <ac:spMk id="64" creationId="{28B79B66-7E83-48F5-B04C-C4F72098B4D2}"/>
          </ac:spMkLst>
        </pc:spChg>
        <pc:spChg chg="add mod">
          <ac:chgData name="郁儒 廖" userId="189a1d031aa848d3" providerId="LiveId" clId="{26EF712A-C9F3-4FA7-AD7B-D8EF1B9D393D}" dt="2020-09-27T15:19:41.894" v="3625" actId="1037"/>
          <ac:spMkLst>
            <pc:docMk/>
            <pc:sldMk cId="4246128327" sldId="301"/>
            <ac:spMk id="65" creationId="{04F5A313-32F2-4E8C-B5AB-66C70AEA7E17}"/>
          </ac:spMkLst>
        </pc:spChg>
        <pc:spChg chg="add mod">
          <ac:chgData name="郁儒 廖" userId="189a1d031aa848d3" providerId="LiveId" clId="{26EF712A-C9F3-4FA7-AD7B-D8EF1B9D393D}" dt="2020-09-27T15:19:41.894" v="3625" actId="1037"/>
          <ac:spMkLst>
            <pc:docMk/>
            <pc:sldMk cId="4246128327" sldId="301"/>
            <ac:spMk id="66" creationId="{EFD9FAF8-A023-441B-BBDE-3FA20B17D9EA}"/>
          </ac:spMkLst>
        </pc:spChg>
        <pc:spChg chg="add mod">
          <ac:chgData name="郁儒 廖" userId="189a1d031aa848d3" providerId="LiveId" clId="{26EF712A-C9F3-4FA7-AD7B-D8EF1B9D393D}" dt="2020-09-27T15:19:41.894" v="3625" actId="1037"/>
          <ac:spMkLst>
            <pc:docMk/>
            <pc:sldMk cId="4246128327" sldId="301"/>
            <ac:spMk id="67" creationId="{79FB4465-CFD8-4632-BEEC-02B9AFF4C9CE}"/>
          </ac:spMkLst>
        </pc:spChg>
        <pc:spChg chg="add mod">
          <ac:chgData name="郁儒 廖" userId="189a1d031aa848d3" providerId="LiveId" clId="{26EF712A-C9F3-4FA7-AD7B-D8EF1B9D393D}" dt="2020-09-27T15:19:41.894" v="3625" actId="1037"/>
          <ac:spMkLst>
            <pc:docMk/>
            <pc:sldMk cId="4246128327" sldId="301"/>
            <ac:spMk id="68" creationId="{CEDB91E7-7F3B-41B5-903C-6508679640CC}"/>
          </ac:spMkLst>
        </pc:spChg>
        <pc:spChg chg="add mod">
          <ac:chgData name="郁儒 廖" userId="189a1d031aa848d3" providerId="LiveId" clId="{26EF712A-C9F3-4FA7-AD7B-D8EF1B9D393D}" dt="2020-09-27T15:19:41.894" v="3625" actId="1037"/>
          <ac:spMkLst>
            <pc:docMk/>
            <pc:sldMk cId="4246128327" sldId="301"/>
            <ac:spMk id="69" creationId="{393CACCA-657D-4EA7-B9E8-FC076FD1D372}"/>
          </ac:spMkLst>
        </pc:spChg>
        <pc:spChg chg="add mod">
          <ac:chgData name="郁儒 廖" userId="189a1d031aa848d3" providerId="LiveId" clId="{26EF712A-C9F3-4FA7-AD7B-D8EF1B9D393D}" dt="2020-09-27T15:19:41.894" v="3625" actId="1037"/>
          <ac:spMkLst>
            <pc:docMk/>
            <pc:sldMk cId="4246128327" sldId="301"/>
            <ac:spMk id="70" creationId="{366424A0-1878-402B-ACEC-E6415AEF69C6}"/>
          </ac:spMkLst>
        </pc:spChg>
        <pc:spChg chg="add mod">
          <ac:chgData name="郁儒 廖" userId="189a1d031aa848d3" providerId="LiveId" clId="{26EF712A-C9F3-4FA7-AD7B-D8EF1B9D393D}" dt="2020-09-27T15:19:41.894" v="3625" actId="1037"/>
          <ac:spMkLst>
            <pc:docMk/>
            <pc:sldMk cId="4246128327" sldId="301"/>
            <ac:spMk id="75" creationId="{62360118-C876-47D7-BDA4-D38D67A28BC1}"/>
          </ac:spMkLst>
        </pc:spChg>
        <pc:spChg chg="add mod">
          <ac:chgData name="郁儒 廖" userId="189a1d031aa848d3" providerId="LiveId" clId="{26EF712A-C9F3-4FA7-AD7B-D8EF1B9D393D}" dt="2020-09-27T15:19:41.894" v="3625" actId="1037"/>
          <ac:spMkLst>
            <pc:docMk/>
            <pc:sldMk cId="4246128327" sldId="301"/>
            <ac:spMk id="76" creationId="{06E67035-2EBC-4521-9855-DFDE4B3A7B9E}"/>
          </ac:spMkLst>
        </pc:spChg>
        <pc:spChg chg="add mod">
          <ac:chgData name="郁儒 廖" userId="189a1d031aa848d3" providerId="LiveId" clId="{26EF712A-C9F3-4FA7-AD7B-D8EF1B9D393D}" dt="2020-09-27T15:19:41.894" v="3625" actId="1037"/>
          <ac:spMkLst>
            <pc:docMk/>
            <pc:sldMk cId="4246128327" sldId="301"/>
            <ac:spMk id="77" creationId="{CDC39A89-0C33-4B16-AD9C-22D6B9E123C3}"/>
          </ac:spMkLst>
        </pc:spChg>
        <pc:spChg chg="add mod">
          <ac:chgData name="郁儒 廖" userId="189a1d031aa848d3" providerId="LiveId" clId="{26EF712A-C9F3-4FA7-AD7B-D8EF1B9D393D}" dt="2020-09-27T15:19:41.894" v="3625" actId="1037"/>
          <ac:spMkLst>
            <pc:docMk/>
            <pc:sldMk cId="4246128327" sldId="301"/>
            <ac:spMk id="78" creationId="{CF0AE27F-D604-414E-BCA0-CC57CD85A64B}"/>
          </ac:spMkLst>
        </pc:spChg>
        <pc:spChg chg="add del mod">
          <ac:chgData name="郁儒 廖" userId="189a1d031aa848d3" providerId="LiveId" clId="{26EF712A-C9F3-4FA7-AD7B-D8EF1B9D393D}" dt="2020-09-27T15:21:06.327" v="3636" actId="478"/>
          <ac:spMkLst>
            <pc:docMk/>
            <pc:sldMk cId="4246128327" sldId="301"/>
            <ac:spMk id="79" creationId="{08DBD50D-D007-4930-97D6-BEEDA05ED6D9}"/>
          </ac:spMkLst>
        </pc:spChg>
        <pc:spChg chg="add mod">
          <ac:chgData name="郁儒 廖" userId="189a1d031aa848d3" providerId="LiveId" clId="{26EF712A-C9F3-4FA7-AD7B-D8EF1B9D393D}" dt="2020-09-27T15:21:16.699" v="3638" actId="1076"/>
          <ac:spMkLst>
            <pc:docMk/>
            <pc:sldMk cId="4246128327" sldId="301"/>
            <ac:spMk id="81" creationId="{668D6126-B0B8-42D6-BCE0-7AF84330CCDE}"/>
          </ac:spMkLst>
        </pc:spChg>
        <pc:spChg chg="add mod">
          <ac:chgData name="郁儒 廖" userId="189a1d031aa848d3" providerId="LiveId" clId="{26EF712A-C9F3-4FA7-AD7B-D8EF1B9D393D}" dt="2020-09-27T15:19:41.894" v="3625" actId="1037"/>
          <ac:spMkLst>
            <pc:docMk/>
            <pc:sldMk cId="4246128327" sldId="301"/>
            <ac:spMk id="82" creationId="{F0BF3A2C-C560-4A06-9A6F-4EEFC9D86BDE}"/>
          </ac:spMkLst>
        </pc:spChg>
        <pc:spChg chg="add mod">
          <ac:chgData name="郁儒 廖" userId="189a1d031aa848d3" providerId="LiveId" clId="{26EF712A-C9F3-4FA7-AD7B-D8EF1B9D393D}" dt="2020-09-27T15:19:41.894" v="3625" actId="1037"/>
          <ac:spMkLst>
            <pc:docMk/>
            <pc:sldMk cId="4246128327" sldId="301"/>
            <ac:spMk id="84" creationId="{1A12299C-0855-4A02-8029-2A3E59EF817E}"/>
          </ac:spMkLst>
        </pc:spChg>
        <pc:graphicFrameChg chg="add mod modGraphic">
          <ac:chgData name="郁儒 廖" userId="189a1d031aa848d3" providerId="LiveId" clId="{26EF712A-C9F3-4FA7-AD7B-D8EF1B9D393D}" dt="2020-09-27T15:19:41.894" v="3625" actId="1037"/>
          <ac:graphicFrameMkLst>
            <pc:docMk/>
            <pc:sldMk cId="4246128327" sldId="301"/>
            <ac:graphicFrameMk id="28" creationId="{610EE86F-6E42-4013-B8A6-3CD63A2067FD}"/>
          </ac:graphicFrameMkLst>
        </pc:graphicFrameChg>
        <pc:graphicFrameChg chg="add mod">
          <ac:chgData name="郁儒 廖" userId="189a1d031aa848d3" providerId="LiveId" clId="{26EF712A-C9F3-4FA7-AD7B-D8EF1B9D393D}" dt="2020-09-27T15:19:41.894" v="3625" actId="1037"/>
          <ac:graphicFrameMkLst>
            <pc:docMk/>
            <pc:sldMk cId="4246128327" sldId="301"/>
            <ac:graphicFrameMk id="62" creationId="{9C6A8899-A8EE-4C66-A92C-34E610EAFFF0}"/>
          </ac:graphicFrameMkLst>
        </pc:graphicFrameChg>
        <pc:picChg chg="del mod modCrop">
          <ac:chgData name="郁儒 廖" userId="189a1d031aa848d3" providerId="LiveId" clId="{26EF712A-C9F3-4FA7-AD7B-D8EF1B9D393D}" dt="2020-09-26T12:06:17.514" v="1315" actId="478"/>
          <ac:picMkLst>
            <pc:docMk/>
            <pc:sldMk cId="4246128327" sldId="301"/>
            <ac:picMk id="4" creationId="{A2A8FFA6-AB95-4098-A4E3-2EE8B8D7FF40}"/>
          </ac:picMkLst>
        </pc:picChg>
        <pc:picChg chg="add del mod">
          <ac:chgData name="郁儒 廖" userId="189a1d031aa848d3" providerId="LiveId" clId="{26EF712A-C9F3-4FA7-AD7B-D8EF1B9D393D}" dt="2020-09-26T12:04:21.555" v="1304" actId="478"/>
          <ac:picMkLst>
            <pc:docMk/>
            <pc:sldMk cId="4246128327" sldId="301"/>
            <ac:picMk id="5" creationId="{3F823D83-47A5-46FE-88A8-D3F05B093CF7}"/>
          </ac:picMkLst>
        </pc:picChg>
        <pc:picChg chg="add del mod">
          <ac:chgData name="郁儒 廖" userId="189a1d031aa848d3" providerId="LiveId" clId="{26EF712A-C9F3-4FA7-AD7B-D8EF1B9D393D}" dt="2020-09-26T12:19:23.755" v="1477" actId="478"/>
          <ac:picMkLst>
            <pc:docMk/>
            <pc:sldMk cId="4246128327" sldId="301"/>
            <ac:picMk id="7" creationId="{5F44A754-D1F6-4E35-9890-DA28B0F212C0}"/>
          </ac:picMkLst>
        </pc:picChg>
        <pc:picChg chg="add del mod">
          <ac:chgData name="郁儒 廖" userId="189a1d031aa848d3" providerId="LiveId" clId="{26EF712A-C9F3-4FA7-AD7B-D8EF1B9D393D}" dt="2020-09-27T15:19:31.428" v="3557" actId="478"/>
          <ac:picMkLst>
            <pc:docMk/>
            <pc:sldMk cId="4246128327" sldId="301"/>
            <ac:picMk id="9" creationId="{91F86B0E-450F-441E-AD4D-65A38AD86392}"/>
          </ac:picMkLst>
        </pc:picChg>
        <pc:picChg chg="add del mod modCrop">
          <ac:chgData name="郁儒 廖" userId="189a1d031aa848d3" providerId="LiveId" clId="{26EF712A-C9F3-4FA7-AD7B-D8EF1B9D393D}" dt="2020-09-26T12:19:22.138" v="1476" actId="478"/>
          <ac:picMkLst>
            <pc:docMk/>
            <pc:sldMk cId="4246128327" sldId="301"/>
            <ac:picMk id="11" creationId="{E9FF2035-F2BF-49E5-AB0C-265E13D0CDD2}"/>
          </ac:picMkLst>
        </pc:picChg>
        <pc:picChg chg="add del mod modCrop">
          <ac:chgData name="郁儒 廖" userId="189a1d031aa848d3" providerId="LiveId" clId="{26EF712A-C9F3-4FA7-AD7B-D8EF1B9D393D}" dt="2020-09-27T15:11:55.720" v="3464" actId="478"/>
          <ac:picMkLst>
            <pc:docMk/>
            <pc:sldMk cId="4246128327" sldId="301"/>
            <ac:picMk id="13" creationId="{7A77982B-DBA6-464D-9BB9-8FBB1040320A}"/>
          </ac:picMkLst>
        </pc:picChg>
        <pc:picChg chg="add del mod modCrop">
          <ac:chgData name="郁儒 廖" userId="189a1d031aa848d3" providerId="LiveId" clId="{26EF712A-C9F3-4FA7-AD7B-D8EF1B9D393D}" dt="2020-09-26T13:20:33.758" v="1640" actId="478"/>
          <ac:picMkLst>
            <pc:docMk/>
            <pc:sldMk cId="4246128327" sldId="301"/>
            <ac:picMk id="19" creationId="{FD246111-5808-4B84-98FA-65473B38825B}"/>
          </ac:picMkLst>
        </pc:picChg>
        <pc:cxnChg chg="add mod">
          <ac:chgData name="郁儒 廖" userId="189a1d031aa848d3" providerId="LiveId" clId="{26EF712A-C9F3-4FA7-AD7B-D8EF1B9D393D}" dt="2020-09-27T15:19:41.894" v="3625" actId="1037"/>
          <ac:cxnSpMkLst>
            <pc:docMk/>
            <pc:sldMk cId="4246128327" sldId="301"/>
            <ac:cxnSpMk id="46" creationId="{C2CC7A9D-2C63-40AB-96D3-4ADF43A5D234}"/>
          </ac:cxnSpMkLst>
        </pc:cxnChg>
        <pc:cxnChg chg="add mod">
          <ac:chgData name="郁儒 廖" userId="189a1d031aa848d3" providerId="LiveId" clId="{26EF712A-C9F3-4FA7-AD7B-D8EF1B9D393D}" dt="2020-09-27T15:19:41.894" v="3625" actId="1037"/>
          <ac:cxnSpMkLst>
            <pc:docMk/>
            <pc:sldMk cId="4246128327" sldId="301"/>
            <ac:cxnSpMk id="47" creationId="{B044F620-D5A3-4337-A949-FD0423413618}"/>
          </ac:cxnSpMkLst>
        </pc:cxnChg>
        <pc:cxnChg chg="add mod">
          <ac:chgData name="郁儒 廖" userId="189a1d031aa848d3" providerId="LiveId" clId="{26EF712A-C9F3-4FA7-AD7B-D8EF1B9D393D}" dt="2020-09-27T15:19:41.894" v="3625" actId="1037"/>
          <ac:cxnSpMkLst>
            <pc:docMk/>
            <pc:sldMk cId="4246128327" sldId="301"/>
            <ac:cxnSpMk id="48" creationId="{DF8A400A-6468-41D2-A452-1625C79C4E2D}"/>
          </ac:cxnSpMkLst>
        </pc:cxnChg>
        <pc:cxnChg chg="add mod">
          <ac:chgData name="郁儒 廖" userId="189a1d031aa848d3" providerId="LiveId" clId="{26EF712A-C9F3-4FA7-AD7B-D8EF1B9D393D}" dt="2020-09-27T15:19:41.894" v="3625" actId="1037"/>
          <ac:cxnSpMkLst>
            <pc:docMk/>
            <pc:sldMk cId="4246128327" sldId="301"/>
            <ac:cxnSpMk id="49" creationId="{DCE532D0-227B-4457-A093-99A43F258A00}"/>
          </ac:cxnSpMkLst>
        </pc:cxnChg>
        <pc:cxnChg chg="add mod">
          <ac:chgData name="郁儒 廖" userId="189a1d031aa848d3" providerId="LiveId" clId="{26EF712A-C9F3-4FA7-AD7B-D8EF1B9D393D}" dt="2020-09-27T15:19:41.894" v="3625" actId="1037"/>
          <ac:cxnSpMkLst>
            <pc:docMk/>
            <pc:sldMk cId="4246128327" sldId="301"/>
            <ac:cxnSpMk id="71" creationId="{30786AEC-C550-4201-B5CB-FD434A70FE60}"/>
          </ac:cxnSpMkLst>
        </pc:cxnChg>
        <pc:cxnChg chg="add mod">
          <ac:chgData name="郁儒 廖" userId="189a1d031aa848d3" providerId="LiveId" clId="{26EF712A-C9F3-4FA7-AD7B-D8EF1B9D393D}" dt="2020-09-27T15:19:41.894" v="3625" actId="1037"/>
          <ac:cxnSpMkLst>
            <pc:docMk/>
            <pc:sldMk cId="4246128327" sldId="301"/>
            <ac:cxnSpMk id="72" creationId="{1D887D3D-23DB-4652-9D3D-28A603A9AE3C}"/>
          </ac:cxnSpMkLst>
        </pc:cxnChg>
        <pc:cxnChg chg="add mod">
          <ac:chgData name="郁儒 廖" userId="189a1d031aa848d3" providerId="LiveId" clId="{26EF712A-C9F3-4FA7-AD7B-D8EF1B9D393D}" dt="2020-09-27T15:19:41.894" v="3625" actId="1037"/>
          <ac:cxnSpMkLst>
            <pc:docMk/>
            <pc:sldMk cId="4246128327" sldId="301"/>
            <ac:cxnSpMk id="73" creationId="{58ABC284-953D-446E-88B2-195A159EA3DF}"/>
          </ac:cxnSpMkLst>
        </pc:cxnChg>
        <pc:cxnChg chg="add mod">
          <ac:chgData name="郁儒 廖" userId="189a1d031aa848d3" providerId="LiveId" clId="{26EF712A-C9F3-4FA7-AD7B-D8EF1B9D393D}" dt="2020-09-27T15:19:41.894" v="3625" actId="1037"/>
          <ac:cxnSpMkLst>
            <pc:docMk/>
            <pc:sldMk cId="4246128327" sldId="301"/>
            <ac:cxnSpMk id="74" creationId="{5A920575-C79B-4F4F-98DB-37082E4D4B4D}"/>
          </ac:cxnSpMkLst>
        </pc:cxnChg>
        <pc:cxnChg chg="add mod">
          <ac:chgData name="郁儒 廖" userId="189a1d031aa848d3" providerId="LiveId" clId="{26EF712A-C9F3-4FA7-AD7B-D8EF1B9D393D}" dt="2020-09-27T15:19:41.894" v="3625" actId="1037"/>
          <ac:cxnSpMkLst>
            <pc:docMk/>
            <pc:sldMk cId="4246128327" sldId="301"/>
            <ac:cxnSpMk id="80" creationId="{53F5720E-A2A1-4EAB-811E-0D376A94FCA3}"/>
          </ac:cxnSpMkLst>
        </pc:cxnChg>
      </pc:sldChg>
      <pc:sldChg chg="addSp delSp modSp add del mod ord">
        <pc:chgData name="郁儒 廖" userId="189a1d031aa848d3" providerId="LiveId" clId="{26EF712A-C9F3-4FA7-AD7B-D8EF1B9D393D}" dt="2020-09-29T05:29:31.246" v="3862" actId="47"/>
        <pc:sldMkLst>
          <pc:docMk/>
          <pc:sldMk cId="191038644" sldId="302"/>
        </pc:sldMkLst>
        <pc:spChg chg="add del mod">
          <ac:chgData name="郁儒 廖" userId="189a1d031aa848d3" providerId="LiveId" clId="{26EF712A-C9F3-4FA7-AD7B-D8EF1B9D393D}" dt="2020-09-26T12:18:48.095" v="1468" actId="478"/>
          <ac:spMkLst>
            <pc:docMk/>
            <pc:sldMk cId="191038644" sldId="302"/>
            <ac:spMk id="4" creationId="{A3790F23-361F-48A4-A93C-CD6767471E1B}"/>
          </ac:spMkLst>
        </pc:spChg>
        <pc:spChg chg="add del mod">
          <ac:chgData name="郁儒 廖" userId="189a1d031aa848d3" providerId="LiveId" clId="{26EF712A-C9F3-4FA7-AD7B-D8EF1B9D393D}" dt="2020-09-26T12:18:55.110" v="1472" actId="478"/>
          <ac:spMkLst>
            <pc:docMk/>
            <pc:sldMk cId="191038644" sldId="302"/>
            <ac:spMk id="5" creationId="{6BC0D913-4D54-421E-9999-4D1BC3D2C0D0}"/>
          </ac:spMkLst>
        </pc:spChg>
        <pc:spChg chg="add del mod">
          <ac:chgData name="郁儒 廖" userId="189a1d031aa848d3" providerId="LiveId" clId="{26EF712A-C9F3-4FA7-AD7B-D8EF1B9D393D}" dt="2020-09-26T12:18:53.732" v="1471" actId="478"/>
          <ac:spMkLst>
            <pc:docMk/>
            <pc:sldMk cId="191038644" sldId="302"/>
            <ac:spMk id="6" creationId="{29C48D92-22C3-4812-AD8D-347A8F00AB52}"/>
          </ac:spMkLst>
        </pc:spChg>
        <pc:spChg chg="add mod">
          <ac:chgData name="郁儒 廖" userId="189a1d031aa848d3" providerId="LiveId" clId="{26EF712A-C9F3-4FA7-AD7B-D8EF1B9D393D}" dt="2020-09-27T15:13:38.701" v="3491" actId="14100"/>
          <ac:spMkLst>
            <pc:docMk/>
            <pc:sldMk cId="191038644" sldId="302"/>
            <ac:spMk id="6" creationId="{B3BC6679-5175-4733-95C2-C19E95123852}"/>
          </ac:spMkLst>
        </pc:spChg>
        <pc:spChg chg="add mod">
          <ac:chgData name="郁儒 廖" userId="189a1d031aa848d3" providerId="LiveId" clId="{26EF712A-C9F3-4FA7-AD7B-D8EF1B9D393D}" dt="2020-09-27T15:10:02.476" v="3401" actId="1076"/>
          <ac:spMkLst>
            <pc:docMk/>
            <pc:sldMk cId="191038644" sldId="302"/>
            <ac:spMk id="8" creationId="{9AA106AD-4CB3-49D2-A415-5521CC2E30F8}"/>
          </ac:spMkLst>
        </pc:spChg>
        <pc:spChg chg="add del mod">
          <ac:chgData name="郁儒 廖" userId="189a1d031aa848d3" providerId="LiveId" clId="{26EF712A-C9F3-4FA7-AD7B-D8EF1B9D393D}" dt="2020-09-26T12:18:49.814" v="1469" actId="478"/>
          <ac:spMkLst>
            <pc:docMk/>
            <pc:sldMk cId="191038644" sldId="302"/>
            <ac:spMk id="8" creationId="{C63D4DC4-4658-4AC9-9A5E-4BD6040BC076}"/>
          </ac:spMkLst>
        </pc:spChg>
        <pc:spChg chg="add mod">
          <ac:chgData name="郁儒 廖" userId="189a1d031aa848d3" providerId="LiveId" clId="{26EF712A-C9F3-4FA7-AD7B-D8EF1B9D393D}" dt="2020-09-27T15:13:28.291" v="3488" actId="1076"/>
          <ac:spMkLst>
            <pc:docMk/>
            <pc:sldMk cId="191038644" sldId="302"/>
            <ac:spMk id="10" creationId="{BF2F9B87-304C-47AC-9247-A534E86CCBD9}"/>
          </ac:spMkLst>
        </pc:spChg>
        <pc:spChg chg="add del mod">
          <ac:chgData name="郁儒 廖" userId="189a1d031aa848d3" providerId="LiveId" clId="{26EF712A-C9F3-4FA7-AD7B-D8EF1B9D393D}" dt="2020-09-26T12:18:51.878" v="1470" actId="478"/>
          <ac:spMkLst>
            <pc:docMk/>
            <pc:sldMk cId="191038644" sldId="302"/>
            <ac:spMk id="16" creationId="{D45646AA-8A1A-4CF2-9724-328C3A82B32C}"/>
          </ac:spMkLst>
        </pc:spChg>
        <pc:spChg chg="add del mod">
          <ac:chgData name="郁儒 廖" userId="189a1d031aa848d3" providerId="LiveId" clId="{26EF712A-C9F3-4FA7-AD7B-D8EF1B9D393D}" dt="2020-09-27T15:05:44.233" v="3378" actId="478"/>
          <ac:spMkLst>
            <pc:docMk/>
            <pc:sldMk cId="191038644" sldId="302"/>
            <ac:spMk id="18" creationId="{E47255DA-EF0F-4630-9907-B97BB10CBBF8}"/>
          </ac:spMkLst>
        </pc:spChg>
        <pc:spChg chg="add del mod">
          <ac:chgData name="郁儒 廖" userId="189a1d031aa848d3" providerId="LiveId" clId="{26EF712A-C9F3-4FA7-AD7B-D8EF1B9D393D}" dt="2020-09-27T15:05:42.714" v="3377" actId="478"/>
          <ac:spMkLst>
            <pc:docMk/>
            <pc:sldMk cId="191038644" sldId="302"/>
            <ac:spMk id="20" creationId="{BD48A9F7-E536-4D59-A8F2-3D5C6458A791}"/>
          </ac:spMkLst>
        </pc:spChg>
        <pc:spChg chg="add del mod">
          <ac:chgData name="郁儒 廖" userId="189a1d031aa848d3" providerId="LiveId" clId="{26EF712A-C9F3-4FA7-AD7B-D8EF1B9D393D}" dt="2020-09-27T15:05:41.773" v="3376" actId="478"/>
          <ac:spMkLst>
            <pc:docMk/>
            <pc:sldMk cId="191038644" sldId="302"/>
            <ac:spMk id="22" creationId="{08665588-F5B9-4946-A379-94F4461A7195}"/>
          </ac:spMkLst>
        </pc:spChg>
        <pc:spChg chg="add del mod">
          <ac:chgData name="郁儒 廖" userId="189a1d031aa848d3" providerId="LiveId" clId="{26EF712A-C9F3-4FA7-AD7B-D8EF1B9D393D}" dt="2020-09-27T15:05:40.670" v="3375" actId="478"/>
          <ac:spMkLst>
            <pc:docMk/>
            <pc:sldMk cId="191038644" sldId="302"/>
            <ac:spMk id="24" creationId="{C7AEDCF5-BE24-4A19-AB0C-A478DE2BDD55}"/>
          </ac:spMkLst>
        </pc:spChg>
        <pc:spChg chg="add del mod">
          <ac:chgData name="郁儒 廖" userId="189a1d031aa848d3" providerId="LiveId" clId="{26EF712A-C9F3-4FA7-AD7B-D8EF1B9D393D}" dt="2020-09-27T15:05:36.014" v="3374" actId="478"/>
          <ac:spMkLst>
            <pc:docMk/>
            <pc:sldMk cId="191038644" sldId="302"/>
            <ac:spMk id="26" creationId="{1BD2D28B-C170-46E5-A032-12A0DA3A69A3}"/>
          </ac:spMkLst>
        </pc:spChg>
        <pc:spChg chg="add del mod">
          <ac:chgData name="郁儒 廖" userId="189a1d031aa848d3" providerId="LiveId" clId="{26EF712A-C9F3-4FA7-AD7B-D8EF1B9D393D}" dt="2020-09-27T15:05:36.014" v="3374" actId="478"/>
          <ac:spMkLst>
            <pc:docMk/>
            <pc:sldMk cId="191038644" sldId="302"/>
            <ac:spMk id="28" creationId="{7171A376-5F73-4B8E-903C-8D5E877D5687}"/>
          </ac:spMkLst>
        </pc:spChg>
        <pc:spChg chg="add del mod">
          <ac:chgData name="郁儒 廖" userId="189a1d031aa848d3" providerId="LiveId" clId="{26EF712A-C9F3-4FA7-AD7B-D8EF1B9D393D}" dt="2020-09-27T15:10:08.902" v="3402" actId="478"/>
          <ac:spMkLst>
            <pc:docMk/>
            <pc:sldMk cId="191038644" sldId="302"/>
            <ac:spMk id="29" creationId="{E6F065DD-EE30-478B-879B-75255CB6F921}"/>
          </ac:spMkLst>
        </pc:spChg>
        <pc:spChg chg="add del mod">
          <ac:chgData name="郁儒 廖" userId="189a1d031aa848d3" providerId="LiveId" clId="{26EF712A-C9F3-4FA7-AD7B-D8EF1B9D393D}" dt="2020-09-27T15:05:36.014" v="3374" actId="478"/>
          <ac:spMkLst>
            <pc:docMk/>
            <pc:sldMk cId="191038644" sldId="302"/>
            <ac:spMk id="30" creationId="{B3383891-3581-496F-BC2A-6341EA0E7B21}"/>
          </ac:spMkLst>
        </pc:spChg>
        <pc:spChg chg="add del mod">
          <ac:chgData name="郁儒 廖" userId="189a1d031aa848d3" providerId="LiveId" clId="{26EF712A-C9F3-4FA7-AD7B-D8EF1B9D393D}" dt="2020-09-27T15:10:08.902" v="3402" actId="478"/>
          <ac:spMkLst>
            <pc:docMk/>
            <pc:sldMk cId="191038644" sldId="302"/>
            <ac:spMk id="31" creationId="{5AB29035-F65B-4BF1-AA98-991306512916}"/>
          </ac:spMkLst>
        </pc:spChg>
        <pc:spChg chg="add del mod">
          <ac:chgData name="郁儒 廖" userId="189a1d031aa848d3" providerId="LiveId" clId="{26EF712A-C9F3-4FA7-AD7B-D8EF1B9D393D}" dt="2020-09-27T15:05:36.014" v="3374" actId="478"/>
          <ac:spMkLst>
            <pc:docMk/>
            <pc:sldMk cId="191038644" sldId="302"/>
            <ac:spMk id="32" creationId="{72828FD9-AB46-45C1-AFAF-CD7462BD7001}"/>
          </ac:spMkLst>
        </pc:spChg>
        <pc:spChg chg="add del mod">
          <ac:chgData name="郁儒 廖" userId="189a1d031aa848d3" providerId="LiveId" clId="{26EF712A-C9F3-4FA7-AD7B-D8EF1B9D393D}" dt="2020-09-27T15:10:08.902" v="3402" actId="478"/>
          <ac:spMkLst>
            <pc:docMk/>
            <pc:sldMk cId="191038644" sldId="302"/>
            <ac:spMk id="33" creationId="{E8363A27-C5FE-4CBD-981E-1CD98EB6FAD6}"/>
          </ac:spMkLst>
        </pc:spChg>
        <pc:spChg chg="add del mod">
          <ac:chgData name="郁儒 廖" userId="189a1d031aa848d3" providerId="LiveId" clId="{26EF712A-C9F3-4FA7-AD7B-D8EF1B9D393D}" dt="2020-09-27T15:10:08.902" v="3402" actId="478"/>
          <ac:spMkLst>
            <pc:docMk/>
            <pc:sldMk cId="191038644" sldId="302"/>
            <ac:spMk id="34" creationId="{61695B6E-C856-4173-84F2-08FFA888DDC7}"/>
          </ac:spMkLst>
        </pc:spChg>
        <pc:spChg chg="add del">
          <ac:chgData name="郁儒 廖" userId="189a1d031aa848d3" providerId="LiveId" clId="{26EF712A-C9F3-4FA7-AD7B-D8EF1B9D393D}" dt="2020-09-26T12:16:45.866" v="1443" actId="11529"/>
          <ac:spMkLst>
            <pc:docMk/>
            <pc:sldMk cId="191038644" sldId="302"/>
            <ac:spMk id="35" creationId="{6A064436-C92F-40D6-BD56-7C12BDDA41FA}"/>
          </ac:spMkLst>
        </pc:spChg>
        <pc:spChg chg="add del mod">
          <ac:chgData name="郁儒 廖" userId="189a1d031aa848d3" providerId="LiveId" clId="{26EF712A-C9F3-4FA7-AD7B-D8EF1B9D393D}" dt="2020-09-27T15:10:18.353" v="3404" actId="478"/>
          <ac:spMkLst>
            <pc:docMk/>
            <pc:sldMk cId="191038644" sldId="302"/>
            <ac:spMk id="36" creationId="{5465A06A-7086-401C-B683-9CF39E1899EF}"/>
          </ac:spMkLst>
        </pc:spChg>
        <pc:spChg chg="add del mod">
          <ac:chgData name="郁儒 廖" userId="189a1d031aa848d3" providerId="LiveId" clId="{26EF712A-C9F3-4FA7-AD7B-D8EF1B9D393D}" dt="2020-09-26T12:17:52.763" v="1447" actId="11529"/>
          <ac:spMkLst>
            <pc:docMk/>
            <pc:sldMk cId="191038644" sldId="302"/>
            <ac:spMk id="36" creationId="{FBF2048F-3E18-451B-A50E-E6F698F40FAE}"/>
          </ac:spMkLst>
        </pc:spChg>
        <pc:spChg chg="add del mod">
          <ac:chgData name="郁儒 廖" userId="189a1d031aa848d3" providerId="LiveId" clId="{26EF712A-C9F3-4FA7-AD7B-D8EF1B9D393D}" dt="2020-09-27T15:10:18.353" v="3404" actId="478"/>
          <ac:spMkLst>
            <pc:docMk/>
            <pc:sldMk cId="191038644" sldId="302"/>
            <ac:spMk id="37" creationId="{FEFEA7F6-2D6B-434D-822C-69BEEE0F5145}"/>
          </ac:spMkLst>
        </pc:spChg>
        <pc:spChg chg="add del mod">
          <ac:chgData name="郁儒 廖" userId="189a1d031aa848d3" providerId="LiveId" clId="{26EF712A-C9F3-4FA7-AD7B-D8EF1B9D393D}" dt="2020-09-27T15:05:48.409" v="3379" actId="478"/>
          <ac:spMkLst>
            <pc:docMk/>
            <pc:sldMk cId="191038644" sldId="302"/>
            <ac:spMk id="38" creationId="{D434C79C-881C-4B78-85D9-0DA3BF3B941C}"/>
          </ac:spMkLst>
        </pc:spChg>
        <pc:spChg chg="add del mod">
          <ac:chgData name="郁儒 廖" userId="189a1d031aa848d3" providerId="LiveId" clId="{26EF712A-C9F3-4FA7-AD7B-D8EF1B9D393D}" dt="2020-09-27T15:10:18.353" v="3404" actId="478"/>
          <ac:spMkLst>
            <pc:docMk/>
            <pc:sldMk cId="191038644" sldId="302"/>
            <ac:spMk id="39" creationId="{D3021AD7-FC81-4052-BFC1-61AEA9718135}"/>
          </ac:spMkLst>
        </pc:spChg>
        <pc:spChg chg="add del mod">
          <ac:chgData name="郁儒 廖" userId="189a1d031aa848d3" providerId="LiveId" clId="{26EF712A-C9F3-4FA7-AD7B-D8EF1B9D393D}" dt="2020-09-27T15:05:36.014" v="3374" actId="478"/>
          <ac:spMkLst>
            <pc:docMk/>
            <pc:sldMk cId="191038644" sldId="302"/>
            <ac:spMk id="40" creationId="{8F3FD1D1-4616-491F-A9BA-21E2BF104219}"/>
          </ac:spMkLst>
        </pc:spChg>
        <pc:spChg chg="add del mod">
          <ac:chgData name="郁儒 廖" userId="189a1d031aa848d3" providerId="LiveId" clId="{26EF712A-C9F3-4FA7-AD7B-D8EF1B9D393D}" dt="2020-09-27T15:10:18.353" v="3404" actId="478"/>
          <ac:spMkLst>
            <pc:docMk/>
            <pc:sldMk cId="191038644" sldId="302"/>
            <ac:spMk id="41" creationId="{9248F9F6-4AC5-456B-B426-8B154B7E2A72}"/>
          </ac:spMkLst>
        </pc:spChg>
        <pc:spChg chg="add del mod">
          <ac:chgData name="郁儒 廖" userId="189a1d031aa848d3" providerId="LiveId" clId="{26EF712A-C9F3-4FA7-AD7B-D8EF1B9D393D}" dt="2020-09-27T15:05:36.014" v="3374" actId="478"/>
          <ac:spMkLst>
            <pc:docMk/>
            <pc:sldMk cId="191038644" sldId="302"/>
            <ac:spMk id="42" creationId="{9F99ED91-A3F3-45F5-9DA2-D3A8A81C05B0}"/>
          </ac:spMkLst>
        </pc:spChg>
        <pc:spChg chg="add del mod">
          <ac:chgData name="郁儒 廖" userId="189a1d031aa848d3" providerId="LiveId" clId="{26EF712A-C9F3-4FA7-AD7B-D8EF1B9D393D}" dt="2020-09-27T15:10:08.902" v="3402" actId="478"/>
          <ac:spMkLst>
            <pc:docMk/>
            <pc:sldMk cId="191038644" sldId="302"/>
            <ac:spMk id="43" creationId="{EB5BB2C7-70EC-4DE3-8D5B-747B87787901}"/>
          </ac:spMkLst>
        </pc:spChg>
        <pc:spChg chg="add del mod">
          <ac:chgData name="郁儒 廖" userId="189a1d031aa848d3" providerId="LiveId" clId="{26EF712A-C9F3-4FA7-AD7B-D8EF1B9D393D}" dt="2020-09-27T15:05:36.014" v="3374" actId="478"/>
          <ac:spMkLst>
            <pc:docMk/>
            <pc:sldMk cId="191038644" sldId="302"/>
            <ac:spMk id="44" creationId="{436E8303-219A-44B1-83C7-41DB844683BD}"/>
          </ac:spMkLst>
        </pc:spChg>
        <pc:spChg chg="add del mod">
          <ac:chgData name="郁儒 廖" userId="189a1d031aa848d3" providerId="LiveId" clId="{26EF712A-C9F3-4FA7-AD7B-D8EF1B9D393D}" dt="2020-09-27T15:10:08.902" v="3402" actId="478"/>
          <ac:spMkLst>
            <pc:docMk/>
            <pc:sldMk cId="191038644" sldId="302"/>
            <ac:spMk id="45" creationId="{1464B5F9-141D-4C34-90E3-AC6966DF0DB2}"/>
          </ac:spMkLst>
        </pc:spChg>
        <pc:spChg chg="add del mod">
          <ac:chgData name="郁儒 廖" userId="189a1d031aa848d3" providerId="LiveId" clId="{26EF712A-C9F3-4FA7-AD7B-D8EF1B9D393D}" dt="2020-09-27T15:05:36.014" v="3374" actId="478"/>
          <ac:spMkLst>
            <pc:docMk/>
            <pc:sldMk cId="191038644" sldId="302"/>
            <ac:spMk id="46" creationId="{6FBA9303-48F8-4EA8-8A09-07B4074DA532}"/>
          </ac:spMkLst>
        </pc:spChg>
        <pc:spChg chg="add del mod">
          <ac:chgData name="郁儒 廖" userId="189a1d031aa848d3" providerId="LiveId" clId="{26EF712A-C9F3-4FA7-AD7B-D8EF1B9D393D}" dt="2020-09-27T15:10:08.902" v="3402" actId="478"/>
          <ac:spMkLst>
            <pc:docMk/>
            <pc:sldMk cId="191038644" sldId="302"/>
            <ac:spMk id="47" creationId="{9D5BDC42-CC66-4677-8DC5-AC549AEA8D57}"/>
          </ac:spMkLst>
        </pc:spChg>
        <pc:spChg chg="add del mod">
          <ac:chgData name="郁儒 廖" userId="189a1d031aa848d3" providerId="LiveId" clId="{26EF712A-C9F3-4FA7-AD7B-D8EF1B9D393D}" dt="2020-09-27T15:05:36.014" v="3374" actId="478"/>
          <ac:spMkLst>
            <pc:docMk/>
            <pc:sldMk cId="191038644" sldId="302"/>
            <ac:spMk id="48" creationId="{5DC41843-36CF-4312-9505-D68078626199}"/>
          </ac:spMkLst>
        </pc:spChg>
        <pc:spChg chg="add del mod">
          <ac:chgData name="郁儒 廖" userId="189a1d031aa848d3" providerId="LiveId" clId="{26EF712A-C9F3-4FA7-AD7B-D8EF1B9D393D}" dt="2020-09-27T15:10:08.902" v="3402" actId="478"/>
          <ac:spMkLst>
            <pc:docMk/>
            <pc:sldMk cId="191038644" sldId="302"/>
            <ac:spMk id="49" creationId="{09982204-FDD4-43C8-8B65-1633A0B3AECB}"/>
          </ac:spMkLst>
        </pc:spChg>
        <pc:spChg chg="add del mod">
          <ac:chgData name="郁儒 廖" userId="189a1d031aa848d3" providerId="LiveId" clId="{26EF712A-C9F3-4FA7-AD7B-D8EF1B9D393D}" dt="2020-09-27T15:05:36.014" v="3374" actId="478"/>
          <ac:spMkLst>
            <pc:docMk/>
            <pc:sldMk cId="191038644" sldId="302"/>
            <ac:spMk id="50" creationId="{C7D8CA07-92E0-44C0-8F17-B22BCB503BD6}"/>
          </ac:spMkLst>
        </pc:spChg>
        <pc:spChg chg="add del mod">
          <ac:chgData name="郁儒 廖" userId="189a1d031aa848d3" providerId="LiveId" clId="{26EF712A-C9F3-4FA7-AD7B-D8EF1B9D393D}" dt="2020-09-27T15:05:36.014" v="3374" actId="478"/>
          <ac:spMkLst>
            <pc:docMk/>
            <pc:sldMk cId="191038644" sldId="302"/>
            <ac:spMk id="52" creationId="{9F6DC8E7-612E-4495-925F-BA7E53C20107}"/>
          </ac:spMkLst>
        </pc:spChg>
        <pc:spChg chg="add del mod">
          <ac:chgData name="郁儒 廖" userId="189a1d031aa848d3" providerId="LiveId" clId="{26EF712A-C9F3-4FA7-AD7B-D8EF1B9D393D}" dt="2020-09-27T15:05:36.014" v="3374" actId="478"/>
          <ac:spMkLst>
            <pc:docMk/>
            <pc:sldMk cId="191038644" sldId="302"/>
            <ac:spMk id="54" creationId="{74CD3289-52C5-434C-B992-F6E37DD120FC}"/>
          </ac:spMkLst>
        </pc:spChg>
        <pc:spChg chg="add del mod">
          <ac:chgData name="郁儒 廖" userId="189a1d031aa848d3" providerId="LiveId" clId="{26EF712A-C9F3-4FA7-AD7B-D8EF1B9D393D}" dt="2020-09-27T15:10:08.902" v="3402" actId="478"/>
          <ac:spMkLst>
            <pc:docMk/>
            <pc:sldMk cId="191038644" sldId="302"/>
            <ac:spMk id="57" creationId="{26210692-604E-4322-BBB5-D4E5C62D6604}"/>
          </ac:spMkLst>
        </pc:spChg>
        <pc:spChg chg="add del mod">
          <ac:chgData name="郁儒 廖" userId="189a1d031aa848d3" providerId="LiveId" clId="{26EF712A-C9F3-4FA7-AD7B-D8EF1B9D393D}" dt="2020-09-27T15:10:08.902" v="3402" actId="478"/>
          <ac:spMkLst>
            <pc:docMk/>
            <pc:sldMk cId="191038644" sldId="302"/>
            <ac:spMk id="58" creationId="{038E12E1-438B-4969-9497-933D630482EC}"/>
          </ac:spMkLst>
        </pc:spChg>
        <pc:spChg chg="add del mod">
          <ac:chgData name="郁儒 廖" userId="189a1d031aa848d3" providerId="LiveId" clId="{26EF712A-C9F3-4FA7-AD7B-D8EF1B9D393D}" dt="2020-09-27T15:10:08.902" v="3402" actId="478"/>
          <ac:spMkLst>
            <pc:docMk/>
            <pc:sldMk cId="191038644" sldId="302"/>
            <ac:spMk id="59" creationId="{DA9C20D2-C27D-496D-983E-D2A26E8E98B8}"/>
          </ac:spMkLst>
        </pc:spChg>
        <pc:spChg chg="add del mod">
          <ac:chgData name="郁儒 廖" userId="189a1d031aa848d3" providerId="LiveId" clId="{26EF712A-C9F3-4FA7-AD7B-D8EF1B9D393D}" dt="2020-09-27T15:10:08.902" v="3402" actId="478"/>
          <ac:spMkLst>
            <pc:docMk/>
            <pc:sldMk cId="191038644" sldId="302"/>
            <ac:spMk id="60" creationId="{65B68E9C-F0E2-46C7-9143-90E700953B08}"/>
          </ac:spMkLst>
        </pc:spChg>
        <pc:spChg chg="add del mod">
          <ac:chgData name="郁儒 廖" userId="189a1d031aa848d3" providerId="LiveId" clId="{26EF712A-C9F3-4FA7-AD7B-D8EF1B9D393D}" dt="2020-09-27T15:10:08.902" v="3402" actId="478"/>
          <ac:spMkLst>
            <pc:docMk/>
            <pc:sldMk cId="191038644" sldId="302"/>
            <ac:spMk id="61" creationId="{DB3EDFD1-5DA3-4BD6-8B84-D6C299C654B2}"/>
          </ac:spMkLst>
        </pc:spChg>
        <pc:spChg chg="add del mod">
          <ac:chgData name="郁儒 廖" userId="189a1d031aa848d3" providerId="LiveId" clId="{26EF712A-C9F3-4FA7-AD7B-D8EF1B9D393D}" dt="2020-09-27T15:10:08.902" v="3402" actId="478"/>
          <ac:spMkLst>
            <pc:docMk/>
            <pc:sldMk cId="191038644" sldId="302"/>
            <ac:spMk id="62" creationId="{077B52D5-C492-4CDF-8CA7-ADD2D7C9A721}"/>
          </ac:spMkLst>
        </pc:spChg>
        <pc:spChg chg="add del mod">
          <ac:chgData name="郁儒 廖" userId="189a1d031aa848d3" providerId="LiveId" clId="{26EF712A-C9F3-4FA7-AD7B-D8EF1B9D393D}" dt="2020-09-27T15:10:08.902" v="3402" actId="478"/>
          <ac:spMkLst>
            <pc:docMk/>
            <pc:sldMk cId="191038644" sldId="302"/>
            <ac:spMk id="63" creationId="{0D70509A-57C1-4421-BD77-8F5E505992AA}"/>
          </ac:spMkLst>
        </pc:spChg>
        <pc:spChg chg="add del mod">
          <ac:chgData name="郁儒 廖" userId="189a1d031aa848d3" providerId="LiveId" clId="{26EF712A-C9F3-4FA7-AD7B-D8EF1B9D393D}" dt="2020-09-27T15:10:08.902" v="3402" actId="478"/>
          <ac:spMkLst>
            <pc:docMk/>
            <pc:sldMk cId="191038644" sldId="302"/>
            <ac:spMk id="64" creationId="{8DF500A4-6F13-4722-8C11-3825467B1A18}"/>
          </ac:spMkLst>
        </pc:spChg>
        <pc:spChg chg="add del mod">
          <ac:chgData name="郁儒 廖" userId="189a1d031aa848d3" providerId="LiveId" clId="{26EF712A-C9F3-4FA7-AD7B-D8EF1B9D393D}" dt="2020-09-27T15:10:18.353" v="3404" actId="478"/>
          <ac:spMkLst>
            <pc:docMk/>
            <pc:sldMk cId="191038644" sldId="302"/>
            <ac:spMk id="66" creationId="{5B94F5A0-BF86-4B99-9D18-A65D3F78CEEB}"/>
          </ac:spMkLst>
        </pc:spChg>
        <pc:spChg chg="add del mod">
          <ac:chgData name="郁儒 廖" userId="189a1d031aa848d3" providerId="LiveId" clId="{26EF712A-C9F3-4FA7-AD7B-D8EF1B9D393D}" dt="2020-09-27T15:10:18.353" v="3404" actId="478"/>
          <ac:spMkLst>
            <pc:docMk/>
            <pc:sldMk cId="191038644" sldId="302"/>
            <ac:spMk id="67" creationId="{B52942D7-B780-4886-8A17-4102394AD122}"/>
          </ac:spMkLst>
        </pc:spChg>
        <pc:spChg chg="add del mod">
          <ac:chgData name="郁儒 廖" userId="189a1d031aa848d3" providerId="LiveId" clId="{26EF712A-C9F3-4FA7-AD7B-D8EF1B9D393D}" dt="2020-09-27T15:10:18.353" v="3404" actId="478"/>
          <ac:spMkLst>
            <pc:docMk/>
            <pc:sldMk cId="191038644" sldId="302"/>
            <ac:spMk id="68" creationId="{CD9CC4C3-A585-46B6-A328-BDA27035AE34}"/>
          </ac:spMkLst>
        </pc:spChg>
        <pc:spChg chg="add del mod">
          <ac:chgData name="郁儒 廖" userId="189a1d031aa848d3" providerId="LiveId" clId="{26EF712A-C9F3-4FA7-AD7B-D8EF1B9D393D}" dt="2020-09-27T15:10:18.353" v="3404" actId="478"/>
          <ac:spMkLst>
            <pc:docMk/>
            <pc:sldMk cId="191038644" sldId="302"/>
            <ac:spMk id="69" creationId="{2F974AB6-00B6-489D-A1C0-A81CBD5A99A2}"/>
          </ac:spMkLst>
        </pc:spChg>
        <pc:spChg chg="add del mod">
          <ac:chgData name="郁儒 廖" userId="189a1d031aa848d3" providerId="LiveId" clId="{26EF712A-C9F3-4FA7-AD7B-D8EF1B9D393D}" dt="2020-09-27T15:10:08.902" v="3402" actId="478"/>
          <ac:spMkLst>
            <pc:docMk/>
            <pc:sldMk cId="191038644" sldId="302"/>
            <ac:spMk id="70" creationId="{1106493B-4B7C-40EA-B710-9E5C640BEAD0}"/>
          </ac:spMkLst>
        </pc:spChg>
        <pc:spChg chg="add del mod">
          <ac:chgData name="郁儒 廖" userId="189a1d031aa848d3" providerId="LiveId" clId="{26EF712A-C9F3-4FA7-AD7B-D8EF1B9D393D}" dt="2020-09-27T15:10:08.902" v="3402" actId="478"/>
          <ac:spMkLst>
            <pc:docMk/>
            <pc:sldMk cId="191038644" sldId="302"/>
            <ac:spMk id="71" creationId="{73821504-DEB7-4EF9-8770-798AB030A044}"/>
          </ac:spMkLst>
        </pc:spChg>
        <pc:spChg chg="add del mod">
          <ac:chgData name="郁儒 廖" userId="189a1d031aa848d3" providerId="LiveId" clId="{26EF712A-C9F3-4FA7-AD7B-D8EF1B9D393D}" dt="2020-09-27T15:10:08.902" v="3402" actId="478"/>
          <ac:spMkLst>
            <pc:docMk/>
            <pc:sldMk cId="191038644" sldId="302"/>
            <ac:spMk id="72" creationId="{3C87CAF6-4CC2-416F-A917-575A4129944C}"/>
          </ac:spMkLst>
        </pc:spChg>
        <pc:spChg chg="add del mod">
          <ac:chgData name="郁儒 廖" userId="189a1d031aa848d3" providerId="LiveId" clId="{26EF712A-C9F3-4FA7-AD7B-D8EF1B9D393D}" dt="2020-09-27T15:10:08.902" v="3402" actId="478"/>
          <ac:spMkLst>
            <pc:docMk/>
            <pc:sldMk cId="191038644" sldId="302"/>
            <ac:spMk id="73" creationId="{90C67854-79D6-44F7-94D8-93D193EE61B5}"/>
          </ac:spMkLst>
        </pc:spChg>
        <pc:spChg chg="add del mod">
          <ac:chgData name="郁儒 廖" userId="189a1d031aa848d3" providerId="LiveId" clId="{26EF712A-C9F3-4FA7-AD7B-D8EF1B9D393D}" dt="2020-09-27T15:10:08.902" v="3402" actId="478"/>
          <ac:spMkLst>
            <pc:docMk/>
            <pc:sldMk cId="191038644" sldId="302"/>
            <ac:spMk id="78" creationId="{7175C761-70F5-41F2-B540-EECE077C0C1B}"/>
          </ac:spMkLst>
        </pc:spChg>
        <pc:spChg chg="add del mod">
          <ac:chgData name="郁儒 廖" userId="189a1d031aa848d3" providerId="LiveId" clId="{26EF712A-C9F3-4FA7-AD7B-D8EF1B9D393D}" dt="2020-09-27T15:10:08.902" v="3402" actId="478"/>
          <ac:spMkLst>
            <pc:docMk/>
            <pc:sldMk cId="191038644" sldId="302"/>
            <ac:spMk id="79" creationId="{89F0B229-9264-4060-824E-5A60F9C96268}"/>
          </ac:spMkLst>
        </pc:spChg>
        <pc:spChg chg="add del mod">
          <ac:chgData name="郁儒 廖" userId="189a1d031aa848d3" providerId="LiveId" clId="{26EF712A-C9F3-4FA7-AD7B-D8EF1B9D393D}" dt="2020-09-27T15:10:08.902" v="3402" actId="478"/>
          <ac:spMkLst>
            <pc:docMk/>
            <pc:sldMk cId="191038644" sldId="302"/>
            <ac:spMk id="80" creationId="{B277B231-CF77-4DEA-988D-3D3B18A5AB57}"/>
          </ac:spMkLst>
        </pc:spChg>
        <pc:spChg chg="add del mod">
          <ac:chgData name="郁儒 廖" userId="189a1d031aa848d3" providerId="LiveId" clId="{26EF712A-C9F3-4FA7-AD7B-D8EF1B9D393D}" dt="2020-09-27T15:10:08.902" v="3402" actId="478"/>
          <ac:spMkLst>
            <pc:docMk/>
            <pc:sldMk cId="191038644" sldId="302"/>
            <ac:spMk id="81" creationId="{1F1386C2-3BCC-4D66-BAED-36D9D0EA272A}"/>
          </ac:spMkLst>
        </pc:spChg>
        <pc:spChg chg="add del mod">
          <ac:chgData name="郁儒 廖" userId="189a1d031aa848d3" providerId="LiveId" clId="{26EF712A-C9F3-4FA7-AD7B-D8EF1B9D393D}" dt="2020-09-27T15:10:08.902" v="3402" actId="478"/>
          <ac:spMkLst>
            <pc:docMk/>
            <pc:sldMk cId="191038644" sldId="302"/>
            <ac:spMk id="83" creationId="{FF4EF0DC-0E06-435F-8109-E2F0B9BC1596}"/>
          </ac:spMkLst>
        </pc:spChg>
        <pc:spChg chg="add del mod">
          <ac:chgData name="郁儒 廖" userId="189a1d031aa848d3" providerId="LiveId" clId="{26EF712A-C9F3-4FA7-AD7B-D8EF1B9D393D}" dt="2020-09-27T15:10:08.902" v="3402" actId="478"/>
          <ac:spMkLst>
            <pc:docMk/>
            <pc:sldMk cId="191038644" sldId="302"/>
            <ac:spMk id="84" creationId="{ADC52CF7-09A5-4800-8F91-77972A189167}"/>
          </ac:spMkLst>
        </pc:spChg>
        <pc:graphicFrameChg chg="add del mod modGraphic">
          <ac:chgData name="郁儒 廖" userId="189a1d031aa848d3" providerId="LiveId" clId="{26EF712A-C9F3-4FA7-AD7B-D8EF1B9D393D}" dt="2020-09-27T15:05:36.014" v="3374" actId="478"/>
          <ac:graphicFrameMkLst>
            <pc:docMk/>
            <pc:sldMk cId="191038644" sldId="302"/>
            <ac:graphicFrameMk id="3" creationId="{CBD2E03D-D38A-4E59-A276-5DD14FF70B8C}"/>
          </ac:graphicFrameMkLst>
        </pc:graphicFrameChg>
        <pc:graphicFrameChg chg="add del mod">
          <ac:chgData name="郁儒 廖" userId="189a1d031aa848d3" providerId="LiveId" clId="{26EF712A-C9F3-4FA7-AD7B-D8EF1B9D393D}" dt="2020-09-27T15:10:08.902" v="3402" actId="478"/>
          <ac:graphicFrameMkLst>
            <pc:docMk/>
            <pc:sldMk cId="191038644" sldId="302"/>
            <ac:graphicFrameMk id="35" creationId="{4C7E2EDF-A138-47FD-8D75-E542FFD0F5E0}"/>
          </ac:graphicFrameMkLst>
        </pc:graphicFrameChg>
        <pc:graphicFrameChg chg="add del mod">
          <ac:chgData name="郁儒 廖" userId="189a1d031aa848d3" providerId="LiveId" clId="{26EF712A-C9F3-4FA7-AD7B-D8EF1B9D393D}" dt="2020-09-27T15:10:08.902" v="3402" actId="478"/>
          <ac:graphicFrameMkLst>
            <pc:docMk/>
            <pc:sldMk cId="191038644" sldId="302"/>
            <ac:graphicFrameMk id="65" creationId="{05956A68-5E9E-4DFF-A48A-C5881D5A8905}"/>
          </ac:graphicFrameMkLst>
        </pc:graphicFrameChg>
        <pc:picChg chg="add mod modCrop">
          <ac:chgData name="郁儒 廖" userId="189a1d031aa848d3" providerId="LiveId" clId="{26EF712A-C9F3-4FA7-AD7B-D8EF1B9D393D}" dt="2020-09-27T15:11:20.728" v="3447" actId="1035"/>
          <ac:picMkLst>
            <pc:docMk/>
            <pc:sldMk cId="191038644" sldId="302"/>
            <ac:picMk id="4" creationId="{E306DFBE-E644-44A5-BE89-F82654A38674}"/>
          </ac:picMkLst>
        </pc:picChg>
        <pc:picChg chg="add mod modCrop">
          <ac:chgData name="郁儒 廖" userId="189a1d031aa848d3" providerId="LiveId" clId="{26EF712A-C9F3-4FA7-AD7B-D8EF1B9D393D}" dt="2020-09-27T15:11:13.148" v="3438" actId="1076"/>
          <ac:picMkLst>
            <pc:docMk/>
            <pc:sldMk cId="191038644" sldId="302"/>
            <ac:picMk id="5" creationId="{432027C7-F31C-4357-AE9A-E56F10470D8B}"/>
          </ac:picMkLst>
        </pc:picChg>
        <pc:picChg chg="mod">
          <ac:chgData name="郁儒 廖" userId="189a1d031aa848d3" providerId="LiveId" clId="{26EF712A-C9F3-4FA7-AD7B-D8EF1B9D393D}" dt="2020-09-27T15:11:18.231" v="3442" actId="1035"/>
          <ac:picMkLst>
            <pc:docMk/>
            <pc:sldMk cId="191038644" sldId="302"/>
            <ac:picMk id="7" creationId="{5F44A754-D1F6-4E35-9890-DA28B0F212C0}"/>
          </ac:picMkLst>
        </pc:picChg>
        <pc:picChg chg="del">
          <ac:chgData name="郁儒 廖" userId="189a1d031aa848d3" providerId="LiveId" clId="{26EF712A-C9F3-4FA7-AD7B-D8EF1B9D393D}" dt="2020-09-26T12:07:13.151" v="1327" actId="478"/>
          <ac:picMkLst>
            <pc:docMk/>
            <pc:sldMk cId="191038644" sldId="302"/>
            <ac:picMk id="9" creationId="{91F86B0E-450F-441E-AD4D-65A38AD86392}"/>
          </ac:picMkLst>
        </pc:picChg>
        <pc:picChg chg="add mod modCrop">
          <ac:chgData name="郁儒 廖" userId="189a1d031aa848d3" providerId="LiveId" clId="{26EF712A-C9F3-4FA7-AD7B-D8EF1B9D393D}" dt="2020-09-27T15:21:23.506" v="3639" actId="1076"/>
          <ac:picMkLst>
            <pc:docMk/>
            <pc:sldMk cId="191038644" sldId="302"/>
            <ac:picMk id="9" creationId="{93A2ACA6-87A2-41A1-8B9E-7D6BD3FFB125}"/>
          </ac:picMkLst>
        </pc:picChg>
        <pc:picChg chg="del">
          <ac:chgData name="郁儒 廖" userId="189a1d031aa848d3" providerId="LiveId" clId="{26EF712A-C9F3-4FA7-AD7B-D8EF1B9D393D}" dt="2020-09-26T12:07:11.578" v="1326" actId="478"/>
          <ac:picMkLst>
            <pc:docMk/>
            <pc:sldMk cId="191038644" sldId="302"/>
            <ac:picMk id="11" creationId="{E9FF2035-F2BF-49E5-AB0C-265E13D0CDD2}"/>
          </ac:picMkLst>
        </pc:picChg>
        <pc:picChg chg="del">
          <ac:chgData name="郁儒 廖" userId="189a1d031aa848d3" providerId="LiveId" clId="{26EF712A-C9F3-4FA7-AD7B-D8EF1B9D393D}" dt="2020-09-26T12:07:09.245" v="1325" actId="478"/>
          <ac:picMkLst>
            <pc:docMk/>
            <pc:sldMk cId="191038644" sldId="302"/>
            <ac:picMk id="13" creationId="{7A77982B-DBA6-464D-9BB9-8FBB1040320A}"/>
          </ac:picMkLst>
        </pc:picChg>
        <pc:cxnChg chg="add del">
          <ac:chgData name="郁儒 廖" userId="189a1d031aa848d3" providerId="LiveId" clId="{26EF712A-C9F3-4FA7-AD7B-D8EF1B9D393D}" dt="2020-09-26T12:16:17.593" v="1440" actId="11529"/>
          <ac:cxnSpMkLst>
            <pc:docMk/>
            <pc:sldMk cId="191038644" sldId="302"/>
            <ac:cxnSpMk id="34" creationId="{C5FC9259-B891-4196-87D5-6F7259BACCC4}"/>
          </ac:cxnSpMkLst>
        </pc:cxnChg>
        <pc:cxnChg chg="add del mod">
          <ac:chgData name="郁儒 廖" userId="189a1d031aa848d3" providerId="LiveId" clId="{26EF712A-C9F3-4FA7-AD7B-D8EF1B9D393D}" dt="2020-09-27T15:10:08.902" v="3402" actId="478"/>
          <ac:cxnSpMkLst>
            <pc:docMk/>
            <pc:sldMk cId="191038644" sldId="302"/>
            <ac:cxnSpMk id="51" creationId="{73316A60-9BE0-4B7B-A80A-B0683E54DB09}"/>
          </ac:cxnSpMkLst>
        </pc:cxnChg>
        <pc:cxnChg chg="add del mod">
          <ac:chgData name="郁儒 廖" userId="189a1d031aa848d3" providerId="LiveId" clId="{26EF712A-C9F3-4FA7-AD7B-D8EF1B9D393D}" dt="2020-09-27T15:10:08.902" v="3402" actId="478"/>
          <ac:cxnSpMkLst>
            <pc:docMk/>
            <pc:sldMk cId="191038644" sldId="302"/>
            <ac:cxnSpMk id="53" creationId="{24B83D76-F8CB-48E1-B2C4-04F38F1B00E3}"/>
          </ac:cxnSpMkLst>
        </pc:cxnChg>
        <pc:cxnChg chg="add del mod">
          <ac:chgData name="郁儒 廖" userId="189a1d031aa848d3" providerId="LiveId" clId="{26EF712A-C9F3-4FA7-AD7B-D8EF1B9D393D}" dt="2020-09-27T15:10:08.902" v="3402" actId="478"/>
          <ac:cxnSpMkLst>
            <pc:docMk/>
            <pc:sldMk cId="191038644" sldId="302"/>
            <ac:cxnSpMk id="55" creationId="{A3DD6E84-0030-4789-8C75-C326E93696BF}"/>
          </ac:cxnSpMkLst>
        </pc:cxnChg>
        <pc:cxnChg chg="add del mod">
          <ac:chgData name="郁儒 廖" userId="189a1d031aa848d3" providerId="LiveId" clId="{26EF712A-C9F3-4FA7-AD7B-D8EF1B9D393D}" dt="2020-09-27T15:10:08.902" v="3402" actId="478"/>
          <ac:cxnSpMkLst>
            <pc:docMk/>
            <pc:sldMk cId="191038644" sldId="302"/>
            <ac:cxnSpMk id="56" creationId="{A4F08992-BC50-43F9-B7E0-D5E976524AF9}"/>
          </ac:cxnSpMkLst>
        </pc:cxnChg>
        <pc:cxnChg chg="add del mod">
          <ac:chgData name="郁儒 廖" userId="189a1d031aa848d3" providerId="LiveId" clId="{26EF712A-C9F3-4FA7-AD7B-D8EF1B9D393D}" dt="2020-09-27T15:10:08.902" v="3402" actId="478"/>
          <ac:cxnSpMkLst>
            <pc:docMk/>
            <pc:sldMk cId="191038644" sldId="302"/>
            <ac:cxnSpMk id="74" creationId="{D87BCB94-7B27-4CE4-A941-F53DBC9EE86B}"/>
          </ac:cxnSpMkLst>
        </pc:cxnChg>
        <pc:cxnChg chg="add del mod">
          <ac:chgData name="郁儒 廖" userId="189a1d031aa848d3" providerId="LiveId" clId="{26EF712A-C9F3-4FA7-AD7B-D8EF1B9D393D}" dt="2020-09-27T15:10:08.902" v="3402" actId="478"/>
          <ac:cxnSpMkLst>
            <pc:docMk/>
            <pc:sldMk cId="191038644" sldId="302"/>
            <ac:cxnSpMk id="75" creationId="{DAF45FEE-7D16-4B5B-80DE-BAC176A2184D}"/>
          </ac:cxnSpMkLst>
        </pc:cxnChg>
        <pc:cxnChg chg="add del mod">
          <ac:chgData name="郁儒 廖" userId="189a1d031aa848d3" providerId="LiveId" clId="{26EF712A-C9F3-4FA7-AD7B-D8EF1B9D393D}" dt="2020-09-27T15:10:08.902" v="3402" actId="478"/>
          <ac:cxnSpMkLst>
            <pc:docMk/>
            <pc:sldMk cId="191038644" sldId="302"/>
            <ac:cxnSpMk id="76" creationId="{DC3F1F32-3361-4FE6-ACD2-BB9C0D81E854}"/>
          </ac:cxnSpMkLst>
        </pc:cxnChg>
        <pc:cxnChg chg="add del mod">
          <ac:chgData name="郁儒 廖" userId="189a1d031aa848d3" providerId="LiveId" clId="{26EF712A-C9F3-4FA7-AD7B-D8EF1B9D393D}" dt="2020-09-27T15:10:08.902" v="3402" actId="478"/>
          <ac:cxnSpMkLst>
            <pc:docMk/>
            <pc:sldMk cId="191038644" sldId="302"/>
            <ac:cxnSpMk id="77" creationId="{C7E4AC9D-F273-4226-A59C-E6A7C424ABE6}"/>
          </ac:cxnSpMkLst>
        </pc:cxnChg>
        <pc:cxnChg chg="add del mod">
          <ac:chgData name="郁儒 廖" userId="189a1d031aa848d3" providerId="LiveId" clId="{26EF712A-C9F3-4FA7-AD7B-D8EF1B9D393D}" dt="2020-09-27T15:10:08.902" v="3402" actId="478"/>
          <ac:cxnSpMkLst>
            <pc:docMk/>
            <pc:sldMk cId="191038644" sldId="302"/>
            <ac:cxnSpMk id="82" creationId="{5114920B-626B-4525-B2E0-FE2F65816E62}"/>
          </ac:cxnSpMkLst>
        </pc:cxnChg>
      </pc:sldChg>
      <pc:sldChg chg="add del">
        <pc:chgData name="郁儒 廖" userId="189a1d031aa848d3" providerId="LiveId" clId="{26EF712A-C9F3-4FA7-AD7B-D8EF1B9D393D}" dt="2020-09-26T11:59:15.056" v="1285" actId="47"/>
        <pc:sldMkLst>
          <pc:docMk/>
          <pc:sldMk cId="586788739" sldId="302"/>
        </pc:sldMkLst>
      </pc:sldChg>
      <pc:sldChg chg="delSp modSp add del mod">
        <pc:chgData name="郁儒 廖" userId="189a1d031aa848d3" providerId="LiveId" clId="{26EF712A-C9F3-4FA7-AD7B-D8EF1B9D393D}" dt="2020-09-26T17:01:20.151" v="2566" actId="47"/>
        <pc:sldMkLst>
          <pc:docMk/>
          <pc:sldMk cId="3124374293" sldId="303"/>
        </pc:sldMkLst>
        <pc:spChg chg="mod">
          <ac:chgData name="郁儒 廖" userId="189a1d031aa848d3" providerId="LiveId" clId="{26EF712A-C9F3-4FA7-AD7B-D8EF1B9D393D}" dt="2020-09-26T12:19:11.215" v="1473" actId="1076"/>
          <ac:spMkLst>
            <pc:docMk/>
            <pc:sldMk cId="3124374293" sldId="303"/>
            <ac:spMk id="4" creationId="{A3790F23-361F-48A4-A93C-CD6767471E1B}"/>
          </ac:spMkLst>
        </pc:spChg>
        <pc:spChg chg="mod">
          <ac:chgData name="郁儒 廖" userId="189a1d031aa848d3" providerId="LiveId" clId="{26EF712A-C9F3-4FA7-AD7B-D8EF1B9D393D}" dt="2020-09-26T12:18:17.576" v="1456" actId="1076"/>
          <ac:spMkLst>
            <pc:docMk/>
            <pc:sldMk cId="3124374293" sldId="303"/>
            <ac:spMk id="5" creationId="{6BC0D913-4D54-421E-9999-4D1BC3D2C0D0}"/>
          </ac:spMkLst>
        </pc:spChg>
        <pc:spChg chg="mod">
          <ac:chgData name="郁儒 廖" userId="189a1d031aa848d3" providerId="LiveId" clId="{26EF712A-C9F3-4FA7-AD7B-D8EF1B9D393D}" dt="2020-09-26T12:19:16.751" v="1474" actId="1076"/>
          <ac:spMkLst>
            <pc:docMk/>
            <pc:sldMk cId="3124374293" sldId="303"/>
            <ac:spMk id="6" creationId="{29C48D92-22C3-4812-AD8D-347A8F00AB52}"/>
          </ac:spMkLst>
        </pc:spChg>
        <pc:spChg chg="mod">
          <ac:chgData name="郁儒 廖" userId="189a1d031aa848d3" providerId="LiveId" clId="{26EF712A-C9F3-4FA7-AD7B-D8EF1B9D393D}" dt="2020-09-26T12:18:26.664" v="1458" actId="1076"/>
          <ac:spMkLst>
            <pc:docMk/>
            <pc:sldMk cId="3124374293" sldId="303"/>
            <ac:spMk id="16" creationId="{D45646AA-8A1A-4CF2-9724-328C3A82B32C}"/>
          </ac:spMkLst>
        </pc:spChg>
        <pc:spChg chg="del">
          <ac:chgData name="郁儒 廖" userId="189a1d031aa848d3" providerId="LiveId" clId="{26EF712A-C9F3-4FA7-AD7B-D8EF1B9D393D}" dt="2020-09-26T12:18:35.537" v="1463" actId="478"/>
          <ac:spMkLst>
            <pc:docMk/>
            <pc:sldMk cId="3124374293" sldId="303"/>
            <ac:spMk id="18" creationId="{E47255DA-EF0F-4630-9907-B97BB10CBBF8}"/>
          </ac:spMkLst>
        </pc:spChg>
        <pc:spChg chg="del">
          <ac:chgData name="郁儒 廖" userId="189a1d031aa848d3" providerId="LiveId" clId="{26EF712A-C9F3-4FA7-AD7B-D8EF1B9D393D}" dt="2020-09-26T12:18:36.873" v="1464" actId="478"/>
          <ac:spMkLst>
            <pc:docMk/>
            <pc:sldMk cId="3124374293" sldId="303"/>
            <ac:spMk id="20" creationId="{BD48A9F7-E536-4D59-A8F2-3D5C6458A791}"/>
          </ac:spMkLst>
        </pc:spChg>
        <pc:spChg chg="del">
          <ac:chgData name="郁儒 廖" userId="189a1d031aa848d3" providerId="LiveId" clId="{26EF712A-C9F3-4FA7-AD7B-D8EF1B9D393D}" dt="2020-09-26T12:18:38.043" v="1465" actId="478"/>
          <ac:spMkLst>
            <pc:docMk/>
            <pc:sldMk cId="3124374293" sldId="303"/>
            <ac:spMk id="22" creationId="{08665588-F5B9-4946-A379-94F4461A7195}"/>
          </ac:spMkLst>
        </pc:spChg>
        <pc:spChg chg="del">
          <ac:chgData name="郁儒 廖" userId="189a1d031aa848d3" providerId="LiveId" clId="{26EF712A-C9F3-4FA7-AD7B-D8EF1B9D393D}" dt="2020-09-26T12:18:39.579" v="1466" actId="478"/>
          <ac:spMkLst>
            <pc:docMk/>
            <pc:sldMk cId="3124374293" sldId="303"/>
            <ac:spMk id="24" creationId="{C7AEDCF5-BE24-4A19-AB0C-A478DE2BDD55}"/>
          </ac:spMkLst>
        </pc:spChg>
        <pc:spChg chg="del">
          <ac:chgData name="郁儒 廖" userId="189a1d031aa848d3" providerId="LiveId" clId="{26EF712A-C9F3-4FA7-AD7B-D8EF1B9D393D}" dt="2020-09-26T12:18:34.007" v="1462" actId="478"/>
          <ac:spMkLst>
            <pc:docMk/>
            <pc:sldMk cId="3124374293" sldId="303"/>
            <ac:spMk id="26" creationId="{1BD2D28B-C170-46E5-A032-12A0DA3A69A3}"/>
          </ac:spMkLst>
        </pc:spChg>
        <pc:spChg chg="del">
          <ac:chgData name="郁儒 廖" userId="189a1d031aa848d3" providerId="LiveId" clId="{26EF712A-C9F3-4FA7-AD7B-D8EF1B9D393D}" dt="2020-09-26T12:18:32.812" v="1461" actId="478"/>
          <ac:spMkLst>
            <pc:docMk/>
            <pc:sldMk cId="3124374293" sldId="303"/>
            <ac:spMk id="28" creationId="{7171A376-5F73-4B8E-903C-8D5E877D5687}"/>
          </ac:spMkLst>
        </pc:spChg>
        <pc:spChg chg="del">
          <ac:chgData name="郁儒 廖" userId="189a1d031aa848d3" providerId="LiveId" clId="{26EF712A-C9F3-4FA7-AD7B-D8EF1B9D393D}" dt="2020-09-26T12:18:31.625" v="1460" actId="478"/>
          <ac:spMkLst>
            <pc:docMk/>
            <pc:sldMk cId="3124374293" sldId="303"/>
            <ac:spMk id="30" creationId="{B3383891-3581-496F-BC2A-6341EA0E7B21}"/>
          </ac:spMkLst>
        </pc:spChg>
        <pc:spChg chg="del">
          <ac:chgData name="郁儒 廖" userId="189a1d031aa848d3" providerId="LiveId" clId="{26EF712A-C9F3-4FA7-AD7B-D8EF1B9D393D}" dt="2020-09-26T12:18:30.270" v="1459" actId="478"/>
          <ac:spMkLst>
            <pc:docMk/>
            <pc:sldMk cId="3124374293" sldId="303"/>
            <ac:spMk id="32" creationId="{72828FD9-AB46-45C1-AFAF-CD7462BD7001}"/>
          </ac:spMkLst>
        </pc:spChg>
      </pc:sldChg>
      <pc:sldChg chg="addSp delSp modSp add mod">
        <pc:chgData name="郁儒 廖" userId="189a1d031aa848d3" providerId="LiveId" clId="{26EF712A-C9F3-4FA7-AD7B-D8EF1B9D393D}" dt="2020-09-28T15:22:28.204" v="3835"/>
        <pc:sldMkLst>
          <pc:docMk/>
          <pc:sldMk cId="982892828" sldId="304"/>
        </pc:sldMkLst>
        <pc:spChg chg="del">
          <ac:chgData name="郁儒 廖" userId="189a1d031aa848d3" providerId="LiveId" clId="{26EF712A-C9F3-4FA7-AD7B-D8EF1B9D393D}" dt="2020-09-26T16:58:24.748" v="2373" actId="478"/>
          <ac:spMkLst>
            <pc:docMk/>
            <pc:sldMk cId="982892828" sldId="304"/>
            <ac:spMk id="2" creationId="{7F550715-45BC-480C-929E-02B819AF877C}"/>
          </ac:spMkLst>
        </pc:spChg>
        <pc:spChg chg="mod">
          <ac:chgData name="郁儒 廖" userId="189a1d031aa848d3" providerId="LiveId" clId="{26EF712A-C9F3-4FA7-AD7B-D8EF1B9D393D}" dt="2020-09-26T17:04:16.013" v="2587" actId="58"/>
          <ac:spMkLst>
            <pc:docMk/>
            <pc:sldMk cId="982892828" sldId="304"/>
            <ac:spMk id="3" creationId="{47924614-B3FE-49DB-A43B-C5C6C654484D}"/>
          </ac:spMkLst>
        </pc:spChg>
        <pc:spChg chg="add del mod">
          <ac:chgData name="郁儒 廖" userId="189a1d031aa848d3" providerId="LiveId" clId="{26EF712A-C9F3-4FA7-AD7B-D8EF1B9D393D}" dt="2020-09-26T16:58:26.500" v="2374" actId="478"/>
          <ac:spMkLst>
            <pc:docMk/>
            <pc:sldMk cId="982892828" sldId="304"/>
            <ac:spMk id="6" creationId="{9B76FE67-E9B5-4AC0-A1B6-5B414FD6A670}"/>
          </ac:spMkLst>
        </pc:spChg>
        <pc:spChg chg="add mod">
          <ac:chgData name="郁儒 廖" userId="189a1d031aa848d3" providerId="LiveId" clId="{26EF712A-C9F3-4FA7-AD7B-D8EF1B9D393D}" dt="2020-09-28T15:22:28.204" v="3835"/>
          <ac:spMkLst>
            <pc:docMk/>
            <pc:sldMk cId="982892828" sldId="304"/>
            <ac:spMk id="65" creationId="{96AAE581-CA8E-4FF9-9C2F-259856CAC858}"/>
          </ac:spMkLst>
        </pc:spChg>
        <pc:spChg chg="add mod">
          <ac:chgData name="郁儒 廖" userId="189a1d031aa848d3" providerId="LiveId" clId="{26EF712A-C9F3-4FA7-AD7B-D8EF1B9D393D}" dt="2020-09-26T16:58:28.026" v="2375"/>
          <ac:spMkLst>
            <pc:docMk/>
            <pc:sldMk cId="982892828" sldId="304"/>
            <ac:spMk id="66" creationId="{D27C37D1-E8A0-40AC-84DB-31A054B069CD}"/>
          </ac:spMkLst>
        </pc:spChg>
        <pc:spChg chg="add mod">
          <ac:chgData name="郁儒 廖" userId="189a1d031aa848d3" providerId="LiveId" clId="{26EF712A-C9F3-4FA7-AD7B-D8EF1B9D393D}" dt="2020-09-28T15:22:28.204" v="3835"/>
          <ac:spMkLst>
            <pc:docMk/>
            <pc:sldMk cId="982892828" sldId="304"/>
            <ac:spMk id="67" creationId="{DFF5479B-4021-4030-8604-9BB27FF2B3FF}"/>
          </ac:spMkLst>
        </pc:spChg>
        <pc:spChg chg="mod ord">
          <ac:chgData name="郁儒 廖" userId="189a1d031aa848d3" providerId="LiveId" clId="{26EF712A-C9F3-4FA7-AD7B-D8EF1B9D393D}" dt="2020-09-27T04:37:50.081" v="3062" actId="1076"/>
          <ac:spMkLst>
            <pc:docMk/>
            <pc:sldMk cId="982892828" sldId="304"/>
            <ac:spMk id="120" creationId="{A29AE62B-E080-45B0-82B1-5B323C035714}"/>
          </ac:spMkLst>
        </pc:spChg>
        <pc:spChg chg="del mod">
          <ac:chgData name="郁儒 廖" userId="189a1d031aa848d3" providerId="LiveId" clId="{26EF712A-C9F3-4FA7-AD7B-D8EF1B9D393D}" dt="2020-09-27T04:37:56.854" v="3063" actId="478"/>
          <ac:spMkLst>
            <pc:docMk/>
            <pc:sldMk cId="982892828" sldId="304"/>
            <ac:spMk id="166" creationId="{A7C20924-B384-4A06-B2FF-2AB0C23FBCBC}"/>
          </ac:spMkLst>
        </pc:spChg>
        <pc:graphicFrameChg chg="modGraphic">
          <ac:chgData name="郁儒 廖" userId="189a1d031aa848d3" providerId="LiveId" clId="{26EF712A-C9F3-4FA7-AD7B-D8EF1B9D393D}" dt="2020-09-26T16:48:41.864" v="2206" actId="20577"/>
          <ac:graphicFrameMkLst>
            <pc:docMk/>
            <pc:sldMk cId="982892828" sldId="304"/>
            <ac:graphicFrameMk id="4" creationId="{846BB3CF-E188-4BFE-A1B9-9B78A7E80762}"/>
          </ac:graphicFrameMkLst>
        </pc:graphicFrameChg>
        <pc:cxnChg chg="add mod">
          <ac:chgData name="郁儒 廖" userId="189a1d031aa848d3" providerId="LiveId" clId="{26EF712A-C9F3-4FA7-AD7B-D8EF1B9D393D}" dt="2020-09-28T15:22:28.204" v="3835"/>
          <ac:cxnSpMkLst>
            <pc:docMk/>
            <pc:sldMk cId="982892828" sldId="304"/>
            <ac:cxnSpMk id="63" creationId="{6CFE93B2-7A10-4DA0-8573-E13F4BD61032}"/>
          </ac:cxnSpMkLst>
        </pc:cxnChg>
        <pc:cxnChg chg="add mod">
          <ac:chgData name="郁儒 廖" userId="189a1d031aa848d3" providerId="LiveId" clId="{26EF712A-C9F3-4FA7-AD7B-D8EF1B9D393D}" dt="2020-09-28T15:22:28.204" v="3835"/>
          <ac:cxnSpMkLst>
            <pc:docMk/>
            <pc:sldMk cId="982892828" sldId="304"/>
            <ac:cxnSpMk id="64" creationId="{33B6943D-2DEE-4067-8D95-1F5F6072DBFE}"/>
          </ac:cxnSpMkLst>
        </pc:cxnChg>
        <pc:cxnChg chg="mod">
          <ac:chgData name="郁儒 廖" userId="189a1d031aa848d3" providerId="LiveId" clId="{26EF712A-C9F3-4FA7-AD7B-D8EF1B9D393D}" dt="2020-09-27T04:37:50.081" v="3062" actId="1076"/>
          <ac:cxnSpMkLst>
            <pc:docMk/>
            <pc:sldMk cId="982892828" sldId="304"/>
            <ac:cxnSpMk id="121" creationId="{DD9C3076-56B5-4C52-837B-49DE04416247}"/>
          </ac:cxnSpMkLst>
        </pc:cxnChg>
        <pc:cxnChg chg="mod">
          <ac:chgData name="郁儒 廖" userId="189a1d031aa848d3" providerId="LiveId" clId="{26EF712A-C9F3-4FA7-AD7B-D8EF1B9D393D}" dt="2020-09-27T04:37:50.081" v="3062" actId="1076"/>
          <ac:cxnSpMkLst>
            <pc:docMk/>
            <pc:sldMk cId="982892828" sldId="304"/>
            <ac:cxnSpMk id="123" creationId="{4C8243FB-9385-4DFD-8A94-74AD95FAEC8E}"/>
          </ac:cxnSpMkLst>
        </pc:cxnChg>
        <pc:cxnChg chg="mod">
          <ac:chgData name="郁儒 廖" userId="189a1d031aa848d3" providerId="LiveId" clId="{26EF712A-C9F3-4FA7-AD7B-D8EF1B9D393D}" dt="2020-09-27T04:37:50.081" v="3062" actId="1076"/>
          <ac:cxnSpMkLst>
            <pc:docMk/>
            <pc:sldMk cId="982892828" sldId="304"/>
            <ac:cxnSpMk id="146" creationId="{09BBF670-FEC2-4C60-BAA7-418F91437C56}"/>
          </ac:cxnSpMkLst>
        </pc:cxnChg>
      </pc:sldChg>
      <pc:sldChg chg="addSp delSp modSp add mod">
        <pc:chgData name="郁儒 廖" userId="189a1d031aa848d3" providerId="LiveId" clId="{26EF712A-C9F3-4FA7-AD7B-D8EF1B9D393D}" dt="2020-09-28T15:22:35.858" v="3837"/>
        <pc:sldMkLst>
          <pc:docMk/>
          <pc:sldMk cId="3387503313" sldId="305"/>
        </pc:sldMkLst>
        <pc:spChg chg="add del mod">
          <ac:chgData name="郁儒 廖" userId="189a1d031aa848d3" providerId="LiveId" clId="{26EF712A-C9F3-4FA7-AD7B-D8EF1B9D393D}" dt="2020-09-26T17:22:03.199" v="2838" actId="21"/>
          <ac:spMkLst>
            <pc:docMk/>
            <pc:sldMk cId="3387503313" sldId="305"/>
            <ac:spMk id="2" creationId="{051EAC0B-BB08-4C85-AB60-6489F24908BF}"/>
          </ac:spMkLst>
        </pc:spChg>
        <pc:spChg chg="del">
          <ac:chgData name="郁儒 廖" userId="189a1d031aa848d3" providerId="LiveId" clId="{26EF712A-C9F3-4FA7-AD7B-D8EF1B9D393D}" dt="2020-09-26T17:12:11.177" v="2711" actId="478"/>
          <ac:spMkLst>
            <pc:docMk/>
            <pc:sldMk cId="3387503313" sldId="305"/>
            <ac:spMk id="3" creationId="{47924614-B3FE-49DB-A43B-C5C6C654484D}"/>
          </ac:spMkLst>
        </pc:spChg>
        <pc:spChg chg="add mod">
          <ac:chgData name="郁儒 廖" userId="189a1d031aa848d3" providerId="LiveId" clId="{26EF712A-C9F3-4FA7-AD7B-D8EF1B9D393D}" dt="2020-09-26T17:22:49.378" v="2894" actId="20577"/>
          <ac:spMkLst>
            <pc:docMk/>
            <pc:sldMk cId="3387503313" sldId="305"/>
            <ac:spMk id="5" creationId="{A93E8F9C-0A0D-4556-A2B6-219C85ED4CA4}"/>
          </ac:spMkLst>
        </pc:spChg>
        <pc:spChg chg="add del mod">
          <ac:chgData name="郁儒 廖" userId="189a1d031aa848d3" providerId="LiveId" clId="{26EF712A-C9F3-4FA7-AD7B-D8EF1B9D393D}" dt="2020-09-26T17:22:23.042" v="2866" actId="478"/>
          <ac:spMkLst>
            <pc:docMk/>
            <pc:sldMk cId="3387503313" sldId="305"/>
            <ac:spMk id="6" creationId="{489CB8BC-AA68-41C7-A18F-3D7C81590594}"/>
          </ac:spMkLst>
        </pc:spChg>
        <pc:spChg chg="del">
          <ac:chgData name="郁儒 廖" userId="189a1d031aa848d3" providerId="LiveId" clId="{26EF712A-C9F3-4FA7-AD7B-D8EF1B9D393D}" dt="2020-09-26T17:12:00.528" v="2673" actId="478"/>
          <ac:spMkLst>
            <pc:docMk/>
            <pc:sldMk cId="3387503313" sldId="305"/>
            <ac:spMk id="7" creationId="{2E0D1F57-F756-40ED-8B0F-4CF12F52AF1A}"/>
          </ac:spMkLst>
        </pc:spChg>
        <pc:spChg chg="add del mod">
          <ac:chgData name="郁儒 廖" userId="189a1d031aa848d3" providerId="LiveId" clId="{26EF712A-C9F3-4FA7-AD7B-D8EF1B9D393D}" dt="2020-09-27T17:34:17.018" v="3647"/>
          <ac:spMkLst>
            <pc:docMk/>
            <pc:sldMk cId="3387503313" sldId="305"/>
            <ac:spMk id="63" creationId="{12DD2C9B-2C3A-474C-B1F5-1C71E9BCC35F}"/>
          </ac:spMkLst>
        </pc:spChg>
        <pc:spChg chg="add mod">
          <ac:chgData name="郁儒 廖" userId="189a1d031aa848d3" providerId="LiveId" clId="{26EF712A-C9F3-4FA7-AD7B-D8EF1B9D393D}" dt="2020-09-28T15:22:35.858" v="3837"/>
          <ac:spMkLst>
            <pc:docMk/>
            <pc:sldMk cId="3387503313" sldId="305"/>
            <ac:spMk id="65" creationId="{A8532004-2E03-4D7F-8371-5D12555369CB}"/>
          </ac:spMkLst>
        </pc:spChg>
        <pc:spChg chg="add del mod">
          <ac:chgData name="郁儒 廖" userId="189a1d031aa848d3" providerId="LiveId" clId="{26EF712A-C9F3-4FA7-AD7B-D8EF1B9D393D}" dt="2020-09-27T17:34:17.018" v="3647"/>
          <ac:spMkLst>
            <pc:docMk/>
            <pc:sldMk cId="3387503313" sldId="305"/>
            <ac:spMk id="66" creationId="{683E083D-3448-4DD3-B8DC-BE00AC072201}"/>
          </ac:spMkLst>
        </pc:spChg>
        <pc:spChg chg="add mod">
          <ac:chgData name="郁儒 廖" userId="189a1d031aa848d3" providerId="LiveId" clId="{26EF712A-C9F3-4FA7-AD7B-D8EF1B9D393D}" dt="2020-09-28T15:22:35.858" v="3837"/>
          <ac:spMkLst>
            <pc:docMk/>
            <pc:sldMk cId="3387503313" sldId="305"/>
            <ac:spMk id="66" creationId="{C64EC71F-4B40-4C42-A831-1F78B3AEA8AC}"/>
          </ac:spMkLst>
        </pc:spChg>
        <pc:spChg chg="add del mod">
          <ac:chgData name="郁儒 廖" userId="189a1d031aa848d3" providerId="LiveId" clId="{26EF712A-C9F3-4FA7-AD7B-D8EF1B9D393D}" dt="2020-09-27T17:34:17.018" v="3647"/>
          <ac:spMkLst>
            <pc:docMk/>
            <pc:sldMk cId="3387503313" sldId="305"/>
            <ac:spMk id="70" creationId="{982EB699-AE80-46EE-9F7A-6828E0BBA840}"/>
          </ac:spMkLst>
        </pc:spChg>
        <pc:spChg chg="add del mod">
          <ac:chgData name="郁儒 廖" userId="189a1d031aa848d3" providerId="LiveId" clId="{26EF712A-C9F3-4FA7-AD7B-D8EF1B9D393D}" dt="2020-09-27T17:34:17.018" v="3647"/>
          <ac:spMkLst>
            <pc:docMk/>
            <pc:sldMk cId="3387503313" sldId="305"/>
            <ac:spMk id="73" creationId="{71F041A2-357C-4ABD-8773-4CCB4647F878}"/>
          </ac:spMkLst>
        </pc:spChg>
        <pc:spChg chg="add del mod">
          <ac:chgData name="郁儒 廖" userId="189a1d031aa848d3" providerId="LiveId" clId="{26EF712A-C9F3-4FA7-AD7B-D8EF1B9D393D}" dt="2020-09-27T17:34:17.018" v="3647"/>
          <ac:spMkLst>
            <pc:docMk/>
            <pc:sldMk cId="3387503313" sldId="305"/>
            <ac:spMk id="76" creationId="{740EA40D-5D10-4057-9DE3-2F970ED21E6B}"/>
          </ac:spMkLst>
        </pc:spChg>
        <pc:spChg chg="add del mod">
          <ac:chgData name="郁儒 廖" userId="189a1d031aa848d3" providerId="LiveId" clId="{26EF712A-C9F3-4FA7-AD7B-D8EF1B9D393D}" dt="2020-09-27T17:34:17.018" v="3647"/>
          <ac:spMkLst>
            <pc:docMk/>
            <pc:sldMk cId="3387503313" sldId="305"/>
            <ac:spMk id="78" creationId="{479CBF14-04D9-49DE-A113-D2698A5967AE}"/>
          </ac:spMkLst>
        </pc:spChg>
        <pc:spChg chg="add del mod">
          <ac:chgData name="郁儒 廖" userId="189a1d031aa848d3" providerId="LiveId" clId="{26EF712A-C9F3-4FA7-AD7B-D8EF1B9D393D}" dt="2020-09-27T17:34:17.018" v="3647"/>
          <ac:spMkLst>
            <pc:docMk/>
            <pc:sldMk cId="3387503313" sldId="305"/>
            <ac:spMk id="80" creationId="{BE638D99-4C71-4A8A-B2A9-6F57DEC769BB}"/>
          </ac:spMkLst>
        </pc:spChg>
        <pc:spChg chg="add del mod">
          <ac:chgData name="郁儒 廖" userId="189a1d031aa848d3" providerId="LiveId" clId="{26EF712A-C9F3-4FA7-AD7B-D8EF1B9D393D}" dt="2020-09-27T17:34:17.018" v="3647"/>
          <ac:spMkLst>
            <pc:docMk/>
            <pc:sldMk cId="3387503313" sldId="305"/>
            <ac:spMk id="82" creationId="{78AC6802-74E7-4E5E-AC12-CF6DAFAE756A}"/>
          </ac:spMkLst>
        </pc:spChg>
        <pc:spChg chg="add del mod">
          <ac:chgData name="郁儒 廖" userId="189a1d031aa848d3" providerId="LiveId" clId="{26EF712A-C9F3-4FA7-AD7B-D8EF1B9D393D}" dt="2020-09-27T17:34:17.018" v="3647"/>
          <ac:spMkLst>
            <pc:docMk/>
            <pc:sldMk cId="3387503313" sldId="305"/>
            <ac:spMk id="84" creationId="{01A30D90-EE0A-4D0B-9FD0-5FAEA354B464}"/>
          </ac:spMkLst>
        </pc:spChg>
        <pc:spChg chg="add del mod">
          <ac:chgData name="郁儒 廖" userId="189a1d031aa848d3" providerId="LiveId" clId="{26EF712A-C9F3-4FA7-AD7B-D8EF1B9D393D}" dt="2020-09-27T17:34:17.018" v="3647"/>
          <ac:spMkLst>
            <pc:docMk/>
            <pc:sldMk cId="3387503313" sldId="305"/>
            <ac:spMk id="89" creationId="{46608100-BABB-41E6-ADAC-E0FBDC975E95}"/>
          </ac:spMkLst>
        </pc:spChg>
        <pc:spChg chg="add del mod">
          <ac:chgData name="郁儒 廖" userId="189a1d031aa848d3" providerId="LiveId" clId="{26EF712A-C9F3-4FA7-AD7B-D8EF1B9D393D}" dt="2020-09-27T17:34:17.018" v="3647"/>
          <ac:spMkLst>
            <pc:docMk/>
            <pc:sldMk cId="3387503313" sldId="305"/>
            <ac:spMk id="90" creationId="{DCB7AFF5-E6D0-4BD3-922B-49EFA771C016}"/>
          </ac:spMkLst>
        </pc:spChg>
        <pc:spChg chg="add del mod">
          <ac:chgData name="郁儒 廖" userId="189a1d031aa848d3" providerId="LiveId" clId="{26EF712A-C9F3-4FA7-AD7B-D8EF1B9D393D}" dt="2020-09-27T17:34:17.018" v="3647"/>
          <ac:spMkLst>
            <pc:docMk/>
            <pc:sldMk cId="3387503313" sldId="305"/>
            <ac:spMk id="91" creationId="{7BE4F1EC-E719-446D-B5AE-A736823695DF}"/>
          </ac:spMkLst>
        </pc:spChg>
        <pc:spChg chg="add del mod">
          <ac:chgData name="郁儒 廖" userId="189a1d031aa848d3" providerId="LiveId" clId="{26EF712A-C9F3-4FA7-AD7B-D8EF1B9D393D}" dt="2020-09-27T17:34:17.018" v="3647"/>
          <ac:spMkLst>
            <pc:docMk/>
            <pc:sldMk cId="3387503313" sldId="305"/>
            <ac:spMk id="92" creationId="{D88BB632-10CE-428A-9AF5-C7B830BA36C2}"/>
          </ac:spMkLst>
        </pc:spChg>
        <pc:spChg chg="add del mod">
          <ac:chgData name="郁儒 廖" userId="189a1d031aa848d3" providerId="LiveId" clId="{26EF712A-C9F3-4FA7-AD7B-D8EF1B9D393D}" dt="2020-09-27T17:34:17.018" v="3647"/>
          <ac:spMkLst>
            <pc:docMk/>
            <pc:sldMk cId="3387503313" sldId="305"/>
            <ac:spMk id="94" creationId="{E8BD7529-81C7-45A1-AC09-F1F05076D1E0}"/>
          </ac:spMkLst>
        </pc:spChg>
        <pc:spChg chg="add del mod">
          <ac:chgData name="郁儒 廖" userId="189a1d031aa848d3" providerId="LiveId" clId="{26EF712A-C9F3-4FA7-AD7B-D8EF1B9D393D}" dt="2020-09-27T17:34:17.018" v="3647"/>
          <ac:spMkLst>
            <pc:docMk/>
            <pc:sldMk cId="3387503313" sldId="305"/>
            <ac:spMk id="97" creationId="{98FF04CA-B085-4B95-A299-08740E76693D}"/>
          </ac:spMkLst>
        </pc:spChg>
        <pc:spChg chg="add del mod">
          <ac:chgData name="郁儒 廖" userId="189a1d031aa848d3" providerId="LiveId" clId="{26EF712A-C9F3-4FA7-AD7B-D8EF1B9D393D}" dt="2020-09-27T17:34:17.018" v="3647"/>
          <ac:spMkLst>
            <pc:docMk/>
            <pc:sldMk cId="3387503313" sldId="305"/>
            <ac:spMk id="100" creationId="{39BAA210-3F8A-4363-AE3A-5D63A1E5C0EB}"/>
          </ac:spMkLst>
        </pc:spChg>
        <pc:spChg chg="add del mod">
          <ac:chgData name="郁儒 廖" userId="189a1d031aa848d3" providerId="LiveId" clId="{26EF712A-C9F3-4FA7-AD7B-D8EF1B9D393D}" dt="2020-09-27T17:34:17.018" v="3647"/>
          <ac:spMkLst>
            <pc:docMk/>
            <pc:sldMk cId="3387503313" sldId="305"/>
            <ac:spMk id="103" creationId="{3FB9D5F1-B7B8-4D52-BC1E-CAD168E7093E}"/>
          </ac:spMkLst>
        </pc:spChg>
        <pc:spChg chg="add del mod">
          <ac:chgData name="郁儒 廖" userId="189a1d031aa848d3" providerId="LiveId" clId="{26EF712A-C9F3-4FA7-AD7B-D8EF1B9D393D}" dt="2020-09-27T17:34:17.018" v="3647"/>
          <ac:spMkLst>
            <pc:docMk/>
            <pc:sldMk cId="3387503313" sldId="305"/>
            <ac:spMk id="104" creationId="{3E2D468D-67C2-4EF4-88C4-7830015BF60C}"/>
          </ac:spMkLst>
        </pc:spChg>
        <pc:spChg chg="add del mod">
          <ac:chgData name="郁儒 廖" userId="189a1d031aa848d3" providerId="LiveId" clId="{26EF712A-C9F3-4FA7-AD7B-D8EF1B9D393D}" dt="2020-09-27T17:34:17.018" v="3647"/>
          <ac:spMkLst>
            <pc:docMk/>
            <pc:sldMk cId="3387503313" sldId="305"/>
            <ac:spMk id="108" creationId="{9D794FFB-850F-4BE3-BBA3-72BF4CD0547F}"/>
          </ac:spMkLst>
        </pc:spChg>
        <pc:spChg chg="add del mod">
          <ac:chgData name="郁儒 廖" userId="189a1d031aa848d3" providerId="LiveId" clId="{26EF712A-C9F3-4FA7-AD7B-D8EF1B9D393D}" dt="2020-09-27T17:34:17.018" v="3647"/>
          <ac:spMkLst>
            <pc:docMk/>
            <pc:sldMk cId="3387503313" sldId="305"/>
            <ac:spMk id="110" creationId="{513D16C1-1DEE-47B5-A3E6-A777A4A7E5B2}"/>
          </ac:spMkLst>
        </pc:spChg>
        <pc:spChg chg="add del mod">
          <ac:chgData name="郁儒 廖" userId="189a1d031aa848d3" providerId="LiveId" clId="{26EF712A-C9F3-4FA7-AD7B-D8EF1B9D393D}" dt="2020-09-27T17:34:17.018" v="3647"/>
          <ac:spMkLst>
            <pc:docMk/>
            <pc:sldMk cId="3387503313" sldId="305"/>
            <ac:spMk id="112" creationId="{9AC2CDA8-2E17-4EE7-89D3-6DD4780A3881}"/>
          </ac:spMkLst>
        </pc:spChg>
        <pc:spChg chg="add del mod">
          <ac:chgData name="郁儒 廖" userId="189a1d031aa848d3" providerId="LiveId" clId="{26EF712A-C9F3-4FA7-AD7B-D8EF1B9D393D}" dt="2020-09-27T17:34:17.018" v="3647"/>
          <ac:spMkLst>
            <pc:docMk/>
            <pc:sldMk cId="3387503313" sldId="305"/>
            <ac:spMk id="115" creationId="{F821E34A-AAE4-4E99-96CC-9B048BF0972E}"/>
          </ac:spMkLst>
        </pc:spChg>
        <pc:spChg chg="add del mod">
          <ac:chgData name="郁儒 廖" userId="189a1d031aa848d3" providerId="LiveId" clId="{26EF712A-C9F3-4FA7-AD7B-D8EF1B9D393D}" dt="2020-09-27T17:34:17.018" v="3647"/>
          <ac:spMkLst>
            <pc:docMk/>
            <pc:sldMk cId="3387503313" sldId="305"/>
            <ac:spMk id="116" creationId="{5D7316EB-494E-43D8-A976-06A40D77D798}"/>
          </ac:spMkLst>
        </pc:spChg>
        <pc:spChg chg="add del mod">
          <ac:chgData name="郁儒 廖" userId="189a1d031aa848d3" providerId="LiveId" clId="{26EF712A-C9F3-4FA7-AD7B-D8EF1B9D393D}" dt="2020-09-27T17:34:17.018" v="3647"/>
          <ac:spMkLst>
            <pc:docMk/>
            <pc:sldMk cId="3387503313" sldId="305"/>
            <ac:spMk id="119" creationId="{F26A65CA-3B0A-4738-834E-11238B53A9E5}"/>
          </ac:spMkLst>
        </pc:spChg>
        <pc:spChg chg="add del mod">
          <ac:chgData name="郁儒 廖" userId="189a1d031aa848d3" providerId="LiveId" clId="{26EF712A-C9F3-4FA7-AD7B-D8EF1B9D393D}" dt="2020-09-27T17:34:17.018" v="3647"/>
          <ac:spMkLst>
            <pc:docMk/>
            <pc:sldMk cId="3387503313" sldId="305"/>
            <ac:spMk id="122" creationId="{EAE27AEA-C7E9-4860-8C17-D0E72CE057EC}"/>
          </ac:spMkLst>
        </pc:spChg>
        <pc:spChg chg="add mod">
          <ac:chgData name="郁儒 廖" userId="189a1d031aa848d3" providerId="LiveId" clId="{26EF712A-C9F3-4FA7-AD7B-D8EF1B9D393D}" dt="2020-09-27T17:34:20.650" v="3649"/>
          <ac:spMkLst>
            <pc:docMk/>
            <pc:sldMk cId="3387503313" sldId="305"/>
            <ac:spMk id="124" creationId="{850C6825-FCEC-4F9B-B265-E5F8BC054072}"/>
          </ac:spMkLst>
        </pc:spChg>
        <pc:spChg chg="del mod">
          <ac:chgData name="郁儒 廖" userId="189a1d031aa848d3" providerId="LiveId" clId="{26EF712A-C9F3-4FA7-AD7B-D8EF1B9D393D}" dt="2020-09-27T17:34:19.877" v="3648" actId="478"/>
          <ac:spMkLst>
            <pc:docMk/>
            <pc:sldMk cId="3387503313" sldId="305"/>
            <ac:spMk id="126" creationId="{8579C2A3-A085-4A01-B9D9-CA2C32578BB5}"/>
          </ac:spMkLst>
        </pc:spChg>
        <pc:spChg chg="add mod">
          <ac:chgData name="郁儒 廖" userId="189a1d031aa848d3" providerId="LiveId" clId="{26EF712A-C9F3-4FA7-AD7B-D8EF1B9D393D}" dt="2020-09-27T17:34:20.650" v="3649"/>
          <ac:spMkLst>
            <pc:docMk/>
            <pc:sldMk cId="3387503313" sldId="305"/>
            <ac:spMk id="130" creationId="{91456E0E-05CC-4EBE-AD2A-572BC2F97654}"/>
          </ac:spMkLst>
        </pc:spChg>
        <pc:spChg chg="del mod">
          <ac:chgData name="郁儒 廖" userId="189a1d031aa848d3" providerId="LiveId" clId="{26EF712A-C9F3-4FA7-AD7B-D8EF1B9D393D}" dt="2020-09-27T17:34:19.877" v="3648" actId="478"/>
          <ac:spMkLst>
            <pc:docMk/>
            <pc:sldMk cId="3387503313" sldId="305"/>
            <ac:spMk id="131" creationId="{716E4761-2173-46A4-A6EF-66468C7ABC02}"/>
          </ac:spMkLst>
        </pc:spChg>
        <pc:spChg chg="del mod">
          <ac:chgData name="郁儒 廖" userId="189a1d031aa848d3" providerId="LiveId" clId="{26EF712A-C9F3-4FA7-AD7B-D8EF1B9D393D}" dt="2020-09-27T17:34:19.877" v="3648" actId="478"/>
          <ac:spMkLst>
            <pc:docMk/>
            <pc:sldMk cId="3387503313" sldId="305"/>
            <ac:spMk id="134" creationId="{C1079914-DCB7-4CD2-917C-48FCC885BB37}"/>
          </ac:spMkLst>
        </pc:spChg>
        <pc:spChg chg="del mod">
          <ac:chgData name="郁儒 廖" userId="189a1d031aa848d3" providerId="LiveId" clId="{26EF712A-C9F3-4FA7-AD7B-D8EF1B9D393D}" dt="2020-09-27T17:34:19.877" v="3648" actId="478"/>
          <ac:spMkLst>
            <pc:docMk/>
            <pc:sldMk cId="3387503313" sldId="305"/>
            <ac:spMk id="137" creationId="{5DB1C57E-4DEE-4680-A9DF-E7FDF65963B8}"/>
          </ac:spMkLst>
        </pc:spChg>
        <pc:spChg chg="del mod">
          <ac:chgData name="郁儒 廖" userId="189a1d031aa848d3" providerId="LiveId" clId="{26EF712A-C9F3-4FA7-AD7B-D8EF1B9D393D}" dt="2020-09-27T17:34:19.877" v="3648" actId="478"/>
          <ac:spMkLst>
            <pc:docMk/>
            <pc:sldMk cId="3387503313" sldId="305"/>
            <ac:spMk id="139" creationId="{41E2DF68-0658-4FB8-99C9-DBA5DF7E689B}"/>
          </ac:spMkLst>
        </pc:spChg>
        <pc:spChg chg="del mod">
          <ac:chgData name="郁儒 廖" userId="189a1d031aa848d3" providerId="LiveId" clId="{26EF712A-C9F3-4FA7-AD7B-D8EF1B9D393D}" dt="2020-09-27T17:34:19.877" v="3648" actId="478"/>
          <ac:spMkLst>
            <pc:docMk/>
            <pc:sldMk cId="3387503313" sldId="305"/>
            <ac:spMk id="141" creationId="{C11D49C3-35F1-4585-8E04-9CF13A2597E4}"/>
          </ac:spMkLst>
        </pc:spChg>
        <pc:spChg chg="del mod">
          <ac:chgData name="郁儒 廖" userId="189a1d031aa848d3" providerId="LiveId" clId="{26EF712A-C9F3-4FA7-AD7B-D8EF1B9D393D}" dt="2020-09-27T17:34:19.877" v="3648" actId="478"/>
          <ac:spMkLst>
            <pc:docMk/>
            <pc:sldMk cId="3387503313" sldId="305"/>
            <ac:spMk id="143" creationId="{E136BAB1-BD99-4E80-8176-BD059B45D482}"/>
          </ac:spMkLst>
        </pc:spChg>
        <pc:spChg chg="del mod">
          <ac:chgData name="郁儒 廖" userId="189a1d031aa848d3" providerId="LiveId" clId="{26EF712A-C9F3-4FA7-AD7B-D8EF1B9D393D}" dt="2020-09-27T17:34:19.877" v="3648" actId="478"/>
          <ac:spMkLst>
            <pc:docMk/>
            <pc:sldMk cId="3387503313" sldId="305"/>
            <ac:spMk id="145" creationId="{A2206B4F-090E-4D98-ABAF-857D9120DCA1}"/>
          </ac:spMkLst>
        </pc:spChg>
        <pc:spChg chg="del mod">
          <ac:chgData name="郁儒 廖" userId="189a1d031aa848d3" providerId="LiveId" clId="{26EF712A-C9F3-4FA7-AD7B-D8EF1B9D393D}" dt="2020-09-27T17:34:19.877" v="3648" actId="478"/>
          <ac:spMkLst>
            <pc:docMk/>
            <pc:sldMk cId="3387503313" sldId="305"/>
            <ac:spMk id="150" creationId="{1465100F-5BA2-4B09-98CA-3DBBCD6B78FB}"/>
          </ac:spMkLst>
        </pc:spChg>
        <pc:spChg chg="del mod">
          <ac:chgData name="郁儒 廖" userId="189a1d031aa848d3" providerId="LiveId" clId="{26EF712A-C9F3-4FA7-AD7B-D8EF1B9D393D}" dt="2020-09-27T17:34:19.877" v="3648" actId="478"/>
          <ac:spMkLst>
            <pc:docMk/>
            <pc:sldMk cId="3387503313" sldId="305"/>
            <ac:spMk id="151" creationId="{564343E9-1636-4BDF-B06C-802BBB6EC0E3}"/>
          </ac:spMkLst>
        </pc:spChg>
        <pc:spChg chg="del mod">
          <ac:chgData name="郁儒 廖" userId="189a1d031aa848d3" providerId="LiveId" clId="{26EF712A-C9F3-4FA7-AD7B-D8EF1B9D393D}" dt="2020-09-27T17:34:19.877" v="3648" actId="478"/>
          <ac:spMkLst>
            <pc:docMk/>
            <pc:sldMk cId="3387503313" sldId="305"/>
            <ac:spMk id="152" creationId="{2E036B12-439C-4130-A9F8-2E490C11F4B4}"/>
          </ac:spMkLst>
        </pc:spChg>
        <pc:spChg chg="del mod">
          <ac:chgData name="郁儒 廖" userId="189a1d031aa848d3" providerId="LiveId" clId="{26EF712A-C9F3-4FA7-AD7B-D8EF1B9D393D}" dt="2020-09-27T17:34:19.877" v="3648" actId="478"/>
          <ac:spMkLst>
            <pc:docMk/>
            <pc:sldMk cId="3387503313" sldId="305"/>
            <ac:spMk id="153" creationId="{F53B52E0-7021-4FB1-AFE2-DF5C84E802EF}"/>
          </ac:spMkLst>
        </pc:spChg>
        <pc:spChg chg="del mod">
          <ac:chgData name="郁儒 廖" userId="189a1d031aa848d3" providerId="LiveId" clId="{26EF712A-C9F3-4FA7-AD7B-D8EF1B9D393D}" dt="2020-09-27T17:34:19.877" v="3648" actId="478"/>
          <ac:spMkLst>
            <pc:docMk/>
            <pc:sldMk cId="3387503313" sldId="305"/>
            <ac:spMk id="155" creationId="{B1636E1C-302E-4F77-94F1-01F27824D30C}"/>
          </ac:spMkLst>
        </pc:spChg>
        <pc:spChg chg="del mod">
          <ac:chgData name="郁儒 廖" userId="189a1d031aa848d3" providerId="LiveId" clId="{26EF712A-C9F3-4FA7-AD7B-D8EF1B9D393D}" dt="2020-09-27T17:34:19.877" v="3648" actId="478"/>
          <ac:spMkLst>
            <pc:docMk/>
            <pc:sldMk cId="3387503313" sldId="305"/>
            <ac:spMk id="158" creationId="{283E7390-B6E4-4753-983D-6561F3E84F70}"/>
          </ac:spMkLst>
        </pc:spChg>
        <pc:spChg chg="del mod">
          <ac:chgData name="郁儒 廖" userId="189a1d031aa848d3" providerId="LiveId" clId="{26EF712A-C9F3-4FA7-AD7B-D8EF1B9D393D}" dt="2020-09-27T17:34:19.877" v="3648" actId="478"/>
          <ac:spMkLst>
            <pc:docMk/>
            <pc:sldMk cId="3387503313" sldId="305"/>
            <ac:spMk id="161" creationId="{5A11FE78-5BD6-453C-85EF-C9B7B61B76A6}"/>
          </ac:spMkLst>
        </pc:spChg>
        <pc:spChg chg="del mod">
          <ac:chgData name="郁儒 廖" userId="189a1d031aa848d3" providerId="LiveId" clId="{26EF712A-C9F3-4FA7-AD7B-D8EF1B9D393D}" dt="2020-09-27T17:34:19.877" v="3648" actId="478"/>
          <ac:spMkLst>
            <pc:docMk/>
            <pc:sldMk cId="3387503313" sldId="305"/>
            <ac:spMk id="164" creationId="{92876652-D4A9-4148-8C40-B4B42DFFAB95}"/>
          </ac:spMkLst>
        </pc:spChg>
        <pc:spChg chg="del mod">
          <ac:chgData name="郁儒 廖" userId="189a1d031aa848d3" providerId="LiveId" clId="{26EF712A-C9F3-4FA7-AD7B-D8EF1B9D393D}" dt="2020-09-27T17:34:19.877" v="3648" actId="478"/>
          <ac:spMkLst>
            <pc:docMk/>
            <pc:sldMk cId="3387503313" sldId="305"/>
            <ac:spMk id="165" creationId="{B1599283-0E7A-4FCF-B5D7-1D26AB9462D7}"/>
          </ac:spMkLst>
        </pc:spChg>
        <pc:spChg chg="del mod">
          <ac:chgData name="郁儒 廖" userId="189a1d031aa848d3" providerId="LiveId" clId="{26EF712A-C9F3-4FA7-AD7B-D8EF1B9D393D}" dt="2020-09-27T17:34:19.877" v="3648" actId="478"/>
          <ac:spMkLst>
            <pc:docMk/>
            <pc:sldMk cId="3387503313" sldId="305"/>
            <ac:spMk id="166" creationId="{A7C20924-B384-4A06-B2FF-2AB0C23FBCBC}"/>
          </ac:spMkLst>
        </pc:spChg>
        <pc:spChg chg="del mod">
          <ac:chgData name="郁儒 廖" userId="189a1d031aa848d3" providerId="LiveId" clId="{26EF712A-C9F3-4FA7-AD7B-D8EF1B9D393D}" dt="2020-09-27T17:34:19.877" v="3648" actId="478"/>
          <ac:spMkLst>
            <pc:docMk/>
            <pc:sldMk cId="3387503313" sldId="305"/>
            <ac:spMk id="170" creationId="{EC8FE9EB-82FE-46EC-9265-4682713774A4}"/>
          </ac:spMkLst>
        </pc:spChg>
        <pc:spChg chg="del mod">
          <ac:chgData name="郁儒 廖" userId="189a1d031aa848d3" providerId="LiveId" clId="{26EF712A-C9F3-4FA7-AD7B-D8EF1B9D393D}" dt="2020-09-27T17:34:19.877" v="3648" actId="478"/>
          <ac:spMkLst>
            <pc:docMk/>
            <pc:sldMk cId="3387503313" sldId="305"/>
            <ac:spMk id="172" creationId="{903899FA-0D9A-4ED5-9B12-C39650D74FA4}"/>
          </ac:spMkLst>
        </pc:spChg>
        <pc:spChg chg="del mod">
          <ac:chgData name="郁儒 廖" userId="189a1d031aa848d3" providerId="LiveId" clId="{26EF712A-C9F3-4FA7-AD7B-D8EF1B9D393D}" dt="2020-09-27T17:34:19.877" v="3648" actId="478"/>
          <ac:spMkLst>
            <pc:docMk/>
            <pc:sldMk cId="3387503313" sldId="305"/>
            <ac:spMk id="174" creationId="{EB850599-569B-4D0C-9063-09C6199A3CDD}"/>
          </ac:spMkLst>
        </pc:spChg>
        <pc:spChg chg="del mod">
          <ac:chgData name="郁儒 廖" userId="189a1d031aa848d3" providerId="LiveId" clId="{26EF712A-C9F3-4FA7-AD7B-D8EF1B9D393D}" dt="2020-09-27T17:34:19.877" v="3648" actId="478"/>
          <ac:spMkLst>
            <pc:docMk/>
            <pc:sldMk cId="3387503313" sldId="305"/>
            <ac:spMk id="177" creationId="{54C66536-793E-4DE0-9CAC-7C57E56F8BD9}"/>
          </ac:spMkLst>
        </pc:spChg>
        <pc:spChg chg="del mod">
          <ac:chgData name="郁儒 廖" userId="189a1d031aa848d3" providerId="LiveId" clId="{26EF712A-C9F3-4FA7-AD7B-D8EF1B9D393D}" dt="2020-09-27T17:34:19.877" v="3648" actId="478"/>
          <ac:spMkLst>
            <pc:docMk/>
            <pc:sldMk cId="3387503313" sldId="305"/>
            <ac:spMk id="178" creationId="{0CD2CBDA-43F6-4A7E-9CA9-4FD502FE5F2D}"/>
          </ac:spMkLst>
        </pc:spChg>
        <pc:spChg chg="del mod">
          <ac:chgData name="郁儒 廖" userId="189a1d031aa848d3" providerId="LiveId" clId="{26EF712A-C9F3-4FA7-AD7B-D8EF1B9D393D}" dt="2020-09-27T17:34:19.877" v="3648" actId="478"/>
          <ac:spMkLst>
            <pc:docMk/>
            <pc:sldMk cId="3387503313" sldId="305"/>
            <ac:spMk id="181" creationId="{3EFC24E7-04B2-46D0-A563-7D52CF3D44A8}"/>
          </ac:spMkLst>
        </pc:spChg>
        <pc:spChg chg="del mod">
          <ac:chgData name="郁儒 廖" userId="189a1d031aa848d3" providerId="LiveId" clId="{26EF712A-C9F3-4FA7-AD7B-D8EF1B9D393D}" dt="2020-09-27T17:34:19.877" v="3648" actId="478"/>
          <ac:spMkLst>
            <pc:docMk/>
            <pc:sldMk cId="3387503313" sldId="305"/>
            <ac:spMk id="183" creationId="{41428CA8-C4FD-4BBB-898B-05E12E5DDC2A}"/>
          </ac:spMkLst>
        </pc:spChg>
        <pc:spChg chg="add mod">
          <ac:chgData name="郁儒 廖" userId="189a1d031aa848d3" providerId="LiveId" clId="{26EF712A-C9F3-4FA7-AD7B-D8EF1B9D393D}" dt="2020-09-27T17:34:20.650" v="3649"/>
          <ac:spMkLst>
            <pc:docMk/>
            <pc:sldMk cId="3387503313" sldId="305"/>
            <ac:spMk id="186" creationId="{1C5E9848-F801-4DBC-8EE3-DC683DF7CE2E}"/>
          </ac:spMkLst>
        </pc:spChg>
        <pc:spChg chg="add mod">
          <ac:chgData name="郁儒 廖" userId="189a1d031aa848d3" providerId="LiveId" clId="{26EF712A-C9F3-4FA7-AD7B-D8EF1B9D393D}" dt="2020-09-27T17:34:20.650" v="3649"/>
          <ac:spMkLst>
            <pc:docMk/>
            <pc:sldMk cId="3387503313" sldId="305"/>
            <ac:spMk id="189" creationId="{59E5B5E8-24F6-472C-999A-BDDBCA26354A}"/>
          </ac:spMkLst>
        </pc:spChg>
        <pc:spChg chg="add mod">
          <ac:chgData name="郁儒 廖" userId="189a1d031aa848d3" providerId="LiveId" clId="{26EF712A-C9F3-4FA7-AD7B-D8EF1B9D393D}" dt="2020-09-27T17:34:20.650" v="3649"/>
          <ac:spMkLst>
            <pc:docMk/>
            <pc:sldMk cId="3387503313" sldId="305"/>
            <ac:spMk id="192" creationId="{CE602BD3-D42C-406E-BF7B-CB8253471BAF}"/>
          </ac:spMkLst>
        </pc:spChg>
        <pc:spChg chg="add mod">
          <ac:chgData name="郁儒 廖" userId="189a1d031aa848d3" providerId="LiveId" clId="{26EF712A-C9F3-4FA7-AD7B-D8EF1B9D393D}" dt="2020-09-27T17:34:20.650" v="3649"/>
          <ac:spMkLst>
            <pc:docMk/>
            <pc:sldMk cId="3387503313" sldId="305"/>
            <ac:spMk id="194" creationId="{6B0A6CA5-BFD3-4240-82FA-84C23E952638}"/>
          </ac:spMkLst>
        </pc:spChg>
        <pc:spChg chg="add mod">
          <ac:chgData name="郁儒 廖" userId="189a1d031aa848d3" providerId="LiveId" clId="{26EF712A-C9F3-4FA7-AD7B-D8EF1B9D393D}" dt="2020-09-27T17:34:20.650" v="3649"/>
          <ac:spMkLst>
            <pc:docMk/>
            <pc:sldMk cId="3387503313" sldId="305"/>
            <ac:spMk id="196" creationId="{3B685BB6-A958-4955-9258-F07884994FC0}"/>
          </ac:spMkLst>
        </pc:spChg>
        <pc:spChg chg="add mod">
          <ac:chgData name="郁儒 廖" userId="189a1d031aa848d3" providerId="LiveId" clId="{26EF712A-C9F3-4FA7-AD7B-D8EF1B9D393D}" dt="2020-09-27T17:34:20.650" v="3649"/>
          <ac:spMkLst>
            <pc:docMk/>
            <pc:sldMk cId="3387503313" sldId="305"/>
            <ac:spMk id="198" creationId="{CFF79849-FA05-46C4-AEA8-1F019C3CEE47}"/>
          </ac:spMkLst>
        </pc:spChg>
        <pc:spChg chg="add mod">
          <ac:chgData name="郁儒 廖" userId="189a1d031aa848d3" providerId="LiveId" clId="{26EF712A-C9F3-4FA7-AD7B-D8EF1B9D393D}" dt="2020-09-27T17:34:20.650" v="3649"/>
          <ac:spMkLst>
            <pc:docMk/>
            <pc:sldMk cId="3387503313" sldId="305"/>
            <ac:spMk id="200" creationId="{60A36CE5-AE03-4788-B10C-BD04686E376D}"/>
          </ac:spMkLst>
        </pc:spChg>
        <pc:spChg chg="add mod">
          <ac:chgData name="郁儒 廖" userId="189a1d031aa848d3" providerId="LiveId" clId="{26EF712A-C9F3-4FA7-AD7B-D8EF1B9D393D}" dt="2020-09-27T17:34:20.650" v="3649"/>
          <ac:spMkLst>
            <pc:docMk/>
            <pc:sldMk cId="3387503313" sldId="305"/>
            <ac:spMk id="205" creationId="{A0B49FCB-528E-4E41-9604-CCCE81041A4A}"/>
          </ac:spMkLst>
        </pc:spChg>
        <pc:spChg chg="add mod">
          <ac:chgData name="郁儒 廖" userId="189a1d031aa848d3" providerId="LiveId" clId="{26EF712A-C9F3-4FA7-AD7B-D8EF1B9D393D}" dt="2020-09-27T17:34:20.650" v="3649"/>
          <ac:spMkLst>
            <pc:docMk/>
            <pc:sldMk cId="3387503313" sldId="305"/>
            <ac:spMk id="206" creationId="{CE3D2D6D-D4A8-4C9D-9636-C5607D7EF8ED}"/>
          </ac:spMkLst>
        </pc:spChg>
        <pc:spChg chg="add mod">
          <ac:chgData name="郁儒 廖" userId="189a1d031aa848d3" providerId="LiveId" clId="{26EF712A-C9F3-4FA7-AD7B-D8EF1B9D393D}" dt="2020-09-27T17:34:20.650" v="3649"/>
          <ac:spMkLst>
            <pc:docMk/>
            <pc:sldMk cId="3387503313" sldId="305"/>
            <ac:spMk id="207" creationId="{375D761B-0107-4AB0-B4BA-956A9915BF3F}"/>
          </ac:spMkLst>
        </pc:spChg>
        <pc:spChg chg="add mod">
          <ac:chgData name="郁儒 廖" userId="189a1d031aa848d3" providerId="LiveId" clId="{26EF712A-C9F3-4FA7-AD7B-D8EF1B9D393D}" dt="2020-09-27T17:34:20.650" v="3649"/>
          <ac:spMkLst>
            <pc:docMk/>
            <pc:sldMk cId="3387503313" sldId="305"/>
            <ac:spMk id="208" creationId="{377F2F7A-E40E-4C19-811A-303812983E68}"/>
          </ac:spMkLst>
        </pc:spChg>
        <pc:spChg chg="add mod">
          <ac:chgData name="郁儒 廖" userId="189a1d031aa848d3" providerId="LiveId" clId="{26EF712A-C9F3-4FA7-AD7B-D8EF1B9D393D}" dt="2020-09-27T17:34:20.650" v="3649"/>
          <ac:spMkLst>
            <pc:docMk/>
            <pc:sldMk cId="3387503313" sldId="305"/>
            <ac:spMk id="210" creationId="{6B9A45C8-E161-42E8-B40B-A3B07D204D9C}"/>
          </ac:spMkLst>
        </pc:spChg>
        <pc:spChg chg="add mod">
          <ac:chgData name="郁儒 廖" userId="189a1d031aa848d3" providerId="LiveId" clId="{26EF712A-C9F3-4FA7-AD7B-D8EF1B9D393D}" dt="2020-09-27T17:34:20.650" v="3649"/>
          <ac:spMkLst>
            <pc:docMk/>
            <pc:sldMk cId="3387503313" sldId="305"/>
            <ac:spMk id="213" creationId="{7C63FEF4-5BD7-4677-89DD-A83E4B908CED}"/>
          </ac:spMkLst>
        </pc:spChg>
        <pc:spChg chg="add mod">
          <ac:chgData name="郁儒 廖" userId="189a1d031aa848d3" providerId="LiveId" clId="{26EF712A-C9F3-4FA7-AD7B-D8EF1B9D393D}" dt="2020-09-27T17:34:20.650" v="3649"/>
          <ac:spMkLst>
            <pc:docMk/>
            <pc:sldMk cId="3387503313" sldId="305"/>
            <ac:spMk id="216" creationId="{36373914-EB65-4A13-8955-8EBFA264252C}"/>
          </ac:spMkLst>
        </pc:spChg>
        <pc:spChg chg="add mod">
          <ac:chgData name="郁儒 廖" userId="189a1d031aa848d3" providerId="LiveId" clId="{26EF712A-C9F3-4FA7-AD7B-D8EF1B9D393D}" dt="2020-09-27T17:34:20.650" v="3649"/>
          <ac:spMkLst>
            <pc:docMk/>
            <pc:sldMk cId="3387503313" sldId="305"/>
            <ac:spMk id="219" creationId="{9EA72E47-6E5F-4C92-94E6-B70A6596ED70}"/>
          </ac:spMkLst>
        </pc:spChg>
        <pc:spChg chg="add mod">
          <ac:chgData name="郁儒 廖" userId="189a1d031aa848d3" providerId="LiveId" clId="{26EF712A-C9F3-4FA7-AD7B-D8EF1B9D393D}" dt="2020-09-27T17:34:20.650" v="3649"/>
          <ac:spMkLst>
            <pc:docMk/>
            <pc:sldMk cId="3387503313" sldId="305"/>
            <ac:spMk id="220" creationId="{3E337533-1434-4951-B673-6DD3B0D5844E}"/>
          </ac:spMkLst>
        </pc:spChg>
        <pc:spChg chg="add mod">
          <ac:chgData name="郁儒 廖" userId="189a1d031aa848d3" providerId="LiveId" clId="{26EF712A-C9F3-4FA7-AD7B-D8EF1B9D393D}" dt="2020-09-27T17:34:20.650" v="3649"/>
          <ac:spMkLst>
            <pc:docMk/>
            <pc:sldMk cId="3387503313" sldId="305"/>
            <ac:spMk id="224" creationId="{AB7770D7-004A-4F4B-B567-1E76FD7F0509}"/>
          </ac:spMkLst>
        </pc:spChg>
        <pc:spChg chg="add mod">
          <ac:chgData name="郁儒 廖" userId="189a1d031aa848d3" providerId="LiveId" clId="{26EF712A-C9F3-4FA7-AD7B-D8EF1B9D393D}" dt="2020-09-27T17:34:20.650" v="3649"/>
          <ac:spMkLst>
            <pc:docMk/>
            <pc:sldMk cId="3387503313" sldId="305"/>
            <ac:spMk id="226" creationId="{B2E0293A-8145-43B5-A33C-FA7B2BC7704D}"/>
          </ac:spMkLst>
        </pc:spChg>
        <pc:spChg chg="add mod">
          <ac:chgData name="郁儒 廖" userId="189a1d031aa848d3" providerId="LiveId" clId="{26EF712A-C9F3-4FA7-AD7B-D8EF1B9D393D}" dt="2020-09-27T17:34:20.650" v="3649"/>
          <ac:spMkLst>
            <pc:docMk/>
            <pc:sldMk cId="3387503313" sldId="305"/>
            <ac:spMk id="228" creationId="{9E9C5F36-5B6C-4FB3-AD3C-06F0A57D8420}"/>
          </ac:spMkLst>
        </pc:spChg>
        <pc:spChg chg="add mod">
          <ac:chgData name="郁儒 廖" userId="189a1d031aa848d3" providerId="LiveId" clId="{26EF712A-C9F3-4FA7-AD7B-D8EF1B9D393D}" dt="2020-09-27T17:34:20.650" v="3649"/>
          <ac:spMkLst>
            <pc:docMk/>
            <pc:sldMk cId="3387503313" sldId="305"/>
            <ac:spMk id="231" creationId="{ACFB7CF3-5934-404E-84CB-84E6CBBC8020}"/>
          </ac:spMkLst>
        </pc:spChg>
        <pc:spChg chg="add mod">
          <ac:chgData name="郁儒 廖" userId="189a1d031aa848d3" providerId="LiveId" clId="{26EF712A-C9F3-4FA7-AD7B-D8EF1B9D393D}" dt="2020-09-27T17:34:20.650" v="3649"/>
          <ac:spMkLst>
            <pc:docMk/>
            <pc:sldMk cId="3387503313" sldId="305"/>
            <ac:spMk id="232" creationId="{9848ACD8-A021-41D3-A03F-464E57FA17DB}"/>
          </ac:spMkLst>
        </pc:spChg>
        <pc:spChg chg="add mod">
          <ac:chgData name="郁儒 廖" userId="189a1d031aa848d3" providerId="LiveId" clId="{26EF712A-C9F3-4FA7-AD7B-D8EF1B9D393D}" dt="2020-09-27T17:34:20.650" v="3649"/>
          <ac:spMkLst>
            <pc:docMk/>
            <pc:sldMk cId="3387503313" sldId="305"/>
            <ac:spMk id="235" creationId="{42C11CD5-0455-4E1A-B4BE-9AC806B6CE4A}"/>
          </ac:spMkLst>
        </pc:spChg>
        <pc:spChg chg="add mod">
          <ac:chgData name="郁儒 廖" userId="189a1d031aa848d3" providerId="LiveId" clId="{26EF712A-C9F3-4FA7-AD7B-D8EF1B9D393D}" dt="2020-09-27T17:34:20.650" v="3649"/>
          <ac:spMkLst>
            <pc:docMk/>
            <pc:sldMk cId="3387503313" sldId="305"/>
            <ac:spMk id="237" creationId="{B93C15DD-01B5-4782-8AF9-4682EDC37F40}"/>
          </ac:spMkLst>
        </pc:spChg>
        <pc:graphicFrameChg chg="add del ord">
          <ac:chgData name="郁儒 廖" userId="189a1d031aa848d3" providerId="LiveId" clId="{26EF712A-C9F3-4FA7-AD7B-D8EF1B9D393D}" dt="2020-09-27T17:35:13.645" v="3697" actId="478"/>
          <ac:graphicFrameMkLst>
            <pc:docMk/>
            <pc:sldMk cId="3387503313" sldId="305"/>
            <ac:graphicFrameMk id="2" creationId="{67C6D66A-2F4F-4775-8FE2-B0386254BAC3}"/>
          </ac:graphicFrameMkLst>
        </pc:graphicFrameChg>
        <pc:graphicFrameChg chg="mod ord modGraphic">
          <ac:chgData name="郁儒 廖" userId="189a1d031aa848d3" providerId="LiveId" clId="{26EF712A-C9F3-4FA7-AD7B-D8EF1B9D393D}" dt="2020-09-27T17:35:09.042" v="3696" actId="167"/>
          <ac:graphicFrameMkLst>
            <pc:docMk/>
            <pc:sldMk cId="3387503313" sldId="305"/>
            <ac:graphicFrameMk id="4" creationId="{846BB3CF-E188-4BFE-A1B9-9B78A7E80762}"/>
          </ac:graphicFrameMkLst>
        </pc:graphicFrameChg>
        <pc:cxnChg chg="add mod">
          <ac:chgData name="郁儒 廖" userId="189a1d031aa848d3" providerId="LiveId" clId="{26EF712A-C9F3-4FA7-AD7B-D8EF1B9D393D}" dt="2020-09-28T15:22:35.858" v="3837"/>
          <ac:cxnSpMkLst>
            <pc:docMk/>
            <pc:sldMk cId="3387503313" sldId="305"/>
            <ac:cxnSpMk id="63" creationId="{486BBB0C-4906-4663-A1C6-733B9D3E72A3}"/>
          </ac:cxnSpMkLst>
        </pc:cxnChg>
        <pc:cxnChg chg="add mod">
          <ac:chgData name="郁儒 廖" userId="189a1d031aa848d3" providerId="LiveId" clId="{26EF712A-C9F3-4FA7-AD7B-D8EF1B9D393D}" dt="2020-09-28T15:22:35.858" v="3837"/>
          <ac:cxnSpMkLst>
            <pc:docMk/>
            <pc:sldMk cId="3387503313" sldId="305"/>
            <ac:cxnSpMk id="64" creationId="{10A84B16-CA9E-4E94-9E07-C1B3945027A3}"/>
          </ac:cxnSpMkLst>
        </pc:cxnChg>
        <pc:cxnChg chg="add del mod">
          <ac:chgData name="郁儒 廖" userId="189a1d031aa848d3" providerId="LiveId" clId="{26EF712A-C9F3-4FA7-AD7B-D8EF1B9D393D}" dt="2020-09-27T17:34:17.018" v="3647"/>
          <ac:cxnSpMkLst>
            <pc:docMk/>
            <pc:sldMk cId="3387503313" sldId="305"/>
            <ac:cxnSpMk id="64" creationId="{7078F79D-8F63-44A4-B183-6164CBF4608A}"/>
          </ac:cxnSpMkLst>
        </pc:cxnChg>
        <pc:cxnChg chg="del">
          <ac:chgData name="郁儒 廖" userId="189a1d031aa848d3" providerId="LiveId" clId="{26EF712A-C9F3-4FA7-AD7B-D8EF1B9D393D}" dt="2020-09-26T17:12:02.515" v="2675" actId="478"/>
          <ac:cxnSpMkLst>
            <pc:docMk/>
            <pc:sldMk cId="3387503313" sldId="305"/>
            <ac:cxnSpMk id="64" creationId="{80BC620C-4612-4AD8-9EF4-01BF353202BD}"/>
          </ac:cxnSpMkLst>
        </pc:cxnChg>
        <pc:cxnChg chg="add del mod">
          <ac:chgData name="郁儒 廖" userId="189a1d031aa848d3" providerId="LiveId" clId="{26EF712A-C9F3-4FA7-AD7B-D8EF1B9D393D}" dt="2020-09-27T17:34:17.018" v="3647"/>
          <ac:cxnSpMkLst>
            <pc:docMk/>
            <pc:sldMk cId="3387503313" sldId="305"/>
            <ac:cxnSpMk id="65" creationId="{043EBD6F-3591-40D1-8A50-0AAFDAFC5324}"/>
          </ac:cxnSpMkLst>
        </pc:cxnChg>
        <pc:cxnChg chg="del">
          <ac:chgData name="郁儒 廖" userId="189a1d031aa848d3" providerId="LiveId" clId="{26EF712A-C9F3-4FA7-AD7B-D8EF1B9D393D}" dt="2020-09-26T17:12:01.630" v="2674" actId="478"/>
          <ac:cxnSpMkLst>
            <pc:docMk/>
            <pc:sldMk cId="3387503313" sldId="305"/>
            <ac:cxnSpMk id="65" creationId="{FD14E1DB-8F3A-4528-A409-FDB251F5873A}"/>
          </ac:cxnSpMkLst>
        </pc:cxnChg>
        <pc:cxnChg chg="add del mod">
          <ac:chgData name="郁儒 廖" userId="189a1d031aa848d3" providerId="LiveId" clId="{26EF712A-C9F3-4FA7-AD7B-D8EF1B9D393D}" dt="2020-09-27T17:34:17.018" v="3647"/>
          <ac:cxnSpMkLst>
            <pc:docMk/>
            <pc:sldMk cId="3387503313" sldId="305"/>
            <ac:cxnSpMk id="67" creationId="{FB0DD4AC-E365-411E-AA61-18238C1633A4}"/>
          </ac:cxnSpMkLst>
        </pc:cxnChg>
        <pc:cxnChg chg="add del mod">
          <ac:chgData name="郁儒 廖" userId="189a1d031aa848d3" providerId="LiveId" clId="{26EF712A-C9F3-4FA7-AD7B-D8EF1B9D393D}" dt="2020-09-27T17:34:17.018" v="3647"/>
          <ac:cxnSpMkLst>
            <pc:docMk/>
            <pc:sldMk cId="3387503313" sldId="305"/>
            <ac:cxnSpMk id="69" creationId="{D5DC410F-2986-4235-A1D2-59418566C80F}"/>
          </ac:cxnSpMkLst>
        </pc:cxnChg>
        <pc:cxnChg chg="add del mod">
          <ac:chgData name="郁儒 廖" userId="189a1d031aa848d3" providerId="LiveId" clId="{26EF712A-C9F3-4FA7-AD7B-D8EF1B9D393D}" dt="2020-09-27T17:34:17.018" v="3647"/>
          <ac:cxnSpMkLst>
            <pc:docMk/>
            <pc:sldMk cId="3387503313" sldId="305"/>
            <ac:cxnSpMk id="71" creationId="{C78EDA35-4636-4595-8373-DA9A3410E26E}"/>
          </ac:cxnSpMkLst>
        </pc:cxnChg>
        <pc:cxnChg chg="add del mod">
          <ac:chgData name="郁儒 廖" userId="189a1d031aa848d3" providerId="LiveId" clId="{26EF712A-C9F3-4FA7-AD7B-D8EF1B9D393D}" dt="2020-09-27T17:34:17.018" v="3647"/>
          <ac:cxnSpMkLst>
            <pc:docMk/>
            <pc:sldMk cId="3387503313" sldId="305"/>
            <ac:cxnSpMk id="72" creationId="{D946E801-EEC3-4330-8B8D-62A3B85ED1A3}"/>
          </ac:cxnSpMkLst>
        </pc:cxnChg>
        <pc:cxnChg chg="add del mod">
          <ac:chgData name="郁儒 廖" userId="189a1d031aa848d3" providerId="LiveId" clId="{26EF712A-C9F3-4FA7-AD7B-D8EF1B9D393D}" dt="2020-09-27T17:34:17.018" v="3647"/>
          <ac:cxnSpMkLst>
            <pc:docMk/>
            <pc:sldMk cId="3387503313" sldId="305"/>
            <ac:cxnSpMk id="74" creationId="{D9030C47-7FC4-49AF-9D49-A3A09F3BBAC9}"/>
          </ac:cxnSpMkLst>
        </pc:cxnChg>
        <pc:cxnChg chg="add del mod">
          <ac:chgData name="郁儒 廖" userId="189a1d031aa848d3" providerId="LiveId" clId="{26EF712A-C9F3-4FA7-AD7B-D8EF1B9D393D}" dt="2020-09-27T17:34:17.018" v="3647"/>
          <ac:cxnSpMkLst>
            <pc:docMk/>
            <pc:sldMk cId="3387503313" sldId="305"/>
            <ac:cxnSpMk id="75" creationId="{453A5971-4009-4C43-A1E2-AABD6602241F}"/>
          </ac:cxnSpMkLst>
        </pc:cxnChg>
        <pc:cxnChg chg="add del mod">
          <ac:chgData name="郁儒 廖" userId="189a1d031aa848d3" providerId="LiveId" clId="{26EF712A-C9F3-4FA7-AD7B-D8EF1B9D393D}" dt="2020-09-27T17:34:17.018" v="3647"/>
          <ac:cxnSpMkLst>
            <pc:docMk/>
            <pc:sldMk cId="3387503313" sldId="305"/>
            <ac:cxnSpMk id="77" creationId="{57824724-C114-4A7B-A535-A8D262B89555}"/>
          </ac:cxnSpMkLst>
        </pc:cxnChg>
        <pc:cxnChg chg="add del mod">
          <ac:chgData name="郁儒 廖" userId="189a1d031aa848d3" providerId="LiveId" clId="{26EF712A-C9F3-4FA7-AD7B-D8EF1B9D393D}" dt="2020-09-27T17:34:17.018" v="3647"/>
          <ac:cxnSpMkLst>
            <pc:docMk/>
            <pc:sldMk cId="3387503313" sldId="305"/>
            <ac:cxnSpMk id="79" creationId="{4DA648D8-6C96-471F-B370-E10758DCD1BB}"/>
          </ac:cxnSpMkLst>
        </pc:cxnChg>
        <pc:cxnChg chg="add del mod">
          <ac:chgData name="郁儒 廖" userId="189a1d031aa848d3" providerId="LiveId" clId="{26EF712A-C9F3-4FA7-AD7B-D8EF1B9D393D}" dt="2020-09-27T17:34:17.018" v="3647"/>
          <ac:cxnSpMkLst>
            <pc:docMk/>
            <pc:sldMk cId="3387503313" sldId="305"/>
            <ac:cxnSpMk id="81" creationId="{C8721FAF-6974-42C5-A6F9-4CBBBFB4D14C}"/>
          </ac:cxnSpMkLst>
        </pc:cxnChg>
        <pc:cxnChg chg="add del mod">
          <ac:chgData name="郁儒 廖" userId="189a1d031aa848d3" providerId="LiveId" clId="{26EF712A-C9F3-4FA7-AD7B-D8EF1B9D393D}" dt="2020-09-27T17:34:17.018" v="3647"/>
          <ac:cxnSpMkLst>
            <pc:docMk/>
            <pc:sldMk cId="3387503313" sldId="305"/>
            <ac:cxnSpMk id="83" creationId="{1EA72ED6-DE74-4489-9E61-614797A6F212}"/>
          </ac:cxnSpMkLst>
        </pc:cxnChg>
        <pc:cxnChg chg="add del mod">
          <ac:chgData name="郁儒 廖" userId="189a1d031aa848d3" providerId="LiveId" clId="{26EF712A-C9F3-4FA7-AD7B-D8EF1B9D393D}" dt="2020-09-27T17:34:17.018" v="3647"/>
          <ac:cxnSpMkLst>
            <pc:docMk/>
            <pc:sldMk cId="3387503313" sldId="305"/>
            <ac:cxnSpMk id="85" creationId="{FFEF91BD-0C33-4102-B86B-E303E9FB250C}"/>
          </ac:cxnSpMkLst>
        </pc:cxnChg>
        <pc:cxnChg chg="add del mod">
          <ac:chgData name="郁儒 廖" userId="189a1d031aa848d3" providerId="LiveId" clId="{26EF712A-C9F3-4FA7-AD7B-D8EF1B9D393D}" dt="2020-09-27T17:34:17.018" v="3647"/>
          <ac:cxnSpMkLst>
            <pc:docMk/>
            <pc:sldMk cId="3387503313" sldId="305"/>
            <ac:cxnSpMk id="86" creationId="{A93E9DF8-FAFE-4CB5-B1A5-D483FB4F4AC1}"/>
          </ac:cxnSpMkLst>
        </pc:cxnChg>
        <pc:cxnChg chg="add del mod">
          <ac:chgData name="郁儒 廖" userId="189a1d031aa848d3" providerId="LiveId" clId="{26EF712A-C9F3-4FA7-AD7B-D8EF1B9D393D}" dt="2020-09-27T17:34:17.018" v="3647"/>
          <ac:cxnSpMkLst>
            <pc:docMk/>
            <pc:sldMk cId="3387503313" sldId="305"/>
            <ac:cxnSpMk id="87" creationId="{13E169EC-95AA-4376-B9AF-04A07491DDCE}"/>
          </ac:cxnSpMkLst>
        </pc:cxnChg>
        <pc:cxnChg chg="add del mod">
          <ac:chgData name="郁儒 廖" userId="189a1d031aa848d3" providerId="LiveId" clId="{26EF712A-C9F3-4FA7-AD7B-D8EF1B9D393D}" dt="2020-09-27T17:34:17.018" v="3647"/>
          <ac:cxnSpMkLst>
            <pc:docMk/>
            <pc:sldMk cId="3387503313" sldId="305"/>
            <ac:cxnSpMk id="88" creationId="{452A2C40-C2F2-4A3A-885E-F8EDD2DAA451}"/>
          </ac:cxnSpMkLst>
        </pc:cxnChg>
        <pc:cxnChg chg="add del mod">
          <ac:chgData name="郁儒 廖" userId="189a1d031aa848d3" providerId="LiveId" clId="{26EF712A-C9F3-4FA7-AD7B-D8EF1B9D393D}" dt="2020-09-27T17:34:17.018" v="3647"/>
          <ac:cxnSpMkLst>
            <pc:docMk/>
            <pc:sldMk cId="3387503313" sldId="305"/>
            <ac:cxnSpMk id="93" creationId="{D640C274-7B73-4F28-B0F1-B3606523C3F7}"/>
          </ac:cxnSpMkLst>
        </pc:cxnChg>
        <pc:cxnChg chg="add del mod">
          <ac:chgData name="郁儒 廖" userId="189a1d031aa848d3" providerId="LiveId" clId="{26EF712A-C9F3-4FA7-AD7B-D8EF1B9D393D}" dt="2020-09-27T17:34:17.018" v="3647"/>
          <ac:cxnSpMkLst>
            <pc:docMk/>
            <pc:sldMk cId="3387503313" sldId="305"/>
            <ac:cxnSpMk id="95" creationId="{DEA63A42-F3DD-4B1E-A6BF-7CC371DAFBAE}"/>
          </ac:cxnSpMkLst>
        </pc:cxnChg>
        <pc:cxnChg chg="add del mod">
          <ac:chgData name="郁儒 廖" userId="189a1d031aa848d3" providerId="LiveId" clId="{26EF712A-C9F3-4FA7-AD7B-D8EF1B9D393D}" dt="2020-09-27T17:34:17.018" v="3647"/>
          <ac:cxnSpMkLst>
            <pc:docMk/>
            <pc:sldMk cId="3387503313" sldId="305"/>
            <ac:cxnSpMk id="96" creationId="{A807CEAB-8D24-4E2A-86CC-524AC1B6749A}"/>
          </ac:cxnSpMkLst>
        </pc:cxnChg>
        <pc:cxnChg chg="add del mod">
          <ac:chgData name="郁儒 廖" userId="189a1d031aa848d3" providerId="LiveId" clId="{26EF712A-C9F3-4FA7-AD7B-D8EF1B9D393D}" dt="2020-09-27T17:34:17.018" v="3647"/>
          <ac:cxnSpMkLst>
            <pc:docMk/>
            <pc:sldMk cId="3387503313" sldId="305"/>
            <ac:cxnSpMk id="98" creationId="{40D7FD97-D334-45DC-A236-630B64593923}"/>
          </ac:cxnSpMkLst>
        </pc:cxnChg>
        <pc:cxnChg chg="add del mod">
          <ac:chgData name="郁儒 廖" userId="189a1d031aa848d3" providerId="LiveId" clId="{26EF712A-C9F3-4FA7-AD7B-D8EF1B9D393D}" dt="2020-09-27T17:34:17.018" v="3647"/>
          <ac:cxnSpMkLst>
            <pc:docMk/>
            <pc:sldMk cId="3387503313" sldId="305"/>
            <ac:cxnSpMk id="99" creationId="{455FB5D4-9D67-4D63-BD95-5DF6F696CD84}"/>
          </ac:cxnSpMkLst>
        </pc:cxnChg>
        <pc:cxnChg chg="add del mod">
          <ac:chgData name="郁儒 廖" userId="189a1d031aa848d3" providerId="LiveId" clId="{26EF712A-C9F3-4FA7-AD7B-D8EF1B9D393D}" dt="2020-09-27T17:34:17.018" v="3647"/>
          <ac:cxnSpMkLst>
            <pc:docMk/>
            <pc:sldMk cId="3387503313" sldId="305"/>
            <ac:cxnSpMk id="101" creationId="{98BAB3D0-1897-4F75-838D-8E0DE400D1E7}"/>
          </ac:cxnSpMkLst>
        </pc:cxnChg>
        <pc:cxnChg chg="add del mod">
          <ac:chgData name="郁儒 廖" userId="189a1d031aa848d3" providerId="LiveId" clId="{26EF712A-C9F3-4FA7-AD7B-D8EF1B9D393D}" dt="2020-09-27T17:34:17.018" v="3647"/>
          <ac:cxnSpMkLst>
            <pc:docMk/>
            <pc:sldMk cId="3387503313" sldId="305"/>
            <ac:cxnSpMk id="102" creationId="{A06B83D1-01BD-461B-A52F-5D5D0A681FB6}"/>
          </ac:cxnSpMkLst>
        </pc:cxnChg>
        <pc:cxnChg chg="add del mod">
          <ac:chgData name="郁儒 廖" userId="189a1d031aa848d3" providerId="LiveId" clId="{26EF712A-C9F3-4FA7-AD7B-D8EF1B9D393D}" dt="2020-09-27T17:34:17.018" v="3647"/>
          <ac:cxnSpMkLst>
            <pc:docMk/>
            <pc:sldMk cId="3387503313" sldId="305"/>
            <ac:cxnSpMk id="105" creationId="{01E2E39D-0124-4AF3-AA27-0B2F57F0010A}"/>
          </ac:cxnSpMkLst>
        </pc:cxnChg>
        <pc:cxnChg chg="add del mod">
          <ac:chgData name="郁儒 廖" userId="189a1d031aa848d3" providerId="LiveId" clId="{26EF712A-C9F3-4FA7-AD7B-D8EF1B9D393D}" dt="2020-09-27T17:34:17.018" v="3647"/>
          <ac:cxnSpMkLst>
            <pc:docMk/>
            <pc:sldMk cId="3387503313" sldId="305"/>
            <ac:cxnSpMk id="106" creationId="{74B304DD-8530-4EAE-B630-0D649AC1161E}"/>
          </ac:cxnSpMkLst>
        </pc:cxnChg>
        <pc:cxnChg chg="add del mod">
          <ac:chgData name="郁儒 廖" userId="189a1d031aa848d3" providerId="LiveId" clId="{26EF712A-C9F3-4FA7-AD7B-D8EF1B9D393D}" dt="2020-09-27T17:34:17.018" v="3647"/>
          <ac:cxnSpMkLst>
            <pc:docMk/>
            <pc:sldMk cId="3387503313" sldId="305"/>
            <ac:cxnSpMk id="107" creationId="{1BF2214D-BC15-44E4-B54B-8C10D19C3B7D}"/>
          </ac:cxnSpMkLst>
        </pc:cxnChg>
        <pc:cxnChg chg="add del mod">
          <ac:chgData name="郁儒 廖" userId="189a1d031aa848d3" providerId="LiveId" clId="{26EF712A-C9F3-4FA7-AD7B-D8EF1B9D393D}" dt="2020-09-27T17:34:17.018" v="3647"/>
          <ac:cxnSpMkLst>
            <pc:docMk/>
            <pc:sldMk cId="3387503313" sldId="305"/>
            <ac:cxnSpMk id="109" creationId="{5E861973-0C18-4A4D-8AB4-5DB6E1A8731F}"/>
          </ac:cxnSpMkLst>
        </pc:cxnChg>
        <pc:cxnChg chg="add del mod">
          <ac:chgData name="郁儒 廖" userId="189a1d031aa848d3" providerId="LiveId" clId="{26EF712A-C9F3-4FA7-AD7B-D8EF1B9D393D}" dt="2020-09-27T17:34:17.018" v="3647"/>
          <ac:cxnSpMkLst>
            <pc:docMk/>
            <pc:sldMk cId="3387503313" sldId="305"/>
            <ac:cxnSpMk id="111" creationId="{712768F4-AB6D-49BD-B6BA-47AB7E1EB7AC}"/>
          </ac:cxnSpMkLst>
        </pc:cxnChg>
        <pc:cxnChg chg="add del mod">
          <ac:chgData name="郁儒 廖" userId="189a1d031aa848d3" providerId="LiveId" clId="{26EF712A-C9F3-4FA7-AD7B-D8EF1B9D393D}" dt="2020-09-27T17:34:17.018" v="3647"/>
          <ac:cxnSpMkLst>
            <pc:docMk/>
            <pc:sldMk cId="3387503313" sldId="305"/>
            <ac:cxnSpMk id="113" creationId="{306920D2-18A2-4683-8C61-164173051BCA}"/>
          </ac:cxnSpMkLst>
        </pc:cxnChg>
        <pc:cxnChg chg="add del mod">
          <ac:chgData name="郁儒 廖" userId="189a1d031aa848d3" providerId="LiveId" clId="{26EF712A-C9F3-4FA7-AD7B-D8EF1B9D393D}" dt="2020-09-27T17:34:17.018" v="3647"/>
          <ac:cxnSpMkLst>
            <pc:docMk/>
            <pc:sldMk cId="3387503313" sldId="305"/>
            <ac:cxnSpMk id="114" creationId="{75062D6C-30DD-4506-9E37-9F18ADC3445B}"/>
          </ac:cxnSpMkLst>
        </pc:cxnChg>
        <pc:cxnChg chg="add del mod">
          <ac:chgData name="郁儒 廖" userId="189a1d031aa848d3" providerId="LiveId" clId="{26EF712A-C9F3-4FA7-AD7B-D8EF1B9D393D}" dt="2020-09-27T17:34:17.018" v="3647"/>
          <ac:cxnSpMkLst>
            <pc:docMk/>
            <pc:sldMk cId="3387503313" sldId="305"/>
            <ac:cxnSpMk id="117" creationId="{0ECE56F7-9D97-492B-9BFA-8156BA82EAAA}"/>
          </ac:cxnSpMkLst>
        </pc:cxnChg>
        <pc:cxnChg chg="add del mod">
          <ac:chgData name="郁儒 廖" userId="189a1d031aa848d3" providerId="LiveId" clId="{26EF712A-C9F3-4FA7-AD7B-D8EF1B9D393D}" dt="2020-09-27T17:34:17.018" v="3647"/>
          <ac:cxnSpMkLst>
            <pc:docMk/>
            <pc:sldMk cId="3387503313" sldId="305"/>
            <ac:cxnSpMk id="118" creationId="{C9CADF20-54CA-4269-97D2-59A7A5CCCEDE}"/>
          </ac:cxnSpMkLst>
        </pc:cxnChg>
        <pc:cxnChg chg="add del mod">
          <ac:chgData name="郁儒 廖" userId="189a1d031aa848d3" providerId="LiveId" clId="{26EF712A-C9F3-4FA7-AD7B-D8EF1B9D393D}" dt="2020-09-27T17:34:17.018" v="3647"/>
          <ac:cxnSpMkLst>
            <pc:docMk/>
            <pc:sldMk cId="3387503313" sldId="305"/>
            <ac:cxnSpMk id="120" creationId="{44D37418-FD76-48AE-91B0-C82E808A12A2}"/>
          </ac:cxnSpMkLst>
        </pc:cxnChg>
        <pc:cxnChg chg="del mod">
          <ac:chgData name="郁儒 廖" userId="189a1d031aa848d3" providerId="LiveId" clId="{26EF712A-C9F3-4FA7-AD7B-D8EF1B9D393D}" dt="2020-09-27T17:34:19.877" v="3648" actId="478"/>
          <ac:cxnSpMkLst>
            <pc:docMk/>
            <pc:sldMk cId="3387503313" sldId="305"/>
            <ac:cxnSpMk id="121" creationId="{DD9C3076-56B5-4C52-837B-49DE04416247}"/>
          </ac:cxnSpMkLst>
        </pc:cxnChg>
        <pc:cxnChg chg="del mod">
          <ac:chgData name="郁儒 廖" userId="189a1d031aa848d3" providerId="LiveId" clId="{26EF712A-C9F3-4FA7-AD7B-D8EF1B9D393D}" dt="2020-09-27T17:34:19.877" v="3648" actId="478"/>
          <ac:cxnSpMkLst>
            <pc:docMk/>
            <pc:sldMk cId="3387503313" sldId="305"/>
            <ac:cxnSpMk id="123" creationId="{4C8243FB-9385-4DFD-8A94-74AD95FAEC8E}"/>
          </ac:cxnSpMkLst>
        </pc:cxnChg>
        <pc:cxnChg chg="add mod">
          <ac:chgData name="郁儒 廖" userId="189a1d031aa848d3" providerId="LiveId" clId="{26EF712A-C9F3-4FA7-AD7B-D8EF1B9D393D}" dt="2020-09-27T17:34:20.650" v="3649"/>
          <ac:cxnSpMkLst>
            <pc:docMk/>
            <pc:sldMk cId="3387503313" sldId="305"/>
            <ac:cxnSpMk id="125" creationId="{53BE68C5-C775-4F48-8544-193433FAA8D1}"/>
          </ac:cxnSpMkLst>
        </pc:cxnChg>
        <pc:cxnChg chg="del mod">
          <ac:chgData name="郁儒 廖" userId="189a1d031aa848d3" providerId="LiveId" clId="{26EF712A-C9F3-4FA7-AD7B-D8EF1B9D393D}" dt="2020-09-27T17:34:19.877" v="3648" actId="478"/>
          <ac:cxnSpMkLst>
            <pc:docMk/>
            <pc:sldMk cId="3387503313" sldId="305"/>
            <ac:cxnSpMk id="127" creationId="{5DDDF376-2A58-4CB3-A0ED-8A634E458363}"/>
          </ac:cxnSpMkLst>
        </pc:cxnChg>
        <pc:cxnChg chg="add mod">
          <ac:chgData name="郁儒 廖" userId="189a1d031aa848d3" providerId="LiveId" clId="{26EF712A-C9F3-4FA7-AD7B-D8EF1B9D393D}" dt="2020-09-27T17:34:20.650" v="3649"/>
          <ac:cxnSpMkLst>
            <pc:docMk/>
            <pc:sldMk cId="3387503313" sldId="305"/>
            <ac:cxnSpMk id="128" creationId="{26377922-F762-4A97-AF79-5D75F614C1BF}"/>
          </ac:cxnSpMkLst>
        </pc:cxnChg>
        <pc:cxnChg chg="del mod">
          <ac:chgData name="郁儒 廖" userId="189a1d031aa848d3" providerId="LiveId" clId="{26EF712A-C9F3-4FA7-AD7B-D8EF1B9D393D}" dt="2020-09-27T17:34:19.877" v="3648" actId="478"/>
          <ac:cxnSpMkLst>
            <pc:docMk/>
            <pc:sldMk cId="3387503313" sldId="305"/>
            <ac:cxnSpMk id="129" creationId="{E116738D-BCF2-4DF5-8B55-400B2AA06AA7}"/>
          </ac:cxnSpMkLst>
        </pc:cxnChg>
        <pc:cxnChg chg="del mod">
          <ac:chgData name="郁儒 廖" userId="189a1d031aa848d3" providerId="LiveId" clId="{26EF712A-C9F3-4FA7-AD7B-D8EF1B9D393D}" dt="2020-09-27T17:34:19.877" v="3648" actId="478"/>
          <ac:cxnSpMkLst>
            <pc:docMk/>
            <pc:sldMk cId="3387503313" sldId="305"/>
            <ac:cxnSpMk id="132" creationId="{F724495E-E1BC-4EBA-BFD2-C569E80DEAAF}"/>
          </ac:cxnSpMkLst>
        </pc:cxnChg>
        <pc:cxnChg chg="del mod">
          <ac:chgData name="郁儒 廖" userId="189a1d031aa848d3" providerId="LiveId" clId="{26EF712A-C9F3-4FA7-AD7B-D8EF1B9D393D}" dt="2020-09-27T17:34:19.877" v="3648" actId="478"/>
          <ac:cxnSpMkLst>
            <pc:docMk/>
            <pc:sldMk cId="3387503313" sldId="305"/>
            <ac:cxnSpMk id="133" creationId="{B1259BF9-F49E-4572-BCF8-239289D43BA8}"/>
          </ac:cxnSpMkLst>
        </pc:cxnChg>
        <pc:cxnChg chg="del mod">
          <ac:chgData name="郁儒 廖" userId="189a1d031aa848d3" providerId="LiveId" clId="{26EF712A-C9F3-4FA7-AD7B-D8EF1B9D393D}" dt="2020-09-27T17:34:19.877" v="3648" actId="478"/>
          <ac:cxnSpMkLst>
            <pc:docMk/>
            <pc:sldMk cId="3387503313" sldId="305"/>
            <ac:cxnSpMk id="135" creationId="{9AD4552E-EA5A-4A08-B499-E5A5051BEE5C}"/>
          </ac:cxnSpMkLst>
        </pc:cxnChg>
        <pc:cxnChg chg="del mod">
          <ac:chgData name="郁儒 廖" userId="189a1d031aa848d3" providerId="LiveId" clId="{26EF712A-C9F3-4FA7-AD7B-D8EF1B9D393D}" dt="2020-09-27T17:34:19.877" v="3648" actId="478"/>
          <ac:cxnSpMkLst>
            <pc:docMk/>
            <pc:sldMk cId="3387503313" sldId="305"/>
            <ac:cxnSpMk id="136" creationId="{9FA88B2E-DF64-42F3-8C37-99A58114200F}"/>
          </ac:cxnSpMkLst>
        </pc:cxnChg>
        <pc:cxnChg chg="del mod">
          <ac:chgData name="郁儒 廖" userId="189a1d031aa848d3" providerId="LiveId" clId="{26EF712A-C9F3-4FA7-AD7B-D8EF1B9D393D}" dt="2020-09-27T17:34:19.877" v="3648" actId="478"/>
          <ac:cxnSpMkLst>
            <pc:docMk/>
            <pc:sldMk cId="3387503313" sldId="305"/>
            <ac:cxnSpMk id="138" creationId="{FDEEC2BF-B0E4-4BB4-9CB5-E892C21BDAAF}"/>
          </ac:cxnSpMkLst>
        </pc:cxnChg>
        <pc:cxnChg chg="del mod">
          <ac:chgData name="郁儒 廖" userId="189a1d031aa848d3" providerId="LiveId" clId="{26EF712A-C9F3-4FA7-AD7B-D8EF1B9D393D}" dt="2020-09-27T17:34:19.877" v="3648" actId="478"/>
          <ac:cxnSpMkLst>
            <pc:docMk/>
            <pc:sldMk cId="3387503313" sldId="305"/>
            <ac:cxnSpMk id="140" creationId="{E6A85AC0-E4C7-4240-9EEF-2545A63DB248}"/>
          </ac:cxnSpMkLst>
        </pc:cxnChg>
        <pc:cxnChg chg="del mod">
          <ac:chgData name="郁儒 廖" userId="189a1d031aa848d3" providerId="LiveId" clId="{26EF712A-C9F3-4FA7-AD7B-D8EF1B9D393D}" dt="2020-09-27T17:34:19.877" v="3648" actId="478"/>
          <ac:cxnSpMkLst>
            <pc:docMk/>
            <pc:sldMk cId="3387503313" sldId="305"/>
            <ac:cxnSpMk id="142" creationId="{B6FB3A9E-2533-43E1-BF2C-70A9FC7FE24C}"/>
          </ac:cxnSpMkLst>
        </pc:cxnChg>
        <pc:cxnChg chg="del mod">
          <ac:chgData name="郁儒 廖" userId="189a1d031aa848d3" providerId="LiveId" clId="{26EF712A-C9F3-4FA7-AD7B-D8EF1B9D393D}" dt="2020-09-27T17:34:19.877" v="3648" actId="478"/>
          <ac:cxnSpMkLst>
            <pc:docMk/>
            <pc:sldMk cId="3387503313" sldId="305"/>
            <ac:cxnSpMk id="144" creationId="{D5D124A7-C75B-40E4-A092-37D60B2A5474}"/>
          </ac:cxnSpMkLst>
        </pc:cxnChg>
        <pc:cxnChg chg="del mod">
          <ac:chgData name="郁儒 廖" userId="189a1d031aa848d3" providerId="LiveId" clId="{26EF712A-C9F3-4FA7-AD7B-D8EF1B9D393D}" dt="2020-09-27T17:34:19.877" v="3648" actId="478"/>
          <ac:cxnSpMkLst>
            <pc:docMk/>
            <pc:sldMk cId="3387503313" sldId="305"/>
            <ac:cxnSpMk id="146" creationId="{09BBF670-FEC2-4C60-BAA7-418F91437C56}"/>
          </ac:cxnSpMkLst>
        </pc:cxnChg>
        <pc:cxnChg chg="del mod">
          <ac:chgData name="郁儒 廖" userId="189a1d031aa848d3" providerId="LiveId" clId="{26EF712A-C9F3-4FA7-AD7B-D8EF1B9D393D}" dt="2020-09-27T17:34:19.877" v="3648" actId="478"/>
          <ac:cxnSpMkLst>
            <pc:docMk/>
            <pc:sldMk cId="3387503313" sldId="305"/>
            <ac:cxnSpMk id="147" creationId="{2C7E5471-0B4B-417B-861B-DDB4F37041D0}"/>
          </ac:cxnSpMkLst>
        </pc:cxnChg>
        <pc:cxnChg chg="del mod">
          <ac:chgData name="郁儒 廖" userId="189a1d031aa848d3" providerId="LiveId" clId="{26EF712A-C9F3-4FA7-AD7B-D8EF1B9D393D}" dt="2020-09-27T17:34:19.877" v="3648" actId="478"/>
          <ac:cxnSpMkLst>
            <pc:docMk/>
            <pc:sldMk cId="3387503313" sldId="305"/>
            <ac:cxnSpMk id="148" creationId="{BB16A45A-52F2-4844-AD4A-F8C8ADA621B7}"/>
          </ac:cxnSpMkLst>
        </pc:cxnChg>
        <pc:cxnChg chg="del mod">
          <ac:chgData name="郁儒 廖" userId="189a1d031aa848d3" providerId="LiveId" clId="{26EF712A-C9F3-4FA7-AD7B-D8EF1B9D393D}" dt="2020-09-27T17:34:19.877" v="3648" actId="478"/>
          <ac:cxnSpMkLst>
            <pc:docMk/>
            <pc:sldMk cId="3387503313" sldId="305"/>
            <ac:cxnSpMk id="149" creationId="{C0964EDD-37A2-4458-83D5-EDF8BC66D2E2}"/>
          </ac:cxnSpMkLst>
        </pc:cxnChg>
        <pc:cxnChg chg="del mod">
          <ac:chgData name="郁儒 廖" userId="189a1d031aa848d3" providerId="LiveId" clId="{26EF712A-C9F3-4FA7-AD7B-D8EF1B9D393D}" dt="2020-09-27T17:34:19.877" v="3648" actId="478"/>
          <ac:cxnSpMkLst>
            <pc:docMk/>
            <pc:sldMk cId="3387503313" sldId="305"/>
            <ac:cxnSpMk id="154" creationId="{1E029DB5-7027-402D-B457-4F107BFD6C78}"/>
          </ac:cxnSpMkLst>
        </pc:cxnChg>
        <pc:cxnChg chg="del mod">
          <ac:chgData name="郁儒 廖" userId="189a1d031aa848d3" providerId="LiveId" clId="{26EF712A-C9F3-4FA7-AD7B-D8EF1B9D393D}" dt="2020-09-27T17:34:19.877" v="3648" actId="478"/>
          <ac:cxnSpMkLst>
            <pc:docMk/>
            <pc:sldMk cId="3387503313" sldId="305"/>
            <ac:cxnSpMk id="156" creationId="{AC81CEB9-E194-425D-AF62-C7CFF51FC91F}"/>
          </ac:cxnSpMkLst>
        </pc:cxnChg>
        <pc:cxnChg chg="del mod">
          <ac:chgData name="郁儒 廖" userId="189a1d031aa848d3" providerId="LiveId" clId="{26EF712A-C9F3-4FA7-AD7B-D8EF1B9D393D}" dt="2020-09-27T17:34:19.877" v="3648" actId="478"/>
          <ac:cxnSpMkLst>
            <pc:docMk/>
            <pc:sldMk cId="3387503313" sldId="305"/>
            <ac:cxnSpMk id="157" creationId="{4AE2810F-B2C5-4DB7-9576-1702482FA2A2}"/>
          </ac:cxnSpMkLst>
        </pc:cxnChg>
        <pc:cxnChg chg="del mod">
          <ac:chgData name="郁儒 廖" userId="189a1d031aa848d3" providerId="LiveId" clId="{26EF712A-C9F3-4FA7-AD7B-D8EF1B9D393D}" dt="2020-09-27T17:34:19.877" v="3648" actId="478"/>
          <ac:cxnSpMkLst>
            <pc:docMk/>
            <pc:sldMk cId="3387503313" sldId="305"/>
            <ac:cxnSpMk id="159" creationId="{7FEB4DBC-DDD8-4A4B-95F5-7B08B7CF71C4}"/>
          </ac:cxnSpMkLst>
        </pc:cxnChg>
        <pc:cxnChg chg="del mod">
          <ac:chgData name="郁儒 廖" userId="189a1d031aa848d3" providerId="LiveId" clId="{26EF712A-C9F3-4FA7-AD7B-D8EF1B9D393D}" dt="2020-09-27T17:34:19.877" v="3648" actId="478"/>
          <ac:cxnSpMkLst>
            <pc:docMk/>
            <pc:sldMk cId="3387503313" sldId="305"/>
            <ac:cxnSpMk id="160" creationId="{C952F2B9-CF02-4324-A00C-40ECE514EDD0}"/>
          </ac:cxnSpMkLst>
        </pc:cxnChg>
        <pc:cxnChg chg="del mod">
          <ac:chgData name="郁儒 廖" userId="189a1d031aa848d3" providerId="LiveId" clId="{26EF712A-C9F3-4FA7-AD7B-D8EF1B9D393D}" dt="2020-09-27T17:34:19.877" v="3648" actId="478"/>
          <ac:cxnSpMkLst>
            <pc:docMk/>
            <pc:sldMk cId="3387503313" sldId="305"/>
            <ac:cxnSpMk id="162" creationId="{B19FEAB6-9760-4D97-9297-86300A6A8D37}"/>
          </ac:cxnSpMkLst>
        </pc:cxnChg>
        <pc:cxnChg chg="del mod">
          <ac:chgData name="郁儒 廖" userId="189a1d031aa848d3" providerId="LiveId" clId="{26EF712A-C9F3-4FA7-AD7B-D8EF1B9D393D}" dt="2020-09-27T17:34:19.877" v="3648" actId="478"/>
          <ac:cxnSpMkLst>
            <pc:docMk/>
            <pc:sldMk cId="3387503313" sldId="305"/>
            <ac:cxnSpMk id="163" creationId="{FD6AFBA0-2EC6-4F64-B103-FDCE2AE21A09}"/>
          </ac:cxnSpMkLst>
        </pc:cxnChg>
        <pc:cxnChg chg="del mod">
          <ac:chgData name="郁儒 廖" userId="189a1d031aa848d3" providerId="LiveId" clId="{26EF712A-C9F3-4FA7-AD7B-D8EF1B9D393D}" dt="2020-09-27T17:34:19.877" v="3648" actId="478"/>
          <ac:cxnSpMkLst>
            <pc:docMk/>
            <pc:sldMk cId="3387503313" sldId="305"/>
            <ac:cxnSpMk id="167" creationId="{2731269F-B9F5-4A80-B2C6-E00A8628CE99}"/>
          </ac:cxnSpMkLst>
        </pc:cxnChg>
        <pc:cxnChg chg="del mod">
          <ac:chgData name="郁儒 廖" userId="189a1d031aa848d3" providerId="LiveId" clId="{26EF712A-C9F3-4FA7-AD7B-D8EF1B9D393D}" dt="2020-09-27T17:34:19.877" v="3648" actId="478"/>
          <ac:cxnSpMkLst>
            <pc:docMk/>
            <pc:sldMk cId="3387503313" sldId="305"/>
            <ac:cxnSpMk id="168" creationId="{ADD491E5-C02B-48F0-90C0-F18B965E28C8}"/>
          </ac:cxnSpMkLst>
        </pc:cxnChg>
        <pc:cxnChg chg="del mod">
          <ac:chgData name="郁儒 廖" userId="189a1d031aa848d3" providerId="LiveId" clId="{26EF712A-C9F3-4FA7-AD7B-D8EF1B9D393D}" dt="2020-09-27T17:34:19.877" v="3648" actId="478"/>
          <ac:cxnSpMkLst>
            <pc:docMk/>
            <pc:sldMk cId="3387503313" sldId="305"/>
            <ac:cxnSpMk id="169" creationId="{C87C1CC6-2844-4A3E-8A6B-99D127446B3F}"/>
          </ac:cxnSpMkLst>
        </pc:cxnChg>
        <pc:cxnChg chg="del mod">
          <ac:chgData name="郁儒 廖" userId="189a1d031aa848d3" providerId="LiveId" clId="{26EF712A-C9F3-4FA7-AD7B-D8EF1B9D393D}" dt="2020-09-27T17:34:19.877" v="3648" actId="478"/>
          <ac:cxnSpMkLst>
            <pc:docMk/>
            <pc:sldMk cId="3387503313" sldId="305"/>
            <ac:cxnSpMk id="171" creationId="{1623F56B-B650-4297-9CE2-DE24930E593F}"/>
          </ac:cxnSpMkLst>
        </pc:cxnChg>
        <pc:cxnChg chg="del mod">
          <ac:chgData name="郁儒 廖" userId="189a1d031aa848d3" providerId="LiveId" clId="{26EF712A-C9F3-4FA7-AD7B-D8EF1B9D393D}" dt="2020-09-27T17:34:19.877" v="3648" actId="478"/>
          <ac:cxnSpMkLst>
            <pc:docMk/>
            <pc:sldMk cId="3387503313" sldId="305"/>
            <ac:cxnSpMk id="173" creationId="{DCF8FD26-94CE-4E2A-88E3-17697DF7C30E}"/>
          </ac:cxnSpMkLst>
        </pc:cxnChg>
        <pc:cxnChg chg="del mod">
          <ac:chgData name="郁儒 廖" userId="189a1d031aa848d3" providerId="LiveId" clId="{26EF712A-C9F3-4FA7-AD7B-D8EF1B9D393D}" dt="2020-09-27T17:34:19.877" v="3648" actId="478"/>
          <ac:cxnSpMkLst>
            <pc:docMk/>
            <pc:sldMk cId="3387503313" sldId="305"/>
            <ac:cxnSpMk id="175" creationId="{F5D6955D-2124-4E52-9F15-1FEFBA79DC09}"/>
          </ac:cxnSpMkLst>
        </pc:cxnChg>
        <pc:cxnChg chg="del mod">
          <ac:chgData name="郁儒 廖" userId="189a1d031aa848d3" providerId="LiveId" clId="{26EF712A-C9F3-4FA7-AD7B-D8EF1B9D393D}" dt="2020-09-27T17:34:19.877" v="3648" actId="478"/>
          <ac:cxnSpMkLst>
            <pc:docMk/>
            <pc:sldMk cId="3387503313" sldId="305"/>
            <ac:cxnSpMk id="176" creationId="{62877A10-4476-4C8B-BB38-EE5328B923E7}"/>
          </ac:cxnSpMkLst>
        </pc:cxnChg>
        <pc:cxnChg chg="del mod">
          <ac:chgData name="郁儒 廖" userId="189a1d031aa848d3" providerId="LiveId" clId="{26EF712A-C9F3-4FA7-AD7B-D8EF1B9D393D}" dt="2020-09-27T17:34:19.877" v="3648" actId="478"/>
          <ac:cxnSpMkLst>
            <pc:docMk/>
            <pc:sldMk cId="3387503313" sldId="305"/>
            <ac:cxnSpMk id="179" creationId="{D7CC78F7-E7DB-4AC7-85E4-58C9A54C4BC0}"/>
          </ac:cxnSpMkLst>
        </pc:cxnChg>
        <pc:cxnChg chg="del mod">
          <ac:chgData name="郁儒 廖" userId="189a1d031aa848d3" providerId="LiveId" clId="{26EF712A-C9F3-4FA7-AD7B-D8EF1B9D393D}" dt="2020-09-27T17:34:19.877" v="3648" actId="478"/>
          <ac:cxnSpMkLst>
            <pc:docMk/>
            <pc:sldMk cId="3387503313" sldId="305"/>
            <ac:cxnSpMk id="180" creationId="{52DFF42D-1958-4A68-BD5D-8A4761FC7B2C}"/>
          </ac:cxnSpMkLst>
        </pc:cxnChg>
        <pc:cxnChg chg="del mod">
          <ac:chgData name="郁儒 廖" userId="189a1d031aa848d3" providerId="LiveId" clId="{26EF712A-C9F3-4FA7-AD7B-D8EF1B9D393D}" dt="2020-09-27T17:34:19.877" v="3648" actId="478"/>
          <ac:cxnSpMkLst>
            <pc:docMk/>
            <pc:sldMk cId="3387503313" sldId="305"/>
            <ac:cxnSpMk id="182" creationId="{557FC03D-3DE8-4A33-BB37-8E09FCD485C6}"/>
          </ac:cxnSpMkLst>
        </pc:cxnChg>
        <pc:cxnChg chg="add mod">
          <ac:chgData name="郁儒 廖" userId="189a1d031aa848d3" providerId="LiveId" clId="{26EF712A-C9F3-4FA7-AD7B-D8EF1B9D393D}" dt="2020-09-27T17:34:20.650" v="3649"/>
          <ac:cxnSpMkLst>
            <pc:docMk/>
            <pc:sldMk cId="3387503313" sldId="305"/>
            <ac:cxnSpMk id="184" creationId="{CDE5B8BD-5BC0-4FCF-B321-E1A854E46D01}"/>
          </ac:cxnSpMkLst>
        </pc:cxnChg>
        <pc:cxnChg chg="add mod">
          <ac:chgData name="郁儒 廖" userId="189a1d031aa848d3" providerId="LiveId" clId="{26EF712A-C9F3-4FA7-AD7B-D8EF1B9D393D}" dt="2020-09-27T17:34:20.650" v="3649"/>
          <ac:cxnSpMkLst>
            <pc:docMk/>
            <pc:sldMk cId="3387503313" sldId="305"/>
            <ac:cxnSpMk id="185" creationId="{0194DADD-9176-46DC-9F1C-44FD2E96D415}"/>
          </ac:cxnSpMkLst>
        </pc:cxnChg>
        <pc:cxnChg chg="add mod">
          <ac:chgData name="郁儒 廖" userId="189a1d031aa848d3" providerId="LiveId" clId="{26EF712A-C9F3-4FA7-AD7B-D8EF1B9D393D}" dt="2020-09-27T17:34:20.650" v="3649"/>
          <ac:cxnSpMkLst>
            <pc:docMk/>
            <pc:sldMk cId="3387503313" sldId="305"/>
            <ac:cxnSpMk id="187" creationId="{4AE47E83-D9D6-4935-A1A7-D7110BC3AB9E}"/>
          </ac:cxnSpMkLst>
        </pc:cxnChg>
        <pc:cxnChg chg="add mod">
          <ac:chgData name="郁儒 廖" userId="189a1d031aa848d3" providerId="LiveId" clId="{26EF712A-C9F3-4FA7-AD7B-D8EF1B9D393D}" dt="2020-09-27T17:34:20.650" v="3649"/>
          <ac:cxnSpMkLst>
            <pc:docMk/>
            <pc:sldMk cId="3387503313" sldId="305"/>
            <ac:cxnSpMk id="188" creationId="{8A95E693-6F93-4089-88F8-068AE7A3EA5B}"/>
          </ac:cxnSpMkLst>
        </pc:cxnChg>
        <pc:cxnChg chg="add mod">
          <ac:chgData name="郁儒 廖" userId="189a1d031aa848d3" providerId="LiveId" clId="{26EF712A-C9F3-4FA7-AD7B-D8EF1B9D393D}" dt="2020-09-27T17:34:20.650" v="3649"/>
          <ac:cxnSpMkLst>
            <pc:docMk/>
            <pc:sldMk cId="3387503313" sldId="305"/>
            <ac:cxnSpMk id="190" creationId="{B31BCC0C-016C-4BA6-B255-FF2F69589157}"/>
          </ac:cxnSpMkLst>
        </pc:cxnChg>
        <pc:cxnChg chg="add mod">
          <ac:chgData name="郁儒 廖" userId="189a1d031aa848d3" providerId="LiveId" clId="{26EF712A-C9F3-4FA7-AD7B-D8EF1B9D393D}" dt="2020-09-27T17:34:20.650" v="3649"/>
          <ac:cxnSpMkLst>
            <pc:docMk/>
            <pc:sldMk cId="3387503313" sldId="305"/>
            <ac:cxnSpMk id="191" creationId="{6865397C-EF05-48E8-847B-D52F8F16D01C}"/>
          </ac:cxnSpMkLst>
        </pc:cxnChg>
        <pc:cxnChg chg="add mod">
          <ac:chgData name="郁儒 廖" userId="189a1d031aa848d3" providerId="LiveId" clId="{26EF712A-C9F3-4FA7-AD7B-D8EF1B9D393D}" dt="2020-09-27T17:34:20.650" v="3649"/>
          <ac:cxnSpMkLst>
            <pc:docMk/>
            <pc:sldMk cId="3387503313" sldId="305"/>
            <ac:cxnSpMk id="193" creationId="{1CD4CA01-1832-4CED-8352-47CA289F3DF3}"/>
          </ac:cxnSpMkLst>
        </pc:cxnChg>
        <pc:cxnChg chg="add mod">
          <ac:chgData name="郁儒 廖" userId="189a1d031aa848d3" providerId="LiveId" clId="{26EF712A-C9F3-4FA7-AD7B-D8EF1B9D393D}" dt="2020-09-27T17:34:20.650" v="3649"/>
          <ac:cxnSpMkLst>
            <pc:docMk/>
            <pc:sldMk cId="3387503313" sldId="305"/>
            <ac:cxnSpMk id="195" creationId="{5A35000E-0AF4-487A-AC14-2719BCF0B571}"/>
          </ac:cxnSpMkLst>
        </pc:cxnChg>
        <pc:cxnChg chg="add mod">
          <ac:chgData name="郁儒 廖" userId="189a1d031aa848d3" providerId="LiveId" clId="{26EF712A-C9F3-4FA7-AD7B-D8EF1B9D393D}" dt="2020-09-27T17:34:20.650" v="3649"/>
          <ac:cxnSpMkLst>
            <pc:docMk/>
            <pc:sldMk cId="3387503313" sldId="305"/>
            <ac:cxnSpMk id="197" creationId="{E1C1DB6F-A060-45B2-A586-F85783CFFD72}"/>
          </ac:cxnSpMkLst>
        </pc:cxnChg>
        <pc:cxnChg chg="add mod">
          <ac:chgData name="郁儒 廖" userId="189a1d031aa848d3" providerId="LiveId" clId="{26EF712A-C9F3-4FA7-AD7B-D8EF1B9D393D}" dt="2020-09-27T17:34:20.650" v="3649"/>
          <ac:cxnSpMkLst>
            <pc:docMk/>
            <pc:sldMk cId="3387503313" sldId="305"/>
            <ac:cxnSpMk id="199" creationId="{18682D5A-244C-4317-A2C7-43E81F5F7538}"/>
          </ac:cxnSpMkLst>
        </pc:cxnChg>
        <pc:cxnChg chg="add mod">
          <ac:chgData name="郁儒 廖" userId="189a1d031aa848d3" providerId="LiveId" clId="{26EF712A-C9F3-4FA7-AD7B-D8EF1B9D393D}" dt="2020-09-27T17:34:20.650" v="3649"/>
          <ac:cxnSpMkLst>
            <pc:docMk/>
            <pc:sldMk cId="3387503313" sldId="305"/>
            <ac:cxnSpMk id="201" creationId="{75F2B199-6E24-41BA-AB31-A59F574E82E5}"/>
          </ac:cxnSpMkLst>
        </pc:cxnChg>
        <pc:cxnChg chg="add mod">
          <ac:chgData name="郁儒 廖" userId="189a1d031aa848d3" providerId="LiveId" clId="{26EF712A-C9F3-4FA7-AD7B-D8EF1B9D393D}" dt="2020-09-27T17:34:20.650" v="3649"/>
          <ac:cxnSpMkLst>
            <pc:docMk/>
            <pc:sldMk cId="3387503313" sldId="305"/>
            <ac:cxnSpMk id="202" creationId="{015F73F9-7426-49B6-BD0B-EDA5EDE86C11}"/>
          </ac:cxnSpMkLst>
        </pc:cxnChg>
        <pc:cxnChg chg="add mod">
          <ac:chgData name="郁儒 廖" userId="189a1d031aa848d3" providerId="LiveId" clId="{26EF712A-C9F3-4FA7-AD7B-D8EF1B9D393D}" dt="2020-09-27T17:34:20.650" v="3649"/>
          <ac:cxnSpMkLst>
            <pc:docMk/>
            <pc:sldMk cId="3387503313" sldId="305"/>
            <ac:cxnSpMk id="203" creationId="{44C70F0E-9FAD-4C87-98DF-A22EEF59E8D6}"/>
          </ac:cxnSpMkLst>
        </pc:cxnChg>
        <pc:cxnChg chg="add mod">
          <ac:chgData name="郁儒 廖" userId="189a1d031aa848d3" providerId="LiveId" clId="{26EF712A-C9F3-4FA7-AD7B-D8EF1B9D393D}" dt="2020-09-27T17:34:20.650" v="3649"/>
          <ac:cxnSpMkLst>
            <pc:docMk/>
            <pc:sldMk cId="3387503313" sldId="305"/>
            <ac:cxnSpMk id="204" creationId="{9EBB8BFE-835E-4982-85C0-9708A2EE369C}"/>
          </ac:cxnSpMkLst>
        </pc:cxnChg>
        <pc:cxnChg chg="add mod">
          <ac:chgData name="郁儒 廖" userId="189a1d031aa848d3" providerId="LiveId" clId="{26EF712A-C9F3-4FA7-AD7B-D8EF1B9D393D}" dt="2020-09-27T17:34:20.650" v="3649"/>
          <ac:cxnSpMkLst>
            <pc:docMk/>
            <pc:sldMk cId="3387503313" sldId="305"/>
            <ac:cxnSpMk id="209" creationId="{8AD2E9E1-092D-47B2-8FC8-BD13500A28C7}"/>
          </ac:cxnSpMkLst>
        </pc:cxnChg>
        <pc:cxnChg chg="add mod">
          <ac:chgData name="郁儒 廖" userId="189a1d031aa848d3" providerId="LiveId" clId="{26EF712A-C9F3-4FA7-AD7B-D8EF1B9D393D}" dt="2020-09-27T17:34:20.650" v="3649"/>
          <ac:cxnSpMkLst>
            <pc:docMk/>
            <pc:sldMk cId="3387503313" sldId="305"/>
            <ac:cxnSpMk id="211" creationId="{10674AC0-42F3-40D4-BE41-B6E8ADC232E4}"/>
          </ac:cxnSpMkLst>
        </pc:cxnChg>
        <pc:cxnChg chg="add mod">
          <ac:chgData name="郁儒 廖" userId="189a1d031aa848d3" providerId="LiveId" clId="{26EF712A-C9F3-4FA7-AD7B-D8EF1B9D393D}" dt="2020-09-27T17:34:20.650" v="3649"/>
          <ac:cxnSpMkLst>
            <pc:docMk/>
            <pc:sldMk cId="3387503313" sldId="305"/>
            <ac:cxnSpMk id="212" creationId="{AB921E51-73EA-4E6B-BFD5-731F674D5668}"/>
          </ac:cxnSpMkLst>
        </pc:cxnChg>
        <pc:cxnChg chg="add mod">
          <ac:chgData name="郁儒 廖" userId="189a1d031aa848d3" providerId="LiveId" clId="{26EF712A-C9F3-4FA7-AD7B-D8EF1B9D393D}" dt="2020-09-27T17:34:20.650" v="3649"/>
          <ac:cxnSpMkLst>
            <pc:docMk/>
            <pc:sldMk cId="3387503313" sldId="305"/>
            <ac:cxnSpMk id="214" creationId="{4E9A22A1-B313-4FAB-8442-8BD6D89DFF04}"/>
          </ac:cxnSpMkLst>
        </pc:cxnChg>
        <pc:cxnChg chg="add mod">
          <ac:chgData name="郁儒 廖" userId="189a1d031aa848d3" providerId="LiveId" clId="{26EF712A-C9F3-4FA7-AD7B-D8EF1B9D393D}" dt="2020-09-27T17:34:20.650" v="3649"/>
          <ac:cxnSpMkLst>
            <pc:docMk/>
            <pc:sldMk cId="3387503313" sldId="305"/>
            <ac:cxnSpMk id="215" creationId="{C9591041-23B0-4619-942A-54AF5F6B25EF}"/>
          </ac:cxnSpMkLst>
        </pc:cxnChg>
        <pc:cxnChg chg="add mod">
          <ac:chgData name="郁儒 廖" userId="189a1d031aa848d3" providerId="LiveId" clId="{26EF712A-C9F3-4FA7-AD7B-D8EF1B9D393D}" dt="2020-09-27T17:34:20.650" v="3649"/>
          <ac:cxnSpMkLst>
            <pc:docMk/>
            <pc:sldMk cId="3387503313" sldId="305"/>
            <ac:cxnSpMk id="217" creationId="{FF2B4268-1209-4A9D-B314-A9CAB50AD7C6}"/>
          </ac:cxnSpMkLst>
        </pc:cxnChg>
        <pc:cxnChg chg="add mod">
          <ac:chgData name="郁儒 廖" userId="189a1d031aa848d3" providerId="LiveId" clId="{26EF712A-C9F3-4FA7-AD7B-D8EF1B9D393D}" dt="2020-09-27T17:34:20.650" v="3649"/>
          <ac:cxnSpMkLst>
            <pc:docMk/>
            <pc:sldMk cId="3387503313" sldId="305"/>
            <ac:cxnSpMk id="218" creationId="{75412611-3CF4-4302-9D70-6D80EA993CA3}"/>
          </ac:cxnSpMkLst>
        </pc:cxnChg>
        <pc:cxnChg chg="add mod">
          <ac:chgData name="郁儒 廖" userId="189a1d031aa848d3" providerId="LiveId" clId="{26EF712A-C9F3-4FA7-AD7B-D8EF1B9D393D}" dt="2020-09-27T17:34:20.650" v="3649"/>
          <ac:cxnSpMkLst>
            <pc:docMk/>
            <pc:sldMk cId="3387503313" sldId="305"/>
            <ac:cxnSpMk id="221" creationId="{7831F6CD-F7AC-4A53-A6C8-0A7FF63F2B5E}"/>
          </ac:cxnSpMkLst>
        </pc:cxnChg>
        <pc:cxnChg chg="add mod">
          <ac:chgData name="郁儒 廖" userId="189a1d031aa848d3" providerId="LiveId" clId="{26EF712A-C9F3-4FA7-AD7B-D8EF1B9D393D}" dt="2020-09-27T17:34:20.650" v="3649"/>
          <ac:cxnSpMkLst>
            <pc:docMk/>
            <pc:sldMk cId="3387503313" sldId="305"/>
            <ac:cxnSpMk id="222" creationId="{5941D748-F353-4B1B-A386-E71F765AB3D1}"/>
          </ac:cxnSpMkLst>
        </pc:cxnChg>
        <pc:cxnChg chg="add mod">
          <ac:chgData name="郁儒 廖" userId="189a1d031aa848d3" providerId="LiveId" clId="{26EF712A-C9F3-4FA7-AD7B-D8EF1B9D393D}" dt="2020-09-27T17:34:20.650" v="3649"/>
          <ac:cxnSpMkLst>
            <pc:docMk/>
            <pc:sldMk cId="3387503313" sldId="305"/>
            <ac:cxnSpMk id="223" creationId="{5FC2BF83-4793-4875-A181-98AEE62F1A01}"/>
          </ac:cxnSpMkLst>
        </pc:cxnChg>
        <pc:cxnChg chg="add mod">
          <ac:chgData name="郁儒 廖" userId="189a1d031aa848d3" providerId="LiveId" clId="{26EF712A-C9F3-4FA7-AD7B-D8EF1B9D393D}" dt="2020-09-27T17:34:20.650" v="3649"/>
          <ac:cxnSpMkLst>
            <pc:docMk/>
            <pc:sldMk cId="3387503313" sldId="305"/>
            <ac:cxnSpMk id="225" creationId="{EBCAA6BE-55B0-4466-B84E-5825615B211D}"/>
          </ac:cxnSpMkLst>
        </pc:cxnChg>
        <pc:cxnChg chg="add mod">
          <ac:chgData name="郁儒 廖" userId="189a1d031aa848d3" providerId="LiveId" clId="{26EF712A-C9F3-4FA7-AD7B-D8EF1B9D393D}" dt="2020-09-27T17:34:20.650" v="3649"/>
          <ac:cxnSpMkLst>
            <pc:docMk/>
            <pc:sldMk cId="3387503313" sldId="305"/>
            <ac:cxnSpMk id="227" creationId="{236AF70F-8BBD-4FA2-BCB4-1BC2022800E7}"/>
          </ac:cxnSpMkLst>
        </pc:cxnChg>
        <pc:cxnChg chg="add mod">
          <ac:chgData name="郁儒 廖" userId="189a1d031aa848d3" providerId="LiveId" clId="{26EF712A-C9F3-4FA7-AD7B-D8EF1B9D393D}" dt="2020-09-27T17:34:20.650" v="3649"/>
          <ac:cxnSpMkLst>
            <pc:docMk/>
            <pc:sldMk cId="3387503313" sldId="305"/>
            <ac:cxnSpMk id="229" creationId="{DFF0D9B0-9DDA-49F5-A344-CA6E99ABF2A1}"/>
          </ac:cxnSpMkLst>
        </pc:cxnChg>
        <pc:cxnChg chg="add mod">
          <ac:chgData name="郁儒 廖" userId="189a1d031aa848d3" providerId="LiveId" clId="{26EF712A-C9F3-4FA7-AD7B-D8EF1B9D393D}" dt="2020-09-27T17:34:20.650" v="3649"/>
          <ac:cxnSpMkLst>
            <pc:docMk/>
            <pc:sldMk cId="3387503313" sldId="305"/>
            <ac:cxnSpMk id="230" creationId="{F3B40538-B6EC-40B6-A64D-5DC46FE23302}"/>
          </ac:cxnSpMkLst>
        </pc:cxnChg>
        <pc:cxnChg chg="add mod">
          <ac:chgData name="郁儒 廖" userId="189a1d031aa848d3" providerId="LiveId" clId="{26EF712A-C9F3-4FA7-AD7B-D8EF1B9D393D}" dt="2020-09-27T17:34:20.650" v="3649"/>
          <ac:cxnSpMkLst>
            <pc:docMk/>
            <pc:sldMk cId="3387503313" sldId="305"/>
            <ac:cxnSpMk id="233" creationId="{C222EDA8-BAA6-41C1-AA60-BD58294D6B39}"/>
          </ac:cxnSpMkLst>
        </pc:cxnChg>
        <pc:cxnChg chg="add mod">
          <ac:chgData name="郁儒 廖" userId="189a1d031aa848d3" providerId="LiveId" clId="{26EF712A-C9F3-4FA7-AD7B-D8EF1B9D393D}" dt="2020-09-27T17:34:20.650" v="3649"/>
          <ac:cxnSpMkLst>
            <pc:docMk/>
            <pc:sldMk cId="3387503313" sldId="305"/>
            <ac:cxnSpMk id="234" creationId="{11674FED-C260-49EE-9F6E-07265B883744}"/>
          </ac:cxnSpMkLst>
        </pc:cxnChg>
        <pc:cxnChg chg="add mod">
          <ac:chgData name="郁儒 廖" userId="189a1d031aa848d3" providerId="LiveId" clId="{26EF712A-C9F3-4FA7-AD7B-D8EF1B9D393D}" dt="2020-09-27T17:34:20.650" v="3649"/>
          <ac:cxnSpMkLst>
            <pc:docMk/>
            <pc:sldMk cId="3387503313" sldId="305"/>
            <ac:cxnSpMk id="236" creationId="{695B1EA9-13E0-4325-B80F-47A6446C3BDA}"/>
          </ac:cxnSpMkLst>
        </pc:cxnChg>
      </pc:sldChg>
      <pc:sldChg chg="add del ord">
        <pc:chgData name="郁儒 廖" userId="189a1d031aa848d3" providerId="LiveId" clId="{26EF712A-C9F3-4FA7-AD7B-D8EF1B9D393D}" dt="2020-09-29T05:29:52.078" v="3888" actId="47"/>
        <pc:sldMkLst>
          <pc:docMk/>
          <pc:sldMk cId="1919504962" sldId="306"/>
        </pc:sldMkLst>
      </pc:sldChg>
      <pc:sldChg chg="addSp delSp modSp add mod ord delAnim modAnim">
        <pc:chgData name="郁儒 廖" userId="189a1d031aa848d3" providerId="LiveId" clId="{26EF712A-C9F3-4FA7-AD7B-D8EF1B9D393D}" dt="2020-09-28T15:20:10.127" v="3829" actId="14100"/>
        <pc:sldMkLst>
          <pc:docMk/>
          <pc:sldMk cId="1342683393" sldId="307"/>
        </pc:sldMkLst>
        <pc:spChg chg="mod">
          <ac:chgData name="郁儒 廖" userId="189a1d031aa848d3" providerId="LiveId" clId="{26EF712A-C9F3-4FA7-AD7B-D8EF1B9D393D}" dt="2020-09-27T09:47:53.171" v="3327" actId="1076"/>
          <ac:spMkLst>
            <pc:docMk/>
            <pc:sldMk cId="1342683393" sldId="307"/>
            <ac:spMk id="2" creationId="{B28E83E2-D3A2-4F49-A93F-42BA14542EB9}"/>
          </ac:spMkLst>
        </pc:spChg>
        <pc:spChg chg="mod">
          <ac:chgData name="郁儒 廖" userId="189a1d031aa848d3" providerId="LiveId" clId="{26EF712A-C9F3-4FA7-AD7B-D8EF1B9D393D}" dt="2020-09-28T15:17:29.175" v="3821" actId="1037"/>
          <ac:spMkLst>
            <pc:docMk/>
            <pc:sldMk cId="1342683393" sldId="307"/>
            <ac:spMk id="4" creationId="{5FC3764D-1D77-4B4B-9A24-825B0D16D7FF}"/>
          </ac:spMkLst>
        </pc:spChg>
        <pc:spChg chg="del">
          <ac:chgData name="郁儒 廖" userId="189a1d031aa848d3" providerId="LiveId" clId="{26EF712A-C9F3-4FA7-AD7B-D8EF1B9D393D}" dt="2020-09-27T09:47:11.154" v="3318" actId="478"/>
          <ac:spMkLst>
            <pc:docMk/>
            <pc:sldMk cId="1342683393" sldId="307"/>
            <ac:spMk id="7" creationId="{07594762-D164-42A8-A582-8CF90DD9AF8D}"/>
          </ac:spMkLst>
        </pc:spChg>
        <pc:spChg chg="del">
          <ac:chgData name="郁儒 廖" userId="189a1d031aa848d3" providerId="LiveId" clId="{26EF712A-C9F3-4FA7-AD7B-D8EF1B9D393D}" dt="2020-09-27T09:47:13.868" v="3319" actId="478"/>
          <ac:spMkLst>
            <pc:docMk/>
            <pc:sldMk cId="1342683393" sldId="307"/>
            <ac:spMk id="9" creationId="{57270E4B-55EA-48CC-B3AB-6AF2EF867CED}"/>
          </ac:spMkLst>
        </pc:spChg>
        <pc:spChg chg="mod">
          <ac:chgData name="郁儒 廖" userId="189a1d031aa848d3" providerId="LiveId" clId="{26EF712A-C9F3-4FA7-AD7B-D8EF1B9D393D}" dt="2020-09-28T15:17:26.519" v="3819" actId="1036"/>
          <ac:spMkLst>
            <pc:docMk/>
            <pc:sldMk cId="1342683393" sldId="307"/>
            <ac:spMk id="11" creationId="{8BB6C19C-C370-44EF-B769-3794BD6FD125}"/>
          </ac:spMkLst>
        </pc:spChg>
        <pc:spChg chg="mod">
          <ac:chgData name="郁儒 廖" userId="189a1d031aa848d3" providerId="LiveId" clId="{26EF712A-C9F3-4FA7-AD7B-D8EF1B9D393D}" dt="2020-09-28T15:17:31.409" v="3822" actId="1036"/>
          <ac:spMkLst>
            <pc:docMk/>
            <pc:sldMk cId="1342683393" sldId="307"/>
            <ac:spMk id="12" creationId="{3FE9EA27-9CD6-4318-8AA7-2AFC6CCCF017}"/>
          </ac:spMkLst>
        </pc:spChg>
        <pc:spChg chg="del">
          <ac:chgData name="郁儒 廖" userId="189a1d031aa848d3" providerId="LiveId" clId="{26EF712A-C9F3-4FA7-AD7B-D8EF1B9D393D}" dt="2020-09-27T09:47:08.544" v="3317" actId="478"/>
          <ac:spMkLst>
            <pc:docMk/>
            <pc:sldMk cId="1342683393" sldId="307"/>
            <ac:spMk id="13" creationId="{DFD79DFA-F30A-42C7-B17D-8DD264E4EE33}"/>
          </ac:spMkLst>
        </pc:spChg>
        <pc:spChg chg="mod">
          <ac:chgData name="郁儒 廖" userId="189a1d031aa848d3" providerId="LiveId" clId="{26EF712A-C9F3-4FA7-AD7B-D8EF1B9D393D}" dt="2020-09-28T15:17:10.810" v="3806" actId="1035"/>
          <ac:spMkLst>
            <pc:docMk/>
            <pc:sldMk cId="1342683393" sldId="307"/>
            <ac:spMk id="60" creationId="{35EE9C5C-2FFC-4D18-8B0C-D39740829170}"/>
          </ac:spMkLst>
        </pc:spChg>
        <pc:spChg chg="add mod">
          <ac:chgData name="郁儒 廖" userId="189a1d031aa848d3" providerId="LiveId" clId="{26EF712A-C9F3-4FA7-AD7B-D8EF1B9D393D}" dt="2020-09-27T09:47:43.267" v="3323" actId="1076"/>
          <ac:spMkLst>
            <pc:docMk/>
            <pc:sldMk cId="1342683393" sldId="307"/>
            <ac:spMk id="81" creationId="{982B77FF-C8DA-4751-BF93-22E7F8A3B3D4}"/>
          </ac:spMkLst>
        </pc:spChg>
        <pc:spChg chg="add del mod">
          <ac:chgData name="郁儒 廖" userId="189a1d031aa848d3" providerId="LiveId" clId="{26EF712A-C9F3-4FA7-AD7B-D8EF1B9D393D}" dt="2020-09-27T09:48:15.190" v="3334" actId="478"/>
          <ac:spMkLst>
            <pc:docMk/>
            <pc:sldMk cId="1342683393" sldId="307"/>
            <ac:spMk id="88" creationId="{D18F49B5-FF1F-439F-820F-C3A811A1B1C9}"/>
          </ac:spMkLst>
        </pc:spChg>
        <pc:spChg chg="add mod">
          <ac:chgData name="郁儒 廖" userId="189a1d031aa848d3" providerId="LiveId" clId="{26EF712A-C9F3-4FA7-AD7B-D8EF1B9D393D}" dt="2020-09-27T09:48:12.083" v="3333" actId="1076"/>
          <ac:spMkLst>
            <pc:docMk/>
            <pc:sldMk cId="1342683393" sldId="307"/>
            <ac:spMk id="89" creationId="{7C2B2B89-4440-42D7-B1AD-822E508A746A}"/>
          </ac:spMkLst>
        </pc:spChg>
        <pc:spChg chg="add mod">
          <ac:chgData name="郁儒 廖" userId="189a1d031aa848d3" providerId="LiveId" clId="{26EF712A-C9F3-4FA7-AD7B-D8EF1B9D393D}" dt="2020-09-27T09:50:40.779" v="3347" actId="1076"/>
          <ac:spMkLst>
            <pc:docMk/>
            <pc:sldMk cId="1342683393" sldId="307"/>
            <ac:spMk id="90" creationId="{E75E4BE9-98B3-4B36-94CE-048FDE1D33DF}"/>
          </ac:spMkLst>
        </pc:spChg>
        <pc:spChg chg="add mod">
          <ac:chgData name="郁儒 廖" userId="189a1d031aa848d3" providerId="LiveId" clId="{26EF712A-C9F3-4FA7-AD7B-D8EF1B9D393D}" dt="2020-09-27T09:50:51.843" v="3350" actId="1076"/>
          <ac:spMkLst>
            <pc:docMk/>
            <pc:sldMk cId="1342683393" sldId="307"/>
            <ac:spMk id="91" creationId="{5AB47D2C-7E0C-4615-BCC7-7C4E17A1C167}"/>
          </ac:spMkLst>
        </pc:spChg>
        <pc:spChg chg="add mod">
          <ac:chgData name="郁儒 廖" userId="189a1d031aa848d3" providerId="LiveId" clId="{26EF712A-C9F3-4FA7-AD7B-D8EF1B9D393D}" dt="2020-09-27T09:51:03.838" v="3358" actId="1038"/>
          <ac:spMkLst>
            <pc:docMk/>
            <pc:sldMk cId="1342683393" sldId="307"/>
            <ac:spMk id="92" creationId="{51E9F647-0F0A-4CA7-8967-DC2FBCCB6CD4}"/>
          </ac:spMkLst>
        </pc:spChg>
        <pc:graphicFrameChg chg="modGraphic">
          <ac:chgData name="郁儒 廖" userId="189a1d031aa848d3" providerId="LiveId" clId="{26EF712A-C9F3-4FA7-AD7B-D8EF1B9D393D}" dt="2020-09-27T09:50:54.832" v="3351" actId="20577"/>
          <ac:graphicFrameMkLst>
            <pc:docMk/>
            <pc:sldMk cId="1342683393" sldId="307"/>
            <ac:graphicFrameMk id="5" creationId="{13059CCC-9313-482C-AFE0-84EE71BA050E}"/>
          </ac:graphicFrameMkLst>
        </pc:graphicFrameChg>
        <pc:cxnChg chg="mod">
          <ac:chgData name="郁儒 廖" userId="189a1d031aa848d3" providerId="LiveId" clId="{26EF712A-C9F3-4FA7-AD7B-D8EF1B9D393D}" dt="2020-09-28T15:20:10.127" v="3829" actId="14100"/>
          <ac:cxnSpMkLst>
            <pc:docMk/>
            <pc:sldMk cId="1342683393" sldId="307"/>
            <ac:cxnSpMk id="6" creationId="{75CDF84F-F50B-408D-957C-23BB7AFC989C}"/>
          </ac:cxnSpMkLst>
        </pc:cxnChg>
        <pc:cxnChg chg="mod">
          <ac:chgData name="郁儒 廖" userId="189a1d031aa848d3" providerId="LiveId" clId="{26EF712A-C9F3-4FA7-AD7B-D8EF1B9D393D}" dt="2020-09-28T15:20:03.503" v="3828" actId="14100"/>
          <ac:cxnSpMkLst>
            <pc:docMk/>
            <pc:sldMk cId="1342683393" sldId="307"/>
            <ac:cxnSpMk id="8" creationId="{1D197F1A-4290-406E-BDD3-F0DD7B4F44B7}"/>
          </ac:cxnSpMkLst>
        </pc:cxnChg>
        <pc:cxnChg chg="mod">
          <ac:chgData name="郁儒 廖" userId="189a1d031aa848d3" providerId="LiveId" clId="{26EF712A-C9F3-4FA7-AD7B-D8EF1B9D393D}" dt="2020-09-28T15:17:10.810" v="3806" actId="1035"/>
          <ac:cxnSpMkLst>
            <pc:docMk/>
            <pc:sldMk cId="1342683393" sldId="307"/>
            <ac:cxnSpMk id="10" creationId="{525D7E8B-6869-41C1-93B9-00D5B382AA85}"/>
          </ac:cxnSpMkLst>
        </pc:cxnChg>
      </pc:sldChg>
      <pc:sldChg chg="addSp modSp add mod ord">
        <pc:chgData name="郁儒 廖" userId="189a1d031aa848d3" providerId="LiveId" clId="{26EF712A-C9F3-4FA7-AD7B-D8EF1B9D393D}" dt="2020-09-28T12:12:08.088" v="3744" actId="1076"/>
        <pc:sldMkLst>
          <pc:docMk/>
          <pc:sldMk cId="2690329435" sldId="308"/>
        </pc:sldMkLst>
        <pc:spChg chg="add mod">
          <ac:chgData name="郁儒 廖" userId="189a1d031aa848d3" providerId="LiveId" clId="{26EF712A-C9F3-4FA7-AD7B-D8EF1B9D393D}" dt="2020-09-28T12:12:08.088" v="3744" actId="1076"/>
          <ac:spMkLst>
            <pc:docMk/>
            <pc:sldMk cId="2690329435" sldId="308"/>
            <ac:spMk id="5" creationId="{997AD946-5BA6-4FF6-9D86-494A755119D3}"/>
          </ac:spMkLst>
        </pc:spChg>
        <pc:spChg chg="mod">
          <ac:chgData name="郁儒 廖" userId="189a1d031aa848d3" providerId="LiveId" clId="{26EF712A-C9F3-4FA7-AD7B-D8EF1B9D393D}" dt="2020-09-28T12:10:19.233" v="3742" actId="1037"/>
          <ac:spMkLst>
            <pc:docMk/>
            <pc:sldMk cId="2690329435" sldId="308"/>
            <ac:spMk id="26" creationId="{1BD2D28B-C170-46E5-A032-12A0DA3A69A3}"/>
          </ac:spMkLst>
        </pc:spChg>
      </pc:sldChg>
      <pc:sldChg chg="addSp modSp add mod ord">
        <pc:chgData name="郁儒 廖" userId="189a1d031aa848d3" providerId="LiveId" clId="{26EF712A-C9F3-4FA7-AD7B-D8EF1B9D393D}" dt="2020-09-28T12:13:56.151" v="3794" actId="1037"/>
        <pc:sldMkLst>
          <pc:docMk/>
          <pc:sldMk cId="1412922451" sldId="309"/>
        </pc:sldMkLst>
        <pc:spChg chg="add mod">
          <ac:chgData name="郁儒 廖" userId="189a1d031aa848d3" providerId="LiveId" clId="{26EF712A-C9F3-4FA7-AD7B-D8EF1B9D393D}" dt="2020-09-28T12:13:32.410" v="3791" actId="1038"/>
          <ac:spMkLst>
            <pc:docMk/>
            <pc:sldMk cId="1412922451" sldId="309"/>
            <ac:spMk id="3" creationId="{51C71BFB-5CB2-4A30-8457-35D6996D2ACC}"/>
          </ac:spMkLst>
        </pc:spChg>
        <pc:spChg chg="mod">
          <ac:chgData name="郁儒 廖" userId="189a1d031aa848d3" providerId="LiveId" clId="{26EF712A-C9F3-4FA7-AD7B-D8EF1B9D393D}" dt="2020-09-28T12:12:48.846" v="3745" actId="1076"/>
          <ac:spMkLst>
            <pc:docMk/>
            <pc:sldMk cId="1412922451" sldId="309"/>
            <ac:spMk id="14" creationId="{9C61E469-6BFA-435C-ABD3-09053A853C21}"/>
          </ac:spMkLst>
        </pc:spChg>
        <pc:spChg chg="mod">
          <ac:chgData name="郁儒 廖" userId="189a1d031aa848d3" providerId="LiveId" clId="{26EF712A-C9F3-4FA7-AD7B-D8EF1B9D393D}" dt="2020-09-28T12:13:56.151" v="3794" actId="1037"/>
          <ac:spMkLst>
            <pc:docMk/>
            <pc:sldMk cId="1412922451" sldId="309"/>
            <ac:spMk id="70" creationId="{366424A0-1878-402B-ACEC-E6415AEF69C6}"/>
          </ac:spMkLst>
        </pc:spChg>
        <pc:picChg chg="mod">
          <ac:chgData name="郁儒 廖" userId="189a1d031aa848d3" providerId="LiveId" clId="{26EF712A-C9F3-4FA7-AD7B-D8EF1B9D393D}" dt="2020-09-28T12:12:54.911" v="3746" actId="1076"/>
          <ac:picMkLst>
            <pc:docMk/>
            <pc:sldMk cId="1412922451" sldId="309"/>
            <ac:picMk id="9" creationId="{91F86B0E-450F-441E-AD4D-65A38AD8639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5E92D4-912E-41D5-8ECD-6784A048535D}" type="datetimeFigureOut">
              <a:rPr lang="zh-TW" altLang="en-US" smtClean="0"/>
              <a:t>2020/9/29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5C186-660B-45AF-A671-B575E46C7BAE}" type="slidenum">
              <a:rPr lang="zh-TW" altLang="en-US" smtClean="0"/>
              <a:t>‹#›</a:t>
            </a:fld>
            <a:endParaRPr lang="zh-TW" altLang="en-US"/>
          </a:p>
        </p:txBody>
      </p:sp>
    </p:spTree>
    <p:extLst>
      <p:ext uri="{BB962C8B-B14F-4D97-AF65-F5344CB8AC3E}">
        <p14:creationId xmlns:p14="http://schemas.microsoft.com/office/powerpoint/2010/main" val="4002054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E08213-D391-414A-B371-349E53B7C40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DBA926A-90D0-4856-99C4-083A9CA6C7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9F8EFE6-FF02-482B-95DC-D0AC17449482}"/>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A9603AD2-65F8-4ECF-A3DA-CDEBFBA3EC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573E713-EF1B-4096-86A7-4AF04943DE23}"/>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185513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794086-08BA-404C-A2CB-626A75EF021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A529E52-275E-418A-95E8-F406FBAEF20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D354A27-7722-401C-A2EF-4E13BCFA934F}"/>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36AF8F45-B51A-4DBD-A11A-566D547652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D15BA1-FA3F-4FDD-B25D-443797F19BC1}"/>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1006033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D41658-C720-42CF-8337-A348F8E446E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4A11287F-7817-45E3-B100-1C8AB7FE42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F60BE8C-B2E2-4A58-B829-8BE520398A25}"/>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D61A5D44-3C70-4904-9092-AE1D9660B2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8109324-56BF-4268-B98B-9628871167C6}"/>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28353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7EDBC0-92DE-4529-B94F-91A320C786F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E09E199-4E79-4209-8137-5CDB4657AEE5}"/>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4424D0E-2742-4BB4-82DB-7C6F7A08822D}"/>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3CD028-E53B-4938-A990-E0B6B8244080}"/>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6" name="頁尾版面配置區 5">
            <a:extLst>
              <a:ext uri="{FF2B5EF4-FFF2-40B4-BE49-F238E27FC236}">
                <a16:creationId xmlns:a16="http://schemas.microsoft.com/office/drawing/2014/main" id="{C8C06ECD-900E-4D99-BF2F-C93DB3B9A25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F69FBAF-9121-40AB-9C0F-C6626D692A31}"/>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58262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FA052-24A0-4025-8D88-34C2FA87910F}"/>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21EAC88-F48A-4D70-B183-A29485E0FE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211BCE4-4448-4D59-B351-EA6B13BC758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9FB4DC9-BA5C-445A-8E9E-ADD9EAD592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3E0939F-6D18-48D0-8794-D1CD1D84C9E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AAE4E09-F8AB-495B-AE6E-F5BBC1D5D0BB}"/>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8" name="頁尾版面配置區 7">
            <a:extLst>
              <a:ext uri="{FF2B5EF4-FFF2-40B4-BE49-F238E27FC236}">
                <a16:creationId xmlns:a16="http://schemas.microsoft.com/office/drawing/2014/main" id="{0DA2344B-C00D-4F7C-897D-F9108679144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39C8F45-96E0-4907-8D48-366985B454A4}"/>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1079377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8BE456-B1CD-4D77-BE06-F2BD22C776D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64C6B0BE-3285-4D23-A608-7BD50CEDA314}"/>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4" name="頁尾版面配置區 3">
            <a:extLst>
              <a:ext uri="{FF2B5EF4-FFF2-40B4-BE49-F238E27FC236}">
                <a16:creationId xmlns:a16="http://schemas.microsoft.com/office/drawing/2014/main" id="{8B12AF8A-C1EF-4A8C-9F1E-2C2AF9216A3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AFA652EE-DB97-48DF-9B6D-041D62828E81}"/>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2429104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B0B650E-47C1-4160-A8E9-2E9FEE0D5E15}"/>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3" name="頁尾版面配置區 2">
            <a:extLst>
              <a:ext uri="{FF2B5EF4-FFF2-40B4-BE49-F238E27FC236}">
                <a16:creationId xmlns:a16="http://schemas.microsoft.com/office/drawing/2014/main" id="{717A14F3-12AB-4BE7-808A-03844D13CBC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13CB4B2-325D-42E3-BB16-80079BD6B1D0}"/>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3447182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43649E-FB6C-410E-AD4C-0601BF9DF2E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32B1DDC-6CF2-4A15-B987-C501882C3C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63753E5-66B2-4473-9D45-2B8793B01D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532500C-1F8A-471D-AC40-EE33123ACDCD}"/>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6" name="頁尾版面配置區 5">
            <a:extLst>
              <a:ext uri="{FF2B5EF4-FFF2-40B4-BE49-F238E27FC236}">
                <a16:creationId xmlns:a16="http://schemas.microsoft.com/office/drawing/2014/main" id="{AC5E1E25-364E-4BFA-BADD-86D2B311C3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E8A8E12-5A8D-4E5A-8651-90CA07F750EC}"/>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694040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340E73-0066-495F-84F0-AF7A61E0E90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767DBE4-1F7D-45B4-AE90-1FF1D167CD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F89F70D-2F1C-4073-8193-C6FF9C3764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1DC82AF-C065-46BB-9F0C-E46799B46207}"/>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6" name="頁尾版面配置區 5">
            <a:extLst>
              <a:ext uri="{FF2B5EF4-FFF2-40B4-BE49-F238E27FC236}">
                <a16:creationId xmlns:a16="http://schemas.microsoft.com/office/drawing/2014/main" id="{9254562E-DC8C-41C6-BD48-5C80D8C4882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E2078EC-8892-4F4F-9CB5-2CB7CBB051DC}"/>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2732229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300743-5C2C-4C13-AF66-A9998A821C4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0C41115D-5D77-442D-A98C-AB3FD0318C7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D9EEFCD-5BBE-431D-8126-6CDD8973119A}"/>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82F65D52-48FB-4769-A02B-615588F788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690050-2EAA-4ACF-BEC6-B7BBDBD29CBD}"/>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2095547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13AD2DB-B3CA-4974-8774-C215DF867F0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690D3004-22AB-4013-94FF-25CFA99B802F}"/>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82A8711-E9C8-4F55-BF89-78E880882FCA}"/>
              </a:ext>
            </a:extLst>
          </p:cNvPr>
          <p:cNvSpPr>
            <a:spLocks noGrp="1"/>
          </p:cNvSpPr>
          <p:nvPr>
            <p:ph type="dt" sz="half" idx="10"/>
          </p:nvPr>
        </p:nvSpPr>
        <p:spPr/>
        <p:txBody>
          <a:body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8D7411BC-2B56-491A-8227-B8365121A25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1EBA85-07CA-4638-82AC-DDFE6C668F8C}"/>
              </a:ext>
            </a:extLst>
          </p:cNvPr>
          <p:cNvSpPr>
            <a:spLocks noGrp="1"/>
          </p:cNvSpPr>
          <p:nvPr>
            <p:ph type="sldNum" sz="quarter" idx="12"/>
          </p:nvPr>
        </p:nvSpPr>
        <p:spPr/>
        <p:txBody>
          <a:body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3451835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F8AFDF5-29C2-49DF-A318-91746C8F8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1B4B79-9E8B-40C8-9D9A-139461234A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71DDF67-F86A-4DDE-A3FF-1C758C5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B97EA3-6CA3-4258-89B6-05F1101B8650}" type="datetimeFigureOut">
              <a:rPr lang="zh-TW" altLang="en-US" smtClean="0"/>
              <a:t>2020/9/29</a:t>
            </a:fld>
            <a:endParaRPr lang="zh-TW" altLang="en-US"/>
          </a:p>
        </p:txBody>
      </p:sp>
      <p:sp>
        <p:nvSpPr>
          <p:cNvPr id="5" name="頁尾版面配置區 4">
            <a:extLst>
              <a:ext uri="{FF2B5EF4-FFF2-40B4-BE49-F238E27FC236}">
                <a16:creationId xmlns:a16="http://schemas.microsoft.com/office/drawing/2014/main" id="{6EDB0E10-67DC-4741-BC57-A9A2A90910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FF7B7F2-0C69-479C-8945-0953FD69E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9C215E-8F46-490D-AA19-FE10A807D9E5}" type="slidenum">
              <a:rPr lang="zh-TW" altLang="en-US" smtClean="0"/>
              <a:t>‹#›</a:t>
            </a:fld>
            <a:endParaRPr lang="zh-TW" altLang="en-US"/>
          </a:p>
        </p:txBody>
      </p:sp>
    </p:spTree>
    <p:extLst>
      <p:ext uri="{BB962C8B-B14F-4D97-AF65-F5344CB8AC3E}">
        <p14:creationId xmlns:p14="http://schemas.microsoft.com/office/powerpoint/2010/main" val="655746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0.PNG"/><Relationship Id="rId4"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E4B1A5-E0E2-4B00-9B66-BC1FA839553F}"/>
              </a:ext>
            </a:extLst>
          </p:cNvPr>
          <p:cNvSpPr>
            <a:spLocks noGrp="1"/>
          </p:cNvSpPr>
          <p:nvPr>
            <p:ph type="ctrTitle"/>
          </p:nvPr>
        </p:nvSpPr>
        <p:spPr>
          <a:xfrm>
            <a:off x="475129" y="1122363"/>
            <a:ext cx="11232777" cy="1655762"/>
          </a:xfrm>
        </p:spPr>
        <p:txBody>
          <a:bodyPr>
            <a:normAutofit fontScale="90000"/>
          </a:bodyPr>
          <a:lstStyle/>
          <a:p>
            <a:r>
              <a:rPr lang="en-US" altLang="zh-TW" sz="4900" b="1" dirty="0"/>
              <a:t>Efficient all path score computations on grid graphs</a:t>
            </a:r>
            <a:br>
              <a:rPr lang="en-US" altLang="zh-TW" sz="4400" b="1" dirty="0"/>
            </a:br>
            <a:r>
              <a:rPr lang="en-US" altLang="zh-TW" sz="2700" dirty="0" err="1"/>
              <a:t>Ury</a:t>
            </a:r>
            <a:r>
              <a:rPr lang="en-US" altLang="zh-TW" sz="2700" dirty="0"/>
              <a:t> Matarazzo, </a:t>
            </a:r>
            <a:r>
              <a:rPr lang="en-US" altLang="zh-TW" sz="2700" dirty="0" err="1"/>
              <a:t>Dekel</a:t>
            </a:r>
            <a:r>
              <a:rPr lang="en-US" altLang="zh-TW" sz="2700" dirty="0"/>
              <a:t> </a:t>
            </a:r>
            <a:r>
              <a:rPr lang="en-US" altLang="zh-TW" sz="2700" dirty="0" err="1"/>
              <a:t>Tsur</a:t>
            </a:r>
            <a:r>
              <a:rPr lang="en-US" altLang="zh-TW" sz="2700" dirty="0"/>
              <a:t>, Michal </a:t>
            </a:r>
            <a:r>
              <a:rPr lang="en-US" altLang="zh-TW" sz="2700" dirty="0" err="1"/>
              <a:t>Ziv-Ukelson</a:t>
            </a:r>
            <a:endParaRPr lang="zh-TW" altLang="en-US" sz="2700" dirty="0"/>
          </a:p>
        </p:txBody>
      </p:sp>
      <p:sp>
        <p:nvSpPr>
          <p:cNvPr id="3" name="副標題 2">
            <a:extLst>
              <a:ext uri="{FF2B5EF4-FFF2-40B4-BE49-F238E27FC236}">
                <a16:creationId xmlns:a16="http://schemas.microsoft.com/office/drawing/2014/main" id="{EE123DAE-A3CB-40B7-99A2-F5B5A445809F}"/>
              </a:ext>
            </a:extLst>
          </p:cNvPr>
          <p:cNvSpPr>
            <a:spLocks noGrp="1"/>
          </p:cNvSpPr>
          <p:nvPr>
            <p:ph type="subTitle" idx="1"/>
          </p:nvPr>
        </p:nvSpPr>
        <p:spPr>
          <a:xfrm>
            <a:off x="1389528" y="3426443"/>
            <a:ext cx="9144000" cy="1005821"/>
          </a:xfrm>
        </p:spPr>
        <p:txBody>
          <a:bodyPr/>
          <a:lstStyle/>
          <a:p>
            <a:r>
              <a:rPr lang="en-US" altLang="zh-TW" dirty="0">
                <a:latin typeface="+mj-lt"/>
                <a:ea typeface="+mj-ea"/>
                <a:cs typeface="+mj-cs"/>
              </a:rPr>
              <a:t>Theoretical Computer Science 525(2014)P138-149</a:t>
            </a:r>
            <a:endParaRPr lang="zh-TW" altLang="en-US" dirty="0">
              <a:latin typeface="+mj-lt"/>
              <a:ea typeface="+mj-ea"/>
              <a:cs typeface="+mj-cs"/>
            </a:endParaRPr>
          </a:p>
        </p:txBody>
      </p:sp>
      <p:sp>
        <p:nvSpPr>
          <p:cNvPr id="5" name="副標題 2">
            <a:extLst>
              <a:ext uri="{FF2B5EF4-FFF2-40B4-BE49-F238E27FC236}">
                <a16:creationId xmlns:a16="http://schemas.microsoft.com/office/drawing/2014/main" id="{F03108F1-CF87-4425-BAA5-8637EFF2921A}"/>
              </a:ext>
            </a:extLst>
          </p:cNvPr>
          <p:cNvSpPr txBox="1">
            <a:spLocks/>
          </p:cNvSpPr>
          <p:nvPr/>
        </p:nvSpPr>
        <p:spPr>
          <a:xfrm>
            <a:off x="8867163" y="5080582"/>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微軟正黑體" pitchFamily="34" charset="-120"/>
                <a:ea typeface="微軟正黑體" pitchFamily="34" charset="-120"/>
              </a:rPr>
              <a:t>Presenter :</a:t>
            </a:r>
            <a:r>
              <a:rPr lang="zh-TW" altLang="en-US" sz="1600" dirty="0">
                <a:latin typeface="微軟正黑體" pitchFamily="34" charset="-120"/>
                <a:ea typeface="微軟正黑體" pitchFamily="34" charset="-120"/>
              </a:rPr>
              <a:t> </a:t>
            </a:r>
            <a:r>
              <a:rPr lang="en-US" altLang="zh-TW" sz="1600" dirty="0"/>
              <a:t>Yu-</a:t>
            </a:r>
            <a:r>
              <a:rPr lang="en-US" altLang="zh-TW" sz="1600" dirty="0" err="1"/>
              <a:t>ju,Liao</a:t>
            </a:r>
            <a:endParaRPr lang="en-US" altLang="zh-TW" sz="1600" dirty="0"/>
          </a:p>
          <a:p>
            <a:r>
              <a:rPr lang="en-US" altLang="zh-TW" sz="1600" dirty="0">
                <a:latin typeface="微軟正黑體" pitchFamily="34" charset="-120"/>
                <a:ea typeface="微軟正黑體" pitchFamily="34" charset="-120"/>
              </a:rPr>
              <a:t>Date :</a:t>
            </a:r>
            <a:r>
              <a:rPr lang="zh-TW" altLang="en-US" sz="1600" dirty="0">
                <a:latin typeface="微軟正黑體" pitchFamily="34" charset="-120"/>
                <a:ea typeface="微軟正黑體" pitchFamily="34" charset="-120"/>
              </a:rPr>
              <a:t> </a:t>
            </a:r>
            <a:r>
              <a:rPr lang="en-US" altLang="zh-TW" sz="1600" dirty="0"/>
              <a:t>2020.9.29</a:t>
            </a:r>
            <a:endParaRPr lang="zh-TW" altLang="en-US" sz="1600" dirty="0"/>
          </a:p>
        </p:txBody>
      </p:sp>
    </p:spTree>
    <p:extLst>
      <p:ext uri="{BB962C8B-B14F-4D97-AF65-F5344CB8AC3E}">
        <p14:creationId xmlns:p14="http://schemas.microsoft.com/office/powerpoint/2010/main" val="358085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550715-45BC-480C-929E-02B819AF877C}"/>
              </a:ext>
            </a:extLst>
          </p:cNvPr>
          <p:cNvSpPr>
            <a:spLocks noGrp="1"/>
          </p:cNvSpPr>
          <p:nvPr>
            <p:ph type="title"/>
          </p:nvPr>
        </p:nvSpPr>
        <p:spPr>
          <a:xfrm>
            <a:off x="838200" y="608406"/>
            <a:ext cx="10515600" cy="784166"/>
          </a:xfrm>
        </p:spPr>
        <p:txBody>
          <a:bodyPr/>
          <a:lstStyle/>
          <a:p>
            <a:r>
              <a:rPr lang="en-US" altLang="zh-TW" dirty="0"/>
              <a:t>Abstract</a:t>
            </a:r>
            <a:endParaRPr lang="zh-TW" altLang="en-US" dirty="0"/>
          </a:p>
        </p:txBody>
      </p:sp>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4580185"/>
          </a:xfrm>
          <a:prstGeom prst="rect">
            <a:avLst/>
          </a:prstGeom>
          <a:noFill/>
        </p:spPr>
        <p:txBody>
          <a:bodyPr wrap="square" rtlCol="0">
            <a:spAutoFit/>
          </a:bodyPr>
          <a:lstStyle/>
          <a:p>
            <a:r>
              <a:rPr lang="en-US" altLang="zh-TW" sz="2400" dirty="0"/>
              <a:t>We study the Integer-weighted Grid All Paths Scores (IGAPS) problem, which is given a grid graph, to compute the maximum weights of paths between every pair of a vertex on the first row of the graph and a vertex on the last row of the graph. We also consider a variant of this problem, periodic IGAPS, where the input grid graph is periodic and infinite. For these problems, we consider both the general (dense) and the sparse cases. For the sparse periodic IGAPS problem with 0–1 weights, we give an O(r log</a:t>
            </a:r>
            <a:r>
              <a:rPr lang="en-US" altLang="zh-TW" sz="2400" baseline="30000" dirty="0"/>
              <a:t>3</a:t>
            </a:r>
            <a:r>
              <a:rPr lang="en-US" altLang="zh-TW" sz="2400" dirty="0"/>
              <a:t>(n</a:t>
            </a:r>
            <a:r>
              <a:rPr lang="en-US" altLang="zh-TW" sz="2400" baseline="30000" dirty="0"/>
              <a:t>2</a:t>
            </a:r>
            <a:r>
              <a:rPr lang="en-US" altLang="zh-TW" sz="2400" dirty="0"/>
              <a:t>/r)) time algorithm, where r is the number of (diagonal) edges of weight 1. Our result improves upon the previous O(n √r ) result by </a:t>
            </a:r>
            <a:r>
              <a:rPr lang="en-US" altLang="zh-TW" sz="2400" dirty="0" err="1"/>
              <a:t>Krusche</a:t>
            </a:r>
            <a:r>
              <a:rPr lang="en-US" altLang="zh-TW" sz="2400" dirty="0"/>
              <a:t> and </a:t>
            </a:r>
            <a:r>
              <a:rPr lang="en-US" altLang="zh-TW" sz="2400" dirty="0" err="1"/>
              <a:t>Tiskin</a:t>
            </a:r>
            <a:r>
              <a:rPr lang="en-US" altLang="zh-TW" sz="2400" dirty="0"/>
              <a:t> for this problem. For the periodic IGAPS problem we give an O(Cn</a:t>
            </a:r>
            <a:r>
              <a:rPr lang="en-US" altLang="zh-TW" sz="2400" baseline="30000" dirty="0"/>
              <a:t>2</a:t>
            </a:r>
            <a:r>
              <a:rPr lang="en-US" altLang="zh-TW" sz="2400" dirty="0"/>
              <a:t>) time algorithm, where C is the maximum weight of an edge. This improves upon the previous O(C</a:t>
            </a:r>
            <a:r>
              <a:rPr lang="en-US" altLang="zh-TW" sz="2400" baseline="30000" dirty="0"/>
              <a:t>2</a:t>
            </a:r>
            <a:r>
              <a:rPr lang="en-US" altLang="zh-TW" sz="2400" dirty="0"/>
              <a:t>n</a:t>
            </a:r>
            <a:r>
              <a:rPr lang="en-US" altLang="zh-TW" sz="2400" baseline="30000" dirty="0"/>
              <a:t>2</a:t>
            </a:r>
            <a:r>
              <a:rPr lang="en-US" altLang="zh-TW" sz="2400" dirty="0"/>
              <a:t>) algorithm of </a:t>
            </a:r>
            <a:r>
              <a:rPr lang="en-US" altLang="zh-TW" sz="2400" dirty="0" err="1"/>
              <a:t>Tiskin</a:t>
            </a:r>
            <a:r>
              <a:rPr lang="en-US" altLang="zh-TW" sz="2400" dirty="0"/>
              <a:t>. We also show a reduction from periodic IGAPS to IGAPS. This reduction yields O(n</a:t>
            </a:r>
            <a:r>
              <a:rPr lang="en-US" altLang="zh-TW" sz="2400" baseline="30000" dirty="0"/>
              <a:t>2</a:t>
            </a:r>
            <a:r>
              <a:rPr lang="en-US" altLang="zh-TW" sz="2400" dirty="0"/>
              <a:t>) algorithms for this problem.</a:t>
            </a:r>
            <a:endParaRPr lang="zh-TW" altLang="en-US" sz="2400" dirty="0"/>
          </a:p>
        </p:txBody>
      </p:sp>
    </p:spTree>
    <p:extLst>
      <p:ext uri="{BB962C8B-B14F-4D97-AF65-F5344CB8AC3E}">
        <p14:creationId xmlns:p14="http://schemas.microsoft.com/office/powerpoint/2010/main" val="379219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72FEBF-0A2A-4888-810A-AAB14024E091}"/>
              </a:ext>
            </a:extLst>
          </p:cNvPr>
          <p:cNvSpPr>
            <a:spLocks noGrp="1"/>
          </p:cNvSpPr>
          <p:nvPr>
            <p:ph type="title"/>
          </p:nvPr>
        </p:nvSpPr>
        <p:spPr>
          <a:xfrm>
            <a:off x="838200" y="365126"/>
            <a:ext cx="10515600" cy="875846"/>
          </a:xfrm>
        </p:spPr>
        <p:txBody>
          <a:bodyPr/>
          <a:lstStyle/>
          <a:p>
            <a:r>
              <a:rPr lang="en-US" altLang="zh-TW" dirty="0"/>
              <a:t>Introduction</a:t>
            </a:r>
            <a:endParaRPr lang="zh-TW" altLang="en-US" dirty="0"/>
          </a:p>
        </p:txBody>
      </p:sp>
      <p:sp>
        <p:nvSpPr>
          <p:cNvPr id="5" name="文字方塊 4">
            <a:extLst>
              <a:ext uri="{FF2B5EF4-FFF2-40B4-BE49-F238E27FC236}">
                <a16:creationId xmlns:a16="http://schemas.microsoft.com/office/drawing/2014/main" id="{5A5AC83E-8ADF-4322-ABC7-962111FB3009}"/>
              </a:ext>
            </a:extLst>
          </p:cNvPr>
          <p:cNvSpPr txBox="1"/>
          <p:nvPr/>
        </p:nvSpPr>
        <p:spPr>
          <a:xfrm>
            <a:off x="905312" y="1752039"/>
            <a:ext cx="10872832" cy="1569660"/>
          </a:xfrm>
          <a:prstGeom prst="rect">
            <a:avLst/>
          </a:prstGeom>
          <a:noFill/>
        </p:spPr>
        <p:txBody>
          <a:bodyPr wrap="square" rtlCol="0">
            <a:spAutoFit/>
          </a:bodyPr>
          <a:lstStyle/>
          <a:p>
            <a:endParaRPr lang="en-US" altLang="zh-TW" sz="2400" dirty="0"/>
          </a:p>
          <a:p>
            <a:r>
              <a:rPr lang="en-US" altLang="zh-TW" sz="2400" dirty="0"/>
              <a:t>     Integer GAPS 		       Binary GAPS 		     periodic grid graph</a:t>
            </a:r>
          </a:p>
          <a:p>
            <a:r>
              <a:rPr lang="en-US" altLang="zh-TW" sz="2400" dirty="0"/>
              <a:t>         (IGAPS)			          (BGAPS)</a:t>
            </a:r>
          </a:p>
          <a:p>
            <a:endParaRPr lang="en-US" altLang="zh-TW" sz="2400" dirty="0"/>
          </a:p>
        </p:txBody>
      </p:sp>
      <p:pic>
        <p:nvPicPr>
          <p:cNvPr id="21" name="圖片 20" descr="一張含有 文字 的圖片&#10;&#10;自動產生的描述">
            <a:extLst>
              <a:ext uri="{FF2B5EF4-FFF2-40B4-BE49-F238E27FC236}">
                <a16:creationId xmlns:a16="http://schemas.microsoft.com/office/drawing/2014/main" id="{6B99DD41-D014-4491-8892-5841F8C024CD}"/>
              </a:ext>
            </a:extLst>
          </p:cNvPr>
          <p:cNvPicPr>
            <a:picLocks noChangeAspect="1"/>
          </p:cNvPicPr>
          <p:nvPr/>
        </p:nvPicPr>
        <p:blipFill rotWithShape="1">
          <a:blip r:embed="rId2">
            <a:extLst>
              <a:ext uri="{28A0092B-C50C-407E-A947-70E740481C1C}">
                <a14:useLocalDpi xmlns:a14="http://schemas.microsoft.com/office/drawing/2010/main" val="0"/>
              </a:ext>
            </a:extLst>
          </a:blip>
          <a:srcRect t="9209" r="14703"/>
          <a:stretch/>
        </p:blipFill>
        <p:spPr>
          <a:xfrm>
            <a:off x="905312" y="3429000"/>
            <a:ext cx="2576119" cy="2413286"/>
          </a:xfrm>
          <a:prstGeom prst="rect">
            <a:avLst/>
          </a:prstGeom>
        </p:spPr>
      </p:pic>
      <p:pic>
        <p:nvPicPr>
          <p:cNvPr id="16" name="圖片 15" descr="一張含有 男人, 掛, 大, 相片 的圖片&#10;&#10;自動產生的描述">
            <a:extLst>
              <a:ext uri="{FF2B5EF4-FFF2-40B4-BE49-F238E27FC236}">
                <a16:creationId xmlns:a16="http://schemas.microsoft.com/office/drawing/2014/main" id="{3185F72D-776E-4926-AFE8-038C40B70F68}"/>
              </a:ext>
            </a:extLst>
          </p:cNvPr>
          <p:cNvPicPr>
            <a:picLocks noChangeAspect="1"/>
          </p:cNvPicPr>
          <p:nvPr/>
        </p:nvPicPr>
        <p:blipFill rotWithShape="1">
          <a:blip r:embed="rId3">
            <a:extLst>
              <a:ext uri="{28A0092B-C50C-407E-A947-70E740481C1C}">
                <a14:useLocalDpi xmlns:a14="http://schemas.microsoft.com/office/drawing/2010/main" val="0"/>
              </a:ext>
            </a:extLst>
          </a:blip>
          <a:srcRect t="5037" b="8329"/>
          <a:stretch/>
        </p:blipFill>
        <p:spPr>
          <a:xfrm>
            <a:off x="4541674" y="3480915"/>
            <a:ext cx="2672858" cy="2197872"/>
          </a:xfrm>
          <a:prstGeom prst="rect">
            <a:avLst/>
          </a:prstGeom>
        </p:spPr>
      </p:pic>
      <p:pic>
        <p:nvPicPr>
          <p:cNvPr id="26" name="圖片 25">
            <a:extLst>
              <a:ext uri="{FF2B5EF4-FFF2-40B4-BE49-F238E27FC236}">
                <a16:creationId xmlns:a16="http://schemas.microsoft.com/office/drawing/2014/main" id="{FDF8ABDC-BA8B-4BF9-8644-970D437334C0}"/>
              </a:ext>
            </a:extLst>
          </p:cNvPr>
          <p:cNvPicPr>
            <a:picLocks noChangeAspect="1"/>
          </p:cNvPicPr>
          <p:nvPr/>
        </p:nvPicPr>
        <p:blipFill rotWithShape="1">
          <a:blip r:embed="rId4">
            <a:extLst>
              <a:ext uri="{28A0092B-C50C-407E-A947-70E740481C1C}">
                <a14:useLocalDpi xmlns:a14="http://schemas.microsoft.com/office/drawing/2010/main" val="0"/>
              </a:ext>
            </a:extLst>
          </a:blip>
          <a:srcRect l="5043" r="9842" b="20358"/>
          <a:stretch/>
        </p:blipFill>
        <p:spPr>
          <a:xfrm>
            <a:off x="7915524" y="3536302"/>
            <a:ext cx="3597667" cy="1839088"/>
          </a:xfrm>
          <a:prstGeom prst="rect">
            <a:avLst/>
          </a:prstGeom>
        </p:spPr>
      </p:pic>
      <p:sp>
        <p:nvSpPr>
          <p:cNvPr id="3" name="文字方塊 2">
            <a:extLst>
              <a:ext uri="{FF2B5EF4-FFF2-40B4-BE49-F238E27FC236}">
                <a16:creationId xmlns:a16="http://schemas.microsoft.com/office/drawing/2014/main" id="{9B25E1B4-7164-4F85-8D04-301AAC611AFB}"/>
              </a:ext>
            </a:extLst>
          </p:cNvPr>
          <p:cNvSpPr txBox="1"/>
          <p:nvPr/>
        </p:nvSpPr>
        <p:spPr>
          <a:xfrm>
            <a:off x="1862007" y="5678787"/>
            <a:ext cx="872804" cy="461665"/>
          </a:xfrm>
          <a:prstGeom prst="rect">
            <a:avLst/>
          </a:prstGeom>
          <a:noFill/>
        </p:spPr>
        <p:txBody>
          <a:bodyPr wrap="square" rtlCol="0">
            <a:spAutoFit/>
          </a:bodyPr>
          <a:lstStyle/>
          <a:p>
            <a:r>
              <a:rPr lang="en-US" altLang="zh-TW" sz="2400" dirty="0"/>
              <a:t>C = 3</a:t>
            </a:r>
            <a:endParaRPr lang="zh-TW" altLang="en-US" sz="2400" dirty="0"/>
          </a:p>
        </p:txBody>
      </p:sp>
    </p:spTree>
    <p:extLst>
      <p:ext uri="{BB962C8B-B14F-4D97-AF65-F5344CB8AC3E}">
        <p14:creationId xmlns:p14="http://schemas.microsoft.com/office/powerpoint/2010/main" val="2404841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461665"/>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t>Opt</a:t>
            </a:r>
            <a:r>
              <a:rPr lang="en-US" altLang="zh-TW" sz="2400" baseline="-25000" dirty="0"/>
              <a:t>i</a:t>
            </a:r>
            <a:r>
              <a:rPr lang="en-US" altLang="zh-TW" sz="2400" dirty="0"/>
              <a:t>(k, j)  : |(0,k) - (</a:t>
            </a:r>
            <a:r>
              <a:rPr lang="en-US" altLang="zh-TW" sz="2400" dirty="0" err="1"/>
              <a:t>i,j</a:t>
            </a:r>
            <a:r>
              <a:rPr lang="en-US" altLang="zh-TW" sz="2400" dirty="0"/>
              <a:t>)|</a:t>
            </a:r>
          </a:p>
        </p:txBody>
      </p:sp>
      <p:sp>
        <p:nvSpPr>
          <p:cNvPr id="62" name="文字方塊 61">
            <a:extLst>
              <a:ext uri="{FF2B5EF4-FFF2-40B4-BE49-F238E27FC236}">
                <a16:creationId xmlns:a16="http://schemas.microsoft.com/office/drawing/2014/main" id="{907D711C-D16D-46B9-9349-5C2191DD735B}"/>
              </a:ext>
            </a:extLst>
          </p:cNvPr>
          <p:cNvSpPr txBox="1"/>
          <p:nvPr/>
        </p:nvSpPr>
        <p:spPr>
          <a:xfrm>
            <a:off x="7384785" y="3566234"/>
            <a:ext cx="3152545" cy="830997"/>
          </a:xfrm>
          <a:prstGeom prst="rect">
            <a:avLst/>
          </a:prstGeom>
          <a:noFill/>
        </p:spPr>
        <p:txBody>
          <a:bodyPr wrap="square" rtlCol="0">
            <a:spAutoFit/>
          </a:bodyPr>
          <a:lstStyle/>
          <a:p>
            <a:r>
              <a:rPr lang="en-US" altLang="zh-TW" sz="2400" dirty="0"/>
              <a:t>Opt</a:t>
            </a:r>
            <a:r>
              <a:rPr lang="en-US" altLang="zh-TW" sz="2400" baseline="-25000" dirty="0"/>
              <a:t>2</a:t>
            </a:r>
            <a:r>
              <a:rPr lang="en-US" altLang="zh-TW" sz="2400" dirty="0"/>
              <a:t>(1, 3) </a:t>
            </a:r>
          </a:p>
          <a:p>
            <a:r>
              <a:rPr lang="en-US" altLang="zh-TW" sz="2400" dirty="0"/>
              <a:t> = |(0,1) - (2,3)|=1</a:t>
            </a:r>
          </a:p>
        </p:txBody>
      </p:sp>
      <p:sp>
        <p:nvSpPr>
          <p:cNvPr id="134" name="橢圓 133">
            <a:extLst>
              <a:ext uri="{FF2B5EF4-FFF2-40B4-BE49-F238E27FC236}">
                <a16:creationId xmlns:a16="http://schemas.microsoft.com/office/drawing/2014/main" id="{CAD04931-7AE7-4760-800A-D235D6C82534}"/>
              </a:ext>
            </a:extLst>
          </p:cNvPr>
          <p:cNvSpPr/>
          <p:nvPr/>
        </p:nvSpPr>
        <p:spPr>
          <a:xfrm>
            <a:off x="2323750" y="260897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2F23D6DF-3C4D-4050-A8E0-882C6042F26C}"/>
              </a:ext>
            </a:extLst>
          </p:cNvPr>
          <p:cNvCxnSpPr>
            <a:stCxn id="134" idx="6"/>
          </p:cNvCxnSpPr>
          <p:nvPr/>
        </p:nvCxnSpPr>
        <p:spPr>
          <a:xfrm flipV="1">
            <a:off x="2718033" y="280192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83F34E19-BBB9-4E04-8F17-EA1382E09397}"/>
              </a:ext>
            </a:extLst>
          </p:cNvPr>
          <p:cNvCxnSpPr>
            <a:stCxn id="134" idx="4"/>
          </p:cNvCxnSpPr>
          <p:nvPr/>
        </p:nvCxnSpPr>
        <p:spPr>
          <a:xfrm flipH="1">
            <a:off x="2516697" y="3003260"/>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3C32C6DD-DBA9-4EA1-9B8D-96CDE5C9D32C}"/>
              </a:ext>
            </a:extLst>
          </p:cNvPr>
          <p:cNvSpPr/>
          <p:nvPr/>
        </p:nvSpPr>
        <p:spPr>
          <a:xfrm>
            <a:off x="3280095" y="26173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6C5061DD-C178-4570-A925-6125831CF988}"/>
              </a:ext>
            </a:extLst>
          </p:cNvPr>
          <p:cNvCxnSpPr>
            <a:stCxn id="137" idx="6"/>
          </p:cNvCxnSpPr>
          <p:nvPr/>
        </p:nvCxnSpPr>
        <p:spPr>
          <a:xfrm flipV="1">
            <a:off x="3674378" y="281031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直線單箭頭接點 138">
            <a:extLst>
              <a:ext uri="{FF2B5EF4-FFF2-40B4-BE49-F238E27FC236}">
                <a16:creationId xmlns:a16="http://schemas.microsoft.com/office/drawing/2014/main" id="{7216A6C0-8575-417E-B1D1-C09C3CFF55B8}"/>
              </a:ext>
            </a:extLst>
          </p:cNvPr>
          <p:cNvCxnSpPr>
            <a:stCxn id="137" idx="4"/>
          </p:cNvCxnSpPr>
          <p:nvPr/>
        </p:nvCxnSpPr>
        <p:spPr>
          <a:xfrm flipH="1">
            <a:off x="3473042" y="3011650"/>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0" name="橢圓 139">
            <a:extLst>
              <a:ext uri="{FF2B5EF4-FFF2-40B4-BE49-F238E27FC236}">
                <a16:creationId xmlns:a16="http://schemas.microsoft.com/office/drawing/2014/main" id="{2D505F76-1C55-4EDF-AAA8-D45FB3EE0CF7}"/>
              </a:ext>
            </a:extLst>
          </p:cNvPr>
          <p:cNvSpPr/>
          <p:nvPr/>
        </p:nvSpPr>
        <p:spPr>
          <a:xfrm>
            <a:off x="2323750" y="348982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1" name="直線單箭頭接點 140">
            <a:extLst>
              <a:ext uri="{FF2B5EF4-FFF2-40B4-BE49-F238E27FC236}">
                <a16:creationId xmlns:a16="http://schemas.microsoft.com/office/drawing/2014/main" id="{DB3E37F0-6BBD-40A1-9FC5-10798AFFB6D9}"/>
              </a:ext>
            </a:extLst>
          </p:cNvPr>
          <p:cNvCxnSpPr>
            <a:stCxn id="140" idx="6"/>
          </p:cNvCxnSpPr>
          <p:nvPr/>
        </p:nvCxnSpPr>
        <p:spPr>
          <a:xfrm flipV="1">
            <a:off x="2718033" y="3682767"/>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直線單箭頭接點 141">
            <a:extLst>
              <a:ext uri="{FF2B5EF4-FFF2-40B4-BE49-F238E27FC236}">
                <a16:creationId xmlns:a16="http://schemas.microsoft.com/office/drawing/2014/main" id="{FF5DB06D-5E56-4958-B3B9-BA0A7841C58B}"/>
              </a:ext>
            </a:extLst>
          </p:cNvPr>
          <p:cNvCxnSpPr>
            <a:stCxn id="140" idx="4"/>
          </p:cNvCxnSpPr>
          <p:nvPr/>
        </p:nvCxnSpPr>
        <p:spPr>
          <a:xfrm flipH="1">
            <a:off x="2516697" y="3884103"/>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844C5D9C-FEAD-497F-9008-CCEE737A8FCE}"/>
              </a:ext>
            </a:extLst>
          </p:cNvPr>
          <p:cNvSpPr/>
          <p:nvPr/>
        </p:nvSpPr>
        <p:spPr>
          <a:xfrm>
            <a:off x="3280095" y="349821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FFFBF3E3-EDAF-4972-B27D-34F2393CC816}"/>
              </a:ext>
            </a:extLst>
          </p:cNvPr>
          <p:cNvCxnSpPr>
            <a:stCxn id="143" idx="6"/>
          </p:cNvCxnSpPr>
          <p:nvPr/>
        </p:nvCxnSpPr>
        <p:spPr>
          <a:xfrm flipV="1">
            <a:off x="3674378" y="3691157"/>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直線單箭頭接點 144">
            <a:extLst>
              <a:ext uri="{FF2B5EF4-FFF2-40B4-BE49-F238E27FC236}">
                <a16:creationId xmlns:a16="http://schemas.microsoft.com/office/drawing/2014/main" id="{C0C34FFF-07EE-46D0-9311-F180680619B8}"/>
              </a:ext>
            </a:extLst>
          </p:cNvPr>
          <p:cNvCxnSpPr>
            <a:stCxn id="143" idx="4"/>
          </p:cNvCxnSpPr>
          <p:nvPr/>
        </p:nvCxnSpPr>
        <p:spPr>
          <a:xfrm flipH="1">
            <a:off x="3473042" y="3892493"/>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橢圓 145">
            <a:extLst>
              <a:ext uri="{FF2B5EF4-FFF2-40B4-BE49-F238E27FC236}">
                <a16:creationId xmlns:a16="http://schemas.microsoft.com/office/drawing/2014/main" id="{DB7D5C5E-E817-488A-A9F6-8F60E980790F}"/>
              </a:ext>
            </a:extLst>
          </p:cNvPr>
          <p:cNvSpPr/>
          <p:nvPr/>
        </p:nvSpPr>
        <p:spPr>
          <a:xfrm>
            <a:off x="4232245" y="2604783"/>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7" name="直線單箭頭接點 146">
            <a:extLst>
              <a:ext uri="{FF2B5EF4-FFF2-40B4-BE49-F238E27FC236}">
                <a16:creationId xmlns:a16="http://schemas.microsoft.com/office/drawing/2014/main" id="{6144B16B-AB9E-40A4-8037-27414CECB3E0}"/>
              </a:ext>
            </a:extLst>
          </p:cNvPr>
          <p:cNvCxnSpPr>
            <a:cxnSpLocks/>
            <a:stCxn id="146" idx="4"/>
          </p:cNvCxnSpPr>
          <p:nvPr/>
        </p:nvCxnSpPr>
        <p:spPr>
          <a:xfrm flipH="1">
            <a:off x="4425192" y="299906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8" name="橢圓 147">
            <a:extLst>
              <a:ext uri="{FF2B5EF4-FFF2-40B4-BE49-F238E27FC236}">
                <a16:creationId xmlns:a16="http://schemas.microsoft.com/office/drawing/2014/main" id="{011C8FA3-80AF-40DC-962C-E102289065F7}"/>
              </a:ext>
            </a:extLst>
          </p:cNvPr>
          <p:cNvSpPr/>
          <p:nvPr/>
        </p:nvSpPr>
        <p:spPr>
          <a:xfrm>
            <a:off x="4236439" y="349821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9" name="直線單箭頭接點 148">
            <a:extLst>
              <a:ext uri="{FF2B5EF4-FFF2-40B4-BE49-F238E27FC236}">
                <a16:creationId xmlns:a16="http://schemas.microsoft.com/office/drawing/2014/main" id="{246FE280-9C8E-4A7A-B39D-0F2ECA44C491}"/>
              </a:ext>
            </a:extLst>
          </p:cNvPr>
          <p:cNvCxnSpPr>
            <a:cxnSpLocks/>
            <a:stCxn id="148" idx="4"/>
          </p:cNvCxnSpPr>
          <p:nvPr/>
        </p:nvCxnSpPr>
        <p:spPr>
          <a:xfrm flipH="1">
            <a:off x="4429386" y="3892493"/>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橢圓 149">
            <a:extLst>
              <a:ext uri="{FF2B5EF4-FFF2-40B4-BE49-F238E27FC236}">
                <a16:creationId xmlns:a16="http://schemas.microsoft.com/office/drawing/2014/main" id="{225C13FB-FA9E-4B2C-9DD3-5DDD859A4002}"/>
              </a:ext>
            </a:extLst>
          </p:cNvPr>
          <p:cNvSpPr/>
          <p:nvPr/>
        </p:nvSpPr>
        <p:spPr>
          <a:xfrm>
            <a:off x="2336333" y="437905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1" name="直線單箭頭接點 150">
            <a:extLst>
              <a:ext uri="{FF2B5EF4-FFF2-40B4-BE49-F238E27FC236}">
                <a16:creationId xmlns:a16="http://schemas.microsoft.com/office/drawing/2014/main" id="{C3ADBE65-A4C4-4F4B-8A9E-9827BCE7F368}"/>
              </a:ext>
            </a:extLst>
          </p:cNvPr>
          <p:cNvCxnSpPr>
            <a:stCxn id="150" idx="6"/>
          </p:cNvCxnSpPr>
          <p:nvPr/>
        </p:nvCxnSpPr>
        <p:spPr>
          <a:xfrm flipV="1">
            <a:off x="2730616" y="457200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橢圓 151">
            <a:extLst>
              <a:ext uri="{FF2B5EF4-FFF2-40B4-BE49-F238E27FC236}">
                <a16:creationId xmlns:a16="http://schemas.microsoft.com/office/drawing/2014/main" id="{FE5EDF7C-FCD5-47EB-9528-501CC52D25E7}"/>
              </a:ext>
            </a:extLst>
          </p:cNvPr>
          <p:cNvSpPr/>
          <p:nvPr/>
        </p:nvSpPr>
        <p:spPr>
          <a:xfrm>
            <a:off x="3296872" y="438744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3" name="直線單箭頭接點 152">
            <a:extLst>
              <a:ext uri="{FF2B5EF4-FFF2-40B4-BE49-F238E27FC236}">
                <a16:creationId xmlns:a16="http://schemas.microsoft.com/office/drawing/2014/main" id="{D9F82BCE-434A-4350-B55E-ACB988896B24}"/>
              </a:ext>
            </a:extLst>
          </p:cNvPr>
          <p:cNvCxnSpPr>
            <a:stCxn id="152" idx="6"/>
          </p:cNvCxnSpPr>
          <p:nvPr/>
        </p:nvCxnSpPr>
        <p:spPr>
          <a:xfrm flipV="1">
            <a:off x="3691155" y="4580390"/>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橢圓 153">
            <a:extLst>
              <a:ext uri="{FF2B5EF4-FFF2-40B4-BE49-F238E27FC236}">
                <a16:creationId xmlns:a16="http://schemas.microsoft.com/office/drawing/2014/main" id="{EA8FB268-57CF-4CCA-AACE-75E19171B478}"/>
              </a:ext>
            </a:extLst>
          </p:cNvPr>
          <p:cNvSpPr/>
          <p:nvPr/>
        </p:nvSpPr>
        <p:spPr>
          <a:xfrm>
            <a:off x="4253217" y="438744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5" name="直線單箭頭接點 154">
            <a:extLst>
              <a:ext uri="{FF2B5EF4-FFF2-40B4-BE49-F238E27FC236}">
                <a16:creationId xmlns:a16="http://schemas.microsoft.com/office/drawing/2014/main" id="{CECD9425-2280-491D-8E38-7A1E2FEB372E}"/>
              </a:ext>
            </a:extLst>
          </p:cNvPr>
          <p:cNvCxnSpPr>
            <a:stCxn id="134" idx="5"/>
            <a:endCxn id="143" idx="1"/>
          </p:cNvCxnSpPr>
          <p:nvPr/>
        </p:nvCxnSpPr>
        <p:spPr>
          <a:xfrm>
            <a:off x="2660292" y="2945519"/>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直線單箭頭接點 155">
            <a:extLst>
              <a:ext uri="{FF2B5EF4-FFF2-40B4-BE49-F238E27FC236}">
                <a16:creationId xmlns:a16="http://schemas.microsoft.com/office/drawing/2014/main" id="{55A3D8D8-4899-4EE2-AB45-B64D4EE0EEC3}"/>
              </a:ext>
            </a:extLst>
          </p:cNvPr>
          <p:cNvCxnSpPr/>
          <p:nvPr/>
        </p:nvCxnSpPr>
        <p:spPr>
          <a:xfrm>
            <a:off x="3612442" y="2911964"/>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651505CE-8237-46FE-A664-031EF46DBA6B}"/>
              </a:ext>
            </a:extLst>
          </p:cNvPr>
          <p:cNvCxnSpPr/>
          <p:nvPr/>
        </p:nvCxnSpPr>
        <p:spPr>
          <a:xfrm>
            <a:off x="2658063" y="3844254"/>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直線單箭頭接點 157">
            <a:extLst>
              <a:ext uri="{FF2B5EF4-FFF2-40B4-BE49-F238E27FC236}">
                <a16:creationId xmlns:a16="http://schemas.microsoft.com/office/drawing/2014/main" id="{F45283B1-43DD-4B1A-9E05-20A360D49DDF}"/>
              </a:ext>
            </a:extLst>
          </p:cNvPr>
          <p:cNvCxnSpPr/>
          <p:nvPr/>
        </p:nvCxnSpPr>
        <p:spPr>
          <a:xfrm>
            <a:off x="3634395" y="3828462"/>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9" name="文字方塊 158">
            <a:extLst>
              <a:ext uri="{FF2B5EF4-FFF2-40B4-BE49-F238E27FC236}">
                <a16:creationId xmlns:a16="http://schemas.microsoft.com/office/drawing/2014/main" id="{12DD8C26-10F6-4CEF-8690-457C4434FB27}"/>
              </a:ext>
            </a:extLst>
          </p:cNvPr>
          <p:cNvSpPr txBox="1"/>
          <p:nvPr/>
        </p:nvSpPr>
        <p:spPr>
          <a:xfrm>
            <a:off x="2877289" y="3828462"/>
            <a:ext cx="390088" cy="369332"/>
          </a:xfrm>
          <a:prstGeom prst="rect">
            <a:avLst/>
          </a:prstGeom>
          <a:noFill/>
        </p:spPr>
        <p:txBody>
          <a:bodyPr wrap="square" rtlCol="0">
            <a:spAutoFit/>
          </a:bodyPr>
          <a:lstStyle/>
          <a:p>
            <a:r>
              <a:rPr lang="en-US" altLang="zh-TW" dirty="0"/>
              <a:t>0</a:t>
            </a:r>
            <a:endParaRPr lang="zh-TW" altLang="en-US" dirty="0"/>
          </a:p>
        </p:txBody>
      </p:sp>
      <p:sp>
        <p:nvSpPr>
          <p:cNvPr id="160" name="文字方塊 159">
            <a:extLst>
              <a:ext uri="{FF2B5EF4-FFF2-40B4-BE49-F238E27FC236}">
                <a16:creationId xmlns:a16="http://schemas.microsoft.com/office/drawing/2014/main" id="{3531E027-17CF-459C-9E0D-B9E6CFCCBAE3}"/>
              </a:ext>
            </a:extLst>
          </p:cNvPr>
          <p:cNvSpPr txBox="1"/>
          <p:nvPr/>
        </p:nvSpPr>
        <p:spPr>
          <a:xfrm>
            <a:off x="3863129" y="3828462"/>
            <a:ext cx="390088" cy="369332"/>
          </a:xfrm>
          <a:prstGeom prst="rect">
            <a:avLst/>
          </a:prstGeom>
          <a:noFill/>
        </p:spPr>
        <p:txBody>
          <a:bodyPr wrap="square" rtlCol="0">
            <a:spAutoFit/>
          </a:bodyPr>
          <a:lstStyle/>
          <a:p>
            <a:r>
              <a:rPr lang="en-US" altLang="zh-TW" dirty="0"/>
              <a:t>1</a:t>
            </a:r>
            <a:endParaRPr lang="zh-TW" altLang="en-US" dirty="0"/>
          </a:p>
        </p:txBody>
      </p:sp>
      <p:sp>
        <p:nvSpPr>
          <p:cNvPr id="161" name="文字方塊 160">
            <a:extLst>
              <a:ext uri="{FF2B5EF4-FFF2-40B4-BE49-F238E27FC236}">
                <a16:creationId xmlns:a16="http://schemas.microsoft.com/office/drawing/2014/main" id="{E6730449-B746-4C60-AE7A-5D788B283FC4}"/>
              </a:ext>
            </a:extLst>
          </p:cNvPr>
          <p:cNvSpPr txBox="1"/>
          <p:nvPr/>
        </p:nvSpPr>
        <p:spPr>
          <a:xfrm>
            <a:off x="2897415" y="2944103"/>
            <a:ext cx="390088" cy="369332"/>
          </a:xfrm>
          <a:prstGeom prst="rect">
            <a:avLst/>
          </a:prstGeom>
          <a:noFill/>
        </p:spPr>
        <p:txBody>
          <a:bodyPr wrap="square" rtlCol="0">
            <a:spAutoFit/>
          </a:bodyPr>
          <a:lstStyle/>
          <a:p>
            <a:r>
              <a:rPr lang="en-US" altLang="zh-TW" dirty="0"/>
              <a:t>1</a:t>
            </a:r>
            <a:endParaRPr lang="zh-TW" altLang="en-US" dirty="0"/>
          </a:p>
        </p:txBody>
      </p:sp>
      <p:sp>
        <p:nvSpPr>
          <p:cNvPr id="162" name="文字方塊 161">
            <a:extLst>
              <a:ext uri="{FF2B5EF4-FFF2-40B4-BE49-F238E27FC236}">
                <a16:creationId xmlns:a16="http://schemas.microsoft.com/office/drawing/2014/main" id="{A3EF6457-9CAB-455E-A7E3-E716FE24D459}"/>
              </a:ext>
            </a:extLst>
          </p:cNvPr>
          <p:cNvSpPr txBox="1"/>
          <p:nvPr/>
        </p:nvSpPr>
        <p:spPr>
          <a:xfrm>
            <a:off x="3873125" y="2911964"/>
            <a:ext cx="390088" cy="369332"/>
          </a:xfrm>
          <a:prstGeom prst="rect">
            <a:avLst/>
          </a:prstGeom>
          <a:noFill/>
        </p:spPr>
        <p:txBody>
          <a:bodyPr wrap="square" rtlCol="0">
            <a:spAutoFit/>
          </a:bodyPr>
          <a:lstStyle/>
          <a:p>
            <a:r>
              <a:rPr lang="en-US" altLang="zh-TW" dirty="0"/>
              <a:t>0</a:t>
            </a:r>
            <a:endParaRPr lang="zh-TW" altLang="en-US" dirty="0"/>
          </a:p>
        </p:txBody>
      </p:sp>
      <p:cxnSp>
        <p:nvCxnSpPr>
          <p:cNvPr id="163" name="直線單箭頭接點 162">
            <a:extLst>
              <a:ext uri="{FF2B5EF4-FFF2-40B4-BE49-F238E27FC236}">
                <a16:creationId xmlns:a16="http://schemas.microsoft.com/office/drawing/2014/main" id="{3EC8BAFF-AC28-4893-B72E-24377998B3DC}"/>
              </a:ext>
            </a:extLst>
          </p:cNvPr>
          <p:cNvCxnSpPr>
            <a:cxnSpLocks/>
          </p:cNvCxnSpPr>
          <p:nvPr/>
        </p:nvCxnSpPr>
        <p:spPr>
          <a:xfrm flipV="1">
            <a:off x="4606956" y="281171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橢圓 163">
            <a:extLst>
              <a:ext uri="{FF2B5EF4-FFF2-40B4-BE49-F238E27FC236}">
                <a16:creationId xmlns:a16="http://schemas.microsoft.com/office/drawing/2014/main" id="{B318CEF4-BDD9-4CB5-B72C-EB42FF0F0638}"/>
              </a:ext>
            </a:extLst>
          </p:cNvPr>
          <p:cNvSpPr/>
          <p:nvPr/>
        </p:nvSpPr>
        <p:spPr>
          <a:xfrm>
            <a:off x="5169018" y="262715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5" name="直線單箭頭接點 164">
            <a:extLst>
              <a:ext uri="{FF2B5EF4-FFF2-40B4-BE49-F238E27FC236}">
                <a16:creationId xmlns:a16="http://schemas.microsoft.com/office/drawing/2014/main" id="{670C1FC8-901F-4965-B02B-7215E3B3C3F8}"/>
              </a:ext>
            </a:extLst>
          </p:cNvPr>
          <p:cNvCxnSpPr>
            <a:stCxn id="164" idx="4"/>
          </p:cNvCxnSpPr>
          <p:nvPr/>
        </p:nvCxnSpPr>
        <p:spPr>
          <a:xfrm flipH="1">
            <a:off x="5361965" y="302143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直線單箭頭接點 165">
            <a:extLst>
              <a:ext uri="{FF2B5EF4-FFF2-40B4-BE49-F238E27FC236}">
                <a16:creationId xmlns:a16="http://schemas.microsoft.com/office/drawing/2014/main" id="{F0B91B92-560C-4816-84C1-7888ACA7A634}"/>
              </a:ext>
            </a:extLst>
          </p:cNvPr>
          <p:cNvCxnSpPr>
            <a:cxnSpLocks/>
          </p:cNvCxnSpPr>
          <p:nvPr/>
        </p:nvCxnSpPr>
        <p:spPr>
          <a:xfrm flipV="1">
            <a:off x="4606956" y="369255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橢圓 166">
            <a:extLst>
              <a:ext uri="{FF2B5EF4-FFF2-40B4-BE49-F238E27FC236}">
                <a16:creationId xmlns:a16="http://schemas.microsoft.com/office/drawing/2014/main" id="{057FBF71-1CF9-411E-8DC6-C3ED9854BF6B}"/>
              </a:ext>
            </a:extLst>
          </p:cNvPr>
          <p:cNvSpPr/>
          <p:nvPr/>
        </p:nvSpPr>
        <p:spPr>
          <a:xfrm>
            <a:off x="5169018" y="3507998"/>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68" name="直線單箭頭接點 167">
            <a:extLst>
              <a:ext uri="{FF2B5EF4-FFF2-40B4-BE49-F238E27FC236}">
                <a16:creationId xmlns:a16="http://schemas.microsoft.com/office/drawing/2014/main" id="{BC200043-FC23-4570-9723-50F0E11B57F7}"/>
              </a:ext>
            </a:extLst>
          </p:cNvPr>
          <p:cNvCxnSpPr>
            <a:stCxn id="167" idx="4"/>
          </p:cNvCxnSpPr>
          <p:nvPr/>
        </p:nvCxnSpPr>
        <p:spPr>
          <a:xfrm flipH="1">
            <a:off x="5361965" y="3902280"/>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AA29CDF1-B202-43ED-A6A5-199E9D303CBC}"/>
              </a:ext>
            </a:extLst>
          </p:cNvPr>
          <p:cNvCxnSpPr>
            <a:cxnSpLocks/>
          </p:cNvCxnSpPr>
          <p:nvPr/>
        </p:nvCxnSpPr>
        <p:spPr>
          <a:xfrm flipV="1">
            <a:off x="4619539" y="4581789"/>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21B2183C-1763-4E33-BE43-8E9400A3964D}"/>
              </a:ext>
            </a:extLst>
          </p:cNvPr>
          <p:cNvSpPr/>
          <p:nvPr/>
        </p:nvSpPr>
        <p:spPr>
          <a:xfrm>
            <a:off x="5185795" y="439723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C8F689E7-D995-4FEA-8C59-0F34E82D2F76}"/>
              </a:ext>
            </a:extLst>
          </p:cNvPr>
          <p:cNvCxnSpPr>
            <a:cxnSpLocks/>
            <a:endCxn id="167" idx="1"/>
          </p:cNvCxnSpPr>
          <p:nvPr/>
        </p:nvCxnSpPr>
        <p:spPr>
          <a:xfrm>
            <a:off x="4549215" y="295530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直線單箭頭接點 171">
            <a:extLst>
              <a:ext uri="{FF2B5EF4-FFF2-40B4-BE49-F238E27FC236}">
                <a16:creationId xmlns:a16="http://schemas.microsoft.com/office/drawing/2014/main" id="{9F9F3B2F-C4D8-42E9-87DE-E8A688BD24E1}"/>
              </a:ext>
            </a:extLst>
          </p:cNvPr>
          <p:cNvCxnSpPr>
            <a:cxnSpLocks/>
            <a:endCxn id="60" idx="1"/>
          </p:cNvCxnSpPr>
          <p:nvPr/>
        </p:nvCxnSpPr>
        <p:spPr>
          <a:xfrm>
            <a:off x="4546986" y="3854041"/>
            <a:ext cx="704494" cy="6009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 name="文字方塊 172">
            <a:extLst>
              <a:ext uri="{FF2B5EF4-FFF2-40B4-BE49-F238E27FC236}">
                <a16:creationId xmlns:a16="http://schemas.microsoft.com/office/drawing/2014/main" id="{01BE261B-69B0-48A5-9035-14FA6021467E}"/>
              </a:ext>
            </a:extLst>
          </p:cNvPr>
          <p:cNvSpPr txBox="1"/>
          <p:nvPr/>
        </p:nvSpPr>
        <p:spPr>
          <a:xfrm>
            <a:off x="4766212" y="3838249"/>
            <a:ext cx="390088" cy="369332"/>
          </a:xfrm>
          <a:prstGeom prst="rect">
            <a:avLst/>
          </a:prstGeom>
          <a:noFill/>
        </p:spPr>
        <p:txBody>
          <a:bodyPr wrap="square" rtlCol="0">
            <a:spAutoFit/>
          </a:bodyPr>
          <a:lstStyle/>
          <a:p>
            <a:r>
              <a:rPr lang="en-US" altLang="zh-TW" dirty="0"/>
              <a:t>1</a:t>
            </a:r>
            <a:endParaRPr lang="zh-TW" altLang="en-US" dirty="0"/>
          </a:p>
        </p:txBody>
      </p:sp>
      <p:sp>
        <p:nvSpPr>
          <p:cNvPr id="174" name="文字方塊 173">
            <a:extLst>
              <a:ext uri="{FF2B5EF4-FFF2-40B4-BE49-F238E27FC236}">
                <a16:creationId xmlns:a16="http://schemas.microsoft.com/office/drawing/2014/main" id="{86A6D966-F7C9-4C1C-A9A4-853AEF784121}"/>
              </a:ext>
            </a:extLst>
          </p:cNvPr>
          <p:cNvSpPr txBox="1"/>
          <p:nvPr/>
        </p:nvSpPr>
        <p:spPr>
          <a:xfrm>
            <a:off x="4786338" y="2953890"/>
            <a:ext cx="390088" cy="369332"/>
          </a:xfrm>
          <a:prstGeom prst="rect">
            <a:avLst/>
          </a:prstGeom>
          <a:noFill/>
        </p:spPr>
        <p:txBody>
          <a:bodyPr wrap="square" rtlCol="0">
            <a:spAutoFit/>
          </a:bodyPr>
          <a:lstStyle/>
          <a:p>
            <a:r>
              <a:rPr lang="en-US" altLang="zh-TW" dirty="0"/>
              <a:t>1</a:t>
            </a:r>
            <a:endParaRPr lang="zh-TW" altLang="en-US" dirty="0"/>
          </a:p>
        </p:txBody>
      </p:sp>
      <p:sp>
        <p:nvSpPr>
          <p:cNvPr id="175" name="橢圓 174">
            <a:extLst>
              <a:ext uri="{FF2B5EF4-FFF2-40B4-BE49-F238E27FC236}">
                <a16:creationId xmlns:a16="http://schemas.microsoft.com/office/drawing/2014/main" id="{9F4D1A77-FBF7-4D2D-B2BF-6B3DD84D9B88}"/>
              </a:ext>
            </a:extLst>
          </p:cNvPr>
          <p:cNvSpPr/>
          <p:nvPr/>
        </p:nvSpPr>
        <p:spPr>
          <a:xfrm>
            <a:off x="2325789" y="2601283"/>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6" name="直線單箭頭接點 175">
            <a:extLst>
              <a:ext uri="{FF2B5EF4-FFF2-40B4-BE49-F238E27FC236}">
                <a16:creationId xmlns:a16="http://schemas.microsoft.com/office/drawing/2014/main" id="{3D87AFC0-0F16-44A1-B44D-55F03D18F461}"/>
              </a:ext>
            </a:extLst>
          </p:cNvPr>
          <p:cNvCxnSpPr/>
          <p:nvPr/>
        </p:nvCxnSpPr>
        <p:spPr>
          <a:xfrm flipH="1">
            <a:off x="2509706" y="478312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直線單箭頭接點 176">
            <a:extLst>
              <a:ext uri="{FF2B5EF4-FFF2-40B4-BE49-F238E27FC236}">
                <a16:creationId xmlns:a16="http://schemas.microsoft.com/office/drawing/2014/main" id="{9A9CFE85-29AA-485A-9DAD-1010E46C8AEA}"/>
              </a:ext>
            </a:extLst>
          </p:cNvPr>
          <p:cNvCxnSpPr/>
          <p:nvPr/>
        </p:nvCxnSpPr>
        <p:spPr>
          <a:xfrm flipH="1">
            <a:off x="3466051" y="479151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直線單箭頭接點 177">
            <a:extLst>
              <a:ext uri="{FF2B5EF4-FFF2-40B4-BE49-F238E27FC236}">
                <a16:creationId xmlns:a16="http://schemas.microsoft.com/office/drawing/2014/main" id="{83993DD0-1741-4CC7-ADFA-65ADF761125C}"/>
              </a:ext>
            </a:extLst>
          </p:cNvPr>
          <p:cNvCxnSpPr>
            <a:cxnSpLocks/>
          </p:cNvCxnSpPr>
          <p:nvPr/>
        </p:nvCxnSpPr>
        <p:spPr>
          <a:xfrm flipH="1">
            <a:off x="4422395" y="479151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9" name="橢圓 178">
            <a:extLst>
              <a:ext uri="{FF2B5EF4-FFF2-40B4-BE49-F238E27FC236}">
                <a16:creationId xmlns:a16="http://schemas.microsoft.com/office/drawing/2014/main" id="{BD7EF726-CA91-4A9E-902C-F2A1E505D58F}"/>
              </a:ext>
            </a:extLst>
          </p:cNvPr>
          <p:cNvSpPr/>
          <p:nvPr/>
        </p:nvSpPr>
        <p:spPr>
          <a:xfrm>
            <a:off x="2329342" y="527807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0" name="直線單箭頭接點 179">
            <a:extLst>
              <a:ext uri="{FF2B5EF4-FFF2-40B4-BE49-F238E27FC236}">
                <a16:creationId xmlns:a16="http://schemas.microsoft.com/office/drawing/2014/main" id="{E19543A0-0DB9-4CBD-81B8-3BD61C88E6AF}"/>
              </a:ext>
            </a:extLst>
          </p:cNvPr>
          <p:cNvCxnSpPr>
            <a:stCxn id="179" idx="6"/>
          </p:cNvCxnSpPr>
          <p:nvPr/>
        </p:nvCxnSpPr>
        <p:spPr>
          <a:xfrm flipV="1">
            <a:off x="2723625" y="547102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95C8C9E4-4941-4CB1-92F1-30F5A0D28746}"/>
              </a:ext>
            </a:extLst>
          </p:cNvPr>
          <p:cNvSpPr/>
          <p:nvPr/>
        </p:nvSpPr>
        <p:spPr>
          <a:xfrm>
            <a:off x="3289881" y="528646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919CDE80-5238-4B9F-A9FB-89938E8DBBC9}"/>
              </a:ext>
            </a:extLst>
          </p:cNvPr>
          <p:cNvCxnSpPr>
            <a:stCxn id="181" idx="6"/>
          </p:cNvCxnSpPr>
          <p:nvPr/>
        </p:nvCxnSpPr>
        <p:spPr>
          <a:xfrm flipV="1">
            <a:off x="3684164" y="547941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橢圓 182">
            <a:extLst>
              <a:ext uri="{FF2B5EF4-FFF2-40B4-BE49-F238E27FC236}">
                <a16:creationId xmlns:a16="http://schemas.microsoft.com/office/drawing/2014/main" id="{E3F2CC7B-801D-4C3A-8E65-9CFBA00997AD}"/>
              </a:ext>
            </a:extLst>
          </p:cNvPr>
          <p:cNvSpPr/>
          <p:nvPr/>
        </p:nvSpPr>
        <p:spPr>
          <a:xfrm>
            <a:off x="4246226" y="528646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4" name="直線單箭頭接點 183">
            <a:extLst>
              <a:ext uri="{FF2B5EF4-FFF2-40B4-BE49-F238E27FC236}">
                <a16:creationId xmlns:a16="http://schemas.microsoft.com/office/drawing/2014/main" id="{1AE14722-BC5B-4225-A9FA-263D2569C5F4}"/>
              </a:ext>
            </a:extLst>
          </p:cNvPr>
          <p:cNvCxnSpPr/>
          <p:nvPr/>
        </p:nvCxnSpPr>
        <p:spPr>
          <a:xfrm>
            <a:off x="2651072" y="474327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直線單箭頭接點 184">
            <a:extLst>
              <a:ext uri="{FF2B5EF4-FFF2-40B4-BE49-F238E27FC236}">
                <a16:creationId xmlns:a16="http://schemas.microsoft.com/office/drawing/2014/main" id="{80D82067-2FE5-46FD-A066-19F4F7975A74}"/>
              </a:ext>
            </a:extLst>
          </p:cNvPr>
          <p:cNvCxnSpPr/>
          <p:nvPr/>
        </p:nvCxnSpPr>
        <p:spPr>
          <a:xfrm>
            <a:off x="3627404" y="472748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文字方塊 185">
            <a:extLst>
              <a:ext uri="{FF2B5EF4-FFF2-40B4-BE49-F238E27FC236}">
                <a16:creationId xmlns:a16="http://schemas.microsoft.com/office/drawing/2014/main" id="{17991355-9D92-44BD-9A31-57B158FEF5B7}"/>
              </a:ext>
            </a:extLst>
          </p:cNvPr>
          <p:cNvSpPr txBox="1"/>
          <p:nvPr/>
        </p:nvSpPr>
        <p:spPr>
          <a:xfrm>
            <a:off x="2870298" y="4727483"/>
            <a:ext cx="390088" cy="369332"/>
          </a:xfrm>
          <a:prstGeom prst="rect">
            <a:avLst/>
          </a:prstGeom>
          <a:noFill/>
        </p:spPr>
        <p:txBody>
          <a:bodyPr wrap="square" rtlCol="0">
            <a:spAutoFit/>
          </a:bodyPr>
          <a:lstStyle/>
          <a:p>
            <a:r>
              <a:rPr lang="en-US" altLang="zh-TW" dirty="0"/>
              <a:t>1</a:t>
            </a:r>
            <a:endParaRPr lang="zh-TW" altLang="en-US" dirty="0"/>
          </a:p>
        </p:txBody>
      </p:sp>
      <p:sp>
        <p:nvSpPr>
          <p:cNvPr id="187" name="文字方塊 186">
            <a:extLst>
              <a:ext uri="{FF2B5EF4-FFF2-40B4-BE49-F238E27FC236}">
                <a16:creationId xmlns:a16="http://schemas.microsoft.com/office/drawing/2014/main" id="{DC3ACF24-F699-4B5A-AD95-29AAAE1DB3B8}"/>
              </a:ext>
            </a:extLst>
          </p:cNvPr>
          <p:cNvSpPr txBox="1"/>
          <p:nvPr/>
        </p:nvSpPr>
        <p:spPr>
          <a:xfrm>
            <a:off x="3856138" y="4727483"/>
            <a:ext cx="390088" cy="369332"/>
          </a:xfrm>
          <a:prstGeom prst="rect">
            <a:avLst/>
          </a:prstGeom>
          <a:noFill/>
        </p:spPr>
        <p:txBody>
          <a:bodyPr wrap="square" rtlCol="0">
            <a:spAutoFit/>
          </a:bodyPr>
          <a:lstStyle/>
          <a:p>
            <a:r>
              <a:rPr lang="en-US" altLang="zh-TW" dirty="0"/>
              <a:t>0</a:t>
            </a:r>
            <a:endParaRPr lang="zh-TW" altLang="en-US" dirty="0"/>
          </a:p>
        </p:txBody>
      </p:sp>
      <p:cxnSp>
        <p:nvCxnSpPr>
          <p:cNvPr id="188" name="直線單箭頭接點 187">
            <a:extLst>
              <a:ext uri="{FF2B5EF4-FFF2-40B4-BE49-F238E27FC236}">
                <a16:creationId xmlns:a16="http://schemas.microsoft.com/office/drawing/2014/main" id="{29A8EFD6-F62F-4006-A930-849B5B7D4B19}"/>
              </a:ext>
            </a:extLst>
          </p:cNvPr>
          <p:cNvCxnSpPr/>
          <p:nvPr/>
        </p:nvCxnSpPr>
        <p:spPr>
          <a:xfrm flipH="1">
            <a:off x="5354974" y="480130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直線單箭頭接點 188">
            <a:extLst>
              <a:ext uri="{FF2B5EF4-FFF2-40B4-BE49-F238E27FC236}">
                <a16:creationId xmlns:a16="http://schemas.microsoft.com/office/drawing/2014/main" id="{5963C06E-8D73-4A68-867B-DC729958B016}"/>
              </a:ext>
            </a:extLst>
          </p:cNvPr>
          <p:cNvCxnSpPr>
            <a:cxnSpLocks/>
          </p:cNvCxnSpPr>
          <p:nvPr/>
        </p:nvCxnSpPr>
        <p:spPr>
          <a:xfrm flipV="1">
            <a:off x="4612548" y="5480810"/>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橢圓 189">
            <a:extLst>
              <a:ext uri="{FF2B5EF4-FFF2-40B4-BE49-F238E27FC236}">
                <a16:creationId xmlns:a16="http://schemas.microsoft.com/office/drawing/2014/main" id="{A917C70C-1C40-4DED-93CA-7F985768AA5B}"/>
              </a:ext>
            </a:extLst>
          </p:cNvPr>
          <p:cNvSpPr/>
          <p:nvPr/>
        </p:nvSpPr>
        <p:spPr>
          <a:xfrm>
            <a:off x="5178804" y="529625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1" name="直線單箭頭接點 190">
            <a:extLst>
              <a:ext uri="{FF2B5EF4-FFF2-40B4-BE49-F238E27FC236}">
                <a16:creationId xmlns:a16="http://schemas.microsoft.com/office/drawing/2014/main" id="{87B3C0DC-1BEB-468B-8E21-96B06F27352C}"/>
              </a:ext>
            </a:extLst>
          </p:cNvPr>
          <p:cNvCxnSpPr/>
          <p:nvPr/>
        </p:nvCxnSpPr>
        <p:spPr>
          <a:xfrm>
            <a:off x="4539995" y="4753062"/>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2" name="文字方塊 191">
            <a:extLst>
              <a:ext uri="{FF2B5EF4-FFF2-40B4-BE49-F238E27FC236}">
                <a16:creationId xmlns:a16="http://schemas.microsoft.com/office/drawing/2014/main" id="{D8EDF434-CC6B-4F30-A0D3-1ECB82B2D4F0}"/>
              </a:ext>
            </a:extLst>
          </p:cNvPr>
          <p:cNvSpPr txBox="1"/>
          <p:nvPr/>
        </p:nvSpPr>
        <p:spPr>
          <a:xfrm>
            <a:off x="4759221" y="4737270"/>
            <a:ext cx="390088" cy="369332"/>
          </a:xfrm>
          <a:prstGeom prst="rect">
            <a:avLst/>
          </a:prstGeom>
          <a:noFill/>
        </p:spPr>
        <p:txBody>
          <a:bodyPr wrap="square" rtlCol="0">
            <a:spAutoFit/>
          </a:bodyPr>
          <a:lstStyle/>
          <a:p>
            <a:r>
              <a:rPr lang="en-US" altLang="zh-TW" dirty="0"/>
              <a:t>0</a:t>
            </a:r>
            <a:endParaRPr lang="zh-TW" altLang="en-US" dirty="0"/>
          </a:p>
        </p:txBody>
      </p:sp>
      <p:sp>
        <p:nvSpPr>
          <p:cNvPr id="59" name="橢圓 58">
            <a:extLst>
              <a:ext uri="{FF2B5EF4-FFF2-40B4-BE49-F238E27FC236}">
                <a16:creationId xmlns:a16="http://schemas.microsoft.com/office/drawing/2014/main" id="{45708A20-DB5A-45DE-AF84-3B5FD3895D97}"/>
              </a:ext>
            </a:extLst>
          </p:cNvPr>
          <p:cNvSpPr/>
          <p:nvPr/>
        </p:nvSpPr>
        <p:spPr>
          <a:xfrm>
            <a:off x="3283029" y="2617530"/>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0" name="橢圓 59">
            <a:extLst>
              <a:ext uri="{FF2B5EF4-FFF2-40B4-BE49-F238E27FC236}">
                <a16:creationId xmlns:a16="http://schemas.microsoft.com/office/drawing/2014/main" id="{35EE9C5C-2FFC-4D18-8B0C-D39740829170}"/>
              </a:ext>
            </a:extLst>
          </p:cNvPr>
          <p:cNvSpPr/>
          <p:nvPr/>
        </p:nvSpPr>
        <p:spPr>
          <a:xfrm>
            <a:off x="5193739" y="4397231"/>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7" name="直線接點 6">
            <a:extLst>
              <a:ext uri="{FF2B5EF4-FFF2-40B4-BE49-F238E27FC236}">
                <a16:creationId xmlns:a16="http://schemas.microsoft.com/office/drawing/2014/main" id="{EF45BA65-3525-462E-806A-7FBD9E7C730D}"/>
              </a:ext>
            </a:extLst>
          </p:cNvPr>
          <p:cNvCxnSpPr>
            <a:cxnSpLocks/>
            <a:stCxn id="59" idx="5"/>
            <a:endCxn id="60" idx="1"/>
          </p:cNvCxnSpPr>
          <p:nvPr/>
        </p:nvCxnSpPr>
        <p:spPr>
          <a:xfrm>
            <a:off x="3619571" y="2954071"/>
            <a:ext cx="1631909" cy="150090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627F214D-BDB6-4E4E-B302-2D68B26C604B}"/>
              </a:ext>
            </a:extLst>
          </p:cNvPr>
          <p:cNvSpPr txBox="1"/>
          <p:nvPr/>
        </p:nvSpPr>
        <p:spPr>
          <a:xfrm>
            <a:off x="5786679" y="4457617"/>
            <a:ext cx="825245" cy="369332"/>
          </a:xfrm>
          <a:prstGeom prst="rect">
            <a:avLst/>
          </a:prstGeom>
          <a:noFill/>
        </p:spPr>
        <p:txBody>
          <a:bodyPr wrap="square" rtlCol="0">
            <a:spAutoFit/>
          </a:bodyPr>
          <a:lstStyle/>
          <a:p>
            <a:r>
              <a:rPr lang="en-US" altLang="zh-TW" dirty="0"/>
              <a:t>(2,3)</a:t>
            </a:r>
            <a:endParaRPr lang="zh-TW" altLang="en-US" dirty="0"/>
          </a:p>
        </p:txBody>
      </p:sp>
      <p:sp>
        <p:nvSpPr>
          <p:cNvPr id="18" name="文字方塊 17">
            <a:extLst>
              <a:ext uri="{FF2B5EF4-FFF2-40B4-BE49-F238E27FC236}">
                <a16:creationId xmlns:a16="http://schemas.microsoft.com/office/drawing/2014/main" id="{8E864D14-FDF6-4BEE-B88E-FEC9BE19C34C}"/>
              </a:ext>
            </a:extLst>
          </p:cNvPr>
          <p:cNvSpPr txBox="1"/>
          <p:nvPr/>
        </p:nvSpPr>
        <p:spPr>
          <a:xfrm>
            <a:off x="3174524" y="2165001"/>
            <a:ext cx="1275834" cy="369332"/>
          </a:xfrm>
          <a:prstGeom prst="rect">
            <a:avLst/>
          </a:prstGeom>
          <a:noFill/>
        </p:spPr>
        <p:txBody>
          <a:bodyPr wrap="square" rtlCol="0">
            <a:spAutoFit/>
          </a:bodyPr>
          <a:lstStyle/>
          <a:p>
            <a:r>
              <a:rPr lang="en-US" altLang="zh-TW" dirty="0"/>
              <a:t>(0,1)</a:t>
            </a:r>
            <a:endParaRPr lang="zh-TW" altLang="en-US" dirty="0"/>
          </a:p>
        </p:txBody>
      </p:sp>
      <p:cxnSp>
        <p:nvCxnSpPr>
          <p:cNvPr id="20" name="直線單箭頭接點 19">
            <a:extLst>
              <a:ext uri="{FF2B5EF4-FFF2-40B4-BE49-F238E27FC236}">
                <a16:creationId xmlns:a16="http://schemas.microsoft.com/office/drawing/2014/main" id="{788A1A53-8D16-41C8-B2A0-E0F8EA6F1EDA}"/>
              </a:ext>
            </a:extLst>
          </p:cNvPr>
          <p:cNvCxnSpPr/>
          <p:nvPr/>
        </p:nvCxnSpPr>
        <p:spPr>
          <a:xfrm>
            <a:off x="1031146" y="4611150"/>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16435DAE-8852-41E9-AEDD-DD6EA5FBF160}"/>
              </a:ext>
            </a:extLst>
          </p:cNvPr>
          <p:cNvCxnSpPr>
            <a:cxnSpLocks/>
          </p:cNvCxnSpPr>
          <p:nvPr/>
        </p:nvCxnSpPr>
        <p:spPr>
          <a:xfrm>
            <a:off x="1031146" y="4597168"/>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7C8A37DC-7757-4FDE-ABE2-85EA7E91075E}"/>
              </a:ext>
            </a:extLst>
          </p:cNvPr>
          <p:cNvSpPr txBox="1"/>
          <p:nvPr/>
        </p:nvSpPr>
        <p:spPr>
          <a:xfrm>
            <a:off x="1848492" y="4446091"/>
            <a:ext cx="309878" cy="369332"/>
          </a:xfrm>
          <a:prstGeom prst="rect">
            <a:avLst/>
          </a:prstGeom>
          <a:noFill/>
        </p:spPr>
        <p:txBody>
          <a:bodyPr wrap="square" rtlCol="0">
            <a:spAutoFit/>
          </a:bodyPr>
          <a:lstStyle/>
          <a:p>
            <a:r>
              <a:rPr lang="en-US" altLang="zh-TW" dirty="0"/>
              <a:t>j</a:t>
            </a:r>
            <a:endParaRPr lang="zh-TW" altLang="en-US" dirty="0"/>
          </a:p>
        </p:txBody>
      </p:sp>
      <p:sp>
        <p:nvSpPr>
          <p:cNvPr id="24" name="文字方塊 23">
            <a:extLst>
              <a:ext uri="{FF2B5EF4-FFF2-40B4-BE49-F238E27FC236}">
                <a16:creationId xmlns:a16="http://schemas.microsoft.com/office/drawing/2014/main" id="{65DE9EFD-1E55-4EAF-B867-EC42CFD22ABC}"/>
              </a:ext>
            </a:extLst>
          </p:cNvPr>
          <p:cNvSpPr txBox="1"/>
          <p:nvPr/>
        </p:nvSpPr>
        <p:spPr>
          <a:xfrm>
            <a:off x="876207" y="5380273"/>
            <a:ext cx="309878" cy="369332"/>
          </a:xfrm>
          <a:prstGeom prst="rect">
            <a:avLst/>
          </a:prstGeom>
          <a:noFill/>
        </p:spPr>
        <p:txBody>
          <a:bodyPr wrap="square" rtlCol="0">
            <a:spAutoFit/>
          </a:bodyPr>
          <a:lstStyle/>
          <a:p>
            <a:r>
              <a:rPr lang="en-US" altLang="zh-TW" dirty="0"/>
              <a:t>i</a:t>
            </a:r>
            <a:endParaRPr lang="zh-TW" altLang="en-US" dirty="0"/>
          </a:p>
        </p:txBody>
      </p:sp>
      <p:sp>
        <p:nvSpPr>
          <p:cNvPr id="77" name="標題 1">
            <a:extLst>
              <a:ext uri="{FF2B5EF4-FFF2-40B4-BE49-F238E27FC236}">
                <a16:creationId xmlns:a16="http://schemas.microsoft.com/office/drawing/2014/main" id="{F9994D52-4494-42FA-A942-012DCE7C4795}"/>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Tree>
    <p:extLst>
      <p:ext uri="{BB962C8B-B14F-4D97-AF65-F5344CB8AC3E}">
        <p14:creationId xmlns:p14="http://schemas.microsoft.com/office/powerpoint/2010/main" val="763297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156966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err="1"/>
                  <a:t>DiffC</a:t>
                </a:r>
                <a:r>
                  <a:rPr lang="en-US" altLang="zh-TW" sz="2400" baseline="-25000" dirty="0" err="1"/>
                  <a:t>i,j</a:t>
                </a:r>
                <a:r>
                  <a:rPr lang="en-US" altLang="zh-TW" sz="2400" dirty="0"/>
                  <a:t>(k) = Opt</a:t>
                </a:r>
                <a:r>
                  <a:rPr lang="en-US" altLang="zh-TW" sz="2400" baseline="-25000" dirty="0"/>
                  <a:t>i</a:t>
                </a:r>
                <a:r>
                  <a:rPr lang="en-US" altLang="zh-TW" sz="2400" dirty="0"/>
                  <a:t>(k, j + 1) − Opt</a:t>
                </a:r>
                <a:r>
                  <a:rPr lang="en-US" altLang="zh-TW" sz="2400" baseline="-25000" dirty="0"/>
                  <a:t>i</a:t>
                </a:r>
                <a:r>
                  <a:rPr lang="en-US" altLang="zh-TW" sz="2400" dirty="0"/>
                  <a:t>(k, j ), </a:t>
                </a:r>
                <a14:m>
                  <m:oMath xmlns:m="http://schemas.openxmlformats.org/officeDocument/2006/math">
                    <m:r>
                      <a:rPr lang="en-US" altLang="zh-TW" sz="2400">
                        <a:latin typeface="Cambria Math" panose="02040503050406030204" pitchFamily="18" charset="0"/>
                      </a:rPr>
                      <m:t>0</m:t>
                    </m:r>
                    <m:r>
                      <a:rPr lang="pl-PL" altLang="zh-TW" sz="2400">
                        <a:latin typeface="Cambria Math" panose="02040503050406030204" pitchFamily="18" charset="0"/>
                      </a:rPr>
                      <m:t>≤</m:t>
                    </m:r>
                    <m:r>
                      <a:rPr lang="pl-PL" altLang="zh-TW" sz="2400" i="1">
                        <a:latin typeface="Cambria Math" panose="02040503050406030204" pitchFamily="18" charset="0"/>
                      </a:rPr>
                      <m:t> </m:t>
                    </m:r>
                  </m:oMath>
                </a14:m>
                <a:r>
                  <a:rPr lang="en-US" altLang="zh-TW" sz="2400" dirty="0"/>
                  <a:t>k </a:t>
                </a:r>
                <a14:m>
                  <m:oMath xmlns:m="http://schemas.openxmlformats.org/officeDocument/2006/math">
                    <m:r>
                      <a:rPr lang="pl-PL" altLang="zh-TW" sz="2400">
                        <a:latin typeface="Cambria Math" panose="02040503050406030204" pitchFamily="18" charset="0"/>
                      </a:rPr>
                      <m:t>≤</m:t>
                    </m:r>
                    <m:r>
                      <m:rPr>
                        <m:sty m:val="p"/>
                      </m:rPr>
                      <a:rPr lang="en-US" altLang="zh-TW" sz="2400">
                        <a:latin typeface="Cambria Math" panose="02040503050406030204" pitchFamily="18" charset="0"/>
                      </a:rPr>
                      <m:t>j</m:t>
                    </m:r>
                  </m:oMath>
                </a14:m>
                <a:r>
                  <a:rPr lang="pl-PL" altLang="zh-TW" sz="2400" dirty="0"/>
                  <a:t> </a:t>
                </a:r>
                <a:endParaRPr lang="en-US" altLang="zh-TW" sz="2400" dirty="0"/>
              </a:p>
              <a:p>
                <a:r>
                  <a:rPr lang="en-US" altLang="zh-TW" sz="2400" dirty="0"/>
                  <a:t>     </a:t>
                </a:r>
                <a:r>
                  <a:rPr lang="en-US" altLang="zh-TW" sz="2400" dirty="0" err="1"/>
                  <a:t>DiffC</a:t>
                </a:r>
                <a:r>
                  <a:rPr lang="en-US" altLang="zh-TW" sz="2400" baseline="-25000" dirty="0" err="1"/>
                  <a:t>i,j</a:t>
                </a:r>
                <a:r>
                  <a:rPr lang="en-US" altLang="zh-TW" sz="2400" dirty="0"/>
                  <a:t>(k) = 1 ,k&gt;j</a:t>
                </a:r>
              </a:p>
              <a:p>
                <a:endParaRPr lang="en-US" altLang="zh-TW" sz="2400" dirty="0"/>
              </a:p>
              <a:p>
                <a:pPr marL="342900" indent="-342900">
                  <a:buFont typeface="Arial" panose="020B0604020202020204" pitchFamily="34" charset="0"/>
                  <a:buChar char="•"/>
                </a:pPr>
                <a:r>
                  <a:rPr lang="en-US" altLang="zh-TW" sz="2400" dirty="0" err="1"/>
                  <a:t>SC</a:t>
                </a:r>
                <a:r>
                  <a:rPr lang="en-US" altLang="zh-TW" sz="2400" baseline="-25000" dirty="0" err="1"/>
                  <a:t>i,j</a:t>
                </a:r>
                <a:r>
                  <a:rPr lang="en-US" altLang="zh-TW" sz="2400" baseline="-25000" dirty="0"/>
                  <a:t> </a:t>
                </a:r>
                <a:r>
                  <a:rPr lang="en-US" altLang="zh-TW" sz="2400" dirty="0"/>
                  <a:t>		</a:t>
                </a:r>
              </a:p>
            </p:txBody>
          </p:sp>
        </mc:Choice>
        <mc:Fallback xmlns="">
          <p:sp>
            <p:nvSpPr>
              <p:cNvPr id="3" name="文字方塊 2">
                <a:extLst>
                  <a:ext uri="{FF2B5EF4-FFF2-40B4-BE49-F238E27FC236}">
                    <a16:creationId xmlns:a16="http://schemas.microsoft.com/office/drawing/2014/main" id="{47924614-B3FE-49DB-A43B-C5C6C654484D}"/>
                  </a:ext>
                </a:extLst>
              </p:cNvPr>
              <p:cNvSpPr txBox="1">
                <a:spLocks noRot="1" noChangeAspect="1" noMove="1" noResize="1" noEditPoints="1" noAdjustHandles="1" noChangeArrowheads="1" noChangeShapeType="1" noTextEdit="1"/>
              </p:cNvSpPr>
              <p:nvPr/>
            </p:nvSpPr>
            <p:spPr>
              <a:xfrm>
                <a:off x="838199" y="1526796"/>
                <a:ext cx="10872832" cy="1569660"/>
              </a:xfrm>
              <a:prstGeom prst="rect">
                <a:avLst/>
              </a:prstGeom>
              <a:blipFill>
                <a:blip r:embed="rId2"/>
                <a:stretch>
                  <a:fillRect l="-729" t="-3101" b="-7752"/>
                </a:stretch>
              </a:blipFill>
            </p:spPr>
            <p:txBody>
              <a:bodyPr/>
              <a:lstStyle/>
              <a:p>
                <a:r>
                  <a:rPr lang="zh-TW" altLang="en-US">
                    <a:noFill/>
                  </a:rPr>
                  <a:t> </a:t>
                </a:r>
              </a:p>
            </p:txBody>
          </p:sp>
        </mc:Fallback>
      </mc:AlternateContent>
      <p:sp>
        <p:nvSpPr>
          <p:cNvPr id="83" name="文字方塊 82">
            <a:extLst>
              <a:ext uri="{FF2B5EF4-FFF2-40B4-BE49-F238E27FC236}">
                <a16:creationId xmlns:a16="http://schemas.microsoft.com/office/drawing/2014/main" id="{79CB4821-10C3-4854-8834-5F1B69EF9801}"/>
              </a:ext>
            </a:extLst>
          </p:cNvPr>
          <p:cNvSpPr txBox="1"/>
          <p:nvPr/>
        </p:nvSpPr>
        <p:spPr>
          <a:xfrm>
            <a:off x="7437374" y="2939149"/>
            <a:ext cx="2295533" cy="830997"/>
          </a:xfrm>
          <a:prstGeom prst="rect">
            <a:avLst/>
          </a:prstGeom>
          <a:noFill/>
        </p:spPr>
        <p:txBody>
          <a:bodyPr wrap="square" rtlCol="0">
            <a:spAutoFit/>
          </a:bodyPr>
          <a:lstStyle/>
          <a:p>
            <a:r>
              <a:rPr lang="en-US" altLang="zh-TW" sz="2400" dirty="0"/>
              <a:t>(</a:t>
            </a:r>
            <a:r>
              <a:rPr lang="en-US" altLang="zh-TW" sz="2400" dirty="0" err="1"/>
              <a:t>i</a:t>
            </a:r>
            <a:r>
              <a:rPr lang="en-US" altLang="zh-TW" sz="2400" dirty="0"/>
              <a:t>, j) = (1,2)</a:t>
            </a:r>
          </a:p>
          <a:p>
            <a:r>
              <a:rPr lang="en-US" altLang="zh-TW" sz="2400" dirty="0"/>
              <a:t>(</a:t>
            </a:r>
            <a:r>
              <a:rPr lang="en-US" altLang="zh-TW" sz="2400" dirty="0" err="1"/>
              <a:t>i</a:t>
            </a:r>
            <a:r>
              <a:rPr lang="en-US" altLang="zh-TW" sz="2400" dirty="0"/>
              <a:t>, j+1) = (1,3)</a:t>
            </a:r>
          </a:p>
        </p:txBody>
      </p:sp>
      <p:sp>
        <p:nvSpPr>
          <p:cNvPr id="134" name="橢圓 133">
            <a:extLst>
              <a:ext uri="{FF2B5EF4-FFF2-40B4-BE49-F238E27FC236}">
                <a16:creationId xmlns:a16="http://schemas.microsoft.com/office/drawing/2014/main" id="{CAD04931-7AE7-4760-800A-D235D6C82534}"/>
              </a:ext>
            </a:extLst>
          </p:cNvPr>
          <p:cNvSpPr/>
          <p:nvPr/>
        </p:nvSpPr>
        <p:spPr>
          <a:xfrm>
            <a:off x="2130803" y="35821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2F23D6DF-3C4D-4050-A8E0-882C6042F26C}"/>
              </a:ext>
            </a:extLst>
          </p:cNvPr>
          <p:cNvCxnSpPr>
            <a:stCxn id="134" idx="6"/>
          </p:cNvCxnSpPr>
          <p:nvPr/>
        </p:nvCxnSpPr>
        <p:spPr>
          <a:xfrm flipV="1">
            <a:off x="2525086" y="377504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83F34E19-BBB9-4E04-8F17-EA1382E09397}"/>
              </a:ext>
            </a:extLst>
          </p:cNvPr>
          <p:cNvCxnSpPr>
            <a:stCxn id="134" idx="4"/>
          </p:cNvCxnSpPr>
          <p:nvPr/>
        </p:nvCxnSpPr>
        <p:spPr>
          <a:xfrm flipH="1">
            <a:off x="2323750" y="397638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3C32C6DD-DBA9-4EA1-9B8D-96CDE5C9D32C}"/>
              </a:ext>
            </a:extLst>
          </p:cNvPr>
          <p:cNvSpPr/>
          <p:nvPr/>
        </p:nvSpPr>
        <p:spPr>
          <a:xfrm>
            <a:off x="3087148" y="35904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6C5061DD-C178-4570-A925-6125831CF988}"/>
              </a:ext>
            </a:extLst>
          </p:cNvPr>
          <p:cNvCxnSpPr>
            <a:stCxn id="137" idx="6"/>
          </p:cNvCxnSpPr>
          <p:nvPr/>
        </p:nvCxnSpPr>
        <p:spPr>
          <a:xfrm flipV="1">
            <a:off x="3481431" y="37834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直線單箭頭接點 138">
            <a:extLst>
              <a:ext uri="{FF2B5EF4-FFF2-40B4-BE49-F238E27FC236}">
                <a16:creationId xmlns:a16="http://schemas.microsoft.com/office/drawing/2014/main" id="{7216A6C0-8575-417E-B1D1-C09C3CFF55B8}"/>
              </a:ext>
            </a:extLst>
          </p:cNvPr>
          <p:cNvCxnSpPr>
            <a:stCxn id="137" idx="4"/>
          </p:cNvCxnSpPr>
          <p:nvPr/>
        </p:nvCxnSpPr>
        <p:spPr>
          <a:xfrm flipH="1">
            <a:off x="3280095" y="39847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0" name="橢圓 139">
            <a:extLst>
              <a:ext uri="{FF2B5EF4-FFF2-40B4-BE49-F238E27FC236}">
                <a16:creationId xmlns:a16="http://schemas.microsoft.com/office/drawing/2014/main" id="{2D505F76-1C55-4EDF-AAA8-D45FB3EE0CF7}"/>
              </a:ext>
            </a:extLst>
          </p:cNvPr>
          <p:cNvSpPr/>
          <p:nvPr/>
        </p:nvSpPr>
        <p:spPr>
          <a:xfrm>
            <a:off x="2130803" y="446294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1" name="直線單箭頭接點 140">
            <a:extLst>
              <a:ext uri="{FF2B5EF4-FFF2-40B4-BE49-F238E27FC236}">
                <a16:creationId xmlns:a16="http://schemas.microsoft.com/office/drawing/2014/main" id="{DB3E37F0-6BBD-40A1-9FC5-10798AFFB6D9}"/>
              </a:ext>
            </a:extLst>
          </p:cNvPr>
          <p:cNvCxnSpPr>
            <a:stCxn id="140" idx="6"/>
          </p:cNvCxnSpPr>
          <p:nvPr/>
        </p:nvCxnSpPr>
        <p:spPr>
          <a:xfrm flipV="1">
            <a:off x="2525086" y="465589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直線單箭頭接點 141">
            <a:extLst>
              <a:ext uri="{FF2B5EF4-FFF2-40B4-BE49-F238E27FC236}">
                <a16:creationId xmlns:a16="http://schemas.microsoft.com/office/drawing/2014/main" id="{FF5DB06D-5E56-4958-B3B9-BA0A7841C58B}"/>
              </a:ext>
            </a:extLst>
          </p:cNvPr>
          <p:cNvCxnSpPr>
            <a:stCxn id="140" idx="4"/>
          </p:cNvCxnSpPr>
          <p:nvPr/>
        </p:nvCxnSpPr>
        <p:spPr>
          <a:xfrm flipH="1">
            <a:off x="2323750" y="485722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844C5D9C-FEAD-497F-9008-CCEE737A8FCE}"/>
              </a:ext>
            </a:extLst>
          </p:cNvPr>
          <p:cNvSpPr/>
          <p:nvPr/>
        </p:nvSpPr>
        <p:spPr>
          <a:xfrm>
            <a:off x="3087148"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FFFBF3E3-EDAF-4972-B27D-34F2393CC816}"/>
              </a:ext>
            </a:extLst>
          </p:cNvPr>
          <p:cNvCxnSpPr>
            <a:stCxn id="143" idx="6"/>
          </p:cNvCxnSpPr>
          <p:nvPr/>
        </p:nvCxnSpPr>
        <p:spPr>
          <a:xfrm flipV="1">
            <a:off x="3481431" y="46642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直線單箭頭接點 144">
            <a:extLst>
              <a:ext uri="{FF2B5EF4-FFF2-40B4-BE49-F238E27FC236}">
                <a16:creationId xmlns:a16="http://schemas.microsoft.com/office/drawing/2014/main" id="{C0C34FFF-07EE-46D0-9311-F180680619B8}"/>
              </a:ext>
            </a:extLst>
          </p:cNvPr>
          <p:cNvCxnSpPr>
            <a:stCxn id="143" idx="4"/>
          </p:cNvCxnSpPr>
          <p:nvPr/>
        </p:nvCxnSpPr>
        <p:spPr>
          <a:xfrm flipH="1">
            <a:off x="3280095"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橢圓 145">
            <a:extLst>
              <a:ext uri="{FF2B5EF4-FFF2-40B4-BE49-F238E27FC236}">
                <a16:creationId xmlns:a16="http://schemas.microsoft.com/office/drawing/2014/main" id="{DB7D5C5E-E817-488A-A9F6-8F60E980790F}"/>
              </a:ext>
            </a:extLst>
          </p:cNvPr>
          <p:cNvSpPr/>
          <p:nvPr/>
        </p:nvSpPr>
        <p:spPr>
          <a:xfrm>
            <a:off x="4039298" y="357790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7" name="直線單箭頭接點 146">
            <a:extLst>
              <a:ext uri="{FF2B5EF4-FFF2-40B4-BE49-F238E27FC236}">
                <a16:creationId xmlns:a16="http://schemas.microsoft.com/office/drawing/2014/main" id="{6144B16B-AB9E-40A4-8037-27414CECB3E0}"/>
              </a:ext>
            </a:extLst>
          </p:cNvPr>
          <p:cNvCxnSpPr>
            <a:cxnSpLocks/>
            <a:stCxn id="146" idx="4"/>
          </p:cNvCxnSpPr>
          <p:nvPr/>
        </p:nvCxnSpPr>
        <p:spPr>
          <a:xfrm flipH="1">
            <a:off x="4232245" y="3972189"/>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8" name="橢圓 147">
            <a:extLst>
              <a:ext uri="{FF2B5EF4-FFF2-40B4-BE49-F238E27FC236}">
                <a16:creationId xmlns:a16="http://schemas.microsoft.com/office/drawing/2014/main" id="{011C8FA3-80AF-40DC-962C-E102289065F7}"/>
              </a:ext>
            </a:extLst>
          </p:cNvPr>
          <p:cNvSpPr/>
          <p:nvPr/>
        </p:nvSpPr>
        <p:spPr>
          <a:xfrm>
            <a:off x="4043492"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9" name="直線單箭頭接點 148">
            <a:extLst>
              <a:ext uri="{FF2B5EF4-FFF2-40B4-BE49-F238E27FC236}">
                <a16:creationId xmlns:a16="http://schemas.microsoft.com/office/drawing/2014/main" id="{246FE280-9C8E-4A7A-B39D-0F2ECA44C491}"/>
              </a:ext>
            </a:extLst>
          </p:cNvPr>
          <p:cNvCxnSpPr>
            <a:cxnSpLocks/>
            <a:stCxn id="148" idx="4"/>
          </p:cNvCxnSpPr>
          <p:nvPr/>
        </p:nvCxnSpPr>
        <p:spPr>
          <a:xfrm flipH="1">
            <a:off x="4236439"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橢圓 149">
            <a:extLst>
              <a:ext uri="{FF2B5EF4-FFF2-40B4-BE49-F238E27FC236}">
                <a16:creationId xmlns:a16="http://schemas.microsoft.com/office/drawing/2014/main" id="{225C13FB-FA9E-4B2C-9DD3-5DDD859A4002}"/>
              </a:ext>
            </a:extLst>
          </p:cNvPr>
          <p:cNvSpPr/>
          <p:nvPr/>
        </p:nvSpPr>
        <p:spPr>
          <a:xfrm>
            <a:off x="2143386" y="5352180"/>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1" name="直線單箭頭接點 150">
            <a:extLst>
              <a:ext uri="{FF2B5EF4-FFF2-40B4-BE49-F238E27FC236}">
                <a16:creationId xmlns:a16="http://schemas.microsoft.com/office/drawing/2014/main" id="{C3ADBE65-A4C4-4F4B-8A9E-9827BCE7F368}"/>
              </a:ext>
            </a:extLst>
          </p:cNvPr>
          <p:cNvCxnSpPr>
            <a:stCxn id="150" idx="6"/>
          </p:cNvCxnSpPr>
          <p:nvPr/>
        </p:nvCxnSpPr>
        <p:spPr>
          <a:xfrm flipV="1">
            <a:off x="2537669" y="5545126"/>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橢圓 151">
            <a:extLst>
              <a:ext uri="{FF2B5EF4-FFF2-40B4-BE49-F238E27FC236}">
                <a16:creationId xmlns:a16="http://schemas.microsoft.com/office/drawing/2014/main" id="{FE5EDF7C-FCD5-47EB-9528-501CC52D25E7}"/>
              </a:ext>
            </a:extLst>
          </p:cNvPr>
          <p:cNvSpPr/>
          <p:nvPr/>
        </p:nvSpPr>
        <p:spPr>
          <a:xfrm>
            <a:off x="3103925"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3" name="直線單箭頭接點 152">
            <a:extLst>
              <a:ext uri="{FF2B5EF4-FFF2-40B4-BE49-F238E27FC236}">
                <a16:creationId xmlns:a16="http://schemas.microsoft.com/office/drawing/2014/main" id="{D9F82BCE-434A-4350-B55E-ACB988896B24}"/>
              </a:ext>
            </a:extLst>
          </p:cNvPr>
          <p:cNvCxnSpPr>
            <a:stCxn id="152" idx="6"/>
          </p:cNvCxnSpPr>
          <p:nvPr/>
        </p:nvCxnSpPr>
        <p:spPr>
          <a:xfrm flipV="1">
            <a:off x="3498208" y="555351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橢圓 153">
            <a:extLst>
              <a:ext uri="{FF2B5EF4-FFF2-40B4-BE49-F238E27FC236}">
                <a16:creationId xmlns:a16="http://schemas.microsoft.com/office/drawing/2014/main" id="{EA8FB268-57CF-4CCA-AACE-75E19171B478}"/>
              </a:ext>
            </a:extLst>
          </p:cNvPr>
          <p:cNvSpPr/>
          <p:nvPr/>
        </p:nvSpPr>
        <p:spPr>
          <a:xfrm>
            <a:off x="4060270"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5" name="直線單箭頭接點 154">
            <a:extLst>
              <a:ext uri="{FF2B5EF4-FFF2-40B4-BE49-F238E27FC236}">
                <a16:creationId xmlns:a16="http://schemas.microsoft.com/office/drawing/2014/main" id="{CECD9425-2280-491D-8E38-7A1E2FEB372E}"/>
              </a:ext>
            </a:extLst>
          </p:cNvPr>
          <p:cNvCxnSpPr>
            <a:stCxn id="134" idx="5"/>
            <a:endCxn id="143" idx="1"/>
          </p:cNvCxnSpPr>
          <p:nvPr/>
        </p:nvCxnSpPr>
        <p:spPr>
          <a:xfrm>
            <a:off x="2467345" y="391864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直線單箭頭接點 155">
            <a:extLst>
              <a:ext uri="{FF2B5EF4-FFF2-40B4-BE49-F238E27FC236}">
                <a16:creationId xmlns:a16="http://schemas.microsoft.com/office/drawing/2014/main" id="{55A3D8D8-4899-4EE2-AB45-B64D4EE0EEC3}"/>
              </a:ext>
            </a:extLst>
          </p:cNvPr>
          <p:cNvCxnSpPr/>
          <p:nvPr/>
        </p:nvCxnSpPr>
        <p:spPr>
          <a:xfrm>
            <a:off x="3419495" y="388508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651505CE-8237-46FE-A664-031EF46DBA6B}"/>
              </a:ext>
            </a:extLst>
          </p:cNvPr>
          <p:cNvCxnSpPr/>
          <p:nvPr/>
        </p:nvCxnSpPr>
        <p:spPr>
          <a:xfrm>
            <a:off x="2465116" y="481737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直線單箭頭接點 157">
            <a:extLst>
              <a:ext uri="{FF2B5EF4-FFF2-40B4-BE49-F238E27FC236}">
                <a16:creationId xmlns:a16="http://schemas.microsoft.com/office/drawing/2014/main" id="{F45283B1-43DD-4B1A-9E05-20A360D49DDF}"/>
              </a:ext>
            </a:extLst>
          </p:cNvPr>
          <p:cNvCxnSpPr/>
          <p:nvPr/>
        </p:nvCxnSpPr>
        <p:spPr>
          <a:xfrm>
            <a:off x="3441448" y="48015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9" name="文字方塊 158">
            <a:extLst>
              <a:ext uri="{FF2B5EF4-FFF2-40B4-BE49-F238E27FC236}">
                <a16:creationId xmlns:a16="http://schemas.microsoft.com/office/drawing/2014/main" id="{12DD8C26-10F6-4CEF-8690-457C4434FB27}"/>
              </a:ext>
            </a:extLst>
          </p:cNvPr>
          <p:cNvSpPr txBox="1"/>
          <p:nvPr/>
        </p:nvSpPr>
        <p:spPr>
          <a:xfrm>
            <a:off x="2684342" y="4801586"/>
            <a:ext cx="390088" cy="369332"/>
          </a:xfrm>
          <a:prstGeom prst="rect">
            <a:avLst/>
          </a:prstGeom>
          <a:noFill/>
        </p:spPr>
        <p:txBody>
          <a:bodyPr wrap="square" rtlCol="0">
            <a:spAutoFit/>
          </a:bodyPr>
          <a:lstStyle/>
          <a:p>
            <a:r>
              <a:rPr lang="en-US" altLang="zh-TW" dirty="0"/>
              <a:t>0</a:t>
            </a:r>
            <a:endParaRPr lang="zh-TW" altLang="en-US" dirty="0"/>
          </a:p>
        </p:txBody>
      </p:sp>
      <p:sp>
        <p:nvSpPr>
          <p:cNvPr id="160" name="文字方塊 159">
            <a:extLst>
              <a:ext uri="{FF2B5EF4-FFF2-40B4-BE49-F238E27FC236}">
                <a16:creationId xmlns:a16="http://schemas.microsoft.com/office/drawing/2014/main" id="{3531E027-17CF-459C-9E0D-B9E6CFCCBAE3}"/>
              </a:ext>
            </a:extLst>
          </p:cNvPr>
          <p:cNvSpPr txBox="1"/>
          <p:nvPr/>
        </p:nvSpPr>
        <p:spPr>
          <a:xfrm>
            <a:off x="3670182" y="4801586"/>
            <a:ext cx="390088" cy="369332"/>
          </a:xfrm>
          <a:prstGeom prst="rect">
            <a:avLst/>
          </a:prstGeom>
          <a:noFill/>
        </p:spPr>
        <p:txBody>
          <a:bodyPr wrap="square" rtlCol="0">
            <a:spAutoFit/>
          </a:bodyPr>
          <a:lstStyle/>
          <a:p>
            <a:r>
              <a:rPr lang="en-US" altLang="zh-TW" dirty="0"/>
              <a:t>1</a:t>
            </a:r>
            <a:endParaRPr lang="zh-TW" altLang="en-US" dirty="0"/>
          </a:p>
        </p:txBody>
      </p:sp>
      <p:sp>
        <p:nvSpPr>
          <p:cNvPr id="161" name="文字方塊 160">
            <a:extLst>
              <a:ext uri="{FF2B5EF4-FFF2-40B4-BE49-F238E27FC236}">
                <a16:creationId xmlns:a16="http://schemas.microsoft.com/office/drawing/2014/main" id="{E6730449-B746-4C60-AE7A-5D788B283FC4}"/>
              </a:ext>
            </a:extLst>
          </p:cNvPr>
          <p:cNvSpPr txBox="1"/>
          <p:nvPr/>
        </p:nvSpPr>
        <p:spPr>
          <a:xfrm>
            <a:off x="2704468" y="3917227"/>
            <a:ext cx="390088" cy="369332"/>
          </a:xfrm>
          <a:prstGeom prst="rect">
            <a:avLst/>
          </a:prstGeom>
          <a:noFill/>
        </p:spPr>
        <p:txBody>
          <a:bodyPr wrap="square" rtlCol="0">
            <a:spAutoFit/>
          </a:bodyPr>
          <a:lstStyle/>
          <a:p>
            <a:r>
              <a:rPr lang="en-US" altLang="zh-TW" dirty="0"/>
              <a:t>1</a:t>
            </a:r>
            <a:endParaRPr lang="zh-TW" altLang="en-US" dirty="0"/>
          </a:p>
        </p:txBody>
      </p:sp>
      <p:sp>
        <p:nvSpPr>
          <p:cNvPr id="162" name="文字方塊 161">
            <a:extLst>
              <a:ext uri="{FF2B5EF4-FFF2-40B4-BE49-F238E27FC236}">
                <a16:creationId xmlns:a16="http://schemas.microsoft.com/office/drawing/2014/main" id="{A3EF6457-9CAB-455E-A7E3-E716FE24D459}"/>
              </a:ext>
            </a:extLst>
          </p:cNvPr>
          <p:cNvSpPr txBox="1"/>
          <p:nvPr/>
        </p:nvSpPr>
        <p:spPr>
          <a:xfrm>
            <a:off x="3680178" y="3885088"/>
            <a:ext cx="390088" cy="369332"/>
          </a:xfrm>
          <a:prstGeom prst="rect">
            <a:avLst/>
          </a:prstGeom>
          <a:noFill/>
        </p:spPr>
        <p:txBody>
          <a:bodyPr wrap="square" rtlCol="0">
            <a:spAutoFit/>
          </a:bodyPr>
          <a:lstStyle/>
          <a:p>
            <a:r>
              <a:rPr lang="en-US" altLang="zh-TW" dirty="0"/>
              <a:t>0</a:t>
            </a:r>
            <a:endParaRPr lang="zh-TW" altLang="en-US" dirty="0"/>
          </a:p>
        </p:txBody>
      </p:sp>
      <p:cxnSp>
        <p:nvCxnSpPr>
          <p:cNvPr id="163" name="直線單箭頭接點 162">
            <a:extLst>
              <a:ext uri="{FF2B5EF4-FFF2-40B4-BE49-F238E27FC236}">
                <a16:creationId xmlns:a16="http://schemas.microsoft.com/office/drawing/2014/main" id="{3EC8BAFF-AC28-4893-B72E-24377998B3DC}"/>
              </a:ext>
            </a:extLst>
          </p:cNvPr>
          <p:cNvCxnSpPr>
            <a:cxnSpLocks/>
          </p:cNvCxnSpPr>
          <p:nvPr/>
        </p:nvCxnSpPr>
        <p:spPr>
          <a:xfrm flipV="1">
            <a:off x="4414009" y="37848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橢圓 163">
            <a:extLst>
              <a:ext uri="{FF2B5EF4-FFF2-40B4-BE49-F238E27FC236}">
                <a16:creationId xmlns:a16="http://schemas.microsoft.com/office/drawing/2014/main" id="{B318CEF4-BDD9-4CB5-B72C-EB42FF0F0638}"/>
              </a:ext>
            </a:extLst>
          </p:cNvPr>
          <p:cNvSpPr/>
          <p:nvPr/>
        </p:nvSpPr>
        <p:spPr>
          <a:xfrm>
            <a:off x="4976071" y="360027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5" name="直線單箭頭接點 164">
            <a:extLst>
              <a:ext uri="{FF2B5EF4-FFF2-40B4-BE49-F238E27FC236}">
                <a16:creationId xmlns:a16="http://schemas.microsoft.com/office/drawing/2014/main" id="{670C1FC8-901F-4965-B02B-7215E3B3C3F8}"/>
              </a:ext>
            </a:extLst>
          </p:cNvPr>
          <p:cNvCxnSpPr>
            <a:stCxn id="164" idx="4"/>
          </p:cNvCxnSpPr>
          <p:nvPr/>
        </p:nvCxnSpPr>
        <p:spPr>
          <a:xfrm flipH="1">
            <a:off x="5169018" y="399456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直線單箭頭接點 165">
            <a:extLst>
              <a:ext uri="{FF2B5EF4-FFF2-40B4-BE49-F238E27FC236}">
                <a16:creationId xmlns:a16="http://schemas.microsoft.com/office/drawing/2014/main" id="{F0B91B92-560C-4816-84C1-7888ACA7A634}"/>
              </a:ext>
            </a:extLst>
          </p:cNvPr>
          <p:cNvCxnSpPr>
            <a:cxnSpLocks/>
          </p:cNvCxnSpPr>
          <p:nvPr/>
        </p:nvCxnSpPr>
        <p:spPr>
          <a:xfrm flipV="1">
            <a:off x="4414009" y="466567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橢圓 166">
            <a:extLst>
              <a:ext uri="{FF2B5EF4-FFF2-40B4-BE49-F238E27FC236}">
                <a16:creationId xmlns:a16="http://schemas.microsoft.com/office/drawing/2014/main" id="{057FBF71-1CF9-411E-8DC6-C3ED9854BF6B}"/>
              </a:ext>
            </a:extLst>
          </p:cNvPr>
          <p:cNvSpPr/>
          <p:nvPr/>
        </p:nvSpPr>
        <p:spPr>
          <a:xfrm>
            <a:off x="4976071" y="4481122"/>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68" name="直線單箭頭接點 167">
            <a:extLst>
              <a:ext uri="{FF2B5EF4-FFF2-40B4-BE49-F238E27FC236}">
                <a16:creationId xmlns:a16="http://schemas.microsoft.com/office/drawing/2014/main" id="{BC200043-FC23-4570-9723-50F0E11B57F7}"/>
              </a:ext>
            </a:extLst>
          </p:cNvPr>
          <p:cNvCxnSpPr>
            <a:stCxn id="167" idx="4"/>
          </p:cNvCxnSpPr>
          <p:nvPr/>
        </p:nvCxnSpPr>
        <p:spPr>
          <a:xfrm flipH="1">
            <a:off x="5169018" y="487540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AA29CDF1-B202-43ED-A6A5-199E9D303CBC}"/>
              </a:ext>
            </a:extLst>
          </p:cNvPr>
          <p:cNvCxnSpPr>
            <a:cxnSpLocks/>
          </p:cNvCxnSpPr>
          <p:nvPr/>
        </p:nvCxnSpPr>
        <p:spPr>
          <a:xfrm flipV="1">
            <a:off x="4426592" y="555491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21B2183C-1763-4E33-BE43-8E9400A3964D}"/>
              </a:ext>
            </a:extLst>
          </p:cNvPr>
          <p:cNvSpPr/>
          <p:nvPr/>
        </p:nvSpPr>
        <p:spPr>
          <a:xfrm>
            <a:off x="4992848" y="537035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C8F689E7-D995-4FEA-8C59-0F34E82D2F76}"/>
              </a:ext>
            </a:extLst>
          </p:cNvPr>
          <p:cNvCxnSpPr>
            <a:cxnSpLocks/>
            <a:endCxn id="167" idx="1"/>
          </p:cNvCxnSpPr>
          <p:nvPr/>
        </p:nvCxnSpPr>
        <p:spPr>
          <a:xfrm>
            <a:off x="4356268" y="3928430"/>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直線單箭頭接點 171">
            <a:extLst>
              <a:ext uri="{FF2B5EF4-FFF2-40B4-BE49-F238E27FC236}">
                <a16:creationId xmlns:a16="http://schemas.microsoft.com/office/drawing/2014/main" id="{9F9F3B2F-C4D8-42E9-87DE-E8A688BD24E1}"/>
              </a:ext>
            </a:extLst>
          </p:cNvPr>
          <p:cNvCxnSpPr/>
          <p:nvPr/>
        </p:nvCxnSpPr>
        <p:spPr>
          <a:xfrm>
            <a:off x="4354039" y="482716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 name="文字方塊 172">
            <a:extLst>
              <a:ext uri="{FF2B5EF4-FFF2-40B4-BE49-F238E27FC236}">
                <a16:creationId xmlns:a16="http://schemas.microsoft.com/office/drawing/2014/main" id="{01BE261B-69B0-48A5-9035-14FA6021467E}"/>
              </a:ext>
            </a:extLst>
          </p:cNvPr>
          <p:cNvSpPr txBox="1"/>
          <p:nvPr/>
        </p:nvSpPr>
        <p:spPr>
          <a:xfrm>
            <a:off x="4573265" y="4811373"/>
            <a:ext cx="390088" cy="369332"/>
          </a:xfrm>
          <a:prstGeom prst="rect">
            <a:avLst/>
          </a:prstGeom>
          <a:noFill/>
        </p:spPr>
        <p:txBody>
          <a:bodyPr wrap="square" rtlCol="0">
            <a:spAutoFit/>
          </a:bodyPr>
          <a:lstStyle/>
          <a:p>
            <a:r>
              <a:rPr lang="en-US" altLang="zh-TW" dirty="0"/>
              <a:t>1</a:t>
            </a:r>
            <a:endParaRPr lang="zh-TW" altLang="en-US" dirty="0"/>
          </a:p>
        </p:txBody>
      </p:sp>
      <p:sp>
        <p:nvSpPr>
          <p:cNvPr id="174" name="文字方塊 173">
            <a:extLst>
              <a:ext uri="{FF2B5EF4-FFF2-40B4-BE49-F238E27FC236}">
                <a16:creationId xmlns:a16="http://schemas.microsoft.com/office/drawing/2014/main" id="{86A6D966-F7C9-4C1C-A9A4-853AEF784121}"/>
              </a:ext>
            </a:extLst>
          </p:cNvPr>
          <p:cNvSpPr txBox="1"/>
          <p:nvPr/>
        </p:nvSpPr>
        <p:spPr>
          <a:xfrm>
            <a:off x="4593391" y="3927014"/>
            <a:ext cx="390088" cy="369332"/>
          </a:xfrm>
          <a:prstGeom prst="rect">
            <a:avLst/>
          </a:prstGeom>
          <a:noFill/>
        </p:spPr>
        <p:txBody>
          <a:bodyPr wrap="square" rtlCol="0">
            <a:spAutoFit/>
          </a:bodyPr>
          <a:lstStyle/>
          <a:p>
            <a:r>
              <a:rPr lang="en-US" altLang="zh-TW" dirty="0"/>
              <a:t>1</a:t>
            </a:r>
            <a:endParaRPr lang="zh-TW" altLang="en-US" dirty="0"/>
          </a:p>
        </p:txBody>
      </p:sp>
      <p:sp>
        <p:nvSpPr>
          <p:cNvPr id="175" name="橢圓 174">
            <a:extLst>
              <a:ext uri="{FF2B5EF4-FFF2-40B4-BE49-F238E27FC236}">
                <a16:creationId xmlns:a16="http://schemas.microsoft.com/office/drawing/2014/main" id="{9F4D1A77-FBF7-4D2D-B2BF-6B3DD84D9B88}"/>
              </a:ext>
            </a:extLst>
          </p:cNvPr>
          <p:cNvSpPr/>
          <p:nvPr/>
        </p:nvSpPr>
        <p:spPr>
          <a:xfrm>
            <a:off x="2132842" y="3574407"/>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6" name="直線單箭頭接點 175">
            <a:extLst>
              <a:ext uri="{FF2B5EF4-FFF2-40B4-BE49-F238E27FC236}">
                <a16:creationId xmlns:a16="http://schemas.microsoft.com/office/drawing/2014/main" id="{3D87AFC0-0F16-44A1-B44D-55F03D18F461}"/>
              </a:ext>
            </a:extLst>
          </p:cNvPr>
          <p:cNvCxnSpPr/>
          <p:nvPr/>
        </p:nvCxnSpPr>
        <p:spPr>
          <a:xfrm flipH="1">
            <a:off x="2316759" y="575624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直線單箭頭接點 176">
            <a:extLst>
              <a:ext uri="{FF2B5EF4-FFF2-40B4-BE49-F238E27FC236}">
                <a16:creationId xmlns:a16="http://schemas.microsoft.com/office/drawing/2014/main" id="{9A9CFE85-29AA-485A-9DAD-1010E46C8AEA}"/>
              </a:ext>
            </a:extLst>
          </p:cNvPr>
          <p:cNvCxnSpPr/>
          <p:nvPr/>
        </p:nvCxnSpPr>
        <p:spPr>
          <a:xfrm flipH="1">
            <a:off x="3273104"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直線單箭頭接點 177">
            <a:extLst>
              <a:ext uri="{FF2B5EF4-FFF2-40B4-BE49-F238E27FC236}">
                <a16:creationId xmlns:a16="http://schemas.microsoft.com/office/drawing/2014/main" id="{83993DD0-1741-4CC7-ADFA-65ADF761125C}"/>
              </a:ext>
            </a:extLst>
          </p:cNvPr>
          <p:cNvCxnSpPr>
            <a:cxnSpLocks/>
          </p:cNvCxnSpPr>
          <p:nvPr/>
        </p:nvCxnSpPr>
        <p:spPr>
          <a:xfrm flipH="1">
            <a:off x="4229448"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9" name="橢圓 178">
            <a:extLst>
              <a:ext uri="{FF2B5EF4-FFF2-40B4-BE49-F238E27FC236}">
                <a16:creationId xmlns:a16="http://schemas.microsoft.com/office/drawing/2014/main" id="{BD7EF726-CA91-4A9E-902C-F2A1E505D58F}"/>
              </a:ext>
            </a:extLst>
          </p:cNvPr>
          <p:cNvSpPr/>
          <p:nvPr/>
        </p:nvSpPr>
        <p:spPr>
          <a:xfrm>
            <a:off x="2136395" y="625120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0" name="直線單箭頭接點 179">
            <a:extLst>
              <a:ext uri="{FF2B5EF4-FFF2-40B4-BE49-F238E27FC236}">
                <a16:creationId xmlns:a16="http://schemas.microsoft.com/office/drawing/2014/main" id="{E19543A0-0DB9-4CBD-81B8-3BD61C88E6AF}"/>
              </a:ext>
            </a:extLst>
          </p:cNvPr>
          <p:cNvCxnSpPr>
            <a:stCxn id="179" idx="6"/>
          </p:cNvCxnSpPr>
          <p:nvPr/>
        </p:nvCxnSpPr>
        <p:spPr>
          <a:xfrm flipV="1">
            <a:off x="2530678" y="6444147"/>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95C8C9E4-4941-4CB1-92F1-30F5A0D28746}"/>
              </a:ext>
            </a:extLst>
          </p:cNvPr>
          <p:cNvSpPr/>
          <p:nvPr/>
        </p:nvSpPr>
        <p:spPr>
          <a:xfrm>
            <a:off x="3096934"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919CDE80-5238-4B9F-A9FB-89938E8DBBC9}"/>
              </a:ext>
            </a:extLst>
          </p:cNvPr>
          <p:cNvCxnSpPr>
            <a:stCxn id="181" idx="6"/>
          </p:cNvCxnSpPr>
          <p:nvPr/>
        </p:nvCxnSpPr>
        <p:spPr>
          <a:xfrm flipV="1">
            <a:off x="3491217" y="64525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橢圓 182">
            <a:extLst>
              <a:ext uri="{FF2B5EF4-FFF2-40B4-BE49-F238E27FC236}">
                <a16:creationId xmlns:a16="http://schemas.microsoft.com/office/drawing/2014/main" id="{E3F2CC7B-801D-4C3A-8E65-9CFBA00997AD}"/>
              </a:ext>
            </a:extLst>
          </p:cNvPr>
          <p:cNvSpPr/>
          <p:nvPr/>
        </p:nvSpPr>
        <p:spPr>
          <a:xfrm>
            <a:off x="4053279"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4" name="直線單箭頭接點 183">
            <a:extLst>
              <a:ext uri="{FF2B5EF4-FFF2-40B4-BE49-F238E27FC236}">
                <a16:creationId xmlns:a16="http://schemas.microsoft.com/office/drawing/2014/main" id="{1AE14722-BC5B-4225-A9FA-263D2569C5F4}"/>
              </a:ext>
            </a:extLst>
          </p:cNvPr>
          <p:cNvCxnSpPr/>
          <p:nvPr/>
        </p:nvCxnSpPr>
        <p:spPr>
          <a:xfrm>
            <a:off x="2458125" y="5716399"/>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直線單箭頭接點 184">
            <a:extLst>
              <a:ext uri="{FF2B5EF4-FFF2-40B4-BE49-F238E27FC236}">
                <a16:creationId xmlns:a16="http://schemas.microsoft.com/office/drawing/2014/main" id="{80D82067-2FE5-46FD-A066-19F4F7975A74}"/>
              </a:ext>
            </a:extLst>
          </p:cNvPr>
          <p:cNvCxnSpPr/>
          <p:nvPr/>
        </p:nvCxnSpPr>
        <p:spPr>
          <a:xfrm>
            <a:off x="3434457" y="570060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文字方塊 185">
            <a:extLst>
              <a:ext uri="{FF2B5EF4-FFF2-40B4-BE49-F238E27FC236}">
                <a16:creationId xmlns:a16="http://schemas.microsoft.com/office/drawing/2014/main" id="{17991355-9D92-44BD-9A31-57B158FEF5B7}"/>
              </a:ext>
            </a:extLst>
          </p:cNvPr>
          <p:cNvSpPr txBox="1"/>
          <p:nvPr/>
        </p:nvSpPr>
        <p:spPr>
          <a:xfrm>
            <a:off x="2677351" y="5700607"/>
            <a:ext cx="390088" cy="369332"/>
          </a:xfrm>
          <a:prstGeom prst="rect">
            <a:avLst/>
          </a:prstGeom>
          <a:noFill/>
        </p:spPr>
        <p:txBody>
          <a:bodyPr wrap="square" rtlCol="0">
            <a:spAutoFit/>
          </a:bodyPr>
          <a:lstStyle/>
          <a:p>
            <a:r>
              <a:rPr lang="en-US" altLang="zh-TW" dirty="0"/>
              <a:t>1</a:t>
            </a:r>
            <a:endParaRPr lang="zh-TW" altLang="en-US" dirty="0"/>
          </a:p>
        </p:txBody>
      </p:sp>
      <p:sp>
        <p:nvSpPr>
          <p:cNvPr id="187" name="文字方塊 186">
            <a:extLst>
              <a:ext uri="{FF2B5EF4-FFF2-40B4-BE49-F238E27FC236}">
                <a16:creationId xmlns:a16="http://schemas.microsoft.com/office/drawing/2014/main" id="{DC3ACF24-F699-4B5A-AD95-29AAAE1DB3B8}"/>
              </a:ext>
            </a:extLst>
          </p:cNvPr>
          <p:cNvSpPr txBox="1"/>
          <p:nvPr/>
        </p:nvSpPr>
        <p:spPr>
          <a:xfrm>
            <a:off x="3663191" y="5700607"/>
            <a:ext cx="390088" cy="369332"/>
          </a:xfrm>
          <a:prstGeom prst="rect">
            <a:avLst/>
          </a:prstGeom>
          <a:noFill/>
        </p:spPr>
        <p:txBody>
          <a:bodyPr wrap="square" rtlCol="0">
            <a:spAutoFit/>
          </a:bodyPr>
          <a:lstStyle/>
          <a:p>
            <a:r>
              <a:rPr lang="en-US" altLang="zh-TW" dirty="0"/>
              <a:t>0</a:t>
            </a:r>
            <a:endParaRPr lang="zh-TW" altLang="en-US" dirty="0"/>
          </a:p>
        </p:txBody>
      </p:sp>
      <p:cxnSp>
        <p:nvCxnSpPr>
          <p:cNvPr id="188" name="直線單箭頭接點 187">
            <a:extLst>
              <a:ext uri="{FF2B5EF4-FFF2-40B4-BE49-F238E27FC236}">
                <a16:creationId xmlns:a16="http://schemas.microsoft.com/office/drawing/2014/main" id="{29A8EFD6-F62F-4006-A930-849B5B7D4B19}"/>
              </a:ext>
            </a:extLst>
          </p:cNvPr>
          <p:cNvCxnSpPr/>
          <p:nvPr/>
        </p:nvCxnSpPr>
        <p:spPr>
          <a:xfrm flipH="1">
            <a:off x="5162027" y="577442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直線單箭頭接點 188">
            <a:extLst>
              <a:ext uri="{FF2B5EF4-FFF2-40B4-BE49-F238E27FC236}">
                <a16:creationId xmlns:a16="http://schemas.microsoft.com/office/drawing/2014/main" id="{5963C06E-8D73-4A68-867B-DC729958B016}"/>
              </a:ext>
            </a:extLst>
          </p:cNvPr>
          <p:cNvCxnSpPr>
            <a:cxnSpLocks/>
          </p:cNvCxnSpPr>
          <p:nvPr/>
        </p:nvCxnSpPr>
        <p:spPr>
          <a:xfrm flipV="1">
            <a:off x="4419601" y="645393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橢圓 189">
            <a:extLst>
              <a:ext uri="{FF2B5EF4-FFF2-40B4-BE49-F238E27FC236}">
                <a16:creationId xmlns:a16="http://schemas.microsoft.com/office/drawing/2014/main" id="{A917C70C-1C40-4DED-93CA-7F985768AA5B}"/>
              </a:ext>
            </a:extLst>
          </p:cNvPr>
          <p:cNvSpPr/>
          <p:nvPr/>
        </p:nvSpPr>
        <p:spPr>
          <a:xfrm>
            <a:off x="4985857" y="626937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1" name="直線單箭頭接點 190">
            <a:extLst>
              <a:ext uri="{FF2B5EF4-FFF2-40B4-BE49-F238E27FC236}">
                <a16:creationId xmlns:a16="http://schemas.microsoft.com/office/drawing/2014/main" id="{87B3C0DC-1BEB-468B-8E21-96B06F27352C}"/>
              </a:ext>
            </a:extLst>
          </p:cNvPr>
          <p:cNvCxnSpPr/>
          <p:nvPr/>
        </p:nvCxnSpPr>
        <p:spPr>
          <a:xfrm>
            <a:off x="4347048" y="57261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2" name="文字方塊 191">
            <a:extLst>
              <a:ext uri="{FF2B5EF4-FFF2-40B4-BE49-F238E27FC236}">
                <a16:creationId xmlns:a16="http://schemas.microsoft.com/office/drawing/2014/main" id="{D8EDF434-CC6B-4F30-A0D3-1ECB82B2D4F0}"/>
              </a:ext>
            </a:extLst>
          </p:cNvPr>
          <p:cNvSpPr txBox="1"/>
          <p:nvPr/>
        </p:nvSpPr>
        <p:spPr>
          <a:xfrm>
            <a:off x="4566274" y="5710394"/>
            <a:ext cx="390088" cy="369332"/>
          </a:xfrm>
          <a:prstGeom prst="rect">
            <a:avLst/>
          </a:prstGeom>
          <a:noFill/>
        </p:spPr>
        <p:txBody>
          <a:bodyPr wrap="square" rtlCol="0">
            <a:spAutoFit/>
          </a:bodyPr>
          <a:lstStyle/>
          <a:p>
            <a:r>
              <a:rPr lang="en-US" altLang="zh-TW" dirty="0"/>
              <a:t>0</a:t>
            </a:r>
            <a:endParaRPr lang="zh-TW" altLang="en-US" dirty="0"/>
          </a:p>
        </p:txBody>
      </p:sp>
      <p:sp>
        <p:nvSpPr>
          <p:cNvPr id="59" name="橢圓 58">
            <a:extLst>
              <a:ext uri="{FF2B5EF4-FFF2-40B4-BE49-F238E27FC236}">
                <a16:creationId xmlns:a16="http://schemas.microsoft.com/office/drawing/2014/main" id="{45708A20-DB5A-45DE-AF84-3B5FD3895D97}"/>
              </a:ext>
            </a:extLst>
          </p:cNvPr>
          <p:cNvSpPr/>
          <p:nvPr/>
        </p:nvSpPr>
        <p:spPr>
          <a:xfrm>
            <a:off x="4053278" y="4475819"/>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0" name="橢圓 59">
            <a:extLst>
              <a:ext uri="{FF2B5EF4-FFF2-40B4-BE49-F238E27FC236}">
                <a16:creationId xmlns:a16="http://schemas.microsoft.com/office/drawing/2014/main" id="{35EE9C5C-2FFC-4D18-8B0C-D39740829170}"/>
              </a:ext>
            </a:extLst>
          </p:cNvPr>
          <p:cNvSpPr/>
          <p:nvPr/>
        </p:nvSpPr>
        <p:spPr>
          <a:xfrm>
            <a:off x="4972441" y="4482148"/>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5FC3764D-1D77-4B4B-9A24-825B0D16D7FF}"/>
              </a:ext>
            </a:extLst>
          </p:cNvPr>
          <p:cNvSpPr/>
          <p:nvPr/>
        </p:nvSpPr>
        <p:spPr>
          <a:xfrm>
            <a:off x="2125164" y="3573005"/>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6" name="直線接點 5">
            <a:extLst>
              <a:ext uri="{FF2B5EF4-FFF2-40B4-BE49-F238E27FC236}">
                <a16:creationId xmlns:a16="http://schemas.microsoft.com/office/drawing/2014/main" id="{75CDF84F-F50B-408D-957C-23BB7AFC989C}"/>
              </a:ext>
            </a:extLst>
          </p:cNvPr>
          <p:cNvCxnSpPr>
            <a:cxnSpLocks/>
            <a:stCxn id="4" idx="5"/>
          </p:cNvCxnSpPr>
          <p:nvPr/>
        </p:nvCxnSpPr>
        <p:spPr>
          <a:xfrm>
            <a:off x="2461706" y="3909546"/>
            <a:ext cx="822584" cy="76974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1D197F1A-4290-406E-BDD3-F0DD7B4F44B7}"/>
              </a:ext>
            </a:extLst>
          </p:cNvPr>
          <p:cNvCxnSpPr>
            <a:cxnSpLocks/>
            <a:endCxn id="59" idx="2"/>
          </p:cNvCxnSpPr>
          <p:nvPr/>
        </p:nvCxnSpPr>
        <p:spPr>
          <a:xfrm>
            <a:off x="3268879" y="4660086"/>
            <a:ext cx="784399" cy="1287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525D7E8B-6869-41C1-93B9-00D5B382AA85}"/>
              </a:ext>
            </a:extLst>
          </p:cNvPr>
          <p:cNvCxnSpPr>
            <a:cxnSpLocks/>
            <a:endCxn id="60" idx="2"/>
          </p:cNvCxnSpPr>
          <p:nvPr/>
        </p:nvCxnSpPr>
        <p:spPr>
          <a:xfrm>
            <a:off x="4347048" y="4679289"/>
            <a:ext cx="62539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橢圓 10">
            <a:extLst>
              <a:ext uri="{FF2B5EF4-FFF2-40B4-BE49-F238E27FC236}">
                <a16:creationId xmlns:a16="http://schemas.microsoft.com/office/drawing/2014/main" id="{8BB6C19C-C370-44EF-B769-3794BD6FD125}"/>
              </a:ext>
            </a:extLst>
          </p:cNvPr>
          <p:cNvSpPr/>
          <p:nvPr/>
        </p:nvSpPr>
        <p:spPr>
          <a:xfrm>
            <a:off x="3093955" y="3591727"/>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3FE9EA27-9CD6-4318-8AA7-2AFC6CCCF017}"/>
              </a:ext>
            </a:extLst>
          </p:cNvPr>
          <p:cNvSpPr/>
          <p:nvPr/>
        </p:nvSpPr>
        <p:spPr>
          <a:xfrm>
            <a:off x="4043492" y="3582630"/>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aphicFrame>
        <p:nvGraphicFramePr>
          <p:cNvPr id="5" name="表格 98">
            <a:extLst>
              <a:ext uri="{FF2B5EF4-FFF2-40B4-BE49-F238E27FC236}">
                <a16:creationId xmlns:a16="http://schemas.microsoft.com/office/drawing/2014/main" id="{13059CCC-9313-482C-AFE0-84EE71BA050E}"/>
              </a:ext>
            </a:extLst>
          </p:cNvPr>
          <p:cNvGraphicFramePr>
            <a:graphicFrameLocks noGrp="1"/>
          </p:cNvGraphicFramePr>
          <p:nvPr>
            <p:extLst>
              <p:ext uri="{D42A27DB-BD31-4B8C-83A1-F6EECF244321}">
                <p14:modId xmlns:p14="http://schemas.microsoft.com/office/powerpoint/2010/main" val="1119770212"/>
              </p:ext>
            </p:extLst>
          </p:nvPr>
        </p:nvGraphicFramePr>
        <p:xfrm>
          <a:off x="6295656" y="3794209"/>
          <a:ext cx="4187500" cy="2830404"/>
        </p:xfrm>
        <a:graphic>
          <a:graphicData uri="http://schemas.openxmlformats.org/drawingml/2006/table">
            <a:tbl>
              <a:tblPr firstRow="1" bandRow="1">
                <a:tableStyleId>{5940675A-B579-460E-94D1-54222C63F5DA}</a:tableStyleId>
              </a:tblPr>
              <a:tblGrid>
                <a:gridCol w="836093">
                  <a:extLst>
                    <a:ext uri="{9D8B030D-6E8A-4147-A177-3AD203B41FA5}">
                      <a16:colId xmlns:a16="http://schemas.microsoft.com/office/drawing/2014/main" val="3508907917"/>
                    </a:ext>
                  </a:extLst>
                </a:gridCol>
                <a:gridCol w="1082180">
                  <a:extLst>
                    <a:ext uri="{9D8B030D-6E8A-4147-A177-3AD203B41FA5}">
                      <a16:colId xmlns:a16="http://schemas.microsoft.com/office/drawing/2014/main" val="525365711"/>
                    </a:ext>
                  </a:extLst>
                </a:gridCol>
                <a:gridCol w="1098958">
                  <a:extLst>
                    <a:ext uri="{9D8B030D-6E8A-4147-A177-3AD203B41FA5}">
                      <a16:colId xmlns:a16="http://schemas.microsoft.com/office/drawing/2014/main" val="3649085933"/>
                    </a:ext>
                  </a:extLst>
                </a:gridCol>
                <a:gridCol w="1170269">
                  <a:extLst>
                    <a:ext uri="{9D8B030D-6E8A-4147-A177-3AD203B41FA5}">
                      <a16:colId xmlns:a16="http://schemas.microsoft.com/office/drawing/2014/main" val="4064579802"/>
                    </a:ext>
                  </a:extLst>
                </a:gridCol>
              </a:tblGrid>
              <a:tr h="547581">
                <a:tc>
                  <a:txBody>
                    <a:bodyPr/>
                    <a:lstStyle/>
                    <a:p>
                      <a:endParaRPr lang="zh-TW" altLang="en-US" dirty="0"/>
                    </a:p>
                  </a:txBody>
                  <a:tcPr/>
                </a:tc>
                <a:tc>
                  <a:txBody>
                    <a:bodyPr/>
                    <a:lstStyle/>
                    <a:p>
                      <a:r>
                        <a:rPr lang="en-US" altLang="zh-TW" sz="1800" dirty="0"/>
                        <a:t>Opt</a:t>
                      </a:r>
                      <a:r>
                        <a:rPr lang="en-US" altLang="zh-TW" sz="1800" baseline="-25000" dirty="0"/>
                        <a:t>1</a:t>
                      </a:r>
                      <a:r>
                        <a:rPr lang="en-US" altLang="zh-TW" sz="1800" baseline="0" dirty="0"/>
                        <a:t>(k,2)</a:t>
                      </a:r>
                      <a:endParaRPr lang="zh-TW" altLang="en-US" sz="18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Opt</a:t>
                      </a:r>
                      <a:r>
                        <a:rPr lang="en-US" altLang="zh-TW" sz="1800" baseline="-25000" dirty="0"/>
                        <a:t>1</a:t>
                      </a:r>
                      <a:r>
                        <a:rPr lang="en-US" altLang="zh-TW" sz="1800" baseline="0" dirty="0"/>
                        <a:t>(k,3)</a:t>
                      </a:r>
                      <a:endParaRPr lang="zh-TW" altLang="en-US" sz="1800" baseline="0" dirty="0"/>
                    </a:p>
                  </a:txBody>
                  <a:tcPr/>
                </a:tc>
                <a:tc>
                  <a:txBody>
                    <a:bodyPr/>
                    <a:lstStyle/>
                    <a:p>
                      <a:r>
                        <a:rPr lang="en-US" altLang="zh-TW" dirty="0"/>
                        <a:t>DiffC</a:t>
                      </a:r>
                      <a:r>
                        <a:rPr lang="en-US" altLang="zh-TW" baseline="-25000" dirty="0"/>
                        <a:t>1,2</a:t>
                      </a:r>
                      <a:r>
                        <a:rPr lang="en-US" altLang="zh-TW" dirty="0"/>
                        <a:t>(k)</a:t>
                      </a:r>
                      <a:endParaRPr lang="zh-TW" altLang="en-US" dirty="0"/>
                    </a:p>
                  </a:txBody>
                  <a:tcPr/>
                </a:tc>
                <a:extLst>
                  <a:ext uri="{0D108BD9-81ED-4DB2-BD59-A6C34878D82A}">
                    <a16:rowId xmlns:a16="http://schemas.microsoft.com/office/drawing/2014/main" val="2869843750"/>
                  </a:ext>
                </a:extLst>
              </a:tr>
              <a:tr h="547581">
                <a:tc>
                  <a:txBody>
                    <a:bodyPr/>
                    <a:lstStyle/>
                    <a:p>
                      <a:r>
                        <a:rPr lang="en-US" altLang="zh-TW" dirty="0"/>
                        <a:t>k=0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667615739"/>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k=1</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05320355"/>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k=2</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130303997"/>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(k&gt;j)</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19948033"/>
                  </a:ext>
                </a:extLst>
              </a:tr>
            </a:tbl>
          </a:graphicData>
        </a:graphic>
      </p:graphicFrame>
      <p:cxnSp>
        <p:nvCxnSpPr>
          <p:cNvPr id="84" name="直線單箭頭接點 83">
            <a:extLst>
              <a:ext uri="{FF2B5EF4-FFF2-40B4-BE49-F238E27FC236}">
                <a16:creationId xmlns:a16="http://schemas.microsoft.com/office/drawing/2014/main" id="{6FD50CE8-F884-45C6-A16F-E237E83D9BB1}"/>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a:extLst>
              <a:ext uri="{FF2B5EF4-FFF2-40B4-BE49-F238E27FC236}">
                <a16:creationId xmlns:a16="http://schemas.microsoft.com/office/drawing/2014/main" id="{7F2FDD56-5116-4897-9FD7-98FD02EFF3CE}"/>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B79EEB3E-A93F-456A-B1D6-11EB75C038F4}"/>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87" name="文字方塊 86">
            <a:extLst>
              <a:ext uri="{FF2B5EF4-FFF2-40B4-BE49-F238E27FC236}">
                <a16:creationId xmlns:a16="http://schemas.microsoft.com/office/drawing/2014/main" id="{C63A1F99-36E0-4F41-8DFA-E7112359EC8C}"/>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
        <p:nvSpPr>
          <p:cNvPr id="82" name="標題 1">
            <a:extLst>
              <a:ext uri="{FF2B5EF4-FFF2-40B4-BE49-F238E27FC236}">
                <a16:creationId xmlns:a16="http://schemas.microsoft.com/office/drawing/2014/main" id="{67EEE85B-EEF6-4876-9D6C-AB22B2EAAAAD}"/>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2" name="文字方塊 1">
            <a:extLst>
              <a:ext uri="{FF2B5EF4-FFF2-40B4-BE49-F238E27FC236}">
                <a16:creationId xmlns:a16="http://schemas.microsoft.com/office/drawing/2014/main" id="{B28E83E2-D3A2-4F49-A93F-42BA14542EB9}"/>
              </a:ext>
            </a:extLst>
          </p:cNvPr>
          <p:cNvSpPr txBox="1"/>
          <p:nvPr/>
        </p:nvSpPr>
        <p:spPr>
          <a:xfrm>
            <a:off x="8203786" y="5381880"/>
            <a:ext cx="517961" cy="369332"/>
          </a:xfrm>
          <a:prstGeom prst="rect">
            <a:avLst/>
          </a:prstGeom>
          <a:noFill/>
        </p:spPr>
        <p:txBody>
          <a:bodyPr wrap="square" rtlCol="0">
            <a:spAutoFit/>
          </a:bodyPr>
          <a:lstStyle/>
          <a:p>
            <a:r>
              <a:rPr lang="en-US" altLang="zh-TW" dirty="0"/>
              <a:t>1</a:t>
            </a:r>
            <a:endParaRPr lang="zh-TW" altLang="en-US" dirty="0"/>
          </a:p>
        </p:txBody>
      </p:sp>
      <p:sp>
        <p:nvSpPr>
          <p:cNvPr id="81" name="文字方塊 80">
            <a:extLst>
              <a:ext uri="{FF2B5EF4-FFF2-40B4-BE49-F238E27FC236}">
                <a16:creationId xmlns:a16="http://schemas.microsoft.com/office/drawing/2014/main" id="{982B77FF-C8DA-4751-BF93-22E7F8A3B3D4}"/>
              </a:ext>
            </a:extLst>
          </p:cNvPr>
          <p:cNvSpPr txBox="1"/>
          <p:nvPr/>
        </p:nvSpPr>
        <p:spPr>
          <a:xfrm>
            <a:off x="9357279" y="5405093"/>
            <a:ext cx="517961" cy="369332"/>
          </a:xfrm>
          <a:prstGeom prst="rect">
            <a:avLst/>
          </a:prstGeom>
          <a:noFill/>
        </p:spPr>
        <p:txBody>
          <a:bodyPr wrap="square" rtlCol="0">
            <a:spAutoFit/>
          </a:bodyPr>
          <a:lstStyle/>
          <a:p>
            <a:r>
              <a:rPr lang="en-US" altLang="zh-TW" dirty="0"/>
              <a:t>1</a:t>
            </a:r>
            <a:endParaRPr lang="zh-TW" altLang="en-US" dirty="0"/>
          </a:p>
        </p:txBody>
      </p:sp>
      <p:sp>
        <p:nvSpPr>
          <p:cNvPr id="89" name="文字方塊 88">
            <a:extLst>
              <a:ext uri="{FF2B5EF4-FFF2-40B4-BE49-F238E27FC236}">
                <a16:creationId xmlns:a16="http://schemas.microsoft.com/office/drawing/2014/main" id="{7C2B2B89-4440-42D7-B1AD-822E508A746A}"/>
              </a:ext>
            </a:extLst>
          </p:cNvPr>
          <p:cNvSpPr txBox="1"/>
          <p:nvPr/>
        </p:nvSpPr>
        <p:spPr>
          <a:xfrm>
            <a:off x="7121893" y="5409865"/>
            <a:ext cx="517961" cy="369332"/>
          </a:xfrm>
          <a:prstGeom prst="rect">
            <a:avLst/>
          </a:prstGeom>
          <a:noFill/>
        </p:spPr>
        <p:txBody>
          <a:bodyPr wrap="square" rtlCol="0">
            <a:spAutoFit/>
          </a:bodyPr>
          <a:lstStyle/>
          <a:p>
            <a:r>
              <a:rPr lang="en-US" altLang="zh-TW" dirty="0"/>
              <a:t>0</a:t>
            </a:r>
            <a:endParaRPr lang="zh-TW" altLang="en-US" dirty="0"/>
          </a:p>
        </p:txBody>
      </p:sp>
      <p:sp>
        <p:nvSpPr>
          <p:cNvPr id="90" name="文字方塊 89">
            <a:extLst>
              <a:ext uri="{FF2B5EF4-FFF2-40B4-BE49-F238E27FC236}">
                <a16:creationId xmlns:a16="http://schemas.microsoft.com/office/drawing/2014/main" id="{E75E4BE9-98B3-4B36-94CE-048FDE1D33DF}"/>
              </a:ext>
            </a:extLst>
          </p:cNvPr>
          <p:cNvSpPr txBox="1"/>
          <p:nvPr/>
        </p:nvSpPr>
        <p:spPr>
          <a:xfrm>
            <a:off x="7128913" y="4857227"/>
            <a:ext cx="517961" cy="369332"/>
          </a:xfrm>
          <a:prstGeom prst="rect">
            <a:avLst/>
          </a:prstGeom>
          <a:noFill/>
        </p:spPr>
        <p:txBody>
          <a:bodyPr wrap="square" rtlCol="0">
            <a:spAutoFit/>
          </a:bodyPr>
          <a:lstStyle/>
          <a:p>
            <a:r>
              <a:rPr lang="en-US" altLang="zh-TW" dirty="0"/>
              <a:t>0</a:t>
            </a:r>
            <a:endParaRPr lang="zh-TW" altLang="en-US" dirty="0"/>
          </a:p>
        </p:txBody>
      </p:sp>
      <p:sp>
        <p:nvSpPr>
          <p:cNvPr id="91" name="文字方塊 90">
            <a:extLst>
              <a:ext uri="{FF2B5EF4-FFF2-40B4-BE49-F238E27FC236}">
                <a16:creationId xmlns:a16="http://schemas.microsoft.com/office/drawing/2014/main" id="{5AB47D2C-7E0C-4615-BCC7-7C4E17A1C167}"/>
              </a:ext>
            </a:extLst>
          </p:cNvPr>
          <p:cNvSpPr txBox="1"/>
          <p:nvPr/>
        </p:nvSpPr>
        <p:spPr>
          <a:xfrm>
            <a:off x="8203786" y="4811373"/>
            <a:ext cx="517961" cy="369332"/>
          </a:xfrm>
          <a:prstGeom prst="rect">
            <a:avLst/>
          </a:prstGeom>
          <a:noFill/>
        </p:spPr>
        <p:txBody>
          <a:bodyPr wrap="square" rtlCol="0">
            <a:spAutoFit/>
          </a:bodyPr>
          <a:lstStyle/>
          <a:p>
            <a:r>
              <a:rPr lang="en-US" altLang="zh-TW" dirty="0"/>
              <a:t>1</a:t>
            </a:r>
            <a:endParaRPr lang="zh-TW" altLang="en-US" dirty="0"/>
          </a:p>
        </p:txBody>
      </p:sp>
      <p:sp>
        <p:nvSpPr>
          <p:cNvPr id="92" name="文字方塊 91">
            <a:extLst>
              <a:ext uri="{FF2B5EF4-FFF2-40B4-BE49-F238E27FC236}">
                <a16:creationId xmlns:a16="http://schemas.microsoft.com/office/drawing/2014/main" id="{51E9F647-0F0A-4CA7-8967-DC2FBCCB6CD4}"/>
              </a:ext>
            </a:extLst>
          </p:cNvPr>
          <p:cNvSpPr txBox="1"/>
          <p:nvPr/>
        </p:nvSpPr>
        <p:spPr>
          <a:xfrm>
            <a:off x="9326784" y="4857015"/>
            <a:ext cx="517961"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134268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1" grpId="1" animBg="1"/>
      <p:bldP spid="12" grpId="0" animBg="1"/>
      <p:bldP spid="2" grpId="0"/>
      <p:bldP spid="81" grpId="0"/>
      <p:bldP spid="89" grpId="0"/>
      <p:bldP spid="90" grpId="0"/>
      <p:bldP spid="91" grpId="0"/>
      <p:bldP spid="9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156966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err="1"/>
                  <a:t>DiffC</a:t>
                </a:r>
                <a:r>
                  <a:rPr lang="en-US" altLang="zh-TW" sz="2400" baseline="-25000" dirty="0" err="1"/>
                  <a:t>i,j</a:t>
                </a:r>
                <a:r>
                  <a:rPr lang="en-US" altLang="zh-TW" sz="2400" dirty="0"/>
                  <a:t>(k) = Opt</a:t>
                </a:r>
                <a:r>
                  <a:rPr lang="en-US" altLang="zh-TW" sz="2400" baseline="-25000" dirty="0"/>
                  <a:t>i</a:t>
                </a:r>
                <a:r>
                  <a:rPr lang="en-US" altLang="zh-TW" sz="2400" dirty="0"/>
                  <a:t>(k, j + 1) − Opt</a:t>
                </a:r>
                <a:r>
                  <a:rPr lang="en-US" altLang="zh-TW" sz="2400" baseline="-25000" dirty="0"/>
                  <a:t>i</a:t>
                </a:r>
                <a:r>
                  <a:rPr lang="en-US" altLang="zh-TW" sz="2400" dirty="0"/>
                  <a:t>(k, j ), </a:t>
                </a:r>
                <a14:m>
                  <m:oMath xmlns:m="http://schemas.openxmlformats.org/officeDocument/2006/math">
                    <m:r>
                      <a:rPr lang="en-US" altLang="zh-TW" sz="2400">
                        <a:latin typeface="Cambria Math" panose="02040503050406030204" pitchFamily="18" charset="0"/>
                      </a:rPr>
                      <m:t>0</m:t>
                    </m:r>
                    <m:r>
                      <a:rPr lang="pl-PL" altLang="zh-TW" sz="2400">
                        <a:latin typeface="Cambria Math" panose="02040503050406030204" pitchFamily="18" charset="0"/>
                      </a:rPr>
                      <m:t>≤</m:t>
                    </m:r>
                    <m:r>
                      <a:rPr lang="pl-PL" altLang="zh-TW" sz="2400" i="1">
                        <a:latin typeface="Cambria Math" panose="02040503050406030204" pitchFamily="18" charset="0"/>
                      </a:rPr>
                      <m:t> </m:t>
                    </m:r>
                  </m:oMath>
                </a14:m>
                <a:r>
                  <a:rPr lang="en-US" altLang="zh-TW" sz="2400" dirty="0"/>
                  <a:t>k </a:t>
                </a:r>
                <a14:m>
                  <m:oMath xmlns:m="http://schemas.openxmlformats.org/officeDocument/2006/math">
                    <m:r>
                      <a:rPr lang="pl-PL" altLang="zh-TW" sz="2400">
                        <a:latin typeface="Cambria Math" panose="02040503050406030204" pitchFamily="18" charset="0"/>
                      </a:rPr>
                      <m:t>≤</m:t>
                    </m:r>
                    <m:r>
                      <m:rPr>
                        <m:sty m:val="p"/>
                      </m:rPr>
                      <a:rPr lang="en-US" altLang="zh-TW" sz="2400">
                        <a:latin typeface="Cambria Math" panose="02040503050406030204" pitchFamily="18" charset="0"/>
                      </a:rPr>
                      <m:t>j</m:t>
                    </m:r>
                  </m:oMath>
                </a14:m>
                <a:r>
                  <a:rPr lang="pl-PL" altLang="zh-TW" sz="2400" dirty="0"/>
                  <a:t> </a:t>
                </a:r>
                <a:endParaRPr lang="en-US" altLang="zh-TW" sz="2400" dirty="0"/>
              </a:p>
              <a:p>
                <a:r>
                  <a:rPr lang="en-US" altLang="zh-TW" sz="2400" dirty="0"/>
                  <a:t>     </a:t>
                </a:r>
                <a:r>
                  <a:rPr lang="en-US" altLang="zh-TW" sz="2400" dirty="0" err="1"/>
                  <a:t>DiffC</a:t>
                </a:r>
                <a:r>
                  <a:rPr lang="en-US" altLang="zh-TW" sz="2400" baseline="-25000" dirty="0" err="1"/>
                  <a:t>i,j</a:t>
                </a:r>
                <a:r>
                  <a:rPr lang="en-US" altLang="zh-TW" sz="2400" dirty="0"/>
                  <a:t>(k) = 1 ,k&gt;j</a:t>
                </a:r>
              </a:p>
              <a:p>
                <a:endParaRPr lang="en-US" altLang="zh-TW" sz="2400" dirty="0"/>
              </a:p>
              <a:p>
                <a:pPr marL="342900" indent="-342900">
                  <a:buFont typeface="Arial" panose="020B0604020202020204" pitchFamily="34" charset="0"/>
                  <a:buChar char="•"/>
                </a:pPr>
                <a:r>
                  <a:rPr lang="en-US" altLang="zh-TW" sz="2400" dirty="0" err="1"/>
                  <a:t>SC</a:t>
                </a:r>
                <a:r>
                  <a:rPr lang="en-US" altLang="zh-TW" sz="2400" baseline="-25000" dirty="0" err="1"/>
                  <a:t>i,j</a:t>
                </a:r>
                <a:r>
                  <a:rPr lang="en-US" altLang="zh-TW" sz="2400" baseline="-25000" dirty="0"/>
                  <a:t> </a:t>
                </a:r>
                <a:r>
                  <a:rPr lang="en-US" altLang="zh-TW" sz="2400" dirty="0"/>
                  <a:t>		</a:t>
                </a:r>
              </a:p>
            </p:txBody>
          </p:sp>
        </mc:Choice>
        <mc:Fallback xmlns="">
          <p:sp>
            <p:nvSpPr>
              <p:cNvPr id="3" name="文字方塊 2">
                <a:extLst>
                  <a:ext uri="{FF2B5EF4-FFF2-40B4-BE49-F238E27FC236}">
                    <a16:creationId xmlns:a16="http://schemas.microsoft.com/office/drawing/2014/main" id="{47924614-B3FE-49DB-A43B-C5C6C654484D}"/>
                  </a:ext>
                </a:extLst>
              </p:cNvPr>
              <p:cNvSpPr txBox="1">
                <a:spLocks noRot="1" noChangeAspect="1" noMove="1" noResize="1" noEditPoints="1" noAdjustHandles="1" noChangeArrowheads="1" noChangeShapeType="1" noTextEdit="1"/>
              </p:cNvSpPr>
              <p:nvPr/>
            </p:nvSpPr>
            <p:spPr>
              <a:xfrm>
                <a:off x="838199" y="1526796"/>
                <a:ext cx="10872832" cy="1569660"/>
              </a:xfrm>
              <a:prstGeom prst="rect">
                <a:avLst/>
              </a:prstGeom>
              <a:blipFill>
                <a:blip r:embed="rId2"/>
                <a:stretch>
                  <a:fillRect l="-729" t="-3101" b="-7752"/>
                </a:stretch>
              </a:blipFill>
            </p:spPr>
            <p:txBody>
              <a:bodyPr/>
              <a:lstStyle/>
              <a:p>
                <a:r>
                  <a:rPr lang="zh-TW" altLang="en-US">
                    <a:noFill/>
                  </a:rPr>
                  <a:t> </a:t>
                </a:r>
              </a:p>
            </p:txBody>
          </p:sp>
        </mc:Fallback>
      </mc:AlternateContent>
      <p:sp>
        <p:nvSpPr>
          <p:cNvPr id="83" name="文字方塊 82">
            <a:extLst>
              <a:ext uri="{FF2B5EF4-FFF2-40B4-BE49-F238E27FC236}">
                <a16:creationId xmlns:a16="http://schemas.microsoft.com/office/drawing/2014/main" id="{79CB4821-10C3-4854-8834-5F1B69EF9801}"/>
              </a:ext>
            </a:extLst>
          </p:cNvPr>
          <p:cNvSpPr txBox="1"/>
          <p:nvPr/>
        </p:nvSpPr>
        <p:spPr>
          <a:xfrm>
            <a:off x="7437374" y="2939149"/>
            <a:ext cx="2295533" cy="830997"/>
          </a:xfrm>
          <a:prstGeom prst="rect">
            <a:avLst/>
          </a:prstGeom>
          <a:noFill/>
        </p:spPr>
        <p:txBody>
          <a:bodyPr wrap="square" rtlCol="0">
            <a:spAutoFit/>
          </a:bodyPr>
          <a:lstStyle/>
          <a:p>
            <a:r>
              <a:rPr lang="en-US" altLang="zh-TW" sz="2400" dirty="0"/>
              <a:t>(</a:t>
            </a:r>
            <a:r>
              <a:rPr lang="en-US" altLang="zh-TW" sz="2400" dirty="0" err="1"/>
              <a:t>i</a:t>
            </a:r>
            <a:r>
              <a:rPr lang="en-US" altLang="zh-TW" sz="2400" dirty="0"/>
              <a:t>, j) = (1,2)</a:t>
            </a:r>
          </a:p>
          <a:p>
            <a:r>
              <a:rPr lang="en-US" altLang="zh-TW" sz="2400" dirty="0"/>
              <a:t>(</a:t>
            </a:r>
            <a:r>
              <a:rPr lang="en-US" altLang="zh-TW" sz="2400" dirty="0" err="1"/>
              <a:t>i</a:t>
            </a:r>
            <a:r>
              <a:rPr lang="en-US" altLang="zh-TW" sz="2400" dirty="0"/>
              <a:t>, j+1) = (1,3)</a:t>
            </a:r>
          </a:p>
        </p:txBody>
      </p:sp>
      <p:sp>
        <p:nvSpPr>
          <p:cNvPr id="134" name="橢圓 133">
            <a:extLst>
              <a:ext uri="{FF2B5EF4-FFF2-40B4-BE49-F238E27FC236}">
                <a16:creationId xmlns:a16="http://schemas.microsoft.com/office/drawing/2014/main" id="{CAD04931-7AE7-4760-800A-D235D6C82534}"/>
              </a:ext>
            </a:extLst>
          </p:cNvPr>
          <p:cNvSpPr/>
          <p:nvPr/>
        </p:nvSpPr>
        <p:spPr>
          <a:xfrm>
            <a:off x="2130803" y="35821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2F23D6DF-3C4D-4050-A8E0-882C6042F26C}"/>
              </a:ext>
            </a:extLst>
          </p:cNvPr>
          <p:cNvCxnSpPr>
            <a:stCxn id="134" idx="6"/>
          </p:cNvCxnSpPr>
          <p:nvPr/>
        </p:nvCxnSpPr>
        <p:spPr>
          <a:xfrm flipV="1">
            <a:off x="2525086" y="377504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83F34E19-BBB9-4E04-8F17-EA1382E09397}"/>
              </a:ext>
            </a:extLst>
          </p:cNvPr>
          <p:cNvCxnSpPr>
            <a:stCxn id="134" idx="4"/>
          </p:cNvCxnSpPr>
          <p:nvPr/>
        </p:nvCxnSpPr>
        <p:spPr>
          <a:xfrm flipH="1">
            <a:off x="2323750" y="397638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3C32C6DD-DBA9-4EA1-9B8D-96CDE5C9D32C}"/>
              </a:ext>
            </a:extLst>
          </p:cNvPr>
          <p:cNvSpPr/>
          <p:nvPr/>
        </p:nvSpPr>
        <p:spPr>
          <a:xfrm>
            <a:off x="3087148" y="35904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6C5061DD-C178-4570-A925-6125831CF988}"/>
              </a:ext>
            </a:extLst>
          </p:cNvPr>
          <p:cNvCxnSpPr>
            <a:stCxn id="137" idx="6"/>
          </p:cNvCxnSpPr>
          <p:nvPr/>
        </p:nvCxnSpPr>
        <p:spPr>
          <a:xfrm flipV="1">
            <a:off x="3481431" y="37834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直線單箭頭接點 138">
            <a:extLst>
              <a:ext uri="{FF2B5EF4-FFF2-40B4-BE49-F238E27FC236}">
                <a16:creationId xmlns:a16="http://schemas.microsoft.com/office/drawing/2014/main" id="{7216A6C0-8575-417E-B1D1-C09C3CFF55B8}"/>
              </a:ext>
            </a:extLst>
          </p:cNvPr>
          <p:cNvCxnSpPr>
            <a:stCxn id="137" idx="4"/>
          </p:cNvCxnSpPr>
          <p:nvPr/>
        </p:nvCxnSpPr>
        <p:spPr>
          <a:xfrm flipH="1">
            <a:off x="3280095" y="39847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0" name="橢圓 139">
            <a:extLst>
              <a:ext uri="{FF2B5EF4-FFF2-40B4-BE49-F238E27FC236}">
                <a16:creationId xmlns:a16="http://schemas.microsoft.com/office/drawing/2014/main" id="{2D505F76-1C55-4EDF-AAA8-D45FB3EE0CF7}"/>
              </a:ext>
            </a:extLst>
          </p:cNvPr>
          <p:cNvSpPr/>
          <p:nvPr/>
        </p:nvSpPr>
        <p:spPr>
          <a:xfrm>
            <a:off x="2130803" y="446294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1" name="直線單箭頭接點 140">
            <a:extLst>
              <a:ext uri="{FF2B5EF4-FFF2-40B4-BE49-F238E27FC236}">
                <a16:creationId xmlns:a16="http://schemas.microsoft.com/office/drawing/2014/main" id="{DB3E37F0-6BBD-40A1-9FC5-10798AFFB6D9}"/>
              </a:ext>
            </a:extLst>
          </p:cNvPr>
          <p:cNvCxnSpPr>
            <a:stCxn id="140" idx="6"/>
          </p:cNvCxnSpPr>
          <p:nvPr/>
        </p:nvCxnSpPr>
        <p:spPr>
          <a:xfrm flipV="1">
            <a:off x="2525086" y="465589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直線單箭頭接點 141">
            <a:extLst>
              <a:ext uri="{FF2B5EF4-FFF2-40B4-BE49-F238E27FC236}">
                <a16:creationId xmlns:a16="http://schemas.microsoft.com/office/drawing/2014/main" id="{FF5DB06D-5E56-4958-B3B9-BA0A7841C58B}"/>
              </a:ext>
            </a:extLst>
          </p:cNvPr>
          <p:cNvCxnSpPr>
            <a:stCxn id="140" idx="4"/>
          </p:cNvCxnSpPr>
          <p:nvPr/>
        </p:nvCxnSpPr>
        <p:spPr>
          <a:xfrm flipH="1">
            <a:off x="2323750" y="485722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844C5D9C-FEAD-497F-9008-CCEE737A8FCE}"/>
              </a:ext>
            </a:extLst>
          </p:cNvPr>
          <p:cNvSpPr/>
          <p:nvPr/>
        </p:nvSpPr>
        <p:spPr>
          <a:xfrm>
            <a:off x="3087148"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FFFBF3E3-EDAF-4972-B27D-34F2393CC816}"/>
              </a:ext>
            </a:extLst>
          </p:cNvPr>
          <p:cNvCxnSpPr>
            <a:stCxn id="143" idx="6"/>
          </p:cNvCxnSpPr>
          <p:nvPr/>
        </p:nvCxnSpPr>
        <p:spPr>
          <a:xfrm flipV="1">
            <a:off x="3481431" y="46642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直線單箭頭接點 144">
            <a:extLst>
              <a:ext uri="{FF2B5EF4-FFF2-40B4-BE49-F238E27FC236}">
                <a16:creationId xmlns:a16="http://schemas.microsoft.com/office/drawing/2014/main" id="{C0C34FFF-07EE-46D0-9311-F180680619B8}"/>
              </a:ext>
            </a:extLst>
          </p:cNvPr>
          <p:cNvCxnSpPr>
            <a:stCxn id="143" idx="4"/>
          </p:cNvCxnSpPr>
          <p:nvPr/>
        </p:nvCxnSpPr>
        <p:spPr>
          <a:xfrm flipH="1">
            <a:off x="3280095"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橢圓 145">
            <a:extLst>
              <a:ext uri="{FF2B5EF4-FFF2-40B4-BE49-F238E27FC236}">
                <a16:creationId xmlns:a16="http://schemas.microsoft.com/office/drawing/2014/main" id="{DB7D5C5E-E817-488A-A9F6-8F60E980790F}"/>
              </a:ext>
            </a:extLst>
          </p:cNvPr>
          <p:cNvSpPr/>
          <p:nvPr/>
        </p:nvSpPr>
        <p:spPr>
          <a:xfrm>
            <a:off x="4039298" y="357790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7" name="直線單箭頭接點 146">
            <a:extLst>
              <a:ext uri="{FF2B5EF4-FFF2-40B4-BE49-F238E27FC236}">
                <a16:creationId xmlns:a16="http://schemas.microsoft.com/office/drawing/2014/main" id="{6144B16B-AB9E-40A4-8037-27414CECB3E0}"/>
              </a:ext>
            </a:extLst>
          </p:cNvPr>
          <p:cNvCxnSpPr>
            <a:cxnSpLocks/>
            <a:stCxn id="146" idx="4"/>
          </p:cNvCxnSpPr>
          <p:nvPr/>
        </p:nvCxnSpPr>
        <p:spPr>
          <a:xfrm flipH="1">
            <a:off x="4232245" y="3972189"/>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8" name="橢圓 147">
            <a:extLst>
              <a:ext uri="{FF2B5EF4-FFF2-40B4-BE49-F238E27FC236}">
                <a16:creationId xmlns:a16="http://schemas.microsoft.com/office/drawing/2014/main" id="{011C8FA3-80AF-40DC-962C-E102289065F7}"/>
              </a:ext>
            </a:extLst>
          </p:cNvPr>
          <p:cNvSpPr/>
          <p:nvPr/>
        </p:nvSpPr>
        <p:spPr>
          <a:xfrm>
            <a:off x="4043492"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9" name="直線單箭頭接點 148">
            <a:extLst>
              <a:ext uri="{FF2B5EF4-FFF2-40B4-BE49-F238E27FC236}">
                <a16:creationId xmlns:a16="http://schemas.microsoft.com/office/drawing/2014/main" id="{246FE280-9C8E-4A7A-B39D-0F2ECA44C491}"/>
              </a:ext>
            </a:extLst>
          </p:cNvPr>
          <p:cNvCxnSpPr>
            <a:cxnSpLocks/>
            <a:stCxn id="148" idx="4"/>
          </p:cNvCxnSpPr>
          <p:nvPr/>
        </p:nvCxnSpPr>
        <p:spPr>
          <a:xfrm flipH="1">
            <a:off x="4236439"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橢圓 149">
            <a:extLst>
              <a:ext uri="{FF2B5EF4-FFF2-40B4-BE49-F238E27FC236}">
                <a16:creationId xmlns:a16="http://schemas.microsoft.com/office/drawing/2014/main" id="{225C13FB-FA9E-4B2C-9DD3-5DDD859A4002}"/>
              </a:ext>
            </a:extLst>
          </p:cNvPr>
          <p:cNvSpPr/>
          <p:nvPr/>
        </p:nvSpPr>
        <p:spPr>
          <a:xfrm>
            <a:off x="2143386" y="5352180"/>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1" name="直線單箭頭接點 150">
            <a:extLst>
              <a:ext uri="{FF2B5EF4-FFF2-40B4-BE49-F238E27FC236}">
                <a16:creationId xmlns:a16="http://schemas.microsoft.com/office/drawing/2014/main" id="{C3ADBE65-A4C4-4F4B-8A9E-9827BCE7F368}"/>
              </a:ext>
            </a:extLst>
          </p:cNvPr>
          <p:cNvCxnSpPr>
            <a:stCxn id="150" idx="6"/>
          </p:cNvCxnSpPr>
          <p:nvPr/>
        </p:nvCxnSpPr>
        <p:spPr>
          <a:xfrm flipV="1">
            <a:off x="2537669" y="5545126"/>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橢圓 151">
            <a:extLst>
              <a:ext uri="{FF2B5EF4-FFF2-40B4-BE49-F238E27FC236}">
                <a16:creationId xmlns:a16="http://schemas.microsoft.com/office/drawing/2014/main" id="{FE5EDF7C-FCD5-47EB-9528-501CC52D25E7}"/>
              </a:ext>
            </a:extLst>
          </p:cNvPr>
          <p:cNvSpPr/>
          <p:nvPr/>
        </p:nvSpPr>
        <p:spPr>
          <a:xfrm>
            <a:off x="3103925"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3" name="直線單箭頭接點 152">
            <a:extLst>
              <a:ext uri="{FF2B5EF4-FFF2-40B4-BE49-F238E27FC236}">
                <a16:creationId xmlns:a16="http://schemas.microsoft.com/office/drawing/2014/main" id="{D9F82BCE-434A-4350-B55E-ACB988896B24}"/>
              </a:ext>
            </a:extLst>
          </p:cNvPr>
          <p:cNvCxnSpPr>
            <a:stCxn id="152" idx="6"/>
          </p:cNvCxnSpPr>
          <p:nvPr/>
        </p:nvCxnSpPr>
        <p:spPr>
          <a:xfrm flipV="1">
            <a:off x="3498208" y="555351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橢圓 153">
            <a:extLst>
              <a:ext uri="{FF2B5EF4-FFF2-40B4-BE49-F238E27FC236}">
                <a16:creationId xmlns:a16="http://schemas.microsoft.com/office/drawing/2014/main" id="{EA8FB268-57CF-4CCA-AACE-75E19171B478}"/>
              </a:ext>
            </a:extLst>
          </p:cNvPr>
          <p:cNvSpPr/>
          <p:nvPr/>
        </p:nvSpPr>
        <p:spPr>
          <a:xfrm>
            <a:off x="4060270"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5" name="直線單箭頭接點 154">
            <a:extLst>
              <a:ext uri="{FF2B5EF4-FFF2-40B4-BE49-F238E27FC236}">
                <a16:creationId xmlns:a16="http://schemas.microsoft.com/office/drawing/2014/main" id="{CECD9425-2280-491D-8E38-7A1E2FEB372E}"/>
              </a:ext>
            </a:extLst>
          </p:cNvPr>
          <p:cNvCxnSpPr>
            <a:stCxn id="134" idx="5"/>
            <a:endCxn id="143" idx="1"/>
          </p:cNvCxnSpPr>
          <p:nvPr/>
        </p:nvCxnSpPr>
        <p:spPr>
          <a:xfrm>
            <a:off x="2467345" y="391864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直線單箭頭接點 155">
            <a:extLst>
              <a:ext uri="{FF2B5EF4-FFF2-40B4-BE49-F238E27FC236}">
                <a16:creationId xmlns:a16="http://schemas.microsoft.com/office/drawing/2014/main" id="{55A3D8D8-4899-4EE2-AB45-B64D4EE0EEC3}"/>
              </a:ext>
            </a:extLst>
          </p:cNvPr>
          <p:cNvCxnSpPr/>
          <p:nvPr/>
        </p:nvCxnSpPr>
        <p:spPr>
          <a:xfrm>
            <a:off x="3419495" y="388508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651505CE-8237-46FE-A664-031EF46DBA6B}"/>
              </a:ext>
            </a:extLst>
          </p:cNvPr>
          <p:cNvCxnSpPr/>
          <p:nvPr/>
        </p:nvCxnSpPr>
        <p:spPr>
          <a:xfrm>
            <a:off x="2465116" y="481737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直線單箭頭接點 157">
            <a:extLst>
              <a:ext uri="{FF2B5EF4-FFF2-40B4-BE49-F238E27FC236}">
                <a16:creationId xmlns:a16="http://schemas.microsoft.com/office/drawing/2014/main" id="{F45283B1-43DD-4B1A-9E05-20A360D49DDF}"/>
              </a:ext>
            </a:extLst>
          </p:cNvPr>
          <p:cNvCxnSpPr/>
          <p:nvPr/>
        </p:nvCxnSpPr>
        <p:spPr>
          <a:xfrm>
            <a:off x="3441448" y="48015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9" name="文字方塊 158">
            <a:extLst>
              <a:ext uri="{FF2B5EF4-FFF2-40B4-BE49-F238E27FC236}">
                <a16:creationId xmlns:a16="http://schemas.microsoft.com/office/drawing/2014/main" id="{12DD8C26-10F6-4CEF-8690-457C4434FB27}"/>
              </a:ext>
            </a:extLst>
          </p:cNvPr>
          <p:cNvSpPr txBox="1"/>
          <p:nvPr/>
        </p:nvSpPr>
        <p:spPr>
          <a:xfrm>
            <a:off x="2684342" y="4801586"/>
            <a:ext cx="390088" cy="369332"/>
          </a:xfrm>
          <a:prstGeom prst="rect">
            <a:avLst/>
          </a:prstGeom>
          <a:noFill/>
        </p:spPr>
        <p:txBody>
          <a:bodyPr wrap="square" rtlCol="0">
            <a:spAutoFit/>
          </a:bodyPr>
          <a:lstStyle/>
          <a:p>
            <a:r>
              <a:rPr lang="en-US" altLang="zh-TW" dirty="0"/>
              <a:t>0</a:t>
            </a:r>
            <a:endParaRPr lang="zh-TW" altLang="en-US" dirty="0"/>
          </a:p>
        </p:txBody>
      </p:sp>
      <p:sp>
        <p:nvSpPr>
          <p:cNvPr id="160" name="文字方塊 159">
            <a:extLst>
              <a:ext uri="{FF2B5EF4-FFF2-40B4-BE49-F238E27FC236}">
                <a16:creationId xmlns:a16="http://schemas.microsoft.com/office/drawing/2014/main" id="{3531E027-17CF-459C-9E0D-B9E6CFCCBAE3}"/>
              </a:ext>
            </a:extLst>
          </p:cNvPr>
          <p:cNvSpPr txBox="1"/>
          <p:nvPr/>
        </p:nvSpPr>
        <p:spPr>
          <a:xfrm>
            <a:off x="3670182" y="4801586"/>
            <a:ext cx="390088" cy="369332"/>
          </a:xfrm>
          <a:prstGeom prst="rect">
            <a:avLst/>
          </a:prstGeom>
          <a:noFill/>
        </p:spPr>
        <p:txBody>
          <a:bodyPr wrap="square" rtlCol="0">
            <a:spAutoFit/>
          </a:bodyPr>
          <a:lstStyle/>
          <a:p>
            <a:r>
              <a:rPr lang="en-US" altLang="zh-TW" dirty="0"/>
              <a:t>1</a:t>
            </a:r>
            <a:endParaRPr lang="zh-TW" altLang="en-US" dirty="0"/>
          </a:p>
        </p:txBody>
      </p:sp>
      <p:sp>
        <p:nvSpPr>
          <p:cNvPr id="161" name="文字方塊 160">
            <a:extLst>
              <a:ext uri="{FF2B5EF4-FFF2-40B4-BE49-F238E27FC236}">
                <a16:creationId xmlns:a16="http://schemas.microsoft.com/office/drawing/2014/main" id="{E6730449-B746-4C60-AE7A-5D788B283FC4}"/>
              </a:ext>
            </a:extLst>
          </p:cNvPr>
          <p:cNvSpPr txBox="1"/>
          <p:nvPr/>
        </p:nvSpPr>
        <p:spPr>
          <a:xfrm>
            <a:off x="2704468" y="3917227"/>
            <a:ext cx="390088" cy="369332"/>
          </a:xfrm>
          <a:prstGeom prst="rect">
            <a:avLst/>
          </a:prstGeom>
          <a:noFill/>
        </p:spPr>
        <p:txBody>
          <a:bodyPr wrap="square" rtlCol="0">
            <a:spAutoFit/>
          </a:bodyPr>
          <a:lstStyle/>
          <a:p>
            <a:r>
              <a:rPr lang="en-US" altLang="zh-TW" dirty="0"/>
              <a:t>1</a:t>
            </a:r>
            <a:endParaRPr lang="zh-TW" altLang="en-US" dirty="0"/>
          </a:p>
        </p:txBody>
      </p:sp>
      <p:sp>
        <p:nvSpPr>
          <p:cNvPr id="162" name="文字方塊 161">
            <a:extLst>
              <a:ext uri="{FF2B5EF4-FFF2-40B4-BE49-F238E27FC236}">
                <a16:creationId xmlns:a16="http://schemas.microsoft.com/office/drawing/2014/main" id="{A3EF6457-9CAB-455E-A7E3-E716FE24D459}"/>
              </a:ext>
            </a:extLst>
          </p:cNvPr>
          <p:cNvSpPr txBox="1"/>
          <p:nvPr/>
        </p:nvSpPr>
        <p:spPr>
          <a:xfrm>
            <a:off x="3680178" y="3885088"/>
            <a:ext cx="390088" cy="369332"/>
          </a:xfrm>
          <a:prstGeom prst="rect">
            <a:avLst/>
          </a:prstGeom>
          <a:noFill/>
        </p:spPr>
        <p:txBody>
          <a:bodyPr wrap="square" rtlCol="0">
            <a:spAutoFit/>
          </a:bodyPr>
          <a:lstStyle/>
          <a:p>
            <a:r>
              <a:rPr lang="en-US" altLang="zh-TW" dirty="0"/>
              <a:t>0</a:t>
            </a:r>
            <a:endParaRPr lang="zh-TW" altLang="en-US" dirty="0"/>
          </a:p>
        </p:txBody>
      </p:sp>
      <p:cxnSp>
        <p:nvCxnSpPr>
          <p:cNvPr id="163" name="直線單箭頭接點 162">
            <a:extLst>
              <a:ext uri="{FF2B5EF4-FFF2-40B4-BE49-F238E27FC236}">
                <a16:creationId xmlns:a16="http://schemas.microsoft.com/office/drawing/2014/main" id="{3EC8BAFF-AC28-4893-B72E-24377998B3DC}"/>
              </a:ext>
            </a:extLst>
          </p:cNvPr>
          <p:cNvCxnSpPr>
            <a:cxnSpLocks/>
          </p:cNvCxnSpPr>
          <p:nvPr/>
        </p:nvCxnSpPr>
        <p:spPr>
          <a:xfrm flipV="1">
            <a:off x="4414009" y="37848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橢圓 163">
            <a:extLst>
              <a:ext uri="{FF2B5EF4-FFF2-40B4-BE49-F238E27FC236}">
                <a16:creationId xmlns:a16="http://schemas.microsoft.com/office/drawing/2014/main" id="{B318CEF4-BDD9-4CB5-B72C-EB42FF0F0638}"/>
              </a:ext>
            </a:extLst>
          </p:cNvPr>
          <p:cNvSpPr/>
          <p:nvPr/>
        </p:nvSpPr>
        <p:spPr>
          <a:xfrm>
            <a:off x="4976071" y="360027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5" name="直線單箭頭接點 164">
            <a:extLst>
              <a:ext uri="{FF2B5EF4-FFF2-40B4-BE49-F238E27FC236}">
                <a16:creationId xmlns:a16="http://schemas.microsoft.com/office/drawing/2014/main" id="{670C1FC8-901F-4965-B02B-7215E3B3C3F8}"/>
              </a:ext>
            </a:extLst>
          </p:cNvPr>
          <p:cNvCxnSpPr>
            <a:stCxn id="164" idx="4"/>
          </p:cNvCxnSpPr>
          <p:nvPr/>
        </p:nvCxnSpPr>
        <p:spPr>
          <a:xfrm flipH="1">
            <a:off x="5169018" y="399456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直線單箭頭接點 165">
            <a:extLst>
              <a:ext uri="{FF2B5EF4-FFF2-40B4-BE49-F238E27FC236}">
                <a16:creationId xmlns:a16="http://schemas.microsoft.com/office/drawing/2014/main" id="{F0B91B92-560C-4816-84C1-7888ACA7A634}"/>
              </a:ext>
            </a:extLst>
          </p:cNvPr>
          <p:cNvCxnSpPr>
            <a:cxnSpLocks/>
          </p:cNvCxnSpPr>
          <p:nvPr/>
        </p:nvCxnSpPr>
        <p:spPr>
          <a:xfrm flipV="1">
            <a:off x="4414009" y="466567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橢圓 166">
            <a:extLst>
              <a:ext uri="{FF2B5EF4-FFF2-40B4-BE49-F238E27FC236}">
                <a16:creationId xmlns:a16="http://schemas.microsoft.com/office/drawing/2014/main" id="{057FBF71-1CF9-411E-8DC6-C3ED9854BF6B}"/>
              </a:ext>
            </a:extLst>
          </p:cNvPr>
          <p:cNvSpPr/>
          <p:nvPr/>
        </p:nvSpPr>
        <p:spPr>
          <a:xfrm>
            <a:off x="4976071" y="4481122"/>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68" name="直線單箭頭接點 167">
            <a:extLst>
              <a:ext uri="{FF2B5EF4-FFF2-40B4-BE49-F238E27FC236}">
                <a16:creationId xmlns:a16="http://schemas.microsoft.com/office/drawing/2014/main" id="{BC200043-FC23-4570-9723-50F0E11B57F7}"/>
              </a:ext>
            </a:extLst>
          </p:cNvPr>
          <p:cNvCxnSpPr>
            <a:stCxn id="167" idx="4"/>
          </p:cNvCxnSpPr>
          <p:nvPr/>
        </p:nvCxnSpPr>
        <p:spPr>
          <a:xfrm flipH="1">
            <a:off x="5169018" y="487540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AA29CDF1-B202-43ED-A6A5-199E9D303CBC}"/>
              </a:ext>
            </a:extLst>
          </p:cNvPr>
          <p:cNvCxnSpPr>
            <a:cxnSpLocks/>
          </p:cNvCxnSpPr>
          <p:nvPr/>
        </p:nvCxnSpPr>
        <p:spPr>
          <a:xfrm flipV="1">
            <a:off x="4426592" y="555491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21B2183C-1763-4E33-BE43-8E9400A3964D}"/>
              </a:ext>
            </a:extLst>
          </p:cNvPr>
          <p:cNvSpPr/>
          <p:nvPr/>
        </p:nvSpPr>
        <p:spPr>
          <a:xfrm>
            <a:off x="4992848" y="537035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C8F689E7-D995-4FEA-8C59-0F34E82D2F76}"/>
              </a:ext>
            </a:extLst>
          </p:cNvPr>
          <p:cNvCxnSpPr>
            <a:cxnSpLocks/>
            <a:endCxn id="167" idx="1"/>
          </p:cNvCxnSpPr>
          <p:nvPr/>
        </p:nvCxnSpPr>
        <p:spPr>
          <a:xfrm>
            <a:off x="4356268" y="3928430"/>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直線單箭頭接點 171">
            <a:extLst>
              <a:ext uri="{FF2B5EF4-FFF2-40B4-BE49-F238E27FC236}">
                <a16:creationId xmlns:a16="http://schemas.microsoft.com/office/drawing/2014/main" id="{9F9F3B2F-C4D8-42E9-87DE-E8A688BD24E1}"/>
              </a:ext>
            </a:extLst>
          </p:cNvPr>
          <p:cNvCxnSpPr/>
          <p:nvPr/>
        </p:nvCxnSpPr>
        <p:spPr>
          <a:xfrm>
            <a:off x="4354039" y="482716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 name="文字方塊 172">
            <a:extLst>
              <a:ext uri="{FF2B5EF4-FFF2-40B4-BE49-F238E27FC236}">
                <a16:creationId xmlns:a16="http://schemas.microsoft.com/office/drawing/2014/main" id="{01BE261B-69B0-48A5-9035-14FA6021467E}"/>
              </a:ext>
            </a:extLst>
          </p:cNvPr>
          <p:cNvSpPr txBox="1"/>
          <p:nvPr/>
        </p:nvSpPr>
        <p:spPr>
          <a:xfrm>
            <a:off x="4573265" y="4811373"/>
            <a:ext cx="390088" cy="369332"/>
          </a:xfrm>
          <a:prstGeom prst="rect">
            <a:avLst/>
          </a:prstGeom>
          <a:noFill/>
        </p:spPr>
        <p:txBody>
          <a:bodyPr wrap="square" rtlCol="0">
            <a:spAutoFit/>
          </a:bodyPr>
          <a:lstStyle/>
          <a:p>
            <a:r>
              <a:rPr lang="en-US" altLang="zh-TW" dirty="0"/>
              <a:t>1</a:t>
            </a:r>
            <a:endParaRPr lang="zh-TW" altLang="en-US" dirty="0"/>
          </a:p>
        </p:txBody>
      </p:sp>
      <p:sp>
        <p:nvSpPr>
          <p:cNvPr id="174" name="文字方塊 173">
            <a:extLst>
              <a:ext uri="{FF2B5EF4-FFF2-40B4-BE49-F238E27FC236}">
                <a16:creationId xmlns:a16="http://schemas.microsoft.com/office/drawing/2014/main" id="{86A6D966-F7C9-4C1C-A9A4-853AEF784121}"/>
              </a:ext>
            </a:extLst>
          </p:cNvPr>
          <p:cNvSpPr txBox="1"/>
          <p:nvPr/>
        </p:nvSpPr>
        <p:spPr>
          <a:xfrm>
            <a:off x="4593391" y="3927014"/>
            <a:ext cx="390088" cy="369332"/>
          </a:xfrm>
          <a:prstGeom prst="rect">
            <a:avLst/>
          </a:prstGeom>
          <a:noFill/>
        </p:spPr>
        <p:txBody>
          <a:bodyPr wrap="square" rtlCol="0">
            <a:spAutoFit/>
          </a:bodyPr>
          <a:lstStyle/>
          <a:p>
            <a:r>
              <a:rPr lang="en-US" altLang="zh-TW" dirty="0"/>
              <a:t>1</a:t>
            </a:r>
            <a:endParaRPr lang="zh-TW" altLang="en-US" dirty="0"/>
          </a:p>
        </p:txBody>
      </p:sp>
      <p:sp>
        <p:nvSpPr>
          <p:cNvPr id="175" name="橢圓 174">
            <a:extLst>
              <a:ext uri="{FF2B5EF4-FFF2-40B4-BE49-F238E27FC236}">
                <a16:creationId xmlns:a16="http://schemas.microsoft.com/office/drawing/2014/main" id="{9F4D1A77-FBF7-4D2D-B2BF-6B3DD84D9B88}"/>
              </a:ext>
            </a:extLst>
          </p:cNvPr>
          <p:cNvSpPr/>
          <p:nvPr/>
        </p:nvSpPr>
        <p:spPr>
          <a:xfrm>
            <a:off x="2132842" y="3574407"/>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6" name="直線單箭頭接點 175">
            <a:extLst>
              <a:ext uri="{FF2B5EF4-FFF2-40B4-BE49-F238E27FC236}">
                <a16:creationId xmlns:a16="http://schemas.microsoft.com/office/drawing/2014/main" id="{3D87AFC0-0F16-44A1-B44D-55F03D18F461}"/>
              </a:ext>
            </a:extLst>
          </p:cNvPr>
          <p:cNvCxnSpPr/>
          <p:nvPr/>
        </p:nvCxnSpPr>
        <p:spPr>
          <a:xfrm flipH="1">
            <a:off x="2316759" y="575624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直線單箭頭接點 176">
            <a:extLst>
              <a:ext uri="{FF2B5EF4-FFF2-40B4-BE49-F238E27FC236}">
                <a16:creationId xmlns:a16="http://schemas.microsoft.com/office/drawing/2014/main" id="{9A9CFE85-29AA-485A-9DAD-1010E46C8AEA}"/>
              </a:ext>
            </a:extLst>
          </p:cNvPr>
          <p:cNvCxnSpPr/>
          <p:nvPr/>
        </p:nvCxnSpPr>
        <p:spPr>
          <a:xfrm flipH="1">
            <a:off x="3273104"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直線單箭頭接點 177">
            <a:extLst>
              <a:ext uri="{FF2B5EF4-FFF2-40B4-BE49-F238E27FC236}">
                <a16:creationId xmlns:a16="http://schemas.microsoft.com/office/drawing/2014/main" id="{83993DD0-1741-4CC7-ADFA-65ADF761125C}"/>
              </a:ext>
            </a:extLst>
          </p:cNvPr>
          <p:cNvCxnSpPr>
            <a:cxnSpLocks/>
          </p:cNvCxnSpPr>
          <p:nvPr/>
        </p:nvCxnSpPr>
        <p:spPr>
          <a:xfrm flipH="1">
            <a:off x="4229448"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9" name="橢圓 178">
            <a:extLst>
              <a:ext uri="{FF2B5EF4-FFF2-40B4-BE49-F238E27FC236}">
                <a16:creationId xmlns:a16="http://schemas.microsoft.com/office/drawing/2014/main" id="{BD7EF726-CA91-4A9E-902C-F2A1E505D58F}"/>
              </a:ext>
            </a:extLst>
          </p:cNvPr>
          <p:cNvSpPr/>
          <p:nvPr/>
        </p:nvSpPr>
        <p:spPr>
          <a:xfrm>
            <a:off x="2136395" y="625120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0" name="直線單箭頭接點 179">
            <a:extLst>
              <a:ext uri="{FF2B5EF4-FFF2-40B4-BE49-F238E27FC236}">
                <a16:creationId xmlns:a16="http://schemas.microsoft.com/office/drawing/2014/main" id="{E19543A0-0DB9-4CBD-81B8-3BD61C88E6AF}"/>
              </a:ext>
            </a:extLst>
          </p:cNvPr>
          <p:cNvCxnSpPr>
            <a:stCxn id="179" idx="6"/>
          </p:cNvCxnSpPr>
          <p:nvPr/>
        </p:nvCxnSpPr>
        <p:spPr>
          <a:xfrm flipV="1">
            <a:off x="2530678" y="6444147"/>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95C8C9E4-4941-4CB1-92F1-30F5A0D28746}"/>
              </a:ext>
            </a:extLst>
          </p:cNvPr>
          <p:cNvSpPr/>
          <p:nvPr/>
        </p:nvSpPr>
        <p:spPr>
          <a:xfrm>
            <a:off x="3096934"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919CDE80-5238-4B9F-A9FB-89938E8DBBC9}"/>
              </a:ext>
            </a:extLst>
          </p:cNvPr>
          <p:cNvCxnSpPr>
            <a:stCxn id="181" idx="6"/>
          </p:cNvCxnSpPr>
          <p:nvPr/>
        </p:nvCxnSpPr>
        <p:spPr>
          <a:xfrm flipV="1">
            <a:off x="3491217" y="64525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橢圓 182">
            <a:extLst>
              <a:ext uri="{FF2B5EF4-FFF2-40B4-BE49-F238E27FC236}">
                <a16:creationId xmlns:a16="http://schemas.microsoft.com/office/drawing/2014/main" id="{E3F2CC7B-801D-4C3A-8E65-9CFBA00997AD}"/>
              </a:ext>
            </a:extLst>
          </p:cNvPr>
          <p:cNvSpPr/>
          <p:nvPr/>
        </p:nvSpPr>
        <p:spPr>
          <a:xfrm>
            <a:off x="4053279"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4" name="直線單箭頭接點 183">
            <a:extLst>
              <a:ext uri="{FF2B5EF4-FFF2-40B4-BE49-F238E27FC236}">
                <a16:creationId xmlns:a16="http://schemas.microsoft.com/office/drawing/2014/main" id="{1AE14722-BC5B-4225-A9FA-263D2569C5F4}"/>
              </a:ext>
            </a:extLst>
          </p:cNvPr>
          <p:cNvCxnSpPr/>
          <p:nvPr/>
        </p:nvCxnSpPr>
        <p:spPr>
          <a:xfrm>
            <a:off x="2458125" y="5716399"/>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直線單箭頭接點 184">
            <a:extLst>
              <a:ext uri="{FF2B5EF4-FFF2-40B4-BE49-F238E27FC236}">
                <a16:creationId xmlns:a16="http://schemas.microsoft.com/office/drawing/2014/main" id="{80D82067-2FE5-46FD-A066-19F4F7975A74}"/>
              </a:ext>
            </a:extLst>
          </p:cNvPr>
          <p:cNvCxnSpPr/>
          <p:nvPr/>
        </p:nvCxnSpPr>
        <p:spPr>
          <a:xfrm>
            <a:off x="3434457" y="570060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文字方塊 185">
            <a:extLst>
              <a:ext uri="{FF2B5EF4-FFF2-40B4-BE49-F238E27FC236}">
                <a16:creationId xmlns:a16="http://schemas.microsoft.com/office/drawing/2014/main" id="{17991355-9D92-44BD-9A31-57B158FEF5B7}"/>
              </a:ext>
            </a:extLst>
          </p:cNvPr>
          <p:cNvSpPr txBox="1"/>
          <p:nvPr/>
        </p:nvSpPr>
        <p:spPr>
          <a:xfrm>
            <a:off x="2677351" y="5700607"/>
            <a:ext cx="390088" cy="369332"/>
          </a:xfrm>
          <a:prstGeom prst="rect">
            <a:avLst/>
          </a:prstGeom>
          <a:noFill/>
        </p:spPr>
        <p:txBody>
          <a:bodyPr wrap="square" rtlCol="0">
            <a:spAutoFit/>
          </a:bodyPr>
          <a:lstStyle/>
          <a:p>
            <a:r>
              <a:rPr lang="en-US" altLang="zh-TW" dirty="0"/>
              <a:t>1</a:t>
            </a:r>
            <a:endParaRPr lang="zh-TW" altLang="en-US" dirty="0"/>
          </a:p>
        </p:txBody>
      </p:sp>
      <p:sp>
        <p:nvSpPr>
          <p:cNvPr id="187" name="文字方塊 186">
            <a:extLst>
              <a:ext uri="{FF2B5EF4-FFF2-40B4-BE49-F238E27FC236}">
                <a16:creationId xmlns:a16="http://schemas.microsoft.com/office/drawing/2014/main" id="{DC3ACF24-F699-4B5A-AD95-29AAAE1DB3B8}"/>
              </a:ext>
            </a:extLst>
          </p:cNvPr>
          <p:cNvSpPr txBox="1"/>
          <p:nvPr/>
        </p:nvSpPr>
        <p:spPr>
          <a:xfrm>
            <a:off x="3663191" y="5700607"/>
            <a:ext cx="390088" cy="369332"/>
          </a:xfrm>
          <a:prstGeom prst="rect">
            <a:avLst/>
          </a:prstGeom>
          <a:noFill/>
        </p:spPr>
        <p:txBody>
          <a:bodyPr wrap="square" rtlCol="0">
            <a:spAutoFit/>
          </a:bodyPr>
          <a:lstStyle/>
          <a:p>
            <a:r>
              <a:rPr lang="en-US" altLang="zh-TW" dirty="0"/>
              <a:t>0</a:t>
            </a:r>
            <a:endParaRPr lang="zh-TW" altLang="en-US" dirty="0"/>
          </a:p>
        </p:txBody>
      </p:sp>
      <p:cxnSp>
        <p:nvCxnSpPr>
          <p:cNvPr id="188" name="直線單箭頭接點 187">
            <a:extLst>
              <a:ext uri="{FF2B5EF4-FFF2-40B4-BE49-F238E27FC236}">
                <a16:creationId xmlns:a16="http://schemas.microsoft.com/office/drawing/2014/main" id="{29A8EFD6-F62F-4006-A930-849B5B7D4B19}"/>
              </a:ext>
            </a:extLst>
          </p:cNvPr>
          <p:cNvCxnSpPr/>
          <p:nvPr/>
        </p:nvCxnSpPr>
        <p:spPr>
          <a:xfrm flipH="1">
            <a:off x="5162027" y="577442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直線單箭頭接點 188">
            <a:extLst>
              <a:ext uri="{FF2B5EF4-FFF2-40B4-BE49-F238E27FC236}">
                <a16:creationId xmlns:a16="http://schemas.microsoft.com/office/drawing/2014/main" id="{5963C06E-8D73-4A68-867B-DC729958B016}"/>
              </a:ext>
            </a:extLst>
          </p:cNvPr>
          <p:cNvCxnSpPr>
            <a:cxnSpLocks/>
          </p:cNvCxnSpPr>
          <p:nvPr/>
        </p:nvCxnSpPr>
        <p:spPr>
          <a:xfrm flipV="1">
            <a:off x="4419601" y="645393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橢圓 189">
            <a:extLst>
              <a:ext uri="{FF2B5EF4-FFF2-40B4-BE49-F238E27FC236}">
                <a16:creationId xmlns:a16="http://schemas.microsoft.com/office/drawing/2014/main" id="{A917C70C-1C40-4DED-93CA-7F985768AA5B}"/>
              </a:ext>
            </a:extLst>
          </p:cNvPr>
          <p:cNvSpPr/>
          <p:nvPr/>
        </p:nvSpPr>
        <p:spPr>
          <a:xfrm>
            <a:off x="4985857" y="626937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1" name="直線單箭頭接點 190">
            <a:extLst>
              <a:ext uri="{FF2B5EF4-FFF2-40B4-BE49-F238E27FC236}">
                <a16:creationId xmlns:a16="http://schemas.microsoft.com/office/drawing/2014/main" id="{87B3C0DC-1BEB-468B-8E21-96B06F27352C}"/>
              </a:ext>
            </a:extLst>
          </p:cNvPr>
          <p:cNvCxnSpPr/>
          <p:nvPr/>
        </p:nvCxnSpPr>
        <p:spPr>
          <a:xfrm>
            <a:off x="4347048" y="57261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2" name="文字方塊 191">
            <a:extLst>
              <a:ext uri="{FF2B5EF4-FFF2-40B4-BE49-F238E27FC236}">
                <a16:creationId xmlns:a16="http://schemas.microsoft.com/office/drawing/2014/main" id="{D8EDF434-CC6B-4F30-A0D3-1ECB82B2D4F0}"/>
              </a:ext>
            </a:extLst>
          </p:cNvPr>
          <p:cNvSpPr txBox="1"/>
          <p:nvPr/>
        </p:nvSpPr>
        <p:spPr>
          <a:xfrm>
            <a:off x="4566274" y="5710394"/>
            <a:ext cx="390088" cy="369332"/>
          </a:xfrm>
          <a:prstGeom prst="rect">
            <a:avLst/>
          </a:prstGeom>
          <a:noFill/>
        </p:spPr>
        <p:txBody>
          <a:bodyPr wrap="square" rtlCol="0">
            <a:spAutoFit/>
          </a:bodyPr>
          <a:lstStyle/>
          <a:p>
            <a:r>
              <a:rPr lang="en-US" altLang="zh-TW" dirty="0"/>
              <a:t>0</a:t>
            </a:r>
            <a:endParaRPr lang="zh-TW" altLang="en-US" dirty="0"/>
          </a:p>
        </p:txBody>
      </p:sp>
      <p:sp>
        <p:nvSpPr>
          <p:cNvPr id="59" name="橢圓 58">
            <a:extLst>
              <a:ext uri="{FF2B5EF4-FFF2-40B4-BE49-F238E27FC236}">
                <a16:creationId xmlns:a16="http://schemas.microsoft.com/office/drawing/2014/main" id="{45708A20-DB5A-45DE-AF84-3B5FD3895D97}"/>
              </a:ext>
            </a:extLst>
          </p:cNvPr>
          <p:cNvSpPr/>
          <p:nvPr/>
        </p:nvSpPr>
        <p:spPr>
          <a:xfrm>
            <a:off x="4053278" y="4475819"/>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0" name="橢圓 59">
            <a:extLst>
              <a:ext uri="{FF2B5EF4-FFF2-40B4-BE49-F238E27FC236}">
                <a16:creationId xmlns:a16="http://schemas.microsoft.com/office/drawing/2014/main" id="{35EE9C5C-2FFC-4D18-8B0C-D39740829170}"/>
              </a:ext>
            </a:extLst>
          </p:cNvPr>
          <p:cNvSpPr/>
          <p:nvPr/>
        </p:nvSpPr>
        <p:spPr>
          <a:xfrm>
            <a:off x="4972441" y="4491773"/>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DFD79DFA-F30A-42C7-B17D-8DD264E4EE33}"/>
              </a:ext>
            </a:extLst>
          </p:cNvPr>
          <p:cNvSpPr/>
          <p:nvPr/>
        </p:nvSpPr>
        <p:spPr>
          <a:xfrm>
            <a:off x="4984175" y="3600012"/>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aphicFrame>
        <p:nvGraphicFramePr>
          <p:cNvPr id="5" name="表格 98">
            <a:extLst>
              <a:ext uri="{FF2B5EF4-FFF2-40B4-BE49-F238E27FC236}">
                <a16:creationId xmlns:a16="http://schemas.microsoft.com/office/drawing/2014/main" id="{13059CCC-9313-482C-AFE0-84EE71BA050E}"/>
              </a:ext>
            </a:extLst>
          </p:cNvPr>
          <p:cNvGraphicFramePr>
            <a:graphicFrameLocks noGrp="1"/>
          </p:cNvGraphicFramePr>
          <p:nvPr>
            <p:extLst>
              <p:ext uri="{D42A27DB-BD31-4B8C-83A1-F6EECF244321}">
                <p14:modId xmlns:p14="http://schemas.microsoft.com/office/powerpoint/2010/main" val="3721189578"/>
              </p:ext>
            </p:extLst>
          </p:nvPr>
        </p:nvGraphicFramePr>
        <p:xfrm>
          <a:off x="6295656" y="3794209"/>
          <a:ext cx="4187500" cy="2830404"/>
        </p:xfrm>
        <a:graphic>
          <a:graphicData uri="http://schemas.openxmlformats.org/drawingml/2006/table">
            <a:tbl>
              <a:tblPr firstRow="1" bandRow="1">
                <a:tableStyleId>{5940675A-B579-460E-94D1-54222C63F5DA}</a:tableStyleId>
              </a:tblPr>
              <a:tblGrid>
                <a:gridCol w="836093">
                  <a:extLst>
                    <a:ext uri="{9D8B030D-6E8A-4147-A177-3AD203B41FA5}">
                      <a16:colId xmlns:a16="http://schemas.microsoft.com/office/drawing/2014/main" val="3508907917"/>
                    </a:ext>
                  </a:extLst>
                </a:gridCol>
                <a:gridCol w="1082180">
                  <a:extLst>
                    <a:ext uri="{9D8B030D-6E8A-4147-A177-3AD203B41FA5}">
                      <a16:colId xmlns:a16="http://schemas.microsoft.com/office/drawing/2014/main" val="525365711"/>
                    </a:ext>
                  </a:extLst>
                </a:gridCol>
                <a:gridCol w="1098958">
                  <a:extLst>
                    <a:ext uri="{9D8B030D-6E8A-4147-A177-3AD203B41FA5}">
                      <a16:colId xmlns:a16="http://schemas.microsoft.com/office/drawing/2014/main" val="3649085933"/>
                    </a:ext>
                  </a:extLst>
                </a:gridCol>
                <a:gridCol w="1170269">
                  <a:extLst>
                    <a:ext uri="{9D8B030D-6E8A-4147-A177-3AD203B41FA5}">
                      <a16:colId xmlns:a16="http://schemas.microsoft.com/office/drawing/2014/main" val="4064579802"/>
                    </a:ext>
                  </a:extLst>
                </a:gridCol>
              </a:tblGrid>
              <a:tr h="547581">
                <a:tc>
                  <a:txBody>
                    <a:bodyPr/>
                    <a:lstStyle/>
                    <a:p>
                      <a:endParaRPr lang="zh-TW" altLang="en-US" dirty="0"/>
                    </a:p>
                  </a:txBody>
                  <a:tcPr/>
                </a:tc>
                <a:tc>
                  <a:txBody>
                    <a:bodyPr/>
                    <a:lstStyle/>
                    <a:p>
                      <a:r>
                        <a:rPr lang="en-US" altLang="zh-TW" sz="1800" dirty="0"/>
                        <a:t>Opt</a:t>
                      </a:r>
                      <a:r>
                        <a:rPr lang="en-US" altLang="zh-TW" sz="1800" baseline="-25000" dirty="0"/>
                        <a:t>1</a:t>
                      </a:r>
                      <a:r>
                        <a:rPr lang="en-US" altLang="zh-TW" sz="1800" baseline="0" dirty="0"/>
                        <a:t>(k,2)</a:t>
                      </a:r>
                      <a:endParaRPr lang="zh-TW" altLang="en-US" sz="18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Opt</a:t>
                      </a:r>
                      <a:r>
                        <a:rPr lang="en-US" altLang="zh-TW" sz="1800" baseline="-25000" dirty="0"/>
                        <a:t>1</a:t>
                      </a:r>
                      <a:r>
                        <a:rPr lang="en-US" altLang="zh-TW" sz="1800" baseline="0" dirty="0"/>
                        <a:t>(k,3)</a:t>
                      </a:r>
                      <a:endParaRPr lang="zh-TW" altLang="en-US" sz="1800" baseline="0" dirty="0"/>
                    </a:p>
                  </a:txBody>
                  <a:tcPr/>
                </a:tc>
                <a:tc>
                  <a:txBody>
                    <a:bodyPr/>
                    <a:lstStyle/>
                    <a:p>
                      <a:r>
                        <a:rPr lang="en-US" altLang="zh-TW" dirty="0"/>
                        <a:t>DiffC</a:t>
                      </a:r>
                      <a:r>
                        <a:rPr lang="en-US" altLang="zh-TW" baseline="-25000" dirty="0"/>
                        <a:t>1,2</a:t>
                      </a:r>
                      <a:r>
                        <a:rPr lang="en-US" altLang="zh-TW" dirty="0"/>
                        <a:t>(k)</a:t>
                      </a:r>
                      <a:endParaRPr lang="zh-TW" altLang="en-US" dirty="0"/>
                    </a:p>
                  </a:txBody>
                  <a:tcPr/>
                </a:tc>
                <a:extLst>
                  <a:ext uri="{0D108BD9-81ED-4DB2-BD59-A6C34878D82A}">
                    <a16:rowId xmlns:a16="http://schemas.microsoft.com/office/drawing/2014/main" val="2869843750"/>
                  </a:ext>
                </a:extLst>
              </a:tr>
              <a:tr h="547581">
                <a:tc>
                  <a:txBody>
                    <a:bodyPr/>
                    <a:lstStyle/>
                    <a:p>
                      <a:r>
                        <a:rPr lang="en-US" altLang="zh-TW" dirty="0"/>
                        <a:t>k=0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667615739"/>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105320355"/>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k=2</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4130303997"/>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(k&gt;j)</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19948033"/>
                  </a:ext>
                </a:extLst>
              </a:tr>
            </a:tbl>
          </a:graphicData>
        </a:graphic>
      </p:graphicFrame>
      <p:sp>
        <p:nvSpPr>
          <p:cNvPr id="7" name="橢圓 6">
            <a:extLst>
              <a:ext uri="{FF2B5EF4-FFF2-40B4-BE49-F238E27FC236}">
                <a16:creationId xmlns:a16="http://schemas.microsoft.com/office/drawing/2014/main" id="{07594762-D164-42A8-A582-8CF90DD9AF8D}"/>
              </a:ext>
            </a:extLst>
          </p:cNvPr>
          <p:cNvSpPr/>
          <p:nvPr/>
        </p:nvSpPr>
        <p:spPr>
          <a:xfrm>
            <a:off x="9219199" y="4909657"/>
            <a:ext cx="507685" cy="30530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 name="直線單箭頭接點 83">
            <a:extLst>
              <a:ext uri="{FF2B5EF4-FFF2-40B4-BE49-F238E27FC236}">
                <a16:creationId xmlns:a16="http://schemas.microsoft.com/office/drawing/2014/main" id="{6FD50CE8-F884-45C6-A16F-E237E83D9BB1}"/>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a:extLst>
              <a:ext uri="{FF2B5EF4-FFF2-40B4-BE49-F238E27FC236}">
                <a16:creationId xmlns:a16="http://schemas.microsoft.com/office/drawing/2014/main" id="{7F2FDD56-5116-4897-9FD7-98FD02EFF3CE}"/>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B79EEB3E-A93F-456A-B1D6-11EB75C038F4}"/>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87" name="文字方塊 86">
            <a:extLst>
              <a:ext uri="{FF2B5EF4-FFF2-40B4-BE49-F238E27FC236}">
                <a16:creationId xmlns:a16="http://schemas.microsoft.com/office/drawing/2014/main" id="{C63A1F99-36E0-4F41-8DFA-E7112359EC8C}"/>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
        <p:nvSpPr>
          <p:cNvPr id="9" name="文字方塊 8">
            <a:extLst>
              <a:ext uri="{FF2B5EF4-FFF2-40B4-BE49-F238E27FC236}">
                <a16:creationId xmlns:a16="http://schemas.microsoft.com/office/drawing/2014/main" id="{57270E4B-55EA-48CC-B3AB-6AF2EF867CED}"/>
              </a:ext>
            </a:extLst>
          </p:cNvPr>
          <p:cNvSpPr txBox="1"/>
          <p:nvPr/>
        </p:nvSpPr>
        <p:spPr>
          <a:xfrm>
            <a:off x="10483156" y="4960553"/>
            <a:ext cx="1291905" cy="461665"/>
          </a:xfrm>
          <a:prstGeom prst="rect">
            <a:avLst/>
          </a:prstGeom>
          <a:noFill/>
        </p:spPr>
        <p:txBody>
          <a:bodyPr wrap="square" rtlCol="0">
            <a:spAutoFit/>
          </a:bodyPr>
          <a:lstStyle/>
          <a:p>
            <a:r>
              <a:rPr lang="en-US" altLang="zh-TW" sz="2400" dirty="0"/>
              <a:t>SC</a:t>
            </a:r>
            <a:r>
              <a:rPr lang="en-US" altLang="zh-TW" sz="2400" baseline="-25000" dirty="0"/>
              <a:t>1,2</a:t>
            </a:r>
            <a:r>
              <a:rPr lang="en-US" altLang="zh-TW" sz="2400" dirty="0"/>
              <a:t>= 1</a:t>
            </a:r>
            <a:endParaRPr lang="zh-TW" altLang="en-US" sz="2400" dirty="0"/>
          </a:p>
        </p:txBody>
      </p:sp>
      <p:sp>
        <p:nvSpPr>
          <p:cNvPr id="82" name="標題 1">
            <a:extLst>
              <a:ext uri="{FF2B5EF4-FFF2-40B4-BE49-F238E27FC236}">
                <a16:creationId xmlns:a16="http://schemas.microsoft.com/office/drawing/2014/main" id="{67EEE85B-EEF6-4876-9D6C-AB22B2EAAAAD}"/>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2" name="文字方塊 1">
            <a:extLst>
              <a:ext uri="{FF2B5EF4-FFF2-40B4-BE49-F238E27FC236}">
                <a16:creationId xmlns:a16="http://schemas.microsoft.com/office/drawing/2014/main" id="{B28E83E2-D3A2-4F49-A93F-42BA14542EB9}"/>
              </a:ext>
            </a:extLst>
          </p:cNvPr>
          <p:cNvSpPr txBox="1"/>
          <p:nvPr/>
        </p:nvSpPr>
        <p:spPr>
          <a:xfrm>
            <a:off x="9357280" y="5995415"/>
            <a:ext cx="517961"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47644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表格 98">
            <a:extLst>
              <a:ext uri="{FF2B5EF4-FFF2-40B4-BE49-F238E27FC236}">
                <a16:creationId xmlns:a16="http://schemas.microsoft.com/office/drawing/2014/main" id="{F3D5149C-2CDA-4EF9-B39E-A105323565C2}"/>
              </a:ext>
            </a:extLst>
          </p:cNvPr>
          <p:cNvGraphicFramePr>
            <a:graphicFrameLocks noGrp="1"/>
          </p:cNvGraphicFramePr>
          <p:nvPr>
            <p:extLst>
              <p:ext uri="{D42A27DB-BD31-4B8C-83A1-F6EECF244321}">
                <p14:modId xmlns:p14="http://schemas.microsoft.com/office/powerpoint/2010/main" val="1622513709"/>
              </p:ext>
            </p:extLst>
          </p:nvPr>
        </p:nvGraphicFramePr>
        <p:xfrm>
          <a:off x="6299373" y="3796832"/>
          <a:ext cx="4187500" cy="2830404"/>
        </p:xfrm>
        <a:graphic>
          <a:graphicData uri="http://schemas.openxmlformats.org/drawingml/2006/table">
            <a:tbl>
              <a:tblPr firstRow="1" bandRow="1">
                <a:tableStyleId>{5940675A-B579-460E-94D1-54222C63F5DA}</a:tableStyleId>
              </a:tblPr>
              <a:tblGrid>
                <a:gridCol w="836093">
                  <a:extLst>
                    <a:ext uri="{9D8B030D-6E8A-4147-A177-3AD203B41FA5}">
                      <a16:colId xmlns:a16="http://schemas.microsoft.com/office/drawing/2014/main" val="3508907917"/>
                    </a:ext>
                  </a:extLst>
                </a:gridCol>
                <a:gridCol w="1082180">
                  <a:extLst>
                    <a:ext uri="{9D8B030D-6E8A-4147-A177-3AD203B41FA5}">
                      <a16:colId xmlns:a16="http://schemas.microsoft.com/office/drawing/2014/main" val="525365711"/>
                    </a:ext>
                  </a:extLst>
                </a:gridCol>
                <a:gridCol w="1098958">
                  <a:extLst>
                    <a:ext uri="{9D8B030D-6E8A-4147-A177-3AD203B41FA5}">
                      <a16:colId xmlns:a16="http://schemas.microsoft.com/office/drawing/2014/main" val="3649085933"/>
                    </a:ext>
                  </a:extLst>
                </a:gridCol>
                <a:gridCol w="1170269">
                  <a:extLst>
                    <a:ext uri="{9D8B030D-6E8A-4147-A177-3AD203B41FA5}">
                      <a16:colId xmlns:a16="http://schemas.microsoft.com/office/drawing/2014/main" val="4064579802"/>
                    </a:ext>
                  </a:extLst>
                </a:gridCol>
              </a:tblGrid>
              <a:tr h="547581">
                <a:tc>
                  <a:txBody>
                    <a:bodyPr/>
                    <a:lstStyle/>
                    <a:p>
                      <a:endParaRPr lang="zh-TW" altLang="en-US" dirty="0"/>
                    </a:p>
                  </a:txBody>
                  <a:tcPr/>
                </a:tc>
                <a:tc>
                  <a:txBody>
                    <a:bodyPr/>
                    <a:lstStyle/>
                    <a:p>
                      <a:r>
                        <a:rPr lang="en-US" altLang="zh-TW" sz="1800" dirty="0"/>
                        <a:t>Opt</a:t>
                      </a:r>
                      <a:r>
                        <a:rPr lang="en-US" altLang="zh-TW" sz="1800" baseline="-25000" dirty="0"/>
                        <a:t>1</a:t>
                      </a:r>
                      <a:r>
                        <a:rPr lang="en-US" altLang="zh-TW" sz="1800" baseline="0" dirty="0"/>
                        <a:t>(k,2)</a:t>
                      </a:r>
                      <a:endParaRPr lang="zh-TW" altLang="en-US" sz="18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Opt</a:t>
                      </a:r>
                      <a:r>
                        <a:rPr lang="en-US" altLang="zh-TW" sz="1800" baseline="-25000" dirty="0"/>
                        <a:t>2</a:t>
                      </a:r>
                      <a:r>
                        <a:rPr lang="en-US" altLang="zh-TW" sz="1800" baseline="0" dirty="0"/>
                        <a:t>(k,2)</a:t>
                      </a:r>
                      <a:endParaRPr lang="zh-TW" altLang="en-US" sz="1800" baseline="0" dirty="0"/>
                    </a:p>
                  </a:txBody>
                  <a:tcPr/>
                </a:tc>
                <a:tc>
                  <a:txBody>
                    <a:bodyPr/>
                    <a:lstStyle/>
                    <a:p>
                      <a:r>
                        <a:rPr lang="en-US" altLang="zh-TW" dirty="0"/>
                        <a:t>DiffR</a:t>
                      </a:r>
                      <a:r>
                        <a:rPr lang="en-US" altLang="zh-TW" baseline="-25000" dirty="0"/>
                        <a:t>1,2</a:t>
                      </a:r>
                      <a:r>
                        <a:rPr lang="en-US" altLang="zh-TW" dirty="0"/>
                        <a:t>(k)</a:t>
                      </a:r>
                      <a:endParaRPr lang="zh-TW" altLang="en-US" dirty="0"/>
                    </a:p>
                  </a:txBody>
                  <a:tcPr/>
                </a:tc>
                <a:extLst>
                  <a:ext uri="{0D108BD9-81ED-4DB2-BD59-A6C34878D82A}">
                    <a16:rowId xmlns:a16="http://schemas.microsoft.com/office/drawing/2014/main" val="2869843750"/>
                  </a:ext>
                </a:extLst>
              </a:tr>
              <a:tr h="547581">
                <a:tc>
                  <a:txBody>
                    <a:bodyPr/>
                    <a:lstStyle/>
                    <a:p>
                      <a:r>
                        <a:rPr lang="en-US" altLang="zh-TW" dirty="0"/>
                        <a:t>k=0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667615739"/>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105320355"/>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k=2</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4130303997"/>
                  </a:ext>
                </a:extLst>
              </a:tr>
              <a:tr h="547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(k&gt;j)</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19948033"/>
                  </a:ext>
                </a:extLst>
              </a:tr>
            </a:tbl>
          </a:graphicData>
        </a:graphic>
      </p:graphicFrame>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156966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err="1"/>
                  <a:t>DiffR</a:t>
                </a:r>
                <a:r>
                  <a:rPr lang="en-US" altLang="zh-TW" sz="2400" baseline="-25000" dirty="0" err="1"/>
                  <a:t>i,j</a:t>
                </a:r>
                <a:r>
                  <a:rPr lang="en-US" altLang="zh-TW" sz="2400" dirty="0"/>
                  <a:t>(k) = Opt</a:t>
                </a:r>
                <a:r>
                  <a:rPr lang="en-US" altLang="zh-TW" sz="2400" baseline="-25000" dirty="0"/>
                  <a:t>i+1</a:t>
                </a:r>
                <a:r>
                  <a:rPr lang="en-US" altLang="zh-TW" sz="2400" dirty="0"/>
                  <a:t>(k, j) − Opt</a:t>
                </a:r>
                <a:r>
                  <a:rPr lang="en-US" altLang="zh-TW" sz="2400" baseline="-25000" dirty="0"/>
                  <a:t>i</a:t>
                </a:r>
                <a:r>
                  <a:rPr lang="en-US" altLang="zh-TW" sz="2400" dirty="0"/>
                  <a:t>(k, j), </a:t>
                </a:r>
                <a14:m>
                  <m:oMath xmlns:m="http://schemas.openxmlformats.org/officeDocument/2006/math">
                    <m:r>
                      <a:rPr lang="en-US" altLang="zh-TW" sz="2400" b="0" i="0" smtClean="0">
                        <a:latin typeface="Cambria Math" panose="02040503050406030204" pitchFamily="18" charset="0"/>
                      </a:rPr>
                      <m:t>0</m:t>
                    </m:r>
                    <m:r>
                      <a:rPr lang="pl-PL" altLang="zh-TW" sz="2400" smtClean="0">
                        <a:latin typeface="Cambria Math" panose="02040503050406030204" pitchFamily="18" charset="0"/>
                      </a:rPr>
                      <m:t>≤</m:t>
                    </m:r>
                    <m:r>
                      <a:rPr lang="pl-PL" altLang="zh-TW" sz="2400" i="1" smtClean="0">
                        <a:latin typeface="Cambria Math" panose="02040503050406030204" pitchFamily="18" charset="0"/>
                      </a:rPr>
                      <m:t> </m:t>
                    </m:r>
                  </m:oMath>
                </a14:m>
                <a:r>
                  <a:rPr lang="en-US" altLang="zh-TW" sz="2400" dirty="0"/>
                  <a:t>k </a:t>
                </a:r>
                <a14:m>
                  <m:oMath xmlns:m="http://schemas.openxmlformats.org/officeDocument/2006/math">
                    <m:r>
                      <a:rPr lang="pl-PL" altLang="zh-TW" sz="2400" smtClean="0">
                        <a:latin typeface="Cambria Math" panose="02040503050406030204" pitchFamily="18" charset="0"/>
                      </a:rPr>
                      <m:t>≤</m:t>
                    </m:r>
                    <m:r>
                      <m:rPr>
                        <m:sty m:val="p"/>
                      </m:rPr>
                      <a:rPr lang="en-US" altLang="zh-TW" sz="2400" b="0" i="0" smtClean="0">
                        <a:latin typeface="Cambria Math" panose="02040503050406030204" pitchFamily="18" charset="0"/>
                      </a:rPr>
                      <m:t>j</m:t>
                    </m:r>
                  </m:oMath>
                </a14:m>
                <a:r>
                  <a:rPr lang="pl-PL" altLang="zh-TW" sz="2400" dirty="0"/>
                  <a:t> </a:t>
                </a:r>
                <a:endParaRPr lang="en-US" altLang="zh-TW" sz="2400" dirty="0"/>
              </a:p>
              <a:p>
                <a:r>
                  <a:rPr lang="en-US" altLang="zh-TW" sz="2400" dirty="0"/>
                  <a:t>     </a:t>
                </a:r>
                <a:r>
                  <a:rPr lang="en-US" altLang="zh-TW" sz="2400" dirty="0" err="1"/>
                  <a:t>DiffR</a:t>
                </a:r>
                <a:r>
                  <a:rPr lang="en-US" altLang="zh-TW" sz="2400" baseline="-25000" dirty="0" err="1"/>
                  <a:t>i,j</a:t>
                </a:r>
                <a:r>
                  <a:rPr lang="en-US" altLang="zh-TW" sz="2400" dirty="0"/>
                  <a:t>(k) = 0 ,k&gt;j</a:t>
                </a:r>
              </a:p>
              <a:p>
                <a:endParaRPr lang="en-US" altLang="zh-TW" sz="2400" dirty="0"/>
              </a:p>
              <a:p>
                <a:pPr marL="342900" indent="-342900">
                  <a:buFont typeface="Arial" panose="020B0604020202020204" pitchFamily="34" charset="0"/>
                  <a:buChar char="•"/>
                </a:pPr>
                <a:r>
                  <a:rPr lang="en-US" altLang="zh-TW" sz="2400" dirty="0" err="1"/>
                  <a:t>SR</a:t>
                </a:r>
                <a:r>
                  <a:rPr lang="en-US" altLang="zh-TW" sz="2400" baseline="-25000" dirty="0" err="1"/>
                  <a:t>i,j</a:t>
                </a:r>
                <a:endParaRPr lang="en-US" altLang="zh-TW" sz="2400" dirty="0"/>
              </a:p>
            </p:txBody>
          </p:sp>
        </mc:Choice>
        <mc:Fallback xmlns="">
          <p:sp>
            <p:nvSpPr>
              <p:cNvPr id="3" name="文字方塊 2">
                <a:extLst>
                  <a:ext uri="{FF2B5EF4-FFF2-40B4-BE49-F238E27FC236}">
                    <a16:creationId xmlns:a16="http://schemas.microsoft.com/office/drawing/2014/main" id="{47924614-B3FE-49DB-A43B-C5C6C654484D}"/>
                  </a:ext>
                </a:extLst>
              </p:cNvPr>
              <p:cNvSpPr txBox="1">
                <a:spLocks noRot="1" noChangeAspect="1" noMove="1" noResize="1" noEditPoints="1" noAdjustHandles="1" noChangeArrowheads="1" noChangeShapeType="1" noTextEdit="1"/>
              </p:cNvSpPr>
              <p:nvPr/>
            </p:nvSpPr>
            <p:spPr>
              <a:xfrm>
                <a:off x="838199" y="1526796"/>
                <a:ext cx="10872832" cy="1569660"/>
              </a:xfrm>
              <a:prstGeom prst="rect">
                <a:avLst/>
              </a:prstGeom>
              <a:blipFill>
                <a:blip r:embed="rId2"/>
                <a:stretch>
                  <a:fillRect l="-729" t="-3101" b="-7752"/>
                </a:stretch>
              </a:blipFill>
            </p:spPr>
            <p:txBody>
              <a:bodyPr/>
              <a:lstStyle/>
              <a:p>
                <a:r>
                  <a:rPr lang="zh-TW" altLang="en-US">
                    <a:noFill/>
                  </a:rPr>
                  <a:t> </a:t>
                </a:r>
              </a:p>
            </p:txBody>
          </p:sp>
        </mc:Fallback>
      </mc:AlternateContent>
      <p:sp>
        <p:nvSpPr>
          <p:cNvPr id="134" name="橢圓 133">
            <a:extLst>
              <a:ext uri="{FF2B5EF4-FFF2-40B4-BE49-F238E27FC236}">
                <a16:creationId xmlns:a16="http://schemas.microsoft.com/office/drawing/2014/main" id="{CAD04931-7AE7-4760-800A-D235D6C82534}"/>
              </a:ext>
            </a:extLst>
          </p:cNvPr>
          <p:cNvSpPr/>
          <p:nvPr/>
        </p:nvSpPr>
        <p:spPr>
          <a:xfrm>
            <a:off x="2130803" y="35821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2F23D6DF-3C4D-4050-A8E0-882C6042F26C}"/>
              </a:ext>
            </a:extLst>
          </p:cNvPr>
          <p:cNvCxnSpPr>
            <a:stCxn id="134" idx="6"/>
          </p:cNvCxnSpPr>
          <p:nvPr/>
        </p:nvCxnSpPr>
        <p:spPr>
          <a:xfrm flipV="1">
            <a:off x="2525086" y="377504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83F34E19-BBB9-4E04-8F17-EA1382E09397}"/>
              </a:ext>
            </a:extLst>
          </p:cNvPr>
          <p:cNvCxnSpPr>
            <a:stCxn id="134" idx="4"/>
          </p:cNvCxnSpPr>
          <p:nvPr/>
        </p:nvCxnSpPr>
        <p:spPr>
          <a:xfrm flipH="1">
            <a:off x="2323750" y="397638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3C32C6DD-DBA9-4EA1-9B8D-96CDE5C9D32C}"/>
              </a:ext>
            </a:extLst>
          </p:cNvPr>
          <p:cNvSpPr/>
          <p:nvPr/>
        </p:nvSpPr>
        <p:spPr>
          <a:xfrm>
            <a:off x="3087148" y="35904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6C5061DD-C178-4570-A925-6125831CF988}"/>
              </a:ext>
            </a:extLst>
          </p:cNvPr>
          <p:cNvCxnSpPr>
            <a:stCxn id="137" idx="6"/>
          </p:cNvCxnSpPr>
          <p:nvPr/>
        </p:nvCxnSpPr>
        <p:spPr>
          <a:xfrm flipV="1">
            <a:off x="3481431" y="37834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直線單箭頭接點 138">
            <a:extLst>
              <a:ext uri="{FF2B5EF4-FFF2-40B4-BE49-F238E27FC236}">
                <a16:creationId xmlns:a16="http://schemas.microsoft.com/office/drawing/2014/main" id="{7216A6C0-8575-417E-B1D1-C09C3CFF55B8}"/>
              </a:ext>
            </a:extLst>
          </p:cNvPr>
          <p:cNvCxnSpPr>
            <a:stCxn id="137" idx="4"/>
          </p:cNvCxnSpPr>
          <p:nvPr/>
        </p:nvCxnSpPr>
        <p:spPr>
          <a:xfrm flipH="1">
            <a:off x="3280095" y="39847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0" name="橢圓 139">
            <a:extLst>
              <a:ext uri="{FF2B5EF4-FFF2-40B4-BE49-F238E27FC236}">
                <a16:creationId xmlns:a16="http://schemas.microsoft.com/office/drawing/2014/main" id="{2D505F76-1C55-4EDF-AAA8-D45FB3EE0CF7}"/>
              </a:ext>
            </a:extLst>
          </p:cNvPr>
          <p:cNvSpPr/>
          <p:nvPr/>
        </p:nvSpPr>
        <p:spPr>
          <a:xfrm>
            <a:off x="2130803" y="446294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1" name="直線單箭頭接點 140">
            <a:extLst>
              <a:ext uri="{FF2B5EF4-FFF2-40B4-BE49-F238E27FC236}">
                <a16:creationId xmlns:a16="http://schemas.microsoft.com/office/drawing/2014/main" id="{DB3E37F0-6BBD-40A1-9FC5-10798AFFB6D9}"/>
              </a:ext>
            </a:extLst>
          </p:cNvPr>
          <p:cNvCxnSpPr>
            <a:stCxn id="140" idx="6"/>
          </p:cNvCxnSpPr>
          <p:nvPr/>
        </p:nvCxnSpPr>
        <p:spPr>
          <a:xfrm flipV="1">
            <a:off x="2525086" y="465589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直線單箭頭接點 141">
            <a:extLst>
              <a:ext uri="{FF2B5EF4-FFF2-40B4-BE49-F238E27FC236}">
                <a16:creationId xmlns:a16="http://schemas.microsoft.com/office/drawing/2014/main" id="{FF5DB06D-5E56-4958-B3B9-BA0A7841C58B}"/>
              </a:ext>
            </a:extLst>
          </p:cNvPr>
          <p:cNvCxnSpPr>
            <a:stCxn id="140" idx="4"/>
          </p:cNvCxnSpPr>
          <p:nvPr/>
        </p:nvCxnSpPr>
        <p:spPr>
          <a:xfrm flipH="1">
            <a:off x="2323750" y="485722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844C5D9C-FEAD-497F-9008-CCEE737A8FCE}"/>
              </a:ext>
            </a:extLst>
          </p:cNvPr>
          <p:cNvSpPr/>
          <p:nvPr/>
        </p:nvSpPr>
        <p:spPr>
          <a:xfrm>
            <a:off x="3087148"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FFFBF3E3-EDAF-4972-B27D-34F2393CC816}"/>
              </a:ext>
            </a:extLst>
          </p:cNvPr>
          <p:cNvCxnSpPr>
            <a:stCxn id="143" idx="6"/>
          </p:cNvCxnSpPr>
          <p:nvPr/>
        </p:nvCxnSpPr>
        <p:spPr>
          <a:xfrm flipV="1">
            <a:off x="3481431" y="46642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直線單箭頭接點 144">
            <a:extLst>
              <a:ext uri="{FF2B5EF4-FFF2-40B4-BE49-F238E27FC236}">
                <a16:creationId xmlns:a16="http://schemas.microsoft.com/office/drawing/2014/main" id="{C0C34FFF-07EE-46D0-9311-F180680619B8}"/>
              </a:ext>
            </a:extLst>
          </p:cNvPr>
          <p:cNvCxnSpPr>
            <a:stCxn id="143" idx="4"/>
          </p:cNvCxnSpPr>
          <p:nvPr/>
        </p:nvCxnSpPr>
        <p:spPr>
          <a:xfrm flipH="1">
            <a:off x="3280095"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橢圓 145">
            <a:extLst>
              <a:ext uri="{FF2B5EF4-FFF2-40B4-BE49-F238E27FC236}">
                <a16:creationId xmlns:a16="http://schemas.microsoft.com/office/drawing/2014/main" id="{DB7D5C5E-E817-488A-A9F6-8F60E980790F}"/>
              </a:ext>
            </a:extLst>
          </p:cNvPr>
          <p:cNvSpPr/>
          <p:nvPr/>
        </p:nvSpPr>
        <p:spPr>
          <a:xfrm>
            <a:off x="4039298" y="357790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7" name="直線單箭頭接點 146">
            <a:extLst>
              <a:ext uri="{FF2B5EF4-FFF2-40B4-BE49-F238E27FC236}">
                <a16:creationId xmlns:a16="http://schemas.microsoft.com/office/drawing/2014/main" id="{6144B16B-AB9E-40A4-8037-27414CECB3E0}"/>
              </a:ext>
            </a:extLst>
          </p:cNvPr>
          <p:cNvCxnSpPr>
            <a:cxnSpLocks/>
            <a:stCxn id="146" idx="4"/>
          </p:cNvCxnSpPr>
          <p:nvPr/>
        </p:nvCxnSpPr>
        <p:spPr>
          <a:xfrm flipH="1">
            <a:off x="4232245" y="3972189"/>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8" name="橢圓 147">
            <a:extLst>
              <a:ext uri="{FF2B5EF4-FFF2-40B4-BE49-F238E27FC236}">
                <a16:creationId xmlns:a16="http://schemas.microsoft.com/office/drawing/2014/main" id="{011C8FA3-80AF-40DC-962C-E102289065F7}"/>
              </a:ext>
            </a:extLst>
          </p:cNvPr>
          <p:cNvSpPr/>
          <p:nvPr/>
        </p:nvSpPr>
        <p:spPr>
          <a:xfrm>
            <a:off x="4043492" y="447133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9" name="直線單箭頭接點 148">
            <a:extLst>
              <a:ext uri="{FF2B5EF4-FFF2-40B4-BE49-F238E27FC236}">
                <a16:creationId xmlns:a16="http://schemas.microsoft.com/office/drawing/2014/main" id="{246FE280-9C8E-4A7A-B39D-0F2ECA44C491}"/>
              </a:ext>
            </a:extLst>
          </p:cNvPr>
          <p:cNvCxnSpPr>
            <a:cxnSpLocks/>
            <a:stCxn id="148" idx="4"/>
          </p:cNvCxnSpPr>
          <p:nvPr/>
        </p:nvCxnSpPr>
        <p:spPr>
          <a:xfrm flipH="1">
            <a:off x="4236439" y="4865617"/>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橢圓 149">
            <a:extLst>
              <a:ext uri="{FF2B5EF4-FFF2-40B4-BE49-F238E27FC236}">
                <a16:creationId xmlns:a16="http://schemas.microsoft.com/office/drawing/2014/main" id="{225C13FB-FA9E-4B2C-9DD3-5DDD859A4002}"/>
              </a:ext>
            </a:extLst>
          </p:cNvPr>
          <p:cNvSpPr/>
          <p:nvPr/>
        </p:nvSpPr>
        <p:spPr>
          <a:xfrm>
            <a:off x="2143386" y="5352180"/>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1" name="直線單箭頭接點 150">
            <a:extLst>
              <a:ext uri="{FF2B5EF4-FFF2-40B4-BE49-F238E27FC236}">
                <a16:creationId xmlns:a16="http://schemas.microsoft.com/office/drawing/2014/main" id="{C3ADBE65-A4C4-4F4B-8A9E-9827BCE7F368}"/>
              </a:ext>
            </a:extLst>
          </p:cNvPr>
          <p:cNvCxnSpPr>
            <a:stCxn id="150" idx="6"/>
          </p:cNvCxnSpPr>
          <p:nvPr/>
        </p:nvCxnSpPr>
        <p:spPr>
          <a:xfrm flipV="1">
            <a:off x="2537669" y="5545126"/>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2" name="橢圓 151">
            <a:extLst>
              <a:ext uri="{FF2B5EF4-FFF2-40B4-BE49-F238E27FC236}">
                <a16:creationId xmlns:a16="http://schemas.microsoft.com/office/drawing/2014/main" id="{FE5EDF7C-FCD5-47EB-9528-501CC52D25E7}"/>
              </a:ext>
            </a:extLst>
          </p:cNvPr>
          <p:cNvSpPr/>
          <p:nvPr/>
        </p:nvSpPr>
        <p:spPr>
          <a:xfrm>
            <a:off x="3103925"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3" name="直線單箭頭接點 152">
            <a:extLst>
              <a:ext uri="{FF2B5EF4-FFF2-40B4-BE49-F238E27FC236}">
                <a16:creationId xmlns:a16="http://schemas.microsoft.com/office/drawing/2014/main" id="{D9F82BCE-434A-4350-B55E-ACB988896B24}"/>
              </a:ext>
            </a:extLst>
          </p:cNvPr>
          <p:cNvCxnSpPr>
            <a:stCxn id="152" idx="6"/>
          </p:cNvCxnSpPr>
          <p:nvPr/>
        </p:nvCxnSpPr>
        <p:spPr>
          <a:xfrm flipV="1">
            <a:off x="3498208" y="555351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橢圓 153">
            <a:extLst>
              <a:ext uri="{FF2B5EF4-FFF2-40B4-BE49-F238E27FC236}">
                <a16:creationId xmlns:a16="http://schemas.microsoft.com/office/drawing/2014/main" id="{EA8FB268-57CF-4CCA-AACE-75E19171B478}"/>
              </a:ext>
            </a:extLst>
          </p:cNvPr>
          <p:cNvSpPr/>
          <p:nvPr/>
        </p:nvSpPr>
        <p:spPr>
          <a:xfrm>
            <a:off x="4060270" y="536056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5" name="直線單箭頭接點 154">
            <a:extLst>
              <a:ext uri="{FF2B5EF4-FFF2-40B4-BE49-F238E27FC236}">
                <a16:creationId xmlns:a16="http://schemas.microsoft.com/office/drawing/2014/main" id="{CECD9425-2280-491D-8E38-7A1E2FEB372E}"/>
              </a:ext>
            </a:extLst>
          </p:cNvPr>
          <p:cNvCxnSpPr>
            <a:stCxn id="134" idx="5"/>
            <a:endCxn id="143" idx="1"/>
          </p:cNvCxnSpPr>
          <p:nvPr/>
        </p:nvCxnSpPr>
        <p:spPr>
          <a:xfrm>
            <a:off x="2467345" y="391864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直線單箭頭接點 155">
            <a:extLst>
              <a:ext uri="{FF2B5EF4-FFF2-40B4-BE49-F238E27FC236}">
                <a16:creationId xmlns:a16="http://schemas.microsoft.com/office/drawing/2014/main" id="{55A3D8D8-4899-4EE2-AB45-B64D4EE0EEC3}"/>
              </a:ext>
            </a:extLst>
          </p:cNvPr>
          <p:cNvCxnSpPr/>
          <p:nvPr/>
        </p:nvCxnSpPr>
        <p:spPr>
          <a:xfrm>
            <a:off x="3419495" y="388508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651505CE-8237-46FE-A664-031EF46DBA6B}"/>
              </a:ext>
            </a:extLst>
          </p:cNvPr>
          <p:cNvCxnSpPr/>
          <p:nvPr/>
        </p:nvCxnSpPr>
        <p:spPr>
          <a:xfrm>
            <a:off x="2465116" y="4817378"/>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直線單箭頭接點 157">
            <a:extLst>
              <a:ext uri="{FF2B5EF4-FFF2-40B4-BE49-F238E27FC236}">
                <a16:creationId xmlns:a16="http://schemas.microsoft.com/office/drawing/2014/main" id="{F45283B1-43DD-4B1A-9E05-20A360D49DDF}"/>
              </a:ext>
            </a:extLst>
          </p:cNvPr>
          <p:cNvCxnSpPr/>
          <p:nvPr/>
        </p:nvCxnSpPr>
        <p:spPr>
          <a:xfrm>
            <a:off x="3441448" y="48015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9" name="文字方塊 158">
            <a:extLst>
              <a:ext uri="{FF2B5EF4-FFF2-40B4-BE49-F238E27FC236}">
                <a16:creationId xmlns:a16="http://schemas.microsoft.com/office/drawing/2014/main" id="{12DD8C26-10F6-4CEF-8690-457C4434FB27}"/>
              </a:ext>
            </a:extLst>
          </p:cNvPr>
          <p:cNvSpPr txBox="1"/>
          <p:nvPr/>
        </p:nvSpPr>
        <p:spPr>
          <a:xfrm>
            <a:off x="2684342" y="4801586"/>
            <a:ext cx="390088" cy="369332"/>
          </a:xfrm>
          <a:prstGeom prst="rect">
            <a:avLst/>
          </a:prstGeom>
          <a:noFill/>
        </p:spPr>
        <p:txBody>
          <a:bodyPr wrap="square" rtlCol="0">
            <a:spAutoFit/>
          </a:bodyPr>
          <a:lstStyle/>
          <a:p>
            <a:r>
              <a:rPr lang="en-US" altLang="zh-TW" dirty="0"/>
              <a:t>0</a:t>
            </a:r>
            <a:endParaRPr lang="zh-TW" altLang="en-US" dirty="0"/>
          </a:p>
        </p:txBody>
      </p:sp>
      <p:sp>
        <p:nvSpPr>
          <p:cNvPr id="160" name="文字方塊 159">
            <a:extLst>
              <a:ext uri="{FF2B5EF4-FFF2-40B4-BE49-F238E27FC236}">
                <a16:creationId xmlns:a16="http://schemas.microsoft.com/office/drawing/2014/main" id="{3531E027-17CF-459C-9E0D-B9E6CFCCBAE3}"/>
              </a:ext>
            </a:extLst>
          </p:cNvPr>
          <p:cNvSpPr txBox="1"/>
          <p:nvPr/>
        </p:nvSpPr>
        <p:spPr>
          <a:xfrm>
            <a:off x="3670182" y="4801586"/>
            <a:ext cx="390088" cy="369332"/>
          </a:xfrm>
          <a:prstGeom prst="rect">
            <a:avLst/>
          </a:prstGeom>
          <a:noFill/>
        </p:spPr>
        <p:txBody>
          <a:bodyPr wrap="square" rtlCol="0">
            <a:spAutoFit/>
          </a:bodyPr>
          <a:lstStyle/>
          <a:p>
            <a:r>
              <a:rPr lang="en-US" altLang="zh-TW" dirty="0"/>
              <a:t>1</a:t>
            </a:r>
            <a:endParaRPr lang="zh-TW" altLang="en-US" dirty="0"/>
          </a:p>
        </p:txBody>
      </p:sp>
      <p:sp>
        <p:nvSpPr>
          <p:cNvPr id="161" name="文字方塊 160">
            <a:extLst>
              <a:ext uri="{FF2B5EF4-FFF2-40B4-BE49-F238E27FC236}">
                <a16:creationId xmlns:a16="http://schemas.microsoft.com/office/drawing/2014/main" id="{E6730449-B746-4C60-AE7A-5D788B283FC4}"/>
              </a:ext>
            </a:extLst>
          </p:cNvPr>
          <p:cNvSpPr txBox="1"/>
          <p:nvPr/>
        </p:nvSpPr>
        <p:spPr>
          <a:xfrm>
            <a:off x="2704468" y="3917227"/>
            <a:ext cx="390088" cy="369332"/>
          </a:xfrm>
          <a:prstGeom prst="rect">
            <a:avLst/>
          </a:prstGeom>
          <a:noFill/>
        </p:spPr>
        <p:txBody>
          <a:bodyPr wrap="square" rtlCol="0">
            <a:spAutoFit/>
          </a:bodyPr>
          <a:lstStyle/>
          <a:p>
            <a:r>
              <a:rPr lang="en-US" altLang="zh-TW" dirty="0"/>
              <a:t>1</a:t>
            </a:r>
            <a:endParaRPr lang="zh-TW" altLang="en-US" dirty="0"/>
          </a:p>
        </p:txBody>
      </p:sp>
      <p:sp>
        <p:nvSpPr>
          <p:cNvPr id="162" name="文字方塊 161">
            <a:extLst>
              <a:ext uri="{FF2B5EF4-FFF2-40B4-BE49-F238E27FC236}">
                <a16:creationId xmlns:a16="http://schemas.microsoft.com/office/drawing/2014/main" id="{A3EF6457-9CAB-455E-A7E3-E716FE24D459}"/>
              </a:ext>
            </a:extLst>
          </p:cNvPr>
          <p:cNvSpPr txBox="1"/>
          <p:nvPr/>
        </p:nvSpPr>
        <p:spPr>
          <a:xfrm>
            <a:off x="3680178" y="3885088"/>
            <a:ext cx="390088" cy="369332"/>
          </a:xfrm>
          <a:prstGeom prst="rect">
            <a:avLst/>
          </a:prstGeom>
          <a:noFill/>
        </p:spPr>
        <p:txBody>
          <a:bodyPr wrap="square" rtlCol="0">
            <a:spAutoFit/>
          </a:bodyPr>
          <a:lstStyle/>
          <a:p>
            <a:r>
              <a:rPr lang="en-US" altLang="zh-TW" dirty="0"/>
              <a:t>0</a:t>
            </a:r>
            <a:endParaRPr lang="zh-TW" altLang="en-US" dirty="0"/>
          </a:p>
        </p:txBody>
      </p:sp>
      <p:cxnSp>
        <p:nvCxnSpPr>
          <p:cNvPr id="163" name="直線單箭頭接點 162">
            <a:extLst>
              <a:ext uri="{FF2B5EF4-FFF2-40B4-BE49-F238E27FC236}">
                <a16:creationId xmlns:a16="http://schemas.microsoft.com/office/drawing/2014/main" id="{3EC8BAFF-AC28-4893-B72E-24377998B3DC}"/>
              </a:ext>
            </a:extLst>
          </p:cNvPr>
          <p:cNvCxnSpPr>
            <a:cxnSpLocks/>
          </p:cNvCxnSpPr>
          <p:nvPr/>
        </p:nvCxnSpPr>
        <p:spPr>
          <a:xfrm flipV="1">
            <a:off x="4414009" y="37848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橢圓 163">
            <a:extLst>
              <a:ext uri="{FF2B5EF4-FFF2-40B4-BE49-F238E27FC236}">
                <a16:creationId xmlns:a16="http://schemas.microsoft.com/office/drawing/2014/main" id="{B318CEF4-BDD9-4CB5-B72C-EB42FF0F0638}"/>
              </a:ext>
            </a:extLst>
          </p:cNvPr>
          <p:cNvSpPr/>
          <p:nvPr/>
        </p:nvSpPr>
        <p:spPr>
          <a:xfrm>
            <a:off x="4976071" y="360027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5" name="直線單箭頭接點 164">
            <a:extLst>
              <a:ext uri="{FF2B5EF4-FFF2-40B4-BE49-F238E27FC236}">
                <a16:creationId xmlns:a16="http://schemas.microsoft.com/office/drawing/2014/main" id="{670C1FC8-901F-4965-B02B-7215E3B3C3F8}"/>
              </a:ext>
            </a:extLst>
          </p:cNvPr>
          <p:cNvCxnSpPr>
            <a:stCxn id="164" idx="4"/>
          </p:cNvCxnSpPr>
          <p:nvPr/>
        </p:nvCxnSpPr>
        <p:spPr>
          <a:xfrm flipH="1">
            <a:off x="5169018" y="399456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直線單箭頭接點 165">
            <a:extLst>
              <a:ext uri="{FF2B5EF4-FFF2-40B4-BE49-F238E27FC236}">
                <a16:creationId xmlns:a16="http://schemas.microsoft.com/office/drawing/2014/main" id="{F0B91B92-560C-4816-84C1-7888ACA7A634}"/>
              </a:ext>
            </a:extLst>
          </p:cNvPr>
          <p:cNvCxnSpPr>
            <a:cxnSpLocks/>
          </p:cNvCxnSpPr>
          <p:nvPr/>
        </p:nvCxnSpPr>
        <p:spPr>
          <a:xfrm flipV="1">
            <a:off x="4414009" y="466567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橢圓 166">
            <a:extLst>
              <a:ext uri="{FF2B5EF4-FFF2-40B4-BE49-F238E27FC236}">
                <a16:creationId xmlns:a16="http://schemas.microsoft.com/office/drawing/2014/main" id="{057FBF71-1CF9-411E-8DC6-C3ED9854BF6B}"/>
              </a:ext>
            </a:extLst>
          </p:cNvPr>
          <p:cNvSpPr/>
          <p:nvPr/>
        </p:nvSpPr>
        <p:spPr>
          <a:xfrm>
            <a:off x="4976071" y="4481122"/>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68" name="直線單箭頭接點 167">
            <a:extLst>
              <a:ext uri="{FF2B5EF4-FFF2-40B4-BE49-F238E27FC236}">
                <a16:creationId xmlns:a16="http://schemas.microsoft.com/office/drawing/2014/main" id="{BC200043-FC23-4570-9723-50F0E11B57F7}"/>
              </a:ext>
            </a:extLst>
          </p:cNvPr>
          <p:cNvCxnSpPr>
            <a:stCxn id="167" idx="4"/>
          </p:cNvCxnSpPr>
          <p:nvPr/>
        </p:nvCxnSpPr>
        <p:spPr>
          <a:xfrm flipH="1">
            <a:off x="5169018" y="487540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AA29CDF1-B202-43ED-A6A5-199E9D303CBC}"/>
              </a:ext>
            </a:extLst>
          </p:cNvPr>
          <p:cNvCxnSpPr>
            <a:cxnSpLocks/>
          </p:cNvCxnSpPr>
          <p:nvPr/>
        </p:nvCxnSpPr>
        <p:spPr>
          <a:xfrm flipV="1">
            <a:off x="4426592" y="555491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21B2183C-1763-4E33-BE43-8E9400A3964D}"/>
              </a:ext>
            </a:extLst>
          </p:cNvPr>
          <p:cNvSpPr/>
          <p:nvPr/>
        </p:nvSpPr>
        <p:spPr>
          <a:xfrm>
            <a:off x="4992848" y="537035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C8F689E7-D995-4FEA-8C59-0F34E82D2F76}"/>
              </a:ext>
            </a:extLst>
          </p:cNvPr>
          <p:cNvCxnSpPr>
            <a:cxnSpLocks/>
            <a:endCxn id="167" idx="1"/>
          </p:cNvCxnSpPr>
          <p:nvPr/>
        </p:nvCxnSpPr>
        <p:spPr>
          <a:xfrm>
            <a:off x="4356268" y="3928430"/>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直線單箭頭接點 171">
            <a:extLst>
              <a:ext uri="{FF2B5EF4-FFF2-40B4-BE49-F238E27FC236}">
                <a16:creationId xmlns:a16="http://schemas.microsoft.com/office/drawing/2014/main" id="{9F9F3B2F-C4D8-42E9-87DE-E8A688BD24E1}"/>
              </a:ext>
            </a:extLst>
          </p:cNvPr>
          <p:cNvCxnSpPr/>
          <p:nvPr/>
        </p:nvCxnSpPr>
        <p:spPr>
          <a:xfrm>
            <a:off x="4354039" y="482716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 name="文字方塊 172">
            <a:extLst>
              <a:ext uri="{FF2B5EF4-FFF2-40B4-BE49-F238E27FC236}">
                <a16:creationId xmlns:a16="http://schemas.microsoft.com/office/drawing/2014/main" id="{01BE261B-69B0-48A5-9035-14FA6021467E}"/>
              </a:ext>
            </a:extLst>
          </p:cNvPr>
          <p:cNvSpPr txBox="1"/>
          <p:nvPr/>
        </p:nvSpPr>
        <p:spPr>
          <a:xfrm>
            <a:off x="4573265" y="4811373"/>
            <a:ext cx="390088" cy="369332"/>
          </a:xfrm>
          <a:prstGeom prst="rect">
            <a:avLst/>
          </a:prstGeom>
          <a:noFill/>
        </p:spPr>
        <p:txBody>
          <a:bodyPr wrap="square" rtlCol="0">
            <a:spAutoFit/>
          </a:bodyPr>
          <a:lstStyle/>
          <a:p>
            <a:r>
              <a:rPr lang="en-US" altLang="zh-TW" dirty="0"/>
              <a:t>1</a:t>
            </a:r>
            <a:endParaRPr lang="zh-TW" altLang="en-US" dirty="0"/>
          </a:p>
        </p:txBody>
      </p:sp>
      <p:sp>
        <p:nvSpPr>
          <p:cNvPr id="174" name="文字方塊 173">
            <a:extLst>
              <a:ext uri="{FF2B5EF4-FFF2-40B4-BE49-F238E27FC236}">
                <a16:creationId xmlns:a16="http://schemas.microsoft.com/office/drawing/2014/main" id="{86A6D966-F7C9-4C1C-A9A4-853AEF784121}"/>
              </a:ext>
            </a:extLst>
          </p:cNvPr>
          <p:cNvSpPr txBox="1"/>
          <p:nvPr/>
        </p:nvSpPr>
        <p:spPr>
          <a:xfrm>
            <a:off x="4593391" y="3927014"/>
            <a:ext cx="390088" cy="369332"/>
          </a:xfrm>
          <a:prstGeom prst="rect">
            <a:avLst/>
          </a:prstGeom>
          <a:noFill/>
        </p:spPr>
        <p:txBody>
          <a:bodyPr wrap="square" rtlCol="0">
            <a:spAutoFit/>
          </a:bodyPr>
          <a:lstStyle/>
          <a:p>
            <a:r>
              <a:rPr lang="en-US" altLang="zh-TW" dirty="0"/>
              <a:t>1</a:t>
            </a:r>
            <a:endParaRPr lang="zh-TW" altLang="en-US" dirty="0"/>
          </a:p>
        </p:txBody>
      </p:sp>
      <p:sp>
        <p:nvSpPr>
          <p:cNvPr id="175" name="橢圓 174">
            <a:extLst>
              <a:ext uri="{FF2B5EF4-FFF2-40B4-BE49-F238E27FC236}">
                <a16:creationId xmlns:a16="http://schemas.microsoft.com/office/drawing/2014/main" id="{9F4D1A77-FBF7-4D2D-B2BF-6B3DD84D9B88}"/>
              </a:ext>
            </a:extLst>
          </p:cNvPr>
          <p:cNvSpPr/>
          <p:nvPr/>
        </p:nvSpPr>
        <p:spPr>
          <a:xfrm>
            <a:off x="2132842" y="3574407"/>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6" name="直線單箭頭接點 175">
            <a:extLst>
              <a:ext uri="{FF2B5EF4-FFF2-40B4-BE49-F238E27FC236}">
                <a16:creationId xmlns:a16="http://schemas.microsoft.com/office/drawing/2014/main" id="{3D87AFC0-0F16-44A1-B44D-55F03D18F461}"/>
              </a:ext>
            </a:extLst>
          </p:cNvPr>
          <p:cNvCxnSpPr/>
          <p:nvPr/>
        </p:nvCxnSpPr>
        <p:spPr>
          <a:xfrm flipH="1">
            <a:off x="2316759" y="575624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直線單箭頭接點 176">
            <a:extLst>
              <a:ext uri="{FF2B5EF4-FFF2-40B4-BE49-F238E27FC236}">
                <a16:creationId xmlns:a16="http://schemas.microsoft.com/office/drawing/2014/main" id="{9A9CFE85-29AA-485A-9DAD-1010E46C8AEA}"/>
              </a:ext>
            </a:extLst>
          </p:cNvPr>
          <p:cNvCxnSpPr/>
          <p:nvPr/>
        </p:nvCxnSpPr>
        <p:spPr>
          <a:xfrm flipH="1">
            <a:off x="3273104"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直線單箭頭接點 177">
            <a:extLst>
              <a:ext uri="{FF2B5EF4-FFF2-40B4-BE49-F238E27FC236}">
                <a16:creationId xmlns:a16="http://schemas.microsoft.com/office/drawing/2014/main" id="{83993DD0-1741-4CC7-ADFA-65ADF761125C}"/>
              </a:ext>
            </a:extLst>
          </p:cNvPr>
          <p:cNvCxnSpPr>
            <a:cxnSpLocks/>
          </p:cNvCxnSpPr>
          <p:nvPr/>
        </p:nvCxnSpPr>
        <p:spPr>
          <a:xfrm flipH="1">
            <a:off x="4229448" y="576463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9" name="橢圓 178">
            <a:extLst>
              <a:ext uri="{FF2B5EF4-FFF2-40B4-BE49-F238E27FC236}">
                <a16:creationId xmlns:a16="http://schemas.microsoft.com/office/drawing/2014/main" id="{BD7EF726-CA91-4A9E-902C-F2A1E505D58F}"/>
              </a:ext>
            </a:extLst>
          </p:cNvPr>
          <p:cNvSpPr/>
          <p:nvPr/>
        </p:nvSpPr>
        <p:spPr>
          <a:xfrm>
            <a:off x="2136395" y="6251201"/>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0" name="直線單箭頭接點 179">
            <a:extLst>
              <a:ext uri="{FF2B5EF4-FFF2-40B4-BE49-F238E27FC236}">
                <a16:creationId xmlns:a16="http://schemas.microsoft.com/office/drawing/2014/main" id="{E19543A0-0DB9-4CBD-81B8-3BD61C88E6AF}"/>
              </a:ext>
            </a:extLst>
          </p:cNvPr>
          <p:cNvCxnSpPr>
            <a:stCxn id="179" idx="6"/>
          </p:cNvCxnSpPr>
          <p:nvPr/>
        </p:nvCxnSpPr>
        <p:spPr>
          <a:xfrm flipV="1">
            <a:off x="2530678" y="6444147"/>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95C8C9E4-4941-4CB1-92F1-30F5A0D28746}"/>
              </a:ext>
            </a:extLst>
          </p:cNvPr>
          <p:cNvSpPr/>
          <p:nvPr/>
        </p:nvSpPr>
        <p:spPr>
          <a:xfrm>
            <a:off x="3096934"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919CDE80-5238-4B9F-A9FB-89938E8DBBC9}"/>
              </a:ext>
            </a:extLst>
          </p:cNvPr>
          <p:cNvCxnSpPr>
            <a:stCxn id="181" idx="6"/>
          </p:cNvCxnSpPr>
          <p:nvPr/>
        </p:nvCxnSpPr>
        <p:spPr>
          <a:xfrm flipV="1">
            <a:off x="3491217" y="645253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橢圓 182">
            <a:extLst>
              <a:ext uri="{FF2B5EF4-FFF2-40B4-BE49-F238E27FC236}">
                <a16:creationId xmlns:a16="http://schemas.microsoft.com/office/drawing/2014/main" id="{E3F2CC7B-801D-4C3A-8E65-9CFBA00997AD}"/>
              </a:ext>
            </a:extLst>
          </p:cNvPr>
          <p:cNvSpPr/>
          <p:nvPr/>
        </p:nvSpPr>
        <p:spPr>
          <a:xfrm>
            <a:off x="4053279" y="625958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4" name="直線單箭頭接點 183">
            <a:extLst>
              <a:ext uri="{FF2B5EF4-FFF2-40B4-BE49-F238E27FC236}">
                <a16:creationId xmlns:a16="http://schemas.microsoft.com/office/drawing/2014/main" id="{1AE14722-BC5B-4225-A9FA-263D2569C5F4}"/>
              </a:ext>
            </a:extLst>
          </p:cNvPr>
          <p:cNvCxnSpPr/>
          <p:nvPr/>
        </p:nvCxnSpPr>
        <p:spPr>
          <a:xfrm>
            <a:off x="2458125" y="5716399"/>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直線單箭頭接點 184">
            <a:extLst>
              <a:ext uri="{FF2B5EF4-FFF2-40B4-BE49-F238E27FC236}">
                <a16:creationId xmlns:a16="http://schemas.microsoft.com/office/drawing/2014/main" id="{80D82067-2FE5-46FD-A066-19F4F7975A74}"/>
              </a:ext>
            </a:extLst>
          </p:cNvPr>
          <p:cNvCxnSpPr/>
          <p:nvPr/>
        </p:nvCxnSpPr>
        <p:spPr>
          <a:xfrm>
            <a:off x="3434457" y="570060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文字方塊 185">
            <a:extLst>
              <a:ext uri="{FF2B5EF4-FFF2-40B4-BE49-F238E27FC236}">
                <a16:creationId xmlns:a16="http://schemas.microsoft.com/office/drawing/2014/main" id="{17991355-9D92-44BD-9A31-57B158FEF5B7}"/>
              </a:ext>
            </a:extLst>
          </p:cNvPr>
          <p:cNvSpPr txBox="1"/>
          <p:nvPr/>
        </p:nvSpPr>
        <p:spPr>
          <a:xfrm>
            <a:off x="2677351" y="5700607"/>
            <a:ext cx="390088" cy="369332"/>
          </a:xfrm>
          <a:prstGeom prst="rect">
            <a:avLst/>
          </a:prstGeom>
          <a:noFill/>
        </p:spPr>
        <p:txBody>
          <a:bodyPr wrap="square" rtlCol="0">
            <a:spAutoFit/>
          </a:bodyPr>
          <a:lstStyle/>
          <a:p>
            <a:r>
              <a:rPr lang="en-US" altLang="zh-TW" dirty="0"/>
              <a:t>1</a:t>
            </a:r>
            <a:endParaRPr lang="zh-TW" altLang="en-US" dirty="0"/>
          </a:p>
        </p:txBody>
      </p:sp>
      <p:sp>
        <p:nvSpPr>
          <p:cNvPr id="187" name="文字方塊 186">
            <a:extLst>
              <a:ext uri="{FF2B5EF4-FFF2-40B4-BE49-F238E27FC236}">
                <a16:creationId xmlns:a16="http://schemas.microsoft.com/office/drawing/2014/main" id="{DC3ACF24-F699-4B5A-AD95-29AAAE1DB3B8}"/>
              </a:ext>
            </a:extLst>
          </p:cNvPr>
          <p:cNvSpPr txBox="1"/>
          <p:nvPr/>
        </p:nvSpPr>
        <p:spPr>
          <a:xfrm>
            <a:off x="3663191" y="5700607"/>
            <a:ext cx="390088" cy="369332"/>
          </a:xfrm>
          <a:prstGeom prst="rect">
            <a:avLst/>
          </a:prstGeom>
          <a:noFill/>
        </p:spPr>
        <p:txBody>
          <a:bodyPr wrap="square" rtlCol="0">
            <a:spAutoFit/>
          </a:bodyPr>
          <a:lstStyle/>
          <a:p>
            <a:r>
              <a:rPr lang="en-US" altLang="zh-TW" dirty="0"/>
              <a:t>0</a:t>
            </a:r>
            <a:endParaRPr lang="zh-TW" altLang="en-US" dirty="0"/>
          </a:p>
        </p:txBody>
      </p:sp>
      <p:cxnSp>
        <p:nvCxnSpPr>
          <p:cNvPr id="188" name="直線單箭頭接點 187">
            <a:extLst>
              <a:ext uri="{FF2B5EF4-FFF2-40B4-BE49-F238E27FC236}">
                <a16:creationId xmlns:a16="http://schemas.microsoft.com/office/drawing/2014/main" id="{29A8EFD6-F62F-4006-A930-849B5B7D4B19}"/>
              </a:ext>
            </a:extLst>
          </p:cNvPr>
          <p:cNvCxnSpPr/>
          <p:nvPr/>
        </p:nvCxnSpPr>
        <p:spPr>
          <a:xfrm flipH="1">
            <a:off x="5162027" y="577442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直線單箭頭接點 188">
            <a:extLst>
              <a:ext uri="{FF2B5EF4-FFF2-40B4-BE49-F238E27FC236}">
                <a16:creationId xmlns:a16="http://schemas.microsoft.com/office/drawing/2014/main" id="{5963C06E-8D73-4A68-867B-DC729958B016}"/>
              </a:ext>
            </a:extLst>
          </p:cNvPr>
          <p:cNvCxnSpPr>
            <a:cxnSpLocks/>
          </p:cNvCxnSpPr>
          <p:nvPr/>
        </p:nvCxnSpPr>
        <p:spPr>
          <a:xfrm flipV="1">
            <a:off x="4419601" y="645393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橢圓 189">
            <a:extLst>
              <a:ext uri="{FF2B5EF4-FFF2-40B4-BE49-F238E27FC236}">
                <a16:creationId xmlns:a16="http://schemas.microsoft.com/office/drawing/2014/main" id="{A917C70C-1C40-4DED-93CA-7F985768AA5B}"/>
              </a:ext>
            </a:extLst>
          </p:cNvPr>
          <p:cNvSpPr/>
          <p:nvPr/>
        </p:nvSpPr>
        <p:spPr>
          <a:xfrm>
            <a:off x="4985857" y="626937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1" name="直線單箭頭接點 190">
            <a:extLst>
              <a:ext uri="{FF2B5EF4-FFF2-40B4-BE49-F238E27FC236}">
                <a16:creationId xmlns:a16="http://schemas.microsoft.com/office/drawing/2014/main" id="{87B3C0DC-1BEB-468B-8E21-96B06F27352C}"/>
              </a:ext>
            </a:extLst>
          </p:cNvPr>
          <p:cNvCxnSpPr/>
          <p:nvPr/>
        </p:nvCxnSpPr>
        <p:spPr>
          <a:xfrm>
            <a:off x="4347048" y="572618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2" name="文字方塊 191">
            <a:extLst>
              <a:ext uri="{FF2B5EF4-FFF2-40B4-BE49-F238E27FC236}">
                <a16:creationId xmlns:a16="http://schemas.microsoft.com/office/drawing/2014/main" id="{D8EDF434-CC6B-4F30-A0D3-1ECB82B2D4F0}"/>
              </a:ext>
            </a:extLst>
          </p:cNvPr>
          <p:cNvSpPr txBox="1"/>
          <p:nvPr/>
        </p:nvSpPr>
        <p:spPr>
          <a:xfrm>
            <a:off x="4566274" y="5710394"/>
            <a:ext cx="390088" cy="369332"/>
          </a:xfrm>
          <a:prstGeom prst="rect">
            <a:avLst/>
          </a:prstGeom>
          <a:noFill/>
        </p:spPr>
        <p:txBody>
          <a:bodyPr wrap="square" rtlCol="0">
            <a:spAutoFit/>
          </a:bodyPr>
          <a:lstStyle/>
          <a:p>
            <a:r>
              <a:rPr lang="en-US" altLang="zh-TW" dirty="0"/>
              <a:t>0</a:t>
            </a:r>
            <a:endParaRPr lang="zh-TW" altLang="en-US" dirty="0"/>
          </a:p>
        </p:txBody>
      </p:sp>
      <p:sp>
        <p:nvSpPr>
          <p:cNvPr id="59" name="橢圓 58">
            <a:extLst>
              <a:ext uri="{FF2B5EF4-FFF2-40B4-BE49-F238E27FC236}">
                <a16:creationId xmlns:a16="http://schemas.microsoft.com/office/drawing/2014/main" id="{45708A20-DB5A-45DE-AF84-3B5FD3895D97}"/>
              </a:ext>
            </a:extLst>
          </p:cNvPr>
          <p:cNvSpPr/>
          <p:nvPr/>
        </p:nvSpPr>
        <p:spPr>
          <a:xfrm>
            <a:off x="4053278" y="4475819"/>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0" name="橢圓 59">
            <a:extLst>
              <a:ext uri="{FF2B5EF4-FFF2-40B4-BE49-F238E27FC236}">
                <a16:creationId xmlns:a16="http://schemas.microsoft.com/office/drawing/2014/main" id="{35EE9C5C-2FFC-4D18-8B0C-D39740829170}"/>
              </a:ext>
            </a:extLst>
          </p:cNvPr>
          <p:cNvSpPr/>
          <p:nvPr/>
        </p:nvSpPr>
        <p:spPr>
          <a:xfrm>
            <a:off x="4057875" y="5349833"/>
            <a:ext cx="394283" cy="394282"/>
          </a:xfrm>
          <a:prstGeom prst="ellipse">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5FC3764D-1D77-4B4B-9A24-825B0D16D7FF}"/>
              </a:ext>
            </a:extLst>
          </p:cNvPr>
          <p:cNvSpPr/>
          <p:nvPr/>
        </p:nvSpPr>
        <p:spPr>
          <a:xfrm>
            <a:off x="2134789" y="3573005"/>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6" name="直線接點 5">
            <a:extLst>
              <a:ext uri="{FF2B5EF4-FFF2-40B4-BE49-F238E27FC236}">
                <a16:creationId xmlns:a16="http://schemas.microsoft.com/office/drawing/2014/main" id="{75CDF84F-F50B-408D-957C-23BB7AFC989C}"/>
              </a:ext>
            </a:extLst>
          </p:cNvPr>
          <p:cNvCxnSpPr>
            <a:stCxn id="4" idx="5"/>
          </p:cNvCxnSpPr>
          <p:nvPr/>
        </p:nvCxnSpPr>
        <p:spPr>
          <a:xfrm>
            <a:off x="2471331" y="3909546"/>
            <a:ext cx="807173" cy="754735"/>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1D197F1A-4290-406E-BDD3-F0DD7B4F44B7}"/>
              </a:ext>
            </a:extLst>
          </p:cNvPr>
          <p:cNvCxnSpPr>
            <a:endCxn id="59" idx="2"/>
          </p:cNvCxnSpPr>
          <p:nvPr/>
        </p:nvCxnSpPr>
        <p:spPr>
          <a:xfrm>
            <a:off x="3273104" y="4672960"/>
            <a:ext cx="780174"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525D7E8B-6869-41C1-93B9-00D5B382AA85}"/>
              </a:ext>
            </a:extLst>
          </p:cNvPr>
          <p:cNvCxnSpPr>
            <a:cxnSpLocks/>
          </p:cNvCxnSpPr>
          <p:nvPr/>
        </p:nvCxnSpPr>
        <p:spPr>
          <a:xfrm>
            <a:off x="2462256" y="3920859"/>
            <a:ext cx="1644285" cy="149802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橢圓 12">
            <a:extLst>
              <a:ext uri="{FF2B5EF4-FFF2-40B4-BE49-F238E27FC236}">
                <a16:creationId xmlns:a16="http://schemas.microsoft.com/office/drawing/2014/main" id="{DFD79DFA-F30A-42C7-B17D-8DD264E4EE33}"/>
              </a:ext>
            </a:extLst>
          </p:cNvPr>
          <p:cNvSpPr/>
          <p:nvPr/>
        </p:nvSpPr>
        <p:spPr>
          <a:xfrm>
            <a:off x="4984175" y="3600012"/>
            <a:ext cx="394283" cy="394282"/>
          </a:xfrm>
          <a:prstGeom prst="ellipse">
            <a:avLst/>
          </a:prstGeom>
          <a:solidFill>
            <a:schemeClr val="accent6"/>
          </a:solidFill>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35FB0883-03CC-41D5-A96B-E8B20A3D36FF}"/>
              </a:ext>
            </a:extLst>
          </p:cNvPr>
          <p:cNvSpPr txBox="1"/>
          <p:nvPr/>
        </p:nvSpPr>
        <p:spPr>
          <a:xfrm>
            <a:off x="7581624" y="2972840"/>
            <a:ext cx="2085290" cy="830997"/>
          </a:xfrm>
          <a:prstGeom prst="rect">
            <a:avLst/>
          </a:prstGeom>
          <a:noFill/>
        </p:spPr>
        <p:txBody>
          <a:bodyPr wrap="square" rtlCol="0">
            <a:spAutoFit/>
          </a:bodyPr>
          <a:lstStyle/>
          <a:p>
            <a:r>
              <a:rPr lang="en-US" altLang="zh-TW" sz="2400" dirty="0"/>
              <a:t>(</a:t>
            </a:r>
            <a:r>
              <a:rPr lang="en-US" altLang="zh-TW" sz="2400" dirty="0" err="1"/>
              <a:t>i</a:t>
            </a:r>
            <a:r>
              <a:rPr lang="en-US" altLang="zh-TW" sz="2400" dirty="0"/>
              <a:t>, j) = (1,2)</a:t>
            </a:r>
          </a:p>
          <a:p>
            <a:r>
              <a:rPr lang="en-US" altLang="zh-TW" sz="2400" dirty="0"/>
              <a:t>(i+1, j) = (2,2)</a:t>
            </a:r>
          </a:p>
        </p:txBody>
      </p:sp>
      <p:sp>
        <p:nvSpPr>
          <p:cNvPr id="5" name="橢圓 4">
            <a:extLst>
              <a:ext uri="{FF2B5EF4-FFF2-40B4-BE49-F238E27FC236}">
                <a16:creationId xmlns:a16="http://schemas.microsoft.com/office/drawing/2014/main" id="{29AE488D-FE76-4482-BE17-0AD151004A07}"/>
              </a:ext>
            </a:extLst>
          </p:cNvPr>
          <p:cNvSpPr/>
          <p:nvPr/>
        </p:nvSpPr>
        <p:spPr>
          <a:xfrm>
            <a:off x="9275346" y="5474901"/>
            <a:ext cx="394165" cy="2639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9" name="直線單箭頭接點 78">
            <a:extLst>
              <a:ext uri="{FF2B5EF4-FFF2-40B4-BE49-F238E27FC236}">
                <a16:creationId xmlns:a16="http://schemas.microsoft.com/office/drawing/2014/main" id="{484EE2D8-DAC5-440D-91B4-7AF684995756}"/>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77B3B736-F8CD-467E-A2DB-1C254F7A579F}"/>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文字方塊 84">
            <a:extLst>
              <a:ext uri="{FF2B5EF4-FFF2-40B4-BE49-F238E27FC236}">
                <a16:creationId xmlns:a16="http://schemas.microsoft.com/office/drawing/2014/main" id="{2CFB590C-8357-4D64-AEB9-DFA4C1FE9919}"/>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86" name="文字方塊 85">
            <a:extLst>
              <a:ext uri="{FF2B5EF4-FFF2-40B4-BE49-F238E27FC236}">
                <a16:creationId xmlns:a16="http://schemas.microsoft.com/office/drawing/2014/main" id="{C69C13DE-1619-4C66-9A05-27A1F0C2B224}"/>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
        <p:nvSpPr>
          <p:cNvPr id="7" name="文字方塊 6">
            <a:extLst>
              <a:ext uri="{FF2B5EF4-FFF2-40B4-BE49-F238E27FC236}">
                <a16:creationId xmlns:a16="http://schemas.microsoft.com/office/drawing/2014/main" id="{3B7C27CC-19B4-4A6F-A2EA-EB039598055A}"/>
              </a:ext>
            </a:extLst>
          </p:cNvPr>
          <p:cNvSpPr txBox="1"/>
          <p:nvPr/>
        </p:nvSpPr>
        <p:spPr>
          <a:xfrm>
            <a:off x="10486873" y="5474901"/>
            <a:ext cx="1533375" cy="461665"/>
          </a:xfrm>
          <a:prstGeom prst="rect">
            <a:avLst/>
          </a:prstGeom>
          <a:noFill/>
        </p:spPr>
        <p:txBody>
          <a:bodyPr wrap="square" rtlCol="0">
            <a:spAutoFit/>
          </a:bodyPr>
          <a:lstStyle/>
          <a:p>
            <a:r>
              <a:rPr lang="en-US" altLang="zh-TW" sz="2400" dirty="0"/>
              <a:t>SR</a:t>
            </a:r>
            <a:r>
              <a:rPr lang="en-US" altLang="zh-TW" sz="2400" baseline="-25000" dirty="0"/>
              <a:t>1,2</a:t>
            </a:r>
            <a:r>
              <a:rPr lang="en-US" altLang="zh-TW" sz="2400" dirty="0"/>
              <a:t>= 2</a:t>
            </a:r>
            <a:endParaRPr lang="zh-TW" altLang="en-US" sz="2400" dirty="0"/>
          </a:p>
        </p:txBody>
      </p:sp>
      <p:sp>
        <p:nvSpPr>
          <p:cNvPr id="82" name="標題 1">
            <a:extLst>
              <a:ext uri="{FF2B5EF4-FFF2-40B4-BE49-F238E27FC236}">
                <a16:creationId xmlns:a16="http://schemas.microsoft.com/office/drawing/2014/main" id="{AB9B56D6-4B6F-43C7-AEB9-98A9356DE070}"/>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84" name="文字方塊 83">
            <a:extLst>
              <a:ext uri="{FF2B5EF4-FFF2-40B4-BE49-F238E27FC236}">
                <a16:creationId xmlns:a16="http://schemas.microsoft.com/office/drawing/2014/main" id="{3C6593E0-A519-477A-98B5-7AD843B58587}"/>
              </a:ext>
            </a:extLst>
          </p:cNvPr>
          <p:cNvSpPr txBox="1"/>
          <p:nvPr/>
        </p:nvSpPr>
        <p:spPr>
          <a:xfrm>
            <a:off x="9357280" y="6005823"/>
            <a:ext cx="517961" cy="369332"/>
          </a:xfrm>
          <a:prstGeom prst="rect">
            <a:avLst/>
          </a:prstGeom>
          <a:noFill/>
        </p:spPr>
        <p:txBody>
          <a:bodyPr wrap="square" rtlCol="0">
            <a:spAutoFit/>
          </a:bodyPr>
          <a:lstStyle/>
          <a:p>
            <a:r>
              <a:rPr lang="en-US" altLang="zh-TW" dirty="0"/>
              <a:t>0</a:t>
            </a:r>
            <a:endParaRPr lang="zh-TW" altLang="en-US" dirty="0"/>
          </a:p>
        </p:txBody>
      </p:sp>
    </p:spTree>
    <p:extLst>
      <p:ext uri="{BB962C8B-B14F-4D97-AF65-F5344CB8AC3E}">
        <p14:creationId xmlns:p14="http://schemas.microsoft.com/office/powerpoint/2010/main" val="292085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5" grpId="0" animBg="1"/>
      <p:bldP spid="7" grpId="0"/>
      <p:bldP spid="8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3785652"/>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err="1"/>
              <a:t>W</a:t>
            </a:r>
            <a:r>
              <a:rPr lang="en-US" altLang="zh-TW" sz="2400" baseline="-25000" dirty="0" err="1"/>
              <a:t>i,j</a:t>
            </a:r>
            <a:r>
              <a:rPr lang="en-US" altLang="zh-TW" sz="2400" baseline="-25000" dirty="0"/>
              <a:t> </a:t>
            </a:r>
            <a:r>
              <a:rPr lang="en-US" altLang="zh-TW" sz="2400" dirty="0"/>
              <a:t>= 1 	</a:t>
            </a:r>
          </a:p>
          <a:p>
            <a:pPr lvl="1"/>
            <a:r>
              <a:rPr lang="en-US" altLang="zh-TW" sz="2400" dirty="0"/>
              <a:t>SC</a:t>
            </a:r>
            <a:r>
              <a:rPr lang="en-US" altLang="zh-TW" sz="2400" baseline="-25000" dirty="0"/>
              <a:t>i+1,j </a:t>
            </a:r>
            <a:r>
              <a:rPr lang="en-US" altLang="zh-TW" sz="2400" dirty="0"/>
              <a:t>= </a:t>
            </a:r>
            <a:r>
              <a:rPr lang="en-US" altLang="zh-TW" sz="2400" dirty="0" err="1"/>
              <a:t>SR</a:t>
            </a:r>
            <a:r>
              <a:rPr lang="en-US" altLang="zh-TW" sz="2400" baseline="-25000" dirty="0" err="1"/>
              <a:t>i,j</a:t>
            </a:r>
            <a:r>
              <a:rPr lang="en-US" altLang="zh-TW" sz="2400" baseline="-25000" dirty="0"/>
              <a:t> </a:t>
            </a:r>
          </a:p>
          <a:p>
            <a:pPr lvl="1"/>
            <a:r>
              <a:rPr lang="en-US" altLang="zh-TW" sz="2400" dirty="0"/>
              <a:t>SR</a:t>
            </a:r>
            <a:r>
              <a:rPr lang="en-US" altLang="zh-TW" sz="2400" baseline="-25000" dirty="0"/>
              <a:t>i,j+1 </a:t>
            </a:r>
            <a:r>
              <a:rPr lang="en-US" altLang="zh-TW" sz="2400" dirty="0"/>
              <a:t>= </a:t>
            </a:r>
            <a:r>
              <a:rPr lang="en-US" altLang="zh-TW" sz="2400" dirty="0" err="1"/>
              <a:t>SC</a:t>
            </a:r>
            <a:r>
              <a:rPr lang="en-US" altLang="zh-TW" sz="2400" baseline="-25000" dirty="0" err="1"/>
              <a:t>i,j</a:t>
            </a: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endParaRPr lang="en-US" altLang="zh-TW" sz="2400" baseline="-25000" dirty="0"/>
          </a:p>
          <a:p>
            <a:pPr marL="342900" indent="-342900">
              <a:buFont typeface="Arial" panose="020B0604020202020204" pitchFamily="34" charset="0"/>
              <a:buChar char="•"/>
            </a:pPr>
            <a:r>
              <a:rPr lang="en-US" altLang="zh-TW" sz="2400" dirty="0" err="1"/>
              <a:t>W</a:t>
            </a:r>
            <a:r>
              <a:rPr lang="en-US" altLang="zh-TW" sz="2400" baseline="-25000" dirty="0" err="1"/>
              <a:t>i,j</a:t>
            </a:r>
            <a:r>
              <a:rPr lang="en-US" altLang="zh-TW" sz="2400" baseline="-25000" dirty="0"/>
              <a:t> </a:t>
            </a:r>
            <a:r>
              <a:rPr lang="en-US" altLang="zh-TW" sz="2400" dirty="0"/>
              <a:t>= 0</a:t>
            </a:r>
          </a:p>
          <a:p>
            <a:pPr lvl="1"/>
            <a:r>
              <a:rPr lang="en-US" altLang="zh-TW" sz="2400" dirty="0"/>
              <a:t>SC</a:t>
            </a:r>
            <a:r>
              <a:rPr lang="en-US" altLang="zh-TW" sz="2400" baseline="-25000" dirty="0"/>
              <a:t>i+1,j </a:t>
            </a:r>
            <a:r>
              <a:rPr lang="en-US" altLang="zh-TW" sz="2400" dirty="0"/>
              <a:t>= max(</a:t>
            </a:r>
            <a:r>
              <a:rPr lang="en-US" altLang="zh-TW" sz="2400" dirty="0" err="1"/>
              <a:t>SC</a:t>
            </a:r>
            <a:r>
              <a:rPr lang="en-US" altLang="zh-TW" sz="2400" baseline="-25000" dirty="0" err="1"/>
              <a:t>i,j</a:t>
            </a:r>
            <a:r>
              <a:rPr lang="en-US" altLang="zh-TW" sz="2400" dirty="0"/>
              <a:t>, </a:t>
            </a:r>
            <a:r>
              <a:rPr lang="en-US" altLang="zh-TW" sz="2400" dirty="0" err="1"/>
              <a:t>SR</a:t>
            </a:r>
            <a:r>
              <a:rPr lang="en-US" altLang="zh-TW" sz="2400" baseline="-25000" dirty="0" err="1"/>
              <a:t>i,j</a:t>
            </a:r>
            <a:r>
              <a:rPr lang="en-US" altLang="zh-TW" sz="2400" dirty="0"/>
              <a:t>) </a:t>
            </a:r>
          </a:p>
          <a:p>
            <a:pPr lvl="1"/>
            <a:r>
              <a:rPr lang="en-US" altLang="zh-TW" sz="2400" dirty="0"/>
              <a:t>SR</a:t>
            </a:r>
            <a:r>
              <a:rPr lang="en-US" altLang="zh-TW" sz="2400" baseline="-25000" dirty="0"/>
              <a:t>i,j+1 </a:t>
            </a:r>
            <a:r>
              <a:rPr lang="en-US" altLang="zh-TW" sz="2400" dirty="0"/>
              <a:t>= min(</a:t>
            </a:r>
            <a:r>
              <a:rPr lang="en-US" altLang="zh-TW" sz="2400" dirty="0" err="1"/>
              <a:t>SC</a:t>
            </a:r>
            <a:r>
              <a:rPr lang="en-US" altLang="zh-TW" sz="2400" baseline="-25000" dirty="0" err="1"/>
              <a:t>i,j</a:t>
            </a:r>
            <a:r>
              <a:rPr lang="en-US" altLang="zh-TW" sz="2400" dirty="0"/>
              <a:t>, </a:t>
            </a:r>
            <a:r>
              <a:rPr lang="en-US" altLang="zh-TW" sz="2400" dirty="0" err="1"/>
              <a:t>SR</a:t>
            </a:r>
            <a:r>
              <a:rPr lang="en-US" altLang="zh-TW" sz="2400" baseline="-25000" dirty="0" err="1"/>
              <a:t>i,j</a:t>
            </a:r>
            <a:r>
              <a:rPr lang="en-US" altLang="zh-TW" sz="2400" dirty="0"/>
              <a:t>)</a:t>
            </a:r>
          </a:p>
        </p:txBody>
      </p:sp>
      <p:sp>
        <p:nvSpPr>
          <p:cNvPr id="120" name="橢圓 119">
            <a:extLst>
              <a:ext uri="{FF2B5EF4-FFF2-40B4-BE49-F238E27FC236}">
                <a16:creationId xmlns:a16="http://schemas.microsoft.com/office/drawing/2014/main" id="{A29AE62B-E080-45B0-82B1-5B323C035714}"/>
              </a:ext>
            </a:extLst>
          </p:cNvPr>
          <p:cNvSpPr/>
          <p:nvPr/>
        </p:nvSpPr>
        <p:spPr>
          <a:xfrm>
            <a:off x="5668004" y="206136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1" name="直線單箭頭接點 120">
            <a:extLst>
              <a:ext uri="{FF2B5EF4-FFF2-40B4-BE49-F238E27FC236}">
                <a16:creationId xmlns:a16="http://schemas.microsoft.com/office/drawing/2014/main" id="{DD9C3076-56B5-4C52-837B-49DE04416247}"/>
              </a:ext>
            </a:extLst>
          </p:cNvPr>
          <p:cNvCxnSpPr>
            <a:cxnSpLocks/>
            <a:stCxn id="120" idx="6"/>
          </p:cNvCxnSpPr>
          <p:nvPr/>
        </p:nvCxnSpPr>
        <p:spPr>
          <a:xfrm>
            <a:off x="6062287" y="2258508"/>
            <a:ext cx="7663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線單箭頭接點 122">
            <a:extLst>
              <a:ext uri="{FF2B5EF4-FFF2-40B4-BE49-F238E27FC236}">
                <a16:creationId xmlns:a16="http://schemas.microsoft.com/office/drawing/2014/main" id="{4C8243FB-9385-4DFD-8A94-74AD95FAEC8E}"/>
              </a:ext>
            </a:extLst>
          </p:cNvPr>
          <p:cNvCxnSpPr>
            <a:cxnSpLocks/>
            <a:stCxn id="120" idx="4"/>
          </p:cNvCxnSpPr>
          <p:nvPr/>
        </p:nvCxnSpPr>
        <p:spPr>
          <a:xfrm>
            <a:off x="5865146" y="2455649"/>
            <a:ext cx="0" cy="575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6" name="直線單箭頭接點 145">
            <a:extLst>
              <a:ext uri="{FF2B5EF4-FFF2-40B4-BE49-F238E27FC236}">
                <a16:creationId xmlns:a16="http://schemas.microsoft.com/office/drawing/2014/main" id="{09BBF670-FEC2-4C60-BAA7-418F91437C56}"/>
              </a:ext>
            </a:extLst>
          </p:cNvPr>
          <p:cNvCxnSpPr>
            <a:cxnSpLocks/>
            <a:stCxn id="120" idx="5"/>
          </p:cNvCxnSpPr>
          <p:nvPr/>
        </p:nvCxnSpPr>
        <p:spPr>
          <a:xfrm>
            <a:off x="6004546" y="2397908"/>
            <a:ext cx="631147" cy="4520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文字方塊 10">
            <a:extLst>
              <a:ext uri="{FF2B5EF4-FFF2-40B4-BE49-F238E27FC236}">
                <a16:creationId xmlns:a16="http://schemas.microsoft.com/office/drawing/2014/main" id="{F48EB572-2E2A-4590-80D2-1576F11EC9AF}"/>
              </a:ext>
            </a:extLst>
          </p:cNvPr>
          <p:cNvSpPr txBox="1"/>
          <p:nvPr/>
        </p:nvSpPr>
        <p:spPr>
          <a:xfrm>
            <a:off x="5215980" y="1679668"/>
            <a:ext cx="939567" cy="381699"/>
          </a:xfrm>
          <a:prstGeom prst="rect">
            <a:avLst/>
          </a:prstGeom>
          <a:noFill/>
        </p:spPr>
        <p:txBody>
          <a:bodyPr wrap="square" rtlCol="0">
            <a:spAutoFit/>
          </a:bodyPr>
          <a:lstStyle/>
          <a:p>
            <a:r>
              <a:rPr lang="en-US" altLang="zh-TW" dirty="0"/>
              <a:t>SR</a:t>
            </a:r>
            <a:r>
              <a:rPr lang="en-US" altLang="zh-TW" baseline="-25000" dirty="0"/>
              <a:t>1,2</a:t>
            </a:r>
            <a:r>
              <a:rPr lang="en-US" altLang="zh-TW" dirty="0"/>
              <a:t>= 1</a:t>
            </a:r>
            <a:endParaRPr lang="zh-TW" altLang="en-US" dirty="0"/>
          </a:p>
        </p:txBody>
      </p:sp>
      <p:sp>
        <p:nvSpPr>
          <p:cNvPr id="12" name="文字方塊 11">
            <a:extLst>
              <a:ext uri="{FF2B5EF4-FFF2-40B4-BE49-F238E27FC236}">
                <a16:creationId xmlns:a16="http://schemas.microsoft.com/office/drawing/2014/main" id="{E684015D-106A-4239-872E-7C620FAFC685}"/>
              </a:ext>
            </a:extLst>
          </p:cNvPr>
          <p:cNvSpPr txBox="1"/>
          <p:nvPr/>
        </p:nvSpPr>
        <p:spPr>
          <a:xfrm>
            <a:off x="5215980" y="1394807"/>
            <a:ext cx="939567" cy="369332"/>
          </a:xfrm>
          <a:prstGeom prst="rect">
            <a:avLst/>
          </a:prstGeom>
          <a:noFill/>
        </p:spPr>
        <p:txBody>
          <a:bodyPr wrap="square" rtlCol="0">
            <a:spAutoFit/>
          </a:bodyPr>
          <a:lstStyle/>
          <a:p>
            <a:r>
              <a:rPr lang="en-US" altLang="zh-TW" dirty="0"/>
              <a:t>SC</a:t>
            </a:r>
            <a:r>
              <a:rPr lang="en-US" altLang="zh-TW" baseline="-25000" dirty="0"/>
              <a:t>1,2</a:t>
            </a:r>
            <a:r>
              <a:rPr lang="en-US" altLang="zh-TW" dirty="0"/>
              <a:t>= 2</a:t>
            </a:r>
            <a:endParaRPr lang="zh-TW" altLang="en-US" dirty="0"/>
          </a:p>
        </p:txBody>
      </p:sp>
      <p:sp>
        <p:nvSpPr>
          <p:cNvPr id="13" name="橢圓 12">
            <a:extLst>
              <a:ext uri="{FF2B5EF4-FFF2-40B4-BE49-F238E27FC236}">
                <a16:creationId xmlns:a16="http://schemas.microsoft.com/office/drawing/2014/main" id="{0B2B561D-979F-4C56-B2B7-E8BD7F145F08}"/>
              </a:ext>
            </a:extLst>
          </p:cNvPr>
          <p:cNvSpPr/>
          <p:nvPr/>
        </p:nvSpPr>
        <p:spPr>
          <a:xfrm>
            <a:off x="6841973" y="206136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0A227DAB-8125-4815-834F-5C46D13B18B3}"/>
              </a:ext>
            </a:extLst>
          </p:cNvPr>
          <p:cNvSpPr/>
          <p:nvPr/>
        </p:nvSpPr>
        <p:spPr>
          <a:xfrm>
            <a:off x="5668003" y="307429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D1E1DAD1-11F8-46D5-8979-82D2BEDBBDB2}"/>
              </a:ext>
            </a:extLst>
          </p:cNvPr>
          <p:cNvSpPr txBox="1"/>
          <p:nvPr/>
        </p:nvSpPr>
        <p:spPr>
          <a:xfrm>
            <a:off x="6667275" y="1679668"/>
            <a:ext cx="939567" cy="381699"/>
          </a:xfrm>
          <a:prstGeom prst="rect">
            <a:avLst/>
          </a:prstGeom>
          <a:noFill/>
        </p:spPr>
        <p:txBody>
          <a:bodyPr wrap="square" rtlCol="0">
            <a:spAutoFit/>
          </a:bodyPr>
          <a:lstStyle/>
          <a:p>
            <a:r>
              <a:rPr lang="en-US" altLang="zh-TW" dirty="0">
                <a:solidFill>
                  <a:srgbClr val="FF0000"/>
                </a:solidFill>
              </a:rPr>
              <a:t>SR</a:t>
            </a:r>
            <a:r>
              <a:rPr lang="en-US" altLang="zh-TW" baseline="-25000" dirty="0">
                <a:solidFill>
                  <a:srgbClr val="FF0000"/>
                </a:solidFill>
              </a:rPr>
              <a:t>1,3</a:t>
            </a:r>
            <a:r>
              <a:rPr lang="en-US" altLang="zh-TW" dirty="0">
                <a:solidFill>
                  <a:srgbClr val="FF0000"/>
                </a:solidFill>
              </a:rPr>
              <a:t>= 2</a:t>
            </a:r>
            <a:endParaRPr lang="zh-TW" altLang="en-US" dirty="0">
              <a:solidFill>
                <a:srgbClr val="FF0000"/>
              </a:solidFill>
            </a:endParaRPr>
          </a:p>
        </p:txBody>
      </p:sp>
      <p:sp>
        <p:nvSpPr>
          <p:cNvPr id="16" name="文字方塊 15">
            <a:extLst>
              <a:ext uri="{FF2B5EF4-FFF2-40B4-BE49-F238E27FC236}">
                <a16:creationId xmlns:a16="http://schemas.microsoft.com/office/drawing/2014/main" id="{88EF802B-A846-41F3-9CDC-A74D33F4EB33}"/>
              </a:ext>
            </a:extLst>
          </p:cNvPr>
          <p:cNvSpPr txBox="1"/>
          <p:nvPr/>
        </p:nvSpPr>
        <p:spPr>
          <a:xfrm>
            <a:off x="4746196" y="3129985"/>
            <a:ext cx="939567" cy="381699"/>
          </a:xfrm>
          <a:prstGeom prst="rect">
            <a:avLst/>
          </a:prstGeom>
          <a:noFill/>
        </p:spPr>
        <p:txBody>
          <a:bodyPr wrap="square" rtlCol="0">
            <a:spAutoFit/>
          </a:bodyPr>
          <a:lstStyle/>
          <a:p>
            <a:r>
              <a:rPr lang="en-US" altLang="zh-TW" sz="1800" dirty="0">
                <a:solidFill>
                  <a:srgbClr val="FF0000"/>
                </a:solidFill>
              </a:rPr>
              <a:t>SC</a:t>
            </a:r>
            <a:r>
              <a:rPr lang="en-US" altLang="zh-TW" baseline="-25000" dirty="0">
                <a:solidFill>
                  <a:srgbClr val="FF0000"/>
                </a:solidFill>
              </a:rPr>
              <a:t>2,2</a:t>
            </a:r>
            <a:r>
              <a:rPr lang="en-US" altLang="zh-TW" dirty="0">
                <a:solidFill>
                  <a:srgbClr val="FF0000"/>
                </a:solidFill>
              </a:rPr>
              <a:t>= 1</a:t>
            </a:r>
            <a:endParaRPr lang="zh-TW" altLang="en-US" dirty="0">
              <a:solidFill>
                <a:srgbClr val="FF0000"/>
              </a:solidFill>
            </a:endParaRPr>
          </a:p>
        </p:txBody>
      </p:sp>
      <p:sp>
        <p:nvSpPr>
          <p:cNvPr id="17" name="文字方塊 16">
            <a:extLst>
              <a:ext uri="{FF2B5EF4-FFF2-40B4-BE49-F238E27FC236}">
                <a16:creationId xmlns:a16="http://schemas.microsoft.com/office/drawing/2014/main" id="{1C3C9012-422F-4435-9064-82DBD4D53DCF}"/>
              </a:ext>
            </a:extLst>
          </p:cNvPr>
          <p:cNvSpPr txBox="1"/>
          <p:nvPr/>
        </p:nvSpPr>
        <p:spPr>
          <a:xfrm>
            <a:off x="6239437" y="2357306"/>
            <a:ext cx="220087" cy="369332"/>
          </a:xfrm>
          <a:prstGeom prst="rect">
            <a:avLst/>
          </a:prstGeom>
          <a:noFill/>
        </p:spPr>
        <p:txBody>
          <a:bodyPr wrap="square" rtlCol="0">
            <a:spAutoFit/>
          </a:bodyPr>
          <a:lstStyle/>
          <a:p>
            <a:r>
              <a:rPr lang="en-US" altLang="zh-TW" dirty="0"/>
              <a:t>1</a:t>
            </a:r>
            <a:endParaRPr lang="zh-TW" altLang="en-US" dirty="0"/>
          </a:p>
        </p:txBody>
      </p:sp>
      <p:sp>
        <p:nvSpPr>
          <p:cNvPr id="83" name="橢圓 82">
            <a:extLst>
              <a:ext uri="{FF2B5EF4-FFF2-40B4-BE49-F238E27FC236}">
                <a16:creationId xmlns:a16="http://schemas.microsoft.com/office/drawing/2014/main" id="{CD3451EB-D62E-4C91-9D5E-4AE4B64EB255}"/>
              </a:ext>
            </a:extLst>
          </p:cNvPr>
          <p:cNvSpPr/>
          <p:nvPr/>
        </p:nvSpPr>
        <p:spPr>
          <a:xfrm>
            <a:off x="5677791" y="523380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84" name="直線單箭頭接點 83">
            <a:extLst>
              <a:ext uri="{FF2B5EF4-FFF2-40B4-BE49-F238E27FC236}">
                <a16:creationId xmlns:a16="http://schemas.microsoft.com/office/drawing/2014/main" id="{04DC34CE-4464-4D8E-A43E-77BE0784F2E1}"/>
              </a:ext>
            </a:extLst>
          </p:cNvPr>
          <p:cNvCxnSpPr>
            <a:cxnSpLocks/>
            <a:stCxn id="83" idx="6"/>
          </p:cNvCxnSpPr>
          <p:nvPr/>
        </p:nvCxnSpPr>
        <p:spPr>
          <a:xfrm>
            <a:off x="6072074" y="5430948"/>
            <a:ext cx="7663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直線單箭頭接點 84">
            <a:extLst>
              <a:ext uri="{FF2B5EF4-FFF2-40B4-BE49-F238E27FC236}">
                <a16:creationId xmlns:a16="http://schemas.microsoft.com/office/drawing/2014/main" id="{2EB1CDA2-D3E1-4F6B-AEF4-C9964564207E}"/>
              </a:ext>
            </a:extLst>
          </p:cNvPr>
          <p:cNvCxnSpPr>
            <a:cxnSpLocks/>
            <a:stCxn id="83" idx="4"/>
          </p:cNvCxnSpPr>
          <p:nvPr/>
        </p:nvCxnSpPr>
        <p:spPr>
          <a:xfrm>
            <a:off x="5874933" y="5628089"/>
            <a:ext cx="0" cy="575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直線單箭頭接點 85">
            <a:extLst>
              <a:ext uri="{FF2B5EF4-FFF2-40B4-BE49-F238E27FC236}">
                <a16:creationId xmlns:a16="http://schemas.microsoft.com/office/drawing/2014/main" id="{86BFB4EF-7A32-4CC8-9409-9BAEB5BDB908}"/>
              </a:ext>
            </a:extLst>
          </p:cNvPr>
          <p:cNvCxnSpPr>
            <a:cxnSpLocks/>
            <a:stCxn id="83" idx="5"/>
          </p:cNvCxnSpPr>
          <p:nvPr/>
        </p:nvCxnSpPr>
        <p:spPr>
          <a:xfrm>
            <a:off x="6014333" y="5570348"/>
            <a:ext cx="631147" cy="4520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文字方塊 86">
            <a:extLst>
              <a:ext uri="{FF2B5EF4-FFF2-40B4-BE49-F238E27FC236}">
                <a16:creationId xmlns:a16="http://schemas.microsoft.com/office/drawing/2014/main" id="{AEA2CB9C-5078-46EC-BC3D-290BD9C59080}"/>
              </a:ext>
            </a:extLst>
          </p:cNvPr>
          <p:cNvSpPr txBox="1"/>
          <p:nvPr/>
        </p:nvSpPr>
        <p:spPr>
          <a:xfrm>
            <a:off x="5225767" y="4852108"/>
            <a:ext cx="939567" cy="381699"/>
          </a:xfrm>
          <a:prstGeom prst="rect">
            <a:avLst/>
          </a:prstGeom>
          <a:noFill/>
        </p:spPr>
        <p:txBody>
          <a:bodyPr wrap="square" rtlCol="0">
            <a:spAutoFit/>
          </a:bodyPr>
          <a:lstStyle/>
          <a:p>
            <a:r>
              <a:rPr lang="en-US" altLang="zh-TW" sz="1800" dirty="0"/>
              <a:t>SR</a:t>
            </a:r>
            <a:r>
              <a:rPr lang="en-US" altLang="zh-TW" baseline="-25000" dirty="0"/>
              <a:t>1,2</a:t>
            </a:r>
            <a:r>
              <a:rPr lang="en-US" altLang="zh-TW" dirty="0"/>
              <a:t>= 1</a:t>
            </a:r>
            <a:endParaRPr lang="zh-TW" altLang="en-US" dirty="0"/>
          </a:p>
        </p:txBody>
      </p:sp>
      <p:sp>
        <p:nvSpPr>
          <p:cNvPr id="88" name="文字方塊 87">
            <a:extLst>
              <a:ext uri="{FF2B5EF4-FFF2-40B4-BE49-F238E27FC236}">
                <a16:creationId xmlns:a16="http://schemas.microsoft.com/office/drawing/2014/main" id="{6DA1BE9E-7695-442C-860F-726E4F9C48CE}"/>
              </a:ext>
            </a:extLst>
          </p:cNvPr>
          <p:cNvSpPr txBox="1"/>
          <p:nvPr/>
        </p:nvSpPr>
        <p:spPr>
          <a:xfrm>
            <a:off x="5225767" y="4567247"/>
            <a:ext cx="939567" cy="381699"/>
          </a:xfrm>
          <a:prstGeom prst="rect">
            <a:avLst/>
          </a:prstGeom>
          <a:noFill/>
        </p:spPr>
        <p:txBody>
          <a:bodyPr wrap="square" rtlCol="0">
            <a:spAutoFit/>
          </a:bodyPr>
          <a:lstStyle/>
          <a:p>
            <a:r>
              <a:rPr lang="en-US" altLang="zh-TW" sz="1800" dirty="0"/>
              <a:t>SC</a:t>
            </a:r>
            <a:r>
              <a:rPr lang="en-US" altLang="zh-TW" baseline="-25000" dirty="0"/>
              <a:t>1,2</a:t>
            </a:r>
            <a:r>
              <a:rPr lang="en-US" altLang="zh-TW" dirty="0"/>
              <a:t>= 2</a:t>
            </a:r>
            <a:endParaRPr lang="zh-TW" altLang="en-US" dirty="0"/>
          </a:p>
        </p:txBody>
      </p:sp>
      <p:sp>
        <p:nvSpPr>
          <p:cNvPr id="89" name="橢圓 88">
            <a:extLst>
              <a:ext uri="{FF2B5EF4-FFF2-40B4-BE49-F238E27FC236}">
                <a16:creationId xmlns:a16="http://schemas.microsoft.com/office/drawing/2014/main" id="{4AD121DE-E4DE-47AF-ACB3-A30DC044F12E}"/>
              </a:ext>
            </a:extLst>
          </p:cNvPr>
          <p:cNvSpPr/>
          <p:nvPr/>
        </p:nvSpPr>
        <p:spPr>
          <a:xfrm>
            <a:off x="6851760" y="523380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537D8E32-9DD1-4BBD-ADF7-E0D170882893}"/>
              </a:ext>
            </a:extLst>
          </p:cNvPr>
          <p:cNvSpPr/>
          <p:nvPr/>
        </p:nvSpPr>
        <p:spPr>
          <a:xfrm>
            <a:off x="5677790" y="624673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1" name="文字方塊 90">
            <a:extLst>
              <a:ext uri="{FF2B5EF4-FFF2-40B4-BE49-F238E27FC236}">
                <a16:creationId xmlns:a16="http://schemas.microsoft.com/office/drawing/2014/main" id="{47B3570D-7FBF-45A5-88F0-D28EA7C1283C}"/>
              </a:ext>
            </a:extLst>
          </p:cNvPr>
          <p:cNvSpPr txBox="1"/>
          <p:nvPr/>
        </p:nvSpPr>
        <p:spPr>
          <a:xfrm>
            <a:off x="6677062" y="4852108"/>
            <a:ext cx="939567" cy="381699"/>
          </a:xfrm>
          <a:prstGeom prst="rect">
            <a:avLst/>
          </a:prstGeom>
          <a:noFill/>
        </p:spPr>
        <p:txBody>
          <a:bodyPr wrap="square" rtlCol="0">
            <a:spAutoFit/>
          </a:bodyPr>
          <a:lstStyle/>
          <a:p>
            <a:r>
              <a:rPr lang="en-US" altLang="zh-TW" sz="1800" dirty="0">
                <a:solidFill>
                  <a:srgbClr val="FF0000"/>
                </a:solidFill>
              </a:rPr>
              <a:t>SR</a:t>
            </a:r>
            <a:r>
              <a:rPr lang="en-US" altLang="zh-TW" baseline="-25000" dirty="0">
                <a:solidFill>
                  <a:srgbClr val="FF0000"/>
                </a:solidFill>
              </a:rPr>
              <a:t>1,3</a:t>
            </a:r>
            <a:r>
              <a:rPr lang="en-US" altLang="zh-TW" dirty="0">
                <a:solidFill>
                  <a:srgbClr val="FF0000"/>
                </a:solidFill>
              </a:rPr>
              <a:t>= 1</a:t>
            </a:r>
            <a:endParaRPr lang="zh-TW" altLang="en-US" dirty="0">
              <a:solidFill>
                <a:srgbClr val="FF0000"/>
              </a:solidFill>
            </a:endParaRPr>
          </a:p>
        </p:txBody>
      </p:sp>
      <p:sp>
        <p:nvSpPr>
          <p:cNvPr id="92" name="文字方塊 91">
            <a:extLst>
              <a:ext uri="{FF2B5EF4-FFF2-40B4-BE49-F238E27FC236}">
                <a16:creationId xmlns:a16="http://schemas.microsoft.com/office/drawing/2014/main" id="{699931EA-CCA6-4EDD-BFE7-BB79C8994088}"/>
              </a:ext>
            </a:extLst>
          </p:cNvPr>
          <p:cNvSpPr txBox="1"/>
          <p:nvPr/>
        </p:nvSpPr>
        <p:spPr>
          <a:xfrm>
            <a:off x="4755983" y="6302425"/>
            <a:ext cx="939567" cy="381699"/>
          </a:xfrm>
          <a:prstGeom prst="rect">
            <a:avLst/>
          </a:prstGeom>
          <a:noFill/>
        </p:spPr>
        <p:txBody>
          <a:bodyPr wrap="square" rtlCol="0">
            <a:spAutoFit/>
          </a:bodyPr>
          <a:lstStyle/>
          <a:p>
            <a:r>
              <a:rPr lang="en-US" altLang="zh-TW" sz="1800" dirty="0">
                <a:solidFill>
                  <a:srgbClr val="FF0000"/>
                </a:solidFill>
              </a:rPr>
              <a:t>SC</a:t>
            </a:r>
            <a:r>
              <a:rPr lang="en-US" altLang="zh-TW" baseline="-25000" dirty="0">
                <a:solidFill>
                  <a:srgbClr val="FF0000"/>
                </a:solidFill>
              </a:rPr>
              <a:t>2,2</a:t>
            </a:r>
            <a:r>
              <a:rPr lang="en-US" altLang="zh-TW" dirty="0">
                <a:solidFill>
                  <a:srgbClr val="FF0000"/>
                </a:solidFill>
              </a:rPr>
              <a:t>= 2</a:t>
            </a:r>
            <a:endParaRPr lang="zh-TW" altLang="en-US" dirty="0">
              <a:solidFill>
                <a:srgbClr val="FF0000"/>
              </a:solidFill>
            </a:endParaRPr>
          </a:p>
        </p:txBody>
      </p:sp>
      <p:sp>
        <p:nvSpPr>
          <p:cNvPr id="93" name="文字方塊 92">
            <a:extLst>
              <a:ext uri="{FF2B5EF4-FFF2-40B4-BE49-F238E27FC236}">
                <a16:creationId xmlns:a16="http://schemas.microsoft.com/office/drawing/2014/main" id="{2E913BB3-22AF-430C-AB03-C96088EA8606}"/>
              </a:ext>
            </a:extLst>
          </p:cNvPr>
          <p:cNvSpPr txBox="1"/>
          <p:nvPr/>
        </p:nvSpPr>
        <p:spPr>
          <a:xfrm>
            <a:off x="6249224" y="5529746"/>
            <a:ext cx="220087" cy="369332"/>
          </a:xfrm>
          <a:prstGeom prst="rect">
            <a:avLst/>
          </a:prstGeom>
          <a:noFill/>
        </p:spPr>
        <p:txBody>
          <a:bodyPr wrap="square" rtlCol="0">
            <a:spAutoFit/>
          </a:bodyPr>
          <a:lstStyle/>
          <a:p>
            <a:r>
              <a:rPr lang="en-US" altLang="zh-TW" dirty="0"/>
              <a:t>0</a:t>
            </a:r>
            <a:endParaRPr lang="zh-TW" altLang="en-US" dirty="0"/>
          </a:p>
        </p:txBody>
      </p:sp>
      <p:sp>
        <p:nvSpPr>
          <p:cNvPr id="96" name="標題 1">
            <a:extLst>
              <a:ext uri="{FF2B5EF4-FFF2-40B4-BE49-F238E27FC236}">
                <a16:creationId xmlns:a16="http://schemas.microsoft.com/office/drawing/2014/main" id="{0F95D62A-605A-4732-9971-11ED535B81F3}"/>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Tree>
    <p:extLst>
      <p:ext uri="{BB962C8B-B14F-4D97-AF65-F5344CB8AC3E}">
        <p14:creationId xmlns:p14="http://schemas.microsoft.com/office/powerpoint/2010/main" val="4236625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橢圓 119">
            <a:extLst>
              <a:ext uri="{FF2B5EF4-FFF2-40B4-BE49-F238E27FC236}">
                <a16:creationId xmlns:a16="http://schemas.microsoft.com/office/drawing/2014/main" id="{A29AE62B-E080-45B0-82B1-5B323C035714}"/>
              </a:ext>
            </a:extLst>
          </p:cNvPr>
          <p:cNvSpPr/>
          <p:nvPr/>
        </p:nvSpPr>
        <p:spPr>
          <a:xfrm>
            <a:off x="2075908" y="313624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1" name="直線單箭頭接點 120">
            <a:extLst>
              <a:ext uri="{FF2B5EF4-FFF2-40B4-BE49-F238E27FC236}">
                <a16:creationId xmlns:a16="http://schemas.microsoft.com/office/drawing/2014/main" id="{DD9C3076-56B5-4C52-837B-49DE04416247}"/>
              </a:ext>
            </a:extLst>
          </p:cNvPr>
          <p:cNvCxnSpPr>
            <a:stCxn id="120" idx="6"/>
          </p:cNvCxnSpPr>
          <p:nvPr/>
        </p:nvCxnSpPr>
        <p:spPr>
          <a:xfrm flipV="1">
            <a:off x="2470191" y="332919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線單箭頭接點 122">
            <a:extLst>
              <a:ext uri="{FF2B5EF4-FFF2-40B4-BE49-F238E27FC236}">
                <a16:creationId xmlns:a16="http://schemas.microsoft.com/office/drawing/2014/main" id="{4C8243FB-9385-4DFD-8A94-74AD95FAEC8E}"/>
              </a:ext>
            </a:extLst>
          </p:cNvPr>
          <p:cNvCxnSpPr>
            <a:stCxn id="120" idx="4"/>
          </p:cNvCxnSpPr>
          <p:nvPr/>
        </p:nvCxnSpPr>
        <p:spPr>
          <a:xfrm flipH="1">
            <a:off x="2268855" y="353053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橢圓 125">
            <a:extLst>
              <a:ext uri="{FF2B5EF4-FFF2-40B4-BE49-F238E27FC236}">
                <a16:creationId xmlns:a16="http://schemas.microsoft.com/office/drawing/2014/main" id="{8579C2A3-A085-4A01-B9D9-CA2C32578BB5}"/>
              </a:ext>
            </a:extLst>
          </p:cNvPr>
          <p:cNvSpPr/>
          <p:nvPr/>
        </p:nvSpPr>
        <p:spPr>
          <a:xfrm>
            <a:off x="3043439" y="314463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7" name="直線單箭頭接點 126">
            <a:extLst>
              <a:ext uri="{FF2B5EF4-FFF2-40B4-BE49-F238E27FC236}">
                <a16:creationId xmlns:a16="http://schemas.microsoft.com/office/drawing/2014/main" id="{5DDDF376-2A58-4CB3-A0ED-8A634E458363}"/>
              </a:ext>
            </a:extLst>
          </p:cNvPr>
          <p:cNvCxnSpPr>
            <a:stCxn id="126" idx="6"/>
          </p:cNvCxnSpPr>
          <p:nvPr/>
        </p:nvCxnSpPr>
        <p:spPr>
          <a:xfrm flipV="1">
            <a:off x="3437722" y="333758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直線單箭頭接點 128">
            <a:extLst>
              <a:ext uri="{FF2B5EF4-FFF2-40B4-BE49-F238E27FC236}">
                <a16:creationId xmlns:a16="http://schemas.microsoft.com/office/drawing/2014/main" id="{E116738D-BCF2-4DF5-8B55-400B2AA06AA7}"/>
              </a:ext>
            </a:extLst>
          </p:cNvPr>
          <p:cNvCxnSpPr>
            <a:stCxn id="126" idx="4"/>
          </p:cNvCxnSpPr>
          <p:nvPr/>
        </p:nvCxnSpPr>
        <p:spPr>
          <a:xfrm flipH="1">
            <a:off x="3236386" y="353892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橢圓 130">
            <a:extLst>
              <a:ext uri="{FF2B5EF4-FFF2-40B4-BE49-F238E27FC236}">
                <a16:creationId xmlns:a16="http://schemas.microsoft.com/office/drawing/2014/main" id="{716E4761-2173-46A4-A6EF-66468C7ABC02}"/>
              </a:ext>
            </a:extLst>
          </p:cNvPr>
          <p:cNvSpPr/>
          <p:nvPr/>
        </p:nvSpPr>
        <p:spPr>
          <a:xfrm>
            <a:off x="2087094" y="40170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2" name="直線單箭頭接點 131">
            <a:extLst>
              <a:ext uri="{FF2B5EF4-FFF2-40B4-BE49-F238E27FC236}">
                <a16:creationId xmlns:a16="http://schemas.microsoft.com/office/drawing/2014/main" id="{F724495E-E1BC-4EBA-BFD2-C569E80DEAAF}"/>
              </a:ext>
            </a:extLst>
          </p:cNvPr>
          <p:cNvCxnSpPr>
            <a:stCxn id="131" idx="6"/>
          </p:cNvCxnSpPr>
          <p:nvPr/>
        </p:nvCxnSpPr>
        <p:spPr>
          <a:xfrm flipV="1">
            <a:off x="2481377" y="42100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直線單箭頭接點 132">
            <a:extLst>
              <a:ext uri="{FF2B5EF4-FFF2-40B4-BE49-F238E27FC236}">
                <a16:creationId xmlns:a16="http://schemas.microsoft.com/office/drawing/2014/main" id="{B1259BF9-F49E-4572-BCF8-239289D43BA8}"/>
              </a:ext>
            </a:extLst>
          </p:cNvPr>
          <p:cNvCxnSpPr>
            <a:stCxn id="131" idx="4"/>
          </p:cNvCxnSpPr>
          <p:nvPr/>
        </p:nvCxnSpPr>
        <p:spPr>
          <a:xfrm flipH="1">
            <a:off x="2280041" y="44113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橢圓 133">
            <a:extLst>
              <a:ext uri="{FF2B5EF4-FFF2-40B4-BE49-F238E27FC236}">
                <a16:creationId xmlns:a16="http://schemas.microsoft.com/office/drawing/2014/main" id="{C1079914-DCB7-4CD2-917C-48FCC885BB37}"/>
              </a:ext>
            </a:extLst>
          </p:cNvPr>
          <p:cNvSpPr/>
          <p:nvPr/>
        </p:nvSpPr>
        <p:spPr>
          <a:xfrm>
            <a:off x="3043439"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9AD4552E-EA5A-4A08-B499-E5A5051BEE5C}"/>
              </a:ext>
            </a:extLst>
          </p:cNvPr>
          <p:cNvCxnSpPr>
            <a:stCxn id="134" idx="6"/>
          </p:cNvCxnSpPr>
          <p:nvPr/>
        </p:nvCxnSpPr>
        <p:spPr>
          <a:xfrm flipV="1">
            <a:off x="3437722" y="421842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9FA88B2E-DF64-42F3-8C37-99A58114200F}"/>
              </a:ext>
            </a:extLst>
          </p:cNvPr>
          <p:cNvCxnSpPr>
            <a:stCxn id="134" idx="4"/>
          </p:cNvCxnSpPr>
          <p:nvPr/>
        </p:nvCxnSpPr>
        <p:spPr>
          <a:xfrm flipH="1">
            <a:off x="3236386"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5DB1C57E-4DEE-4680-A9DF-E7FDF65963B8}"/>
              </a:ext>
            </a:extLst>
          </p:cNvPr>
          <p:cNvSpPr/>
          <p:nvPr/>
        </p:nvSpPr>
        <p:spPr>
          <a:xfrm>
            <a:off x="3995589" y="313205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FDEEC2BF-B0E4-4BB4-9CB5-E892C21BDAAF}"/>
              </a:ext>
            </a:extLst>
          </p:cNvPr>
          <p:cNvCxnSpPr>
            <a:cxnSpLocks/>
            <a:stCxn id="137" idx="4"/>
          </p:cNvCxnSpPr>
          <p:nvPr/>
        </p:nvCxnSpPr>
        <p:spPr>
          <a:xfrm flipH="1">
            <a:off x="4188536" y="3526336"/>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9" name="橢圓 138">
            <a:extLst>
              <a:ext uri="{FF2B5EF4-FFF2-40B4-BE49-F238E27FC236}">
                <a16:creationId xmlns:a16="http://schemas.microsoft.com/office/drawing/2014/main" id="{41E2DF68-0658-4FB8-99C9-DBA5DF7E689B}"/>
              </a:ext>
            </a:extLst>
          </p:cNvPr>
          <p:cNvSpPr/>
          <p:nvPr/>
        </p:nvSpPr>
        <p:spPr>
          <a:xfrm>
            <a:off x="3999783"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0" name="直線單箭頭接點 139">
            <a:extLst>
              <a:ext uri="{FF2B5EF4-FFF2-40B4-BE49-F238E27FC236}">
                <a16:creationId xmlns:a16="http://schemas.microsoft.com/office/drawing/2014/main" id="{E6A85AC0-E4C7-4240-9EEF-2545A63DB248}"/>
              </a:ext>
            </a:extLst>
          </p:cNvPr>
          <p:cNvCxnSpPr>
            <a:cxnSpLocks/>
            <a:stCxn id="139" idx="4"/>
          </p:cNvCxnSpPr>
          <p:nvPr/>
        </p:nvCxnSpPr>
        <p:spPr>
          <a:xfrm flipH="1">
            <a:off x="4192730"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1" name="橢圓 140">
            <a:extLst>
              <a:ext uri="{FF2B5EF4-FFF2-40B4-BE49-F238E27FC236}">
                <a16:creationId xmlns:a16="http://schemas.microsoft.com/office/drawing/2014/main" id="{C11D49C3-35F1-4585-8E04-9CF13A2597E4}"/>
              </a:ext>
            </a:extLst>
          </p:cNvPr>
          <p:cNvSpPr/>
          <p:nvPr/>
        </p:nvSpPr>
        <p:spPr>
          <a:xfrm>
            <a:off x="2099677" y="490632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2" name="直線單箭頭接點 141">
            <a:extLst>
              <a:ext uri="{FF2B5EF4-FFF2-40B4-BE49-F238E27FC236}">
                <a16:creationId xmlns:a16="http://schemas.microsoft.com/office/drawing/2014/main" id="{B6FB3A9E-2533-43E1-BF2C-70A9FC7FE24C}"/>
              </a:ext>
            </a:extLst>
          </p:cNvPr>
          <p:cNvCxnSpPr>
            <a:stCxn id="141" idx="6"/>
          </p:cNvCxnSpPr>
          <p:nvPr/>
        </p:nvCxnSpPr>
        <p:spPr>
          <a:xfrm flipV="1">
            <a:off x="2493960" y="509927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E136BAB1-BD99-4E80-8176-BD059B45D482}"/>
              </a:ext>
            </a:extLst>
          </p:cNvPr>
          <p:cNvSpPr/>
          <p:nvPr/>
        </p:nvSpPr>
        <p:spPr>
          <a:xfrm>
            <a:off x="3060216"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D5D124A7-C75B-40E4-A092-37D60B2A5474}"/>
              </a:ext>
            </a:extLst>
          </p:cNvPr>
          <p:cNvCxnSpPr>
            <a:stCxn id="143" idx="6"/>
          </p:cNvCxnSpPr>
          <p:nvPr/>
        </p:nvCxnSpPr>
        <p:spPr>
          <a:xfrm flipV="1">
            <a:off x="3454499" y="510766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5" name="橢圓 144">
            <a:extLst>
              <a:ext uri="{FF2B5EF4-FFF2-40B4-BE49-F238E27FC236}">
                <a16:creationId xmlns:a16="http://schemas.microsoft.com/office/drawing/2014/main" id="{A2206B4F-090E-4D98-ABAF-857D9120DCA1}"/>
              </a:ext>
            </a:extLst>
          </p:cNvPr>
          <p:cNvSpPr/>
          <p:nvPr/>
        </p:nvSpPr>
        <p:spPr>
          <a:xfrm>
            <a:off x="4016561"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6" name="直線單箭頭接點 145">
            <a:extLst>
              <a:ext uri="{FF2B5EF4-FFF2-40B4-BE49-F238E27FC236}">
                <a16:creationId xmlns:a16="http://schemas.microsoft.com/office/drawing/2014/main" id="{09BBF670-FEC2-4C60-BAA7-418F91437C56}"/>
              </a:ext>
            </a:extLst>
          </p:cNvPr>
          <p:cNvCxnSpPr>
            <a:stCxn id="120" idx="5"/>
            <a:endCxn id="134" idx="1"/>
          </p:cNvCxnSpPr>
          <p:nvPr/>
        </p:nvCxnSpPr>
        <p:spPr>
          <a:xfrm>
            <a:off x="2412450" y="3472790"/>
            <a:ext cx="688730"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7" name="直線單箭頭接點 146">
            <a:extLst>
              <a:ext uri="{FF2B5EF4-FFF2-40B4-BE49-F238E27FC236}">
                <a16:creationId xmlns:a16="http://schemas.microsoft.com/office/drawing/2014/main" id="{2C7E5471-0B4B-417B-861B-DDB4F37041D0}"/>
              </a:ext>
            </a:extLst>
          </p:cNvPr>
          <p:cNvCxnSpPr/>
          <p:nvPr/>
        </p:nvCxnSpPr>
        <p:spPr>
          <a:xfrm>
            <a:off x="3375786" y="343923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直線單箭頭接點 147">
            <a:extLst>
              <a:ext uri="{FF2B5EF4-FFF2-40B4-BE49-F238E27FC236}">
                <a16:creationId xmlns:a16="http://schemas.microsoft.com/office/drawing/2014/main" id="{BB16A45A-52F2-4844-AD4A-F8C8ADA621B7}"/>
              </a:ext>
            </a:extLst>
          </p:cNvPr>
          <p:cNvCxnSpPr/>
          <p:nvPr/>
        </p:nvCxnSpPr>
        <p:spPr>
          <a:xfrm>
            <a:off x="2421407" y="437152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直線單箭頭接點 148">
            <a:extLst>
              <a:ext uri="{FF2B5EF4-FFF2-40B4-BE49-F238E27FC236}">
                <a16:creationId xmlns:a16="http://schemas.microsoft.com/office/drawing/2014/main" id="{C0964EDD-37A2-4458-83D5-EDF8BC66D2E2}"/>
              </a:ext>
            </a:extLst>
          </p:cNvPr>
          <p:cNvCxnSpPr/>
          <p:nvPr/>
        </p:nvCxnSpPr>
        <p:spPr>
          <a:xfrm>
            <a:off x="3397739" y="43557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文字方塊 149">
            <a:extLst>
              <a:ext uri="{FF2B5EF4-FFF2-40B4-BE49-F238E27FC236}">
                <a16:creationId xmlns:a16="http://schemas.microsoft.com/office/drawing/2014/main" id="{1465100F-5BA2-4B09-98CA-3DBBCD6B78FB}"/>
              </a:ext>
            </a:extLst>
          </p:cNvPr>
          <p:cNvSpPr txBox="1"/>
          <p:nvPr/>
        </p:nvSpPr>
        <p:spPr>
          <a:xfrm>
            <a:off x="2640633" y="4355733"/>
            <a:ext cx="390088" cy="369332"/>
          </a:xfrm>
          <a:prstGeom prst="rect">
            <a:avLst/>
          </a:prstGeom>
          <a:noFill/>
        </p:spPr>
        <p:txBody>
          <a:bodyPr wrap="square" rtlCol="0">
            <a:spAutoFit/>
          </a:bodyPr>
          <a:lstStyle/>
          <a:p>
            <a:r>
              <a:rPr lang="en-US" altLang="zh-TW" dirty="0"/>
              <a:t>0</a:t>
            </a:r>
            <a:endParaRPr lang="zh-TW" altLang="en-US" dirty="0"/>
          </a:p>
        </p:txBody>
      </p:sp>
      <p:sp>
        <p:nvSpPr>
          <p:cNvPr id="151" name="文字方塊 150">
            <a:extLst>
              <a:ext uri="{FF2B5EF4-FFF2-40B4-BE49-F238E27FC236}">
                <a16:creationId xmlns:a16="http://schemas.microsoft.com/office/drawing/2014/main" id="{564343E9-1636-4BDF-B06C-802BBB6EC0E3}"/>
              </a:ext>
            </a:extLst>
          </p:cNvPr>
          <p:cNvSpPr txBox="1"/>
          <p:nvPr/>
        </p:nvSpPr>
        <p:spPr>
          <a:xfrm>
            <a:off x="3626473" y="4355733"/>
            <a:ext cx="390088" cy="369332"/>
          </a:xfrm>
          <a:prstGeom prst="rect">
            <a:avLst/>
          </a:prstGeom>
          <a:noFill/>
        </p:spPr>
        <p:txBody>
          <a:bodyPr wrap="square" rtlCol="0">
            <a:spAutoFit/>
          </a:bodyPr>
          <a:lstStyle/>
          <a:p>
            <a:r>
              <a:rPr lang="en-US" altLang="zh-TW" dirty="0"/>
              <a:t>1</a:t>
            </a:r>
            <a:endParaRPr lang="zh-TW" altLang="en-US" dirty="0"/>
          </a:p>
        </p:txBody>
      </p:sp>
      <p:sp>
        <p:nvSpPr>
          <p:cNvPr id="152" name="文字方塊 151">
            <a:extLst>
              <a:ext uri="{FF2B5EF4-FFF2-40B4-BE49-F238E27FC236}">
                <a16:creationId xmlns:a16="http://schemas.microsoft.com/office/drawing/2014/main" id="{2E036B12-439C-4130-A9F8-2E490C11F4B4}"/>
              </a:ext>
            </a:extLst>
          </p:cNvPr>
          <p:cNvSpPr txBox="1"/>
          <p:nvPr/>
        </p:nvSpPr>
        <p:spPr>
          <a:xfrm>
            <a:off x="2660759" y="3471374"/>
            <a:ext cx="390088" cy="369332"/>
          </a:xfrm>
          <a:prstGeom prst="rect">
            <a:avLst/>
          </a:prstGeom>
          <a:noFill/>
        </p:spPr>
        <p:txBody>
          <a:bodyPr wrap="square" rtlCol="0">
            <a:spAutoFit/>
          </a:bodyPr>
          <a:lstStyle/>
          <a:p>
            <a:r>
              <a:rPr lang="en-US" altLang="zh-TW" dirty="0"/>
              <a:t>1</a:t>
            </a:r>
            <a:endParaRPr lang="zh-TW" altLang="en-US" dirty="0"/>
          </a:p>
        </p:txBody>
      </p:sp>
      <p:sp>
        <p:nvSpPr>
          <p:cNvPr id="153" name="文字方塊 152">
            <a:extLst>
              <a:ext uri="{FF2B5EF4-FFF2-40B4-BE49-F238E27FC236}">
                <a16:creationId xmlns:a16="http://schemas.microsoft.com/office/drawing/2014/main" id="{F53B52E0-7021-4FB1-AFE2-DF5C84E802EF}"/>
              </a:ext>
            </a:extLst>
          </p:cNvPr>
          <p:cNvSpPr txBox="1"/>
          <p:nvPr/>
        </p:nvSpPr>
        <p:spPr>
          <a:xfrm>
            <a:off x="3636469" y="3439235"/>
            <a:ext cx="390088" cy="369332"/>
          </a:xfrm>
          <a:prstGeom prst="rect">
            <a:avLst/>
          </a:prstGeom>
          <a:noFill/>
        </p:spPr>
        <p:txBody>
          <a:bodyPr wrap="square" rtlCol="0">
            <a:spAutoFit/>
          </a:bodyPr>
          <a:lstStyle/>
          <a:p>
            <a:r>
              <a:rPr lang="en-US" altLang="zh-TW" dirty="0"/>
              <a:t>0</a:t>
            </a:r>
            <a:endParaRPr lang="zh-TW" altLang="en-US" dirty="0"/>
          </a:p>
        </p:txBody>
      </p:sp>
      <p:cxnSp>
        <p:nvCxnSpPr>
          <p:cNvPr id="154" name="直線單箭頭接點 153">
            <a:extLst>
              <a:ext uri="{FF2B5EF4-FFF2-40B4-BE49-F238E27FC236}">
                <a16:creationId xmlns:a16="http://schemas.microsoft.com/office/drawing/2014/main" id="{1E029DB5-7027-402D-B457-4F107BFD6C78}"/>
              </a:ext>
            </a:extLst>
          </p:cNvPr>
          <p:cNvCxnSpPr>
            <a:cxnSpLocks/>
          </p:cNvCxnSpPr>
          <p:nvPr/>
        </p:nvCxnSpPr>
        <p:spPr>
          <a:xfrm flipV="1">
            <a:off x="4370300" y="33389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5" name="橢圓 154">
            <a:extLst>
              <a:ext uri="{FF2B5EF4-FFF2-40B4-BE49-F238E27FC236}">
                <a16:creationId xmlns:a16="http://schemas.microsoft.com/office/drawing/2014/main" id="{B1636E1C-302E-4F77-94F1-01F27824D30C}"/>
              </a:ext>
            </a:extLst>
          </p:cNvPr>
          <p:cNvSpPr/>
          <p:nvPr/>
        </p:nvSpPr>
        <p:spPr>
          <a:xfrm>
            <a:off x="4932362" y="315442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6" name="直線單箭頭接點 155">
            <a:extLst>
              <a:ext uri="{FF2B5EF4-FFF2-40B4-BE49-F238E27FC236}">
                <a16:creationId xmlns:a16="http://schemas.microsoft.com/office/drawing/2014/main" id="{AC81CEB9-E194-425D-AF62-C7CFF51FC91F}"/>
              </a:ext>
            </a:extLst>
          </p:cNvPr>
          <p:cNvCxnSpPr>
            <a:stCxn id="155" idx="4"/>
          </p:cNvCxnSpPr>
          <p:nvPr/>
        </p:nvCxnSpPr>
        <p:spPr>
          <a:xfrm flipH="1">
            <a:off x="5125309" y="354870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4AE2810F-B2C5-4DB7-9576-1702482FA2A2}"/>
              </a:ext>
            </a:extLst>
          </p:cNvPr>
          <p:cNvCxnSpPr>
            <a:cxnSpLocks/>
          </p:cNvCxnSpPr>
          <p:nvPr/>
        </p:nvCxnSpPr>
        <p:spPr>
          <a:xfrm flipV="1">
            <a:off x="4370300" y="421982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8" name="橢圓 157">
            <a:extLst>
              <a:ext uri="{FF2B5EF4-FFF2-40B4-BE49-F238E27FC236}">
                <a16:creationId xmlns:a16="http://schemas.microsoft.com/office/drawing/2014/main" id="{283E7390-B6E4-4753-983D-6561F3E84F70}"/>
              </a:ext>
            </a:extLst>
          </p:cNvPr>
          <p:cNvSpPr/>
          <p:nvPr/>
        </p:nvSpPr>
        <p:spPr>
          <a:xfrm>
            <a:off x="4932362" y="4035269"/>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59" name="直線單箭頭接點 158">
            <a:extLst>
              <a:ext uri="{FF2B5EF4-FFF2-40B4-BE49-F238E27FC236}">
                <a16:creationId xmlns:a16="http://schemas.microsoft.com/office/drawing/2014/main" id="{7FEB4DBC-DDD8-4A4B-95F5-7B08B7CF71C4}"/>
              </a:ext>
            </a:extLst>
          </p:cNvPr>
          <p:cNvCxnSpPr>
            <a:stCxn id="158" idx="4"/>
          </p:cNvCxnSpPr>
          <p:nvPr/>
        </p:nvCxnSpPr>
        <p:spPr>
          <a:xfrm flipH="1">
            <a:off x="5125309" y="442955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直線單箭頭接點 159">
            <a:extLst>
              <a:ext uri="{FF2B5EF4-FFF2-40B4-BE49-F238E27FC236}">
                <a16:creationId xmlns:a16="http://schemas.microsoft.com/office/drawing/2014/main" id="{C952F2B9-CF02-4324-A00C-40ECE514EDD0}"/>
              </a:ext>
            </a:extLst>
          </p:cNvPr>
          <p:cNvCxnSpPr>
            <a:cxnSpLocks/>
          </p:cNvCxnSpPr>
          <p:nvPr/>
        </p:nvCxnSpPr>
        <p:spPr>
          <a:xfrm flipV="1">
            <a:off x="4382883" y="5109060"/>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1" name="橢圓 160">
            <a:extLst>
              <a:ext uri="{FF2B5EF4-FFF2-40B4-BE49-F238E27FC236}">
                <a16:creationId xmlns:a16="http://schemas.microsoft.com/office/drawing/2014/main" id="{5A11FE78-5BD6-453C-85EF-C9B7B61B76A6}"/>
              </a:ext>
            </a:extLst>
          </p:cNvPr>
          <p:cNvSpPr/>
          <p:nvPr/>
        </p:nvSpPr>
        <p:spPr>
          <a:xfrm>
            <a:off x="4949139" y="49245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2" name="直線單箭頭接點 161">
            <a:extLst>
              <a:ext uri="{FF2B5EF4-FFF2-40B4-BE49-F238E27FC236}">
                <a16:creationId xmlns:a16="http://schemas.microsoft.com/office/drawing/2014/main" id="{B19FEAB6-9760-4D97-9297-86300A6A8D37}"/>
              </a:ext>
            </a:extLst>
          </p:cNvPr>
          <p:cNvCxnSpPr>
            <a:cxnSpLocks/>
            <a:endCxn id="158" idx="1"/>
          </p:cNvCxnSpPr>
          <p:nvPr/>
        </p:nvCxnSpPr>
        <p:spPr>
          <a:xfrm>
            <a:off x="4312559" y="348257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直線單箭頭接點 162">
            <a:extLst>
              <a:ext uri="{FF2B5EF4-FFF2-40B4-BE49-F238E27FC236}">
                <a16:creationId xmlns:a16="http://schemas.microsoft.com/office/drawing/2014/main" id="{FD6AFBA0-2EC6-4F64-B103-FDCE2AE21A09}"/>
              </a:ext>
            </a:extLst>
          </p:cNvPr>
          <p:cNvCxnSpPr/>
          <p:nvPr/>
        </p:nvCxnSpPr>
        <p:spPr>
          <a:xfrm>
            <a:off x="4310330" y="4381312"/>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文字方塊 163">
            <a:extLst>
              <a:ext uri="{FF2B5EF4-FFF2-40B4-BE49-F238E27FC236}">
                <a16:creationId xmlns:a16="http://schemas.microsoft.com/office/drawing/2014/main" id="{92876652-D4A9-4148-8C40-B4B42DFFAB95}"/>
              </a:ext>
            </a:extLst>
          </p:cNvPr>
          <p:cNvSpPr txBox="1"/>
          <p:nvPr/>
        </p:nvSpPr>
        <p:spPr>
          <a:xfrm>
            <a:off x="4529556" y="4365520"/>
            <a:ext cx="390088" cy="369332"/>
          </a:xfrm>
          <a:prstGeom prst="rect">
            <a:avLst/>
          </a:prstGeom>
          <a:noFill/>
        </p:spPr>
        <p:txBody>
          <a:bodyPr wrap="square" rtlCol="0">
            <a:spAutoFit/>
          </a:bodyPr>
          <a:lstStyle/>
          <a:p>
            <a:r>
              <a:rPr lang="en-US" altLang="zh-TW" dirty="0"/>
              <a:t>1</a:t>
            </a:r>
            <a:endParaRPr lang="zh-TW" altLang="en-US" dirty="0"/>
          </a:p>
        </p:txBody>
      </p:sp>
      <p:sp>
        <p:nvSpPr>
          <p:cNvPr id="165" name="文字方塊 164">
            <a:extLst>
              <a:ext uri="{FF2B5EF4-FFF2-40B4-BE49-F238E27FC236}">
                <a16:creationId xmlns:a16="http://schemas.microsoft.com/office/drawing/2014/main" id="{B1599283-0E7A-4FCF-B5D7-1D26AB9462D7}"/>
              </a:ext>
            </a:extLst>
          </p:cNvPr>
          <p:cNvSpPr txBox="1"/>
          <p:nvPr/>
        </p:nvSpPr>
        <p:spPr>
          <a:xfrm>
            <a:off x="4549682" y="3481161"/>
            <a:ext cx="390088" cy="369332"/>
          </a:xfrm>
          <a:prstGeom prst="rect">
            <a:avLst/>
          </a:prstGeom>
          <a:noFill/>
        </p:spPr>
        <p:txBody>
          <a:bodyPr wrap="square" rtlCol="0">
            <a:spAutoFit/>
          </a:bodyPr>
          <a:lstStyle/>
          <a:p>
            <a:r>
              <a:rPr lang="en-US" altLang="zh-TW" dirty="0"/>
              <a:t>1</a:t>
            </a:r>
            <a:endParaRPr lang="zh-TW" altLang="en-US" dirty="0"/>
          </a:p>
        </p:txBody>
      </p:sp>
      <p:cxnSp>
        <p:nvCxnSpPr>
          <p:cNvPr id="167" name="直線單箭頭接點 166">
            <a:extLst>
              <a:ext uri="{FF2B5EF4-FFF2-40B4-BE49-F238E27FC236}">
                <a16:creationId xmlns:a16="http://schemas.microsoft.com/office/drawing/2014/main" id="{2731269F-B9F5-4A80-B2C6-E00A8628CE99}"/>
              </a:ext>
            </a:extLst>
          </p:cNvPr>
          <p:cNvCxnSpPr/>
          <p:nvPr/>
        </p:nvCxnSpPr>
        <p:spPr>
          <a:xfrm flipH="1">
            <a:off x="2273050" y="531039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直線單箭頭接點 167">
            <a:extLst>
              <a:ext uri="{FF2B5EF4-FFF2-40B4-BE49-F238E27FC236}">
                <a16:creationId xmlns:a16="http://schemas.microsoft.com/office/drawing/2014/main" id="{ADD491E5-C02B-48F0-90C0-F18B965E28C8}"/>
              </a:ext>
            </a:extLst>
          </p:cNvPr>
          <p:cNvCxnSpPr/>
          <p:nvPr/>
        </p:nvCxnSpPr>
        <p:spPr>
          <a:xfrm flipH="1">
            <a:off x="3229395"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C87C1CC6-2844-4A3E-8A6B-99D127446B3F}"/>
              </a:ext>
            </a:extLst>
          </p:cNvPr>
          <p:cNvCxnSpPr>
            <a:cxnSpLocks/>
          </p:cNvCxnSpPr>
          <p:nvPr/>
        </p:nvCxnSpPr>
        <p:spPr>
          <a:xfrm flipH="1">
            <a:off x="4185739"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EC8FE9EB-82FE-46EC-9265-4682713774A4}"/>
              </a:ext>
            </a:extLst>
          </p:cNvPr>
          <p:cNvSpPr/>
          <p:nvPr/>
        </p:nvSpPr>
        <p:spPr>
          <a:xfrm>
            <a:off x="2092686" y="580534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1623F56B-B650-4297-9CE2-DE24930E593F}"/>
              </a:ext>
            </a:extLst>
          </p:cNvPr>
          <p:cNvCxnSpPr>
            <a:stCxn id="170" idx="6"/>
          </p:cNvCxnSpPr>
          <p:nvPr/>
        </p:nvCxnSpPr>
        <p:spPr>
          <a:xfrm flipV="1">
            <a:off x="2486969" y="599829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2" name="橢圓 171">
            <a:extLst>
              <a:ext uri="{FF2B5EF4-FFF2-40B4-BE49-F238E27FC236}">
                <a16:creationId xmlns:a16="http://schemas.microsoft.com/office/drawing/2014/main" id="{903899FA-0D9A-4ED5-9B12-C39650D74FA4}"/>
              </a:ext>
            </a:extLst>
          </p:cNvPr>
          <p:cNvSpPr/>
          <p:nvPr/>
        </p:nvSpPr>
        <p:spPr>
          <a:xfrm>
            <a:off x="3053225"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3" name="直線單箭頭接點 172">
            <a:extLst>
              <a:ext uri="{FF2B5EF4-FFF2-40B4-BE49-F238E27FC236}">
                <a16:creationId xmlns:a16="http://schemas.microsoft.com/office/drawing/2014/main" id="{DCF8FD26-94CE-4E2A-88E3-17697DF7C30E}"/>
              </a:ext>
            </a:extLst>
          </p:cNvPr>
          <p:cNvCxnSpPr>
            <a:stCxn id="172" idx="6"/>
          </p:cNvCxnSpPr>
          <p:nvPr/>
        </p:nvCxnSpPr>
        <p:spPr>
          <a:xfrm flipV="1">
            <a:off x="3447508" y="60066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4" name="橢圓 173">
            <a:extLst>
              <a:ext uri="{FF2B5EF4-FFF2-40B4-BE49-F238E27FC236}">
                <a16:creationId xmlns:a16="http://schemas.microsoft.com/office/drawing/2014/main" id="{EB850599-569B-4D0C-9063-09C6199A3CDD}"/>
              </a:ext>
            </a:extLst>
          </p:cNvPr>
          <p:cNvSpPr/>
          <p:nvPr/>
        </p:nvSpPr>
        <p:spPr>
          <a:xfrm>
            <a:off x="4009570"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5" name="直線單箭頭接點 174">
            <a:extLst>
              <a:ext uri="{FF2B5EF4-FFF2-40B4-BE49-F238E27FC236}">
                <a16:creationId xmlns:a16="http://schemas.microsoft.com/office/drawing/2014/main" id="{F5D6955D-2124-4E52-9F15-1FEFBA79DC09}"/>
              </a:ext>
            </a:extLst>
          </p:cNvPr>
          <p:cNvCxnSpPr/>
          <p:nvPr/>
        </p:nvCxnSpPr>
        <p:spPr>
          <a:xfrm>
            <a:off x="2414416" y="527054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直線單箭頭接點 175">
            <a:extLst>
              <a:ext uri="{FF2B5EF4-FFF2-40B4-BE49-F238E27FC236}">
                <a16:creationId xmlns:a16="http://schemas.microsoft.com/office/drawing/2014/main" id="{62877A10-4476-4C8B-BB38-EE5328B923E7}"/>
              </a:ext>
            </a:extLst>
          </p:cNvPr>
          <p:cNvCxnSpPr/>
          <p:nvPr/>
        </p:nvCxnSpPr>
        <p:spPr>
          <a:xfrm>
            <a:off x="3390748" y="5254754"/>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 name="文字方塊 176">
            <a:extLst>
              <a:ext uri="{FF2B5EF4-FFF2-40B4-BE49-F238E27FC236}">
                <a16:creationId xmlns:a16="http://schemas.microsoft.com/office/drawing/2014/main" id="{54C66536-793E-4DE0-9CAC-7C57E56F8BD9}"/>
              </a:ext>
            </a:extLst>
          </p:cNvPr>
          <p:cNvSpPr txBox="1"/>
          <p:nvPr/>
        </p:nvSpPr>
        <p:spPr>
          <a:xfrm>
            <a:off x="2633642" y="5254754"/>
            <a:ext cx="390088" cy="369332"/>
          </a:xfrm>
          <a:prstGeom prst="rect">
            <a:avLst/>
          </a:prstGeom>
          <a:noFill/>
        </p:spPr>
        <p:txBody>
          <a:bodyPr wrap="square" rtlCol="0">
            <a:spAutoFit/>
          </a:bodyPr>
          <a:lstStyle/>
          <a:p>
            <a:r>
              <a:rPr lang="en-US" altLang="zh-TW" dirty="0"/>
              <a:t>1</a:t>
            </a:r>
            <a:endParaRPr lang="zh-TW" altLang="en-US" dirty="0"/>
          </a:p>
        </p:txBody>
      </p:sp>
      <p:sp>
        <p:nvSpPr>
          <p:cNvPr id="178" name="文字方塊 177">
            <a:extLst>
              <a:ext uri="{FF2B5EF4-FFF2-40B4-BE49-F238E27FC236}">
                <a16:creationId xmlns:a16="http://schemas.microsoft.com/office/drawing/2014/main" id="{0CD2CBDA-43F6-4A7E-9CA9-4FD502FE5F2D}"/>
              </a:ext>
            </a:extLst>
          </p:cNvPr>
          <p:cNvSpPr txBox="1"/>
          <p:nvPr/>
        </p:nvSpPr>
        <p:spPr>
          <a:xfrm>
            <a:off x="3619482" y="5254754"/>
            <a:ext cx="390088" cy="369332"/>
          </a:xfrm>
          <a:prstGeom prst="rect">
            <a:avLst/>
          </a:prstGeom>
          <a:noFill/>
        </p:spPr>
        <p:txBody>
          <a:bodyPr wrap="square" rtlCol="0">
            <a:spAutoFit/>
          </a:bodyPr>
          <a:lstStyle/>
          <a:p>
            <a:r>
              <a:rPr lang="en-US" altLang="zh-TW" dirty="0"/>
              <a:t>0</a:t>
            </a:r>
            <a:endParaRPr lang="zh-TW" altLang="en-US" dirty="0"/>
          </a:p>
        </p:txBody>
      </p:sp>
      <p:cxnSp>
        <p:nvCxnSpPr>
          <p:cNvPr id="179" name="直線單箭頭接點 178">
            <a:extLst>
              <a:ext uri="{FF2B5EF4-FFF2-40B4-BE49-F238E27FC236}">
                <a16:creationId xmlns:a16="http://schemas.microsoft.com/office/drawing/2014/main" id="{D7CC78F7-E7DB-4AC7-85E4-58C9A54C4BC0}"/>
              </a:ext>
            </a:extLst>
          </p:cNvPr>
          <p:cNvCxnSpPr/>
          <p:nvPr/>
        </p:nvCxnSpPr>
        <p:spPr>
          <a:xfrm flipH="1">
            <a:off x="5118318" y="5328572"/>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直線單箭頭接點 179">
            <a:extLst>
              <a:ext uri="{FF2B5EF4-FFF2-40B4-BE49-F238E27FC236}">
                <a16:creationId xmlns:a16="http://schemas.microsoft.com/office/drawing/2014/main" id="{52DFF42D-1958-4A68-BD5D-8A4761FC7B2C}"/>
              </a:ext>
            </a:extLst>
          </p:cNvPr>
          <p:cNvCxnSpPr>
            <a:cxnSpLocks/>
          </p:cNvCxnSpPr>
          <p:nvPr/>
        </p:nvCxnSpPr>
        <p:spPr>
          <a:xfrm flipV="1">
            <a:off x="4375892" y="60080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3EFC24E7-04B2-46D0-A563-7D52CF3D44A8}"/>
              </a:ext>
            </a:extLst>
          </p:cNvPr>
          <p:cNvSpPr/>
          <p:nvPr/>
        </p:nvSpPr>
        <p:spPr>
          <a:xfrm>
            <a:off x="4942148" y="5823523"/>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557FC03D-3DE8-4A33-BB37-8E09FCD485C6}"/>
              </a:ext>
            </a:extLst>
          </p:cNvPr>
          <p:cNvCxnSpPr/>
          <p:nvPr/>
        </p:nvCxnSpPr>
        <p:spPr>
          <a:xfrm>
            <a:off x="4303339" y="52803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文字方塊 182">
            <a:extLst>
              <a:ext uri="{FF2B5EF4-FFF2-40B4-BE49-F238E27FC236}">
                <a16:creationId xmlns:a16="http://schemas.microsoft.com/office/drawing/2014/main" id="{41428CA8-C4FD-4BBB-898B-05E12E5DDC2A}"/>
              </a:ext>
            </a:extLst>
          </p:cNvPr>
          <p:cNvSpPr txBox="1"/>
          <p:nvPr/>
        </p:nvSpPr>
        <p:spPr>
          <a:xfrm>
            <a:off x="4522565" y="5264541"/>
            <a:ext cx="390088" cy="369332"/>
          </a:xfrm>
          <a:prstGeom prst="rect">
            <a:avLst/>
          </a:prstGeom>
          <a:noFill/>
        </p:spPr>
        <p:txBody>
          <a:bodyPr wrap="square" rtlCol="0">
            <a:spAutoFit/>
          </a:bodyPr>
          <a:lstStyle/>
          <a:p>
            <a:r>
              <a:rPr lang="en-US" altLang="zh-TW" dirty="0"/>
              <a:t>0</a:t>
            </a:r>
            <a:endParaRPr lang="zh-TW" altLang="en-US" dirty="0"/>
          </a:p>
        </p:txBody>
      </p:sp>
      <p:sp>
        <p:nvSpPr>
          <p:cNvPr id="3" name="文字方塊 2">
            <a:extLst>
              <a:ext uri="{FF2B5EF4-FFF2-40B4-BE49-F238E27FC236}">
                <a16:creationId xmlns:a16="http://schemas.microsoft.com/office/drawing/2014/main" id="{47924614-B3FE-49DB-A43B-C5C6C654484D}"/>
              </a:ext>
            </a:extLst>
          </p:cNvPr>
          <p:cNvSpPr txBox="1"/>
          <p:nvPr/>
        </p:nvSpPr>
        <p:spPr>
          <a:xfrm>
            <a:off x="838199" y="1526796"/>
            <a:ext cx="10872832" cy="1200329"/>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t>Initialization </a:t>
            </a:r>
          </a:p>
          <a:p>
            <a:r>
              <a:rPr lang="en-US" altLang="zh-TW" sz="2400" dirty="0"/>
              <a:t>	 SC</a:t>
            </a:r>
            <a:r>
              <a:rPr lang="en-US" altLang="zh-TW" sz="2400" baseline="-25000" dirty="0"/>
              <a:t>0,j </a:t>
            </a:r>
            <a:r>
              <a:rPr lang="en-US" altLang="zh-TW" sz="2400" dirty="0"/>
              <a:t>= j + 1</a:t>
            </a:r>
          </a:p>
          <a:p>
            <a:r>
              <a:rPr lang="en-US" altLang="zh-TW" sz="2400" dirty="0"/>
              <a:t>	 SR</a:t>
            </a:r>
            <a:r>
              <a:rPr lang="en-US" altLang="zh-TW" sz="2400" baseline="-25000" dirty="0"/>
              <a:t>i,0 </a:t>
            </a:r>
            <a:r>
              <a:rPr lang="en-US" altLang="zh-TW" sz="2400" dirty="0"/>
              <a:t>= −</a:t>
            </a:r>
            <a:r>
              <a:rPr lang="en-US" altLang="zh-TW" sz="2400" dirty="0" err="1"/>
              <a:t>i</a:t>
            </a:r>
            <a:endParaRPr lang="en-US" altLang="zh-TW" sz="2400" b="1" dirty="0"/>
          </a:p>
        </p:txBody>
      </p:sp>
      <p:graphicFrame>
        <p:nvGraphicFramePr>
          <p:cNvPr id="4" name="表格 4">
            <a:extLst>
              <a:ext uri="{FF2B5EF4-FFF2-40B4-BE49-F238E27FC236}">
                <a16:creationId xmlns:a16="http://schemas.microsoft.com/office/drawing/2014/main" id="{846BB3CF-E188-4BFE-A1B9-9B78A7E80762}"/>
              </a:ext>
            </a:extLst>
          </p:cNvPr>
          <p:cNvGraphicFramePr>
            <a:graphicFrameLocks noGrp="1"/>
          </p:cNvGraphicFramePr>
          <p:nvPr>
            <p:extLst>
              <p:ext uri="{D42A27DB-BD31-4B8C-83A1-F6EECF244321}">
                <p14:modId xmlns:p14="http://schemas.microsoft.com/office/powerpoint/2010/main" val="194397968"/>
              </p:ext>
            </p:extLst>
          </p:nvPr>
        </p:nvGraphicFramePr>
        <p:xfrm>
          <a:off x="6407293" y="3082802"/>
          <a:ext cx="4611558" cy="3116828"/>
        </p:xfrm>
        <a:graphic>
          <a:graphicData uri="http://schemas.openxmlformats.org/drawingml/2006/table">
            <a:tbl>
              <a:tblPr firstRow="1" bandRow="1">
                <a:tableStyleId>{5940675A-B579-460E-94D1-54222C63F5DA}</a:tableStyleId>
              </a:tblPr>
              <a:tblGrid>
                <a:gridCol w="706746">
                  <a:extLst>
                    <a:ext uri="{9D8B030D-6E8A-4147-A177-3AD203B41FA5}">
                      <a16:colId xmlns:a16="http://schemas.microsoft.com/office/drawing/2014/main" val="1084139342"/>
                    </a:ext>
                  </a:extLst>
                </a:gridCol>
                <a:gridCol w="976203">
                  <a:extLst>
                    <a:ext uri="{9D8B030D-6E8A-4147-A177-3AD203B41FA5}">
                      <a16:colId xmlns:a16="http://schemas.microsoft.com/office/drawing/2014/main" val="840988332"/>
                    </a:ext>
                  </a:extLst>
                </a:gridCol>
                <a:gridCol w="938255">
                  <a:extLst>
                    <a:ext uri="{9D8B030D-6E8A-4147-A177-3AD203B41FA5}">
                      <a16:colId xmlns:a16="http://schemas.microsoft.com/office/drawing/2014/main" val="2969129151"/>
                    </a:ext>
                  </a:extLst>
                </a:gridCol>
                <a:gridCol w="1014151">
                  <a:extLst>
                    <a:ext uri="{9D8B030D-6E8A-4147-A177-3AD203B41FA5}">
                      <a16:colId xmlns:a16="http://schemas.microsoft.com/office/drawing/2014/main" val="605313770"/>
                    </a:ext>
                  </a:extLst>
                </a:gridCol>
                <a:gridCol w="976203">
                  <a:extLst>
                    <a:ext uri="{9D8B030D-6E8A-4147-A177-3AD203B41FA5}">
                      <a16:colId xmlns:a16="http://schemas.microsoft.com/office/drawing/2014/main" val="3274292819"/>
                    </a:ext>
                  </a:extLst>
                </a:gridCol>
              </a:tblGrid>
              <a:tr h="441822">
                <a:tc>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j=0</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j=2</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j=3</a:t>
                      </a:r>
                      <a:endParaRPr lang="zh-TW" altLang="en-US" dirty="0"/>
                    </a:p>
                  </a:txBody>
                  <a:tcPr/>
                </a:tc>
                <a:extLst>
                  <a:ext uri="{0D108BD9-81ED-4DB2-BD59-A6C34878D82A}">
                    <a16:rowId xmlns:a16="http://schemas.microsoft.com/office/drawing/2014/main" val="62270914"/>
                  </a:ext>
                </a:extLst>
              </a:tr>
              <a:tr h="673880">
                <a:tc>
                  <a:txBody>
                    <a:bodyPr/>
                    <a:lstStyle/>
                    <a:p>
                      <a:r>
                        <a:rPr lang="en-US" altLang="zh-TW" dirty="0" err="1"/>
                        <a:t>i</a:t>
                      </a:r>
                      <a:r>
                        <a:rPr lang="en-US" altLang="zh-TW" dirty="0"/>
                        <a:t>=0</a:t>
                      </a:r>
                      <a:endParaRPr lang="zh-TW" altLang="en-US" dirty="0"/>
                    </a:p>
                  </a:txBody>
                  <a:tcPr/>
                </a:tc>
                <a:tc>
                  <a:txBody>
                    <a:bodyPr/>
                    <a:lstStyle/>
                    <a:p>
                      <a:r>
                        <a:rPr lang="en-US" altLang="zh-TW" sz="1800" dirty="0"/>
                        <a:t>SC</a:t>
                      </a:r>
                      <a:r>
                        <a:rPr lang="en-US" altLang="zh-TW" sz="1800" baseline="-25000" dirty="0"/>
                        <a:t>0,0 </a:t>
                      </a:r>
                      <a:r>
                        <a:rPr lang="en-US" altLang="zh-TW" sz="1800" dirty="0"/>
                        <a:t>= 1</a:t>
                      </a:r>
                    </a:p>
                    <a:p>
                      <a:r>
                        <a:rPr lang="en-US" altLang="zh-TW" sz="1800" dirty="0"/>
                        <a:t>SR</a:t>
                      </a:r>
                      <a:r>
                        <a:rPr lang="en-US" altLang="zh-TW" sz="1800" baseline="-25000" dirty="0"/>
                        <a:t>0,0 </a:t>
                      </a:r>
                      <a:r>
                        <a:rPr lang="en-US" altLang="zh-TW" sz="1800" dirty="0"/>
                        <a:t>= 0</a:t>
                      </a:r>
                    </a:p>
                  </a:txBody>
                  <a:tcPr/>
                </a:tc>
                <a:tc>
                  <a:txBody>
                    <a:bodyPr/>
                    <a:lstStyle/>
                    <a:p>
                      <a:r>
                        <a:rPr lang="en-US" altLang="zh-TW" sz="1800" dirty="0"/>
                        <a:t>SC</a:t>
                      </a:r>
                      <a:r>
                        <a:rPr lang="en-US" altLang="zh-TW" sz="1800" baseline="-25000" dirty="0"/>
                        <a:t>0,1 </a:t>
                      </a:r>
                      <a:r>
                        <a:rPr lang="en-US" altLang="zh-TW" sz="1800" dirty="0"/>
                        <a:t>= 2</a:t>
                      </a:r>
                    </a:p>
                    <a:p>
                      <a:r>
                        <a:rPr lang="en-US" altLang="zh-TW" sz="1800" dirty="0"/>
                        <a:t> </a:t>
                      </a:r>
                    </a:p>
                  </a:txBody>
                  <a:tcPr/>
                </a:tc>
                <a:tc>
                  <a:txBody>
                    <a:bodyPr/>
                    <a:lstStyle/>
                    <a:p>
                      <a:r>
                        <a:rPr lang="en-US" altLang="zh-TW" sz="1800" dirty="0"/>
                        <a:t>SC</a:t>
                      </a:r>
                      <a:r>
                        <a:rPr lang="en-US" altLang="zh-TW" sz="1800" baseline="-25000" dirty="0"/>
                        <a:t>0,2 </a:t>
                      </a:r>
                      <a:r>
                        <a:rPr lang="en-US" altLang="zh-TW" sz="1800" dirty="0"/>
                        <a:t>= 3</a:t>
                      </a:r>
                    </a:p>
                    <a:p>
                      <a:r>
                        <a:rPr lang="en-US" altLang="zh-TW" sz="1800" dirty="0"/>
                        <a:t> </a:t>
                      </a:r>
                    </a:p>
                  </a:txBody>
                  <a:tcPr/>
                </a:tc>
                <a:tc>
                  <a:txBody>
                    <a:bodyPr/>
                    <a:lstStyle/>
                    <a:p>
                      <a:r>
                        <a:rPr lang="en-US" altLang="zh-TW" sz="1800" dirty="0"/>
                        <a:t> </a:t>
                      </a:r>
                    </a:p>
                  </a:txBody>
                  <a:tcPr/>
                </a:tc>
                <a:extLst>
                  <a:ext uri="{0D108BD9-81ED-4DB2-BD59-A6C34878D82A}">
                    <a16:rowId xmlns:a16="http://schemas.microsoft.com/office/drawing/2014/main" val="4283976497"/>
                  </a:ext>
                </a:extLst>
              </a:tr>
              <a:tr h="685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=1</a:t>
                      </a:r>
                      <a:endParaRPr lang="zh-TW" altLang="en-US" dirty="0"/>
                    </a:p>
                    <a:p>
                      <a:endParaRPr lang="zh-TW" altLang="en-US" dirty="0"/>
                    </a:p>
                  </a:txBody>
                  <a:tcPr/>
                </a:tc>
                <a:tc>
                  <a:txBody>
                    <a:bodyPr/>
                    <a:lstStyle/>
                    <a:p>
                      <a:endParaRPr lang="en-US" altLang="zh-TW" sz="1800" dirty="0"/>
                    </a:p>
                    <a:p>
                      <a:r>
                        <a:rPr lang="en-US" altLang="zh-TW" sz="1800" dirty="0"/>
                        <a:t>SR</a:t>
                      </a:r>
                      <a:r>
                        <a:rPr lang="en-US" altLang="zh-TW" sz="1800" baseline="-25000" dirty="0"/>
                        <a:t>0,1</a:t>
                      </a:r>
                      <a:r>
                        <a:rPr lang="en-US" altLang="zh-TW" sz="1800" dirty="0"/>
                        <a:t>= -1</a:t>
                      </a: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813910850"/>
                  </a:ext>
                </a:extLst>
              </a:tr>
              <a:tr h="6753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=2</a:t>
                      </a:r>
                      <a:endParaRPr lang="zh-TW" altLang="en-US" dirty="0"/>
                    </a:p>
                    <a:p>
                      <a:endParaRPr lang="zh-TW" altLang="en-US" dirty="0"/>
                    </a:p>
                  </a:txBody>
                  <a:tcPr/>
                </a:tc>
                <a:tc>
                  <a:txBody>
                    <a:bodyPr/>
                    <a:lstStyle/>
                    <a:p>
                      <a:r>
                        <a:rPr lang="en-US" altLang="zh-TW" sz="1800" dirty="0"/>
                        <a:t> </a:t>
                      </a:r>
                    </a:p>
                    <a:p>
                      <a:r>
                        <a:rPr lang="en-US" altLang="zh-TW" sz="1800" dirty="0"/>
                        <a:t>SR</a:t>
                      </a:r>
                      <a:r>
                        <a:rPr lang="en-US" altLang="zh-TW" sz="1800" baseline="-25000" dirty="0"/>
                        <a:t>0,2</a:t>
                      </a:r>
                      <a:r>
                        <a:rPr lang="en-US" altLang="zh-TW" sz="1800" dirty="0"/>
                        <a:t>= -2</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68957675"/>
                  </a:ext>
                </a:extLst>
              </a:tr>
              <a:tr h="64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=3</a:t>
                      </a:r>
                      <a:endParaRPr lang="zh-TW" altLang="en-US" dirty="0"/>
                    </a:p>
                    <a:p>
                      <a:endParaRPr lang="zh-TW" altLang="en-US" dirty="0"/>
                    </a:p>
                  </a:txBody>
                  <a:tcPr/>
                </a:tc>
                <a:tc>
                  <a:txBody>
                    <a:bodyPr/>
                    <a:lstStyle/>
                    <a:p>
                      <a:r>
                        <a:rPr lang="en-US" altLang="zh-TW" sz="1800" dirty="0"/>
                        <a:t> </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733908676"/>
                  </a:ext>
                </a:extLst>
              </a:tr>
            </a:tbl>
          </a:graphicData>
        </a:graphic>
      </p:graphicFrame>
      <p:sp>
        <p:nvSpPr>
          <p:cNvPr id="66" name="標題 1">
            <a:extLst>
              <a:ext uri="{FF2B5EF4-FFF2-40B4-BE49-F238E27FC236}">
                <a16:creationId xmlns:a16="http://schemas.microsoft.com/office/drawing/2014/main" id="{D27C37D1-E8A0-40AC-84DB-31A054B069CD}"/>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cxnSp>
        <p:nvCxnSpPr>
          <p:cNvPr id="63" name="直線單箭頭接點 62">
            <a:extLst>
              <a:ext uri="{FF2B5EF4-FFF2-40B4-BE49-F238E27FC236}">
                <a16:creationId xmlns:a16="http://schemas.microsoft.com/office/drawing/2014/main" id="{6CFE93B2-7A10-4DA0-8573-E13F4BD61032}"/>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33B6943D-2DEE-4067-8D95-1F5F6072DBFE}"/>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id="{96AAE581-CA8E-4FF9-9C2F-259856CAC858}"/>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67" name="文字方塊 66">
            <a:extLst>
              <a:ext uri="{FF2B5EF4-FFF2-40B4-BE49-F238E27FC236}">
                <a16:creationId xmlns:a16="http://schemas.microsoft.com/office/drawing/2014/main" id="{DFF5479B-4021-4030-8604-9BB27FF2B3FF}"/>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Tree>
    <p:extLst>
      <p:ext uri="{BB962C8B-B14F-4D97-AF65-F5344CB8AC3E}">
        <p14:creationId xmlns:p14="http://schemas.microsoft.com/office/powerpoint/2010/main" val="982892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橢圓 119">
            <a:extLst>
              <a:ext uri="{FF2B5EF4-FFF2-40B4-BE49-F238E27FC236}">
                <a16:creationId xmlns:a16="http://schemas.microsoft.com/office/drawing/2014/main" id="{A29AE62B-E080-45B0-82B1-5B323C035714}"/>
              </a:ext>
            </a:extLst>
          </p:cNvPr>
          <p:cNvSpPr/>
          <p:nvPr/>
        </p:nvSpPr>
        <p:spPr>
          <a:xfrm>
            <a:off x="2087094" y="3136249"/>
            <a:ext cx="394283" cy="394282"/>
          </a:xfrm>
          <a:prstGeom prst="ellipse">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1" name="直線單箭頭接點 120">
            <a:extLst>
              <a:ext uri="{FF2B5EF4-FFF2-40B4-BE49-F238E27FC236}">
                <a16:creationId xmlns:a16="http://schemas.microsoft.com/office/drawing/2014/main" id="{DD9C3076-56B5-4C52-837B-49DE04416247}"/>
              </a:ext>
            </a:extLst>
          </p:cNvPr>
          <p:cNvCxnSpPr>
            <a:stCxn id="120" idx="6"/>
          </p:cNvCxnSpPr>
          <p:nvPr/>
        </p:nvCxnSpPr>
        <p:spPr>
          <a:xfrm flipV="1">
            <a:off x="2481377" y="332919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線單箭頭接點 122">
            <a:extLst>
              <a:ext uri="{FF2B5EF4-FFF2-40B4-BE49-F238E27FC236}">
                <a16:creationId xmlns:a16="http://schemas.microsoft.com/office/drawing/2014/main" id="{4C8243FB-9385-4DFD-8A94-74AD95FAEC8E}"/>
              </a:ext>
            </a:extLst>
          </p:cNvPr>
          <p:cNvCxnSpPr>
            <a:stCxn id="120" idx="4"/>
          </p:cNvCxnSpPr>
          <p:nvPr/>
        </p:nvCxnSpPr>
        <p:spPr>
          <a:xfrm flipH="1">
            <a:off x="2280041" y="353053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橢圓 125">
            <a:extLst>
              <a:ext uri="{FF2B5EF4-FFF2-40B4-BE49-F238E27FC236}">
                <a16:creationId xmlns:a16="http://schemas.microsoft.com/office/drawing/2014/main" id="{8579C2A3-A085-4A01-B9D9-CA2C32578BB5}"/>
              </a:ext>
            </a:extLst>
          </p:cNvPr>
          <p:cNvSpPr/>
          <p:nvPr/>
        </p:nvSpPr>
        <p:spPr>
          <a:xfrm>
            <a:off x="3043439" y="314463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7" name="直線單箭頭接點 126">
            <a:extLst>
              <a:ext uri="{FF2B5EF4-FFF2-40B4-BE49-F238E27FC236}">
                <a16:creationId xmlns:a16="http://schemas.microsoft.com/office/drawing/2014/main" id="{5DDDF376-2A58-4CB3-A0ED-8A634E458363}"/>
              </a:ext>
            </a:extLst>
          </p:cNvPr>
          <p:cNvCxnSpPr>
            <a:stCxn id="126" idx="6"/>
          </p:cNvCxnSpPr>
          <p:nvPr/>
        </p:nvCxnSpPr>
        <p:spPr>
          <a:xfrm flipV="1">
            <a:off x="3437722" y="333758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直線單箭頭接點 128">
            <a:extLst>
              <a:ext uri="{FF2B5EF4-FFF2-40B4-BE49-F238E27FC236}">
                <a16:creationId xmlns:a16="http://schemas.microsoft.com/office/drawing/2014/main" id="{E116738D-BCF2-4DF5-8B55-400B2AA06AA7}"/>
              </a:ext>
            </a:extLst>
          </p:cNvPr>
          <p:cNvCxnSpPr>
            <a:stCxn id="126" idx="4"/>
          </p:cNvCxnSpPr>
          <p:nvPr/>
        </p:nvCxnSpPr>
        <p:spPr>
          <a:xfrm flipH="1">
            <a:off x="3236386" y="353892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橢圓 130">
            <a:extLst>
              <a:ext uri="{FF2B5EF4-FFF2-40B4-BE49-F238E27FC236}">
                <a16:creationId xmlns:a16="http://schemas.microsoft.com/office/drawing/2014/main" id="{716E4761-2173-46A4-A6EF-66468C7ABC02}"/>
              </a:ext>
            </a:extLst>
          </p:cNvPr>
          <p:cNvSpPr/>
          <p:nvPr/>
        </p:nvSpPr>
        <p:spPr>
          <a:xfrm>
            <a:off x="2087094" y="40170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2" name="直線單箭頭接點 131">
            <a:extLst>
              <a:ext uri="{FF2B5EF4-FFF2-40B4-BE49-F238E27FC236}">
                <a16:creationId xmlns:a16="http://schemas.microsoft.com/office/drawing/2014/main" id="{F724495E-E1BC-4EBA-BFD2-C569E80DEAAF}"/>
              </a:ext>
            </a:extLst>
          </p:cNvPr>
          <p:cNvCxnSpPr>
            <a:stCxn id="131" idx="6"/>
          </p:cNvCxnSpPr>
          <p:nvPr/>
        </p:nvCxnSpPr>
        <p:spPr>
          <a:xfrm flipV="1">
            <a:off x="2481377" y="42100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3" name="直線單箭頭接點 132">
            <a:extLst>
              <a:ext uri="{FF2B5EF4-FFF2-40B4-BE49-F238E27FC236}">
                <a16:creationId xmlns:a16="http://schemas.microsoft.com/office/drawing/2014/main" id="{B1259BF9-F49E-4572-BCF8-239289D43BA8}"/>
              </a:ext>
            </a:extLst>
          </p:cNvPr>
          <p:cNvCxnSpPr>
            <a:stCxn id="131" idx="4"/>
          </p:cNvCxnSpPr>
          <p:nvPr/>
        </p:nvCxnSpPr>
        <p:spPr>
          <a:xfrm flipH="1">
            <a:off x="2280041" y="44113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橢圓 133">
            <a:extLst>
              <a:ext uri="{FF2B5EF4-FFF2-40B4-BE49-F238E27FC236}">
                <a16:creationId xmlns:a16="http://schemas.microsoft.com/office/drawing/2014/main" id="{C1079914-DCB7-4CD2-917C-48FCC885BB37}"/>
              </a:ext>
            </a:extLst>
          </p:cNvPr>
          <p:cNvSpPr/>
          <p:nvPr/>
        </p:nvSpPr>
        <p:spPr>
          <a:xfrm>
            <a:off x="3043439"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5" name="直線單箭頭接點 134">
            <a:extLst>
              <a:ext uri="{FF2B5EF4-FFF2-40B4-BE49-F238E27FC236}">
                <a16:creationId xmlns:a16="http://schemas.microsoft.com/office/drawing/2014/main" id="{9AD4552E-EA5A-4A08-B499-E5A5051BEE5C}"/>
              </a:ext>
            </a:extLst>
          </p:cNvPr>
          <p:cNvCxnSpPr>
            <a:stCxn id="134" idx="6"/>
          </p:cNvCxnSpPr>
          <p:nvPr/>
        </p:nvCxnSpPr>
        <p:spPr>
          <a:xfrm flipV="1">
            <a:off x="3437722" y="421842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線單箭頭接點 135">
            <a:extLst>
              <a:ext uri="{FF2B5EF4-FFF2-40B4-BE49-F238E27FC236}">
                <a16:creationId xmlns:a16="http://schemas.microsoft.com/office/drawing/2014/main" id="{9FA88B2E-DF64-42F3-8C37-99A58114200F}"/>
              </a:ext>
            </a:extLst>
          </p:cNvPr>
          <p:cNvCxnSpPr>
            <a:stCxn id="134" idx="4"/>
          </p:cNvCxnSpPr>
          <p:nvPr/>
        </p:nvCxnSpPr>
        <p:spPr>
          <a:xfrm flipH="1">
            <a:off x="3236386"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橢圓 136">
            <a:extLst>
              <a:ext uri="{FF2B5EF4-FFF2-40B4-BE49-F238E27FC236}">
                <a16:creationId xmlns:a16="http://schemas.microsoft.com/office/drawing/2014/main" id="{5DB1C57E-4DEE-4680-A9DF-E7FDF65963B8}"/>
              </a:ext>
            </a:extLst>
          </p:cNvPr>
          <p:cNvSpPr/>
          <p:nvPr/>
        </p:nvSpPr>
        <p:spPr>
          <a:xfrm>
            <a:off x="3995589" y="313205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38" name="直線單箭頭接點 137">
            <a:extLst>
              <a:ext uri="{FF2B5EF4-FFF2-40B4-BE49-F238E27FC236}">
                <a16:creationId xmlns:a16="http://schemas.microsoft.com/office/drawing/2014/main" id="{FDEEC2BF-B0E4-4BB4-9CB5-E892C21BDAAF}"/>
              </a:ext>
            </a:extLst>
          </p:cNvPr>
          <p:cNvCxnSpPr>
            <a:cxnSpLocks/>
            <a:stCxn id="137" idx="4"/>
          </p:cNvCxnSpPr>
          <p:nvPr/>
        </p:nvCxnSpPr>
        <p:spPr>
          <a:xfrm flipH="1">
            <a:off x="4188536" y="3526336"/>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9" name="橢圓 138">
            <a:extLst>
              <a:ext uri="{FF2B5EF4-FFF2-40B4-BE49-F238E27FC236}">
                <a16:creationId xmlns:a16="http://schemas.microsoft.com/office/drawing/2014/main" id="{41E2DF68-0658-4FB8-99C9-DBA5DF7E689B}"/>
              </a:ext>
            </a:extLst>
          </p:cNvPr>
          <p:cNvSpPr/>
          <p:nvPr/>
        </p:nvSpPr>
        <p:spPr>
          <a:xfrm>
            <a:off x="3999783"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0" name="直線單箭頭接點 139">
            <a:extLst>
              <a:ext uri="{FF2B5EF4-FFF2-40B4-BE49-F238E27FC236}">
                <a16:creationId xmlns:a16="http://schemas.microsoft.com/office/drawing/2014/main" id="{E6A85AC0-E4C7-4240-9EEF-2545A63DB248}"/>
              </a:ext>
            </a:extLst>
          </p:cNvPr>
          <p:cNvCxnSpPr>
            <a:cxnSpLocks/>
            <a:stCxn id="139" idx="4"/>
          </p:cNvCxnSpPr>
          <p:nvPr/>
        </p:nvCxnSpPr>
        <p:spPr>
          <a:xfrm flipH="1">
            <a:off x="4192730"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1" name="橢圓 140">
            <a:extLst>
              <a:ext uri="{FF2B5EF4-FFF2-40B4-BE49-F238E27FC236}">
                <a16:creationId xmlns:a16="http://schemas.microsoft.com/office/drawing/2014/main" id="{C11D49C3-35F1-4585-8E04-9CF13A2597E4}"/>
              </a:ext>
            </a:extLst>
          </p:cNvPr>
          <p:cNvSpPr/>
          <p:nvPr/>
        </p:nvSpPr>
        <p:spPr>
          <a:xfrm>
            <a:off x="2099677" y="490632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2" name="直線單箭頭接點 141">
            <a:extLst>
              <a:ext uri="{FF2B5EF4-FFF2-40B4-BE49-F238E27FC236}">
                <a16:creationId xmlns:a16="http://schemas.microsoft.com/office/drawing/2014/main" id="{B6FB3A9E-2533-43E1-BF2C-70A9FC7FE24C}"/>
              </a:ext>
            </a:extLst>
          </p:cNvPr>
          <p:cNvCxnSpPr>
            <a:stCxn id="141" idx="6"/>
          </p:cNvCxnSpPr>
          <p:nvPr/>
        </p:nvCxnSpPr>
        <p:spPr>
          <a:xfrm flipV="1">
            <a:off x="2493960" y="509927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3" name="橢圓 142">
            <a:extLst>
              <a:ext uri="{FF2B5EF4-FFF2-40B4-BE49-F238E27FC236}">
                <a16:creationId xmlns:a16="http://schemas.microsoft.com/office/drawing/2014/main" id="{E136BAB1-BD99-4E80-8176-BD059B45D482}"/>
              </a:ext>
            </a:extLst>
          </p:cNvPr>
          <p:cNvSpPr/>
          <p:nvPr/>
        </p:nvSpPr>
        <p:spPr>
          <a:xfrm>
            <a:off x="3060216"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4" name="直線單箭頭接點 143">
            <a:extLst>
              <a:ext uri="{FF2B5EF4-FFF2-40B4-BE49-F238E27FC236}">
                <a16:creationId xmlns:a16="http://schemas.microsoft.com/office/drawing/2014/main" id="{D5D124A7-C75B-40E4-A092-37D60B2A5474}"/>
              </a:ext>
            </a:extLst>
          </p:cNvPr>
          <p:cNvCxnSpPr>
            <a:stCxn id="143" idx="6"/>
          </p:cNvCxnSpPr>
          <p:nvPr/>
        </p:nvCxnSpPr>
        <p:spPr>
          <a:xfrm flipV="1">
            <a:off x="3454499" y="510766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5" name="橢圓 144">
            <a:extLst>
              <a:ext uri="{FF2B5EF4-FFF2-40B4-BE49-F238E27FC236}">
                <a16:creationId xmlns:a16="http://schemas.microsoft.com/office/drawing/2014/main" id="{A2206B4F-090E-4D98-ABAF-857D9120DCA1}"/>
              </a:ext>
            </a:extLst>
          </p:cNvPr>
          <p:cNvSpPr/>
          <p:nvPr/>
        </p:nvSpPr>
        <p:spPr>
          <a:xfrm>
            <a:off x="4016561"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46" name="直線單箭頭接點 145">
            <a:extLst>
              <a:ext uri="{FF2B5EF4-FFF2-40B4-BE49-F238E27FC236}">
                <a16:creationId xmlns:a16="http://schemas.microsoft.com/office/drawing/2014/main" id="{09BBF670-FEC2-4C60-BAA7-418F91437C56}"/>
              </a:ext>
            </a:extLst>
          </p:cNvPr>
          <p:cNvCxnSpPr>
            <a:stCxn id="120" idx="5"/>
            <a:endCxn id="134" idx="1"/>
          </p:cNvCxnSpPr>
          <p:nvPr/>
        </p:nvCxnSpPr>
        <p:spPr>
          <a:xfrm>
            <a:off x="2423636" y="3472790"/>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7" name="直線單箭頭接點 146">
            <a:extLst>
              <a:ext uri="{FF2B5EF4-FFF2-40B4-BE49-F238E27FC236}">
                <a16:creationId xmlns:a16="http://schemas.microsoft.com/office/drawing/2014/main" id="{2C7E5471-0B4B-417B-861B-DDB4F37041D0}"/>
              </a:ext>
            </a:extLst>
          </p:cNvPr>
          <p:cNvCxnSpPr/>
          <p:nvPr/>
        </p:nvCxnSpPr>
        <p:spPr>
          <a:xfrm>
            <a:off x="3375786" y="343923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直線單箭頭接點 147">
            <a:extLst>
              <a:ext uri="{FF2B5EF4-FFF2-40B4-BE49-F238E27FC236}">
                <a16:creationId xmlns:a16="http://schemas.microsoft.com/office/drawing/2014/main" id="{BB16A45A-52F2-4844-AD4A-F8C8ADA621B7}"/>
              </a:ext>
            </a:extLst>
          </p:cNvPr>
          <p:cNvCxnSpPr/>
          <p:nvPr/>
        </p:nvCxnSpPr>
        <p:spPr>
          <a:xfrm>
            <a:off x="2421407" y="437152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直線單箭頭接點 148">
            <a:extLst>
              <a:ext uri="{FF2B5EF4-FFF2-40B4-BE49-F238E27FC236}">
                <a16:creationId xmlns:a16="http://schemas.microsoft.com/office/drawing/2014/main" id="{C0964EDD-37A2-4458-83D5-EDF8BC66D2E2}"/>
              </a:ext>
            </a:extLst>
          </p:cNvPr>
          <p:cNvCxnSpPr/>
          <p:nvPr/>
        </p:nvCxnSpPr>
        <p:spPr>
          <a:xfrm>
            <a:off x="3397739" y="43557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文字方塊 149">
            <a:extLst>
              <a:ext uri="{FF2B5EF4-FFF2-40B4-BE49-F238E27FC236}">
                <a16:creationId xmlns:a16="http://schemas.microsoft.com/office/drawing/2014/main" id="{1465100F-5BA2-4B09-98CA-3DBBCD6B78FB}"/>
              </a:ext>
            </a:extLst>
          </p:cNvPr>
          <p:cNvSpPr txBox="1"/>
          <p:nvPr/>
        </p:nvSpPr>
        <p:spPr>
          <a:xfrm>
            <a:off x="2640633" y="4355733"/>
            <a:ext cx="390088" cy="369332"/>
          </a:xfrm>
          <a:prstGeom prst="rect">
            <a:avLst/>
          </a:prstGeom>
          <a:noFill/>
        </p:spPr>
        <p:txBody>
          <a:bodyPr wrap="square" rtlCol="0">
            <a:spAutoFit/>
          </a:bodyPr>
          <a:lstStyle/>
          <a:p>
            <a:r>
              <a:rPr lang="en-US" altLang="zh-TW" dirty="0"/>
              <a:t>0</a:t>
            </a:r>
            <a:endParaRPr lang="zh-TW" altLang="en-US" dirty="0"/>
          </a:p>
        </p:txBody>
      </p:sp>
      <p:sp>
        <p:nvSpPr>
          <p:cNvPr id="151" name="文字方塊 150">
            <a:extLst>
              <a:ext uri="{FF2B5EF4-FFF2-40B4-BE49-F238E27FC236}">
                <a16:creationId xmlns:a16="http://schemas.microsoft.com/office/drawing/2014/main" id="{564343E9-1636-4BDF-B06C-802BBB6EC0E3}"/>
              </a:ext>
            </a:extLst>
          </p:cNvPr>
          <p:cNvSpPr txBox="1"/>
          <p:nvPr/>
        </p:nvSpPr>
        <p:spPr>
          <a:xfrm>
            <a:off x="3626473" y="4355733"/>
            <a:ext cx="390088" cy="369332"/>
          </a:xfrm>
          <a:prstGeom prst="rect">
            <a:avLst/>
          </a:prstGeom>
          <a:noFill/>
        </p:spPr>
        <p:txBody>
          <a:bodyPr wrap="square" rtlCol="0">
            <a:spAutoFit/>
          </a:bodyPr>
          <a:lstStyle/>
          <a:p>
            <a:r>
              <a:rPr lang="en-US" altLang="zh-TW" dirty="0"/>
              <a:t>1</a:t>
            </a:r>
            <a:endParaRPr lang="zh-TW" altLang="en-US" dirty="0"/>
          </a:p>
        </p:txBody>
      </p:sp>
      <p:sp>
        <p:nvSpPr>
          <p:cNvPr id="152" name="文字方塊 151">
            <a:extLst>
              <a:ext uri="{FF2B5EF4-FFF2-40B4-BE49-F238E27FC236}">
                <a16:creationId xmlns:a16="http://schemas.microsoft.com/office/drawing/2014/main" id="{2E036B12-439C-4130-A9F8-2E490C11F4B4}"/>
              </a:ext>
            </a:extLst>
          </p:cNvPr>
          <p:cNvSpPr txBox="1"/>
          <p:nvPr/>
        </p:nvSpPr>
        <p:spPr>
          <a:xfrm>
            <a:off x="2660759" y="3471374"/>
            <a:ext cx="390088" cy="369332"/>
          </a:xfrm>
          <a:prstGeom prst="rect">
            <a:avLst/>
          </a:prstGeom>
          <a:noFill/>
        </p:spPr>
        <p:txBody>
          <a:bodyPr wrap="square" rtlCol="0">
            <a:spAutoFit/>
          </a:bodyPr>
          <a:lstStyle/>
          <a:p>
            <a:r>
              <a:rPr lang="en-US" altLang="zh-TW" dirty="0"/>
              <a:t>1</a:t>
            </a:r>
            <a:endParaRPr lang="zh-TW" altLang="en-US" dirty="0"/>
          </a:p>
        </p:txBody>
      </p:sp>
      <p:sp>
        <p:nvSpPr>
          <p:cNvPr id="153" name="文字方塊 152">
            <a:extLst>
              <a:ext uri="{FF2B5EF4-FFF2-40B4-BE49-F238E27FC236}">
                <a16:creationId xmlns:a16="http://schemas.microsoft.com/office/drawing/2014/main" id="{F53B52E0-7021-4FB1-AFE2-DF5C84E802EF}"/>
              </a:ext>
            </a:extLst>
          </p:cNvPr>
          <p:cNvSpPr txBox="1"/>
          <p:nvPr/>
        </p:nvSpPr>
        <p:spPr>
          <a:xfrm>
            <a:off x="3636469" y="3439235"/>
            <a:ext cx="390088" cy="369332"/>
          </a:xfrm>
          <a:prstGeom prst="rect">
            <a:avLst/>
          </a:prstGeom>
          <a:noFill/>
        </p:spPr>
        <p:txBody>
          <a:bodyPr wrap="square" rtlCol="0">
            <a:spAutoFit/>
          </a:bodyPr>
          <a:lstStyle/>
          <a:p>
            <a:r>
              <a:rPr lang="en-US" altLang="zh-TW" dirty="0"/>
              <a:t>0</a:t>
            </a:r>
            <a:endParaRPr lang="zh-TW" altLang="en-US" dirty="0"/>
          </a:p>
        </p:txBody>
      </p:sp>
      <p:cxnSp>
        <p:nvCxnSpPr>
          <p:cNvPr id="154" name="直線單箭頭接點 153">
            <a:extLst>
              <a:ext uri="{FF2B5EF4-FFF2-40B4-BE49-F238E27FC236}">
                <a16:creationId xmlns:a16="http://schemas.microsoft.com/office/drawing/2014/main" id="{1E029DB5-7027-402D-B457-4F107BFD6C78}"/>
              </a:ext>
            </a:extLst>
          </p:cNvPr>
          <p:cNvCxnSpPr>
            <a:cxnSpLocks/>
          </p:cNvCxnSpPr>
          <p:nvPr/>
        </p:nvCxnSpPr>
        <p:spPr>
          <a:xfrm flipV="1">
            <a:off x="4370300" y="33389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5" name="橢圓 154">
            <a:extLst>
              <a:ext uri="{FF2B5EF4-FFF2-40B4-BE49-F238E27FC236}">
                <a16:creationId xmlns:a16="http://schemas.microsoft.com/office/drawing/2014/main" id="{B1636E1C-302E-4F77-94F1-01F27824D30C}"/>
              </a:ext>
            </a:extLst>
          </p:cNvPr>
          <p:cNvSpPr/>
          <p:nvPr/>
        </p:nvSpPr>
        <p:spPr>
          <a:xfrm>
            <a:off x="4932362" y="315442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56" name="直線單箭頭接點 155">
            <a:extLst>
              <a:ext uri="{FF2B5EF4-FFF2-40B4-BE49-F238E27FC236}">
                <a16:creationId xmlns:a16="http://schemas.microsoft.com/office/drawing/2014/main" id="{AC81CEB9-E194-425D-AF62-C7CFF51FC91F}"/>
              </a:ext>
            </a:extLst>
          </p:cNvPr>
          <p:cNvCxnSpPr>
            <a:stCxn id="155" idx="4"/>
          </p:cNvCxnSpPr>
          <p:nvPr/>
        </p:nvCxnSpPr>
        <p:spPr>
          <a:xfrm flipH="1">
            <a:off x="5125309" y="354870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線單箭頭接點 156">
            <a:extLst>
              <a:ext uri="{FF2B5EF4-FFF2-40B4-BE49-F238E27FC236}">
                <a16:creationId xmlns:a16="http://schemas.microsoft.com/office/drawing/2014/main" id="{4AE2810F-B2C5-4DB7-9576-1702482FA2A2}"/>
              </a:ext>
            </a:extLst>
          </p:cNvPr>
          <p:cNvCxnSpPr>
            <a:cxnSpLocks/>
          </p:cNvCxnSpPr>
          <p:nvPr/>
        </p:nvCxnSpPr>
        <p:spPr>
          <a:xfrm flipV="1">
            <a:off x="4370300" y="421982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8" name="橢圓 157">
            <a:extLst>
              <a:ext uri="{FF2B5EF4-FFF2-40B4-BE49-F238E27FC236}">
                <a16:creationId xmlns:a16="http://schemas.microsoft.com/office/drawing/2014/main" id="{283E7390-B6E4-4753-983D-6561F3E84F70}"/>
              </a:ext>
            </a:extLst>
          </p:cNvPr>
          <p:cNvSpPr/>
          <p:nvPr/>
        </p:nvSpPr>
        <p:spPr>
          <a:xfrm>
            <a:off x="4932362" y="4035269"/>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159" name="直線單箭頭接點 158">
            <a:extLst>
              <a:ext uri="{FF2B5EF4-FFF2-40B4-BE49-F238E27FC236}">
                <a16:creationId xmlns:a16="http://schemas.microsoft.com/office/drawing/2014/main" id="{7FEB4DBC-DDD8-4A4B-95F5-7B08B7CF71C4}"/>
              </a:ext>
            </a:extLst>
          </p:cNvPr>
          <p:cNvCxnSpPr>
            <a:stCxn id="158" idx="4"/>
          </p:cNvCxnSpPr>
          <p:nvPr/>
        </p:nvCxnSpPr>
        <p:spPr>
          <a:xfrm flipH="1">
            <a:off x="5125309" y="442955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直線單箭頭接點 159">
            <a:extLst>
              <a:ext uri="{FF2B5EF4-FFF2-40B4-BE49-F238E27FC236}">
                <a16:creationId xmlns:a16="http://schemas.microsoft.com/office/drawing/2014/main" id="{C952F2B9-CF02-4324-A00C-40ECE514EDD0}"/>
              </a:ext>
            </a:extLst>
          </p:cNvPr>
          <p:cNvCxnSpPr>
            <a:cxnSpLocks/>
          </p:cNvCxnSpPr>
          <p:nvPr/>
        </p:nvCxnSpPr>
        <p:spPr>
          <a:xfrm flipV="1">
            <a:off x="4382883" y="5109060"/>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1" name="橢圓 160">
            <a:extLst>
              <a:ext uri="{FF2B5EF4-FFF2-40B4-BE49-F238E27FC236}">
                <a16:creationId xmlns:a16="http://schemas.microsoft.com/office/drawing/2014/main" id="{5A11FE78-5BD6-453C-85EF-C9B7B61B76A6}"/>
              </a:ext>
            </a:extLst>
          </p:cNvPr>
          <p:cNvSpPr/>
          <p:nvPr/>
        </p:nvSpPr>
        <p:spPr>
          <a:xfrm>
            <a:off x="4949139" y="49245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2" name="直線單箭頭接點 161">
            <a:extLst>
              <a:ext uri="{FF2B5EF4-FFF2-40B4-BE49-F238E27FC236}">
                <a16:creationId xmlns:a16="http://schemas.microsoft.com/office/drawing/2014/main" id="{B19FEAB6-9760-4D97-9297-86300A6A8D37}"/>
              </a:ext>
            </a:extLst>
          </p:cNvPr>
          <p:cNvCxnSpPr>
            <a:cxnSpLocks/>
            <a:endCxn id="158" idx="1"/>
          </p:cNvCxnSpPr>
          <p:nvPr/>
        </p:nvCxnSpPr>
        <p:spPr>
          <a:xfrm>
            <a:off x="4312559" y="348257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直線單箭頭接點 162">
            <a:extLst>
              <a:ext uri="{FF2B5EF4-FFF2-40B4-BE49-F238E27FC236}">
                <a16:creationId xmlns:a16="http://schemas.microsoft.com/office/drawing/2014/main" id="{FD6AFBA0-2EC6-4F64-B103-FDCE2AE21A09}"/>
              </a:ext>
            </a:extLst>
          </p:cNvPr>
          <p:cNvCxnSpPr/>
          <p:nvPr/>
        </p:nvCxnSpPr>
        <p:spPr>
          <a:xfrm>
            <a:off x="4310330" y="4381312"/>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4" name="文字方塊 163">
            <a:extLst>
              <a:ext uri="{FF2B5EF4-FFF2-40B4-BE49-F238E27FC236}">
                <a16:creationId xmlns:a16="http://schemas.microsoft.com/office/drawing/2014/main" id="{92876652-D4A9-4148-8C40-B4B42DFFAB95}"/>
              </a:ext>
            </a:extLst>
          </p:cNvPr>
          <p:cNvSpPr txBox="1"/>
          <p:nvPr/>
        </p:nvSpPr>
        <p:spPr>
          <a:xfrm>
            <a:off x="4529556" y="4365520"/>
            <a:ext cx="390088" cy="369332"/>
          </a:xfrm>
          <a:prstGeom prst="rect">
            <a:avLst/>
          </a:prstGeom>
          <a:noFill/>
        </p:spPr>
        <p:txBody>
          <a:bodyPr wrap="square" rtlCol="0">
            <a:spAutoFit/>
          </a:bodyPr>
          <a:lstStyle/>
          <a:p>
            <a:r>
              <a:rPr lang="en-US" altLang="zh-TW" dirty="0"/>
              <a:t>1</a:t>
            </a:r>
            <a:endParaRPr lang="zh-TW" altLang="en-US" dirty="0"/>
          </a:p>
        </p:txBody>
      </p:sp>
      <p:sp>
        <p:nvSpPr>
          <p:cNvPr id="165" name="文字方塊 164">
            <a:extLst>
              <a:ext uri="{FF2B5EF4-FFF2-40B4-BE49-F238E27FC236}">
                <a16:creationId xmlns:a16="http://schemas.microsoft.com/office/drawing/2014/main" id="{B1599283-0E7A-4FCF-B5D7-1D26AB9462D7}"/>
              </a:ext>
            </a:extLst>
          </p:cNvPr>
          <p:cNvSpPr txBox="1"/>
          <p:nvPr/>
        </p:nvSpPr>
        <p:spPr>
          <a:xfrm>
            <a:off x="4549682" y="3481161"/>
            <a:ext cx="390088" cy="369332"/>
          </a:xfrm>
          <a:prstGeom prst="rect">
            <a:avLst/>
          </a:prstGeom>
          <a:noFill/>
        </p:spPr>
        <p:txBody>
          <a:bodyPr wrap="square" rtlCol="0">
            <a:spAutoFit/>
          </a:bodyPr>
          <a:lstStyle/>
          <a:p>
            <a:r>
              <a:rPr lang="en-US" altLang="zh-TW" dirty="0"/>
              <a:t>1</a:t>
            </a:r>
            <a:endParaRPr lang="zh-TW" altLang="en-US" dirty="0"/>
          </a:p>
        </p:txBody>
      </p:sp>
      <p:sp>
        <p:nvSpPr>
          <p:cNvPr id="166" name="橢圓 165">
            <a:extLst>
              <a:ext uri="{FF2B5EF4-FFF2-40B4-BE49-F238E27FC236}">
                <a16:creationId xmlns:a16="http://schemas.microsoft.com/office/drawing/2014/main" id="{A7C20924-B384-4A06-B2FF-2AB0C23FBCBC}"/>
              </a:ext>
            </a:extLst>
          </p:cNvPr>
          <p:cNvSpPr/>
          <p:nvPr/>
        </p:nvSpPr>
        <p:spPr>
          <a:xfrm>
            <a:off x="2089133" y="3128554"/>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67" name="直線單箭頭接點 166">
            <a:extLst>
              <a:ext uri="{FF2B5EF4-FFF2-40B4-BE49-F238E27FC236}">
                <a16:creationId xmlns:a16="http://schemas.microsoft.com/office/drawing/2014/main" id="{2731269F-B9F5-4A80-B2C6-E00A8628CE99}"/>
              </a:ext>
            </a:extLst>
          </p:cNvPr>
          <p:cNvCxnSpPr/>
          <p:nvPr/>
        </p:nvCxnSpPr>
        <p:spPr>
          <a:xfrm flipH="1">
            <a:off x="2273050" y="531039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直線單箭頭接點 167">
            <a:extLst>
              <a:ext uri="{FF2B5EF4-FFF2-40B4-BE49-F238E27FC236}">
                <a16:creationId xmlns:a16="http://schemas.microsoft.com/office/drawing/2014/main" id="{ADD491E5-C02B-48F0-90C0-F18B965E28C8}"/>
              </a:ext>
            </a:extLst>
          </p:cNvPr>
          <p:cNvCxnSpPr/>
          <p:nvPr/>
        </p:nvCxnSpPr>
        <p:spPr>
          <a:xfrm flipH="1">
            <a:off x="3229395"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直線單箭頭接點 168">
            <a:extLst>
              <a:ext uri="{FF2B5EF4-FFF2-40B4-BE49-F238E27FC236}">
                <a16:creationId xmlns:a16="http://schemas.microsoft.com/office/drawing/2014/main" id="{C87C1CC6-2844-4A3E-8A6B-99D127446B3F}"/>
              </a:ext>
            </a:extLst>
          </p:cNvPr>
          <p:cNvCxnSpPr>
            <a:cxnSpLocks/>
          </p:cNvCxnSpPr>
          <p:nvPr/>
        </p:nvCxnSpPr>
        <p:spPr>
          <a:xfrm flipH="1">
            <a:off x="4185739"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0" name="橢圓 169">
            <a:extLst>
              <a:ext uri="{FF2B5EF4-FFF2-40B4-BE49-F238E27FC236}">
                <a16:creationId xmlns:a16="http://schemas.microsoft.com/office/drawing/2014/main" id="{EC8FE9EB-82FE-46EC-9265-4682713774A4}"/>
              </a:ext>
            </a:extLst>
          </p:cNvPr>
          <p:cNvSpPr/>
          <p:nvPr/>
        </p:nvSpPr>
        <p:spPr>
          <a:xfrm>
            <a:off x="2092686" y="580534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1" name="直線單箭頭接點 170">
            <a:extLst>
              <a:ext uri="{FF2B5EF4-FFF2-40B4-BE49-F238E27FC236}">
                <a16:creationId xmlns:a16="http://schemas.microsoft.com/office/drawing/2014/main" id="{1623F56B-B650-4297-9CE2-DE24930E593F}"/>
              </a:ext>
            </a:extLst>
          </p:cNvPr>
          <p:cNvCxnSpPr>
            <a:stCxn id="170" idx="6"/>
          </p:cNvCxnSpPr>
          <p:nvPr/>
        </p:nvCxnSpPr>
        <p:spPr>
          <a:xfrm flipV="1">
            <a:off x="2486969" y="599829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2" name="橢圓 171">
            <a:extLst>
              <a:ext uri="{FF2B5EF4-FFF2-40B4-BE49-F238E27FC236}">
                <a16:creationId xmlns:a16="http://schemas.microsoft.com/office/drawing/2014/main" id="{903899FA-0D9A-4ED5-9B12-C39650D74FA4}"/>
              </a:ext>
            </a:extLst>
          </p:cNvPr>
          <p:cNvSpPr/>
          <p:nvPr/>
        </p:nvSpPr>
        <p:spPr>
          <a:xfrm>
            <a:off x="3053225"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3" name="直線單箭頭接點 172">
            <a:extLst>
              <a:ext uri="{FF2B5EF4-FFF2-40B4-BE49-F238E27FC236}">
                <a16:creationId xmlns:a16="http://schemas.microsoft.com/office/drawing/2014/main" id="{DCF8FD26-94CE-4E2A-88E3-17697DF7C30E}"/>
              </a:ext>
            </a:extLst>
          </p:cNvPr>
          <p:cNvCxnSpPr>
            <a:stCxn id="172" idx="6"/>
          </p:cNvCxnSpPr>
          <p:nvPr/>
        </p:nvCxnSpPr>
        <p:spPr>
          <a:xfrm flipV="1">
            <a:off x="3447508" y="60066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4" name="橢圓 173">
            <a:extLst>
              <a:ext uri="{FF2B5EF4-FFF2-40B4-BE49-F238E27FC236}">
                <a16:creationId xmlns:a16="http://schemas.microsoft.com/office/drawing/2014/main" id="{EB850599-569B-4D0C-9063-09C6199A3CDD}"/>
              </a:ext>
            </a:extLst>
          </p:cNvPr>
          <p:cNvSpPr/>
          <p:nvPr/>
        </p:nvSpPr>
        <p:spPr>
          <a:xfrm>
            <a:off x="4009570"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75" name="直線單箭頭接點 174">
            <a:extLst>
              <a:ext uri="{FF2B5EF4-FFF2-40B4-BE49-F238E27FC236}">
                <a16:creationId xmlns:a16="http://schemas.microsoft.com/office/drawing/2014/main" id="{F5D6955D-2124-4E52-9F15-1FEFBA79DC09}"/>
              </a:ext>
            </a:extLst>
          </p:cNvPr>
          <p:cNvCxnSpPr/>
          <p:nvPr/>
        </p:nvCxnSpPr>
        <p:spPr>
          <a:xfrm>
            <a:off x="2414416" y="527054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直線單箭頭接點 175">
            <a:extLst>
              <a:ext uri="{FF2B5EF4-FFF2-40B4-BE49-F238E27FC236}">
                <a16:creationId xmlns:a16="http://schemas.microsoft.com/office/drawing/2014/main" id="{62877A10-4476-4C8B-BB38-EE5328B923E7}"/>
              </a:ext>
            </a:extLst>
          </p:cNvPr>
          <p:cNvCxnSpPr/>
          <p:nvPr/>
        </p:nvCxnSpPr>
        <p:spPr>
          <a:xfrm>
            <a:off x="3390748" y="5254754"/>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 name="文字方塊 176">
            <a:extLst>
              <a:ext uri="{FF2B5EF4-FFF2-40B4-BE49-F238E27FC236}">
                <a16:creationId xmlns:a16="http://schemas.microsoft.com/office/drawing/2014/main" id="{54C66536-793E-4DE0-9CAC-7C57E56F8BD9}"/>
              </a:ext>
            </a:extLst>
          </p:cNvPr>
          <p:cNvSpPr txBox="1"/>
          <p:nvPr/>
        </p:nvSpPr>
        <p:spPr>
          <a:xfrm>
            <a:off x="2633642" y="5254754"/>
            <a:ext cx="390088" cy="369332"/>
          </a:xfrm>
          <a:prstGeom prst="rect">
            <a:avLst/>
          </a:prstGeom>
          <a:noFill/>
        </p:spPr>
        <p:txBody>
          <a:bodyPr wrap="square" rtlCol="0">
            <a:spAutoFit/>
          </a:bodyPr>
          <a:lstStyle/>
          <a:p>
            <a:r>
              <a:rPr lang="en-US" altLang="zh-TW" dirty="0"/>
              <a:t>1</a:t>
            </a:r>
            <a:endParaRPr lang="zh-TW" altLang="en-US" dirty="0"/>
          </a:p>
        </p:txBody>
      </p:sp>
      <p:sp>
        <p:nvSpPr>
          <p:cNvPr id="178" name="文字方塊 177">
            <a:extLst>
              <a:ext uri="{FF2B5EF4-FFF2-40B4-BE49-F238E27FC236}">
                <a16:creationId xmlns:a16="http://schemas.microsoft.com/office/drawing/2014/main" id="{0CD2CBDA-43F6-4A7E-9CA9-4FD502FE5F2D}"/>
              </a:ext>
            </a:extLst>
          </p:cNvPr>
          <p:cNvSpPr txBox="1"/>
          <p:nvPr/>
        </p:nvSpPr>
        <p:spPr>
          <a:xfrm>
            <a:off x="3619482" y="5254754"/>
            <a:ext cx="390088" cy="369332"/>
          </a:xfrm>
          <a:prstGeom prst="rect">
            <a:avLst/>
          </a:prstGeom>
          <a:noFill/>
        </p:spPr>
        <p:txBody>
          <a:bodyPr wrap="square" rtlCol="0">
            <a:spAutoFit/>
          </a:bodyPr>
          <a:lstStyle/>
          <a:p>
            <a:r>
              <a:rPr lang="en-US" altLang="zh-TW" dirty="0"/>
              <a:t>0</a:t>
            </a:r>
            <a:endParaRPr lang="zh-TW" altLang="en-US" dirty="0"/>
          </a:p>
        </p:txBody>
      </p:sp>
      <p:cxnSp>
        <p:nvCxnSpPr>
          <p:cNvPr id="179" name="直線單箭頭接點 178">
            <a:extLst>
              <a:ext uri="{FF2B5EF4-FFF2-40B4-BE49-F238E27FC236}">
                <a16:creationId xmlns:a16="http://schemas.microsoft.com/office/drawing/2014/main" id="{D7CC78F7-E7DB-4AC7-85E4-58C9A54C4BC0}"/>
              </a:ext>
            </a:extLst>
          </p:cNvPr>
          <p:cNvCxnSpPr/>
          <p:nvPr/>
        </p:nvCxnSpPr>
        <p:spPr>
          <a:xfrm flipH="1">
            <a:off x="5118318" y="5328572"/>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直線單箭頭接點 179">
            <a:extLst>
              <a:ext uri="{FF2B5EF4-FFF2-40B4-BE49-F238E27FC236}">
                <a16:creationId xmlns:a16="http://schemas.microsoft.com/office/drawing/2014/main" id="{52DFF42D-1958-4A68-BD5D-8A4761FC7B2C}"/>
              </a:ext>
            </a:extLst>
          </p:cNvPr>
          <p:cNvCxnSpPr>
            <a:cxnSpLocks/>
          </p:cNvCxnSpPr>
          <p:nvPr/>
        </p:nvCxnSpPr>
        <p:spPr>
          <a:xfrm flipV="1">
            <a:off x="4375892" y="60080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 name="橢圓 180">
            <a:extLst>
              <a:ext uri="{FF2B5EF4-FFF2-40B4-BE49-F238E27FC236}">
                <a16:creationId xmlns:a16="http://schemas.microsoft.com/office/drawing/2014/main" id="{3EFC24E7-04B2-46D0-A563-7D52CF3D44A8}"/>
              </a:ext>
            </a:extLst>
          </p:cNvPr>
          <p:cNvSpPr/>
          <p:nvPr/>
        </p:nvSpPr>
        <p:spPr>
          <a:xfrm>
            <a:off x="4942148" y="5823523"/>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2" name="直線單箭頭接點 181">
            <a:extLst>
              <a:ext uri="{FF2B5EF4-FFF2-40B4-BE49-F238E27FC236}">
                <a16:creationId xmlns:a16="http://schemas.microsoft.com/office/drawing/2014/main" id="{557FC03D-3DE8-4A33-BB37-8E09FCD485C6}"/>
              </a:ext>
            </a:extLst>
          </p:cNvPr>
          <p:cNvCxnSpPr/>
          <p:nvPr/>
        </p:nvCxnSpPr>
        <p:spPr>
          <a:xfrm>
            <a:off x="4303339" y="52803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3" name="文字方塊 182">
            <a:extLst>
              <a:ext uri="{FF2B5EF4-FFF2-40B4-BE49-F238E27FC236}">
                <a16:creationId xmlns:a16="http://schemas.microsoft.com/office/drawing/2014/main" id="{41428CA8-C4FD-4BBB-898B-05E12E5DDC2A}"/>
              </a:ext>
            </a:extLst>
          </p:cNvPr>
          <p:cNvSpPr txBox="1"/>
          <p:nvPr/>
        </p:nvSpPr>
        <p:spPr>
          <a:xfrm>
            <a:off x="4522565" y="5264541"/>
            <a:ext cx="390088" cy="369332"/>
          </a:xfrm>
          <a:prstGeom prst="rect">
            <a:avLst/>
          </a:prstGeom>
          <a:noFill/>
        </p:spPr>
        <p:txBody>
          <a:bodyPr wrap="square" rtlCol="0">
            <a:spAutoFit/>
          </a:bodyPr>
          <a:lstStyle/>
          <a:p>
            <a:r>
              <a:rPr lang="en-US" altLang="zh-TW" dirty="0"/>
              <a:t>0</a:t>
            </a:r>
            <a:endParaRPr lang="zh-TW" altLang="en-US" dirty="0"/>
          </a:p>
        </p:txBody>
      </p:sp>
      <p:graphicFrame>
        <p:nvGraphicFramePr>
          <p:cNvPr id="4" name="表格 4">
            <a:extLst>
              <a:ext uri="{FF2B5EF4-FFF2-40B4-BE49-F238E27FC236}">
                <a16:creationId xmlns:a16="http://schemas.microsoft.com/office/drawing/2014/main" id="{846BB3CF-E188-4BFE-A1B9-9B78A7E80762}"/>
              </a:ext>
            </a:extLst>
          </p:cNvPr>
          <p:cNvGraphicFramePr>
            <a:graphicFrameLocks noGrp="1"/>
          </p:cNvGraphicFramePr>
          <p:nvPr>
            <p:extLst>
              <p:ext uri="{D42A27DB-BD31-4B8C-83A1-F6EECF244321}">
                <p14:modId xmlns:p14="http://schemas.microsoft.com/office/powerpoint/2010/main" val="3177371407"/>
              </p:ext>
            </p:extLst>
          </p:nvPr>
        </p:nvGraphicFramePr>
        <p:xfrm>
          <a:off x="6407293" y="3082802"/>
          <a:ext cx="4611558" cy="3116828"/>
        </p:xfrm>
        <a:graphic>
          <a:graphicData uri="http://schemas.openxmlformats.org/drawingml/2006/table">
            <a:tbl>
              <a:tblPr firstRow="1" bandRow="1">
                <a:tableStyleId>{5940675A-B579-460E-94D1-54222C63F5DA}</a:tableStyleId>
              </a:tblPr>
              <a:tblGrid>
                <a:gridCol w="706571">
                  <a:extLst>
                    <a:ext uri="{9D8B030D-6E8A-4147-A177-3AD203B41FA5}">
                      <a16:colId xmlns:a16="http://schemas.microsoft.com/office/drawing/2014/main" val="1084139342"/>
                    </a:ext>
                  </a:extLst>
                </a:gridCol>
                <a:gridCol w="976378">
                  <a:extLst>
                    <a:ext uri="{9D8B030D-6E8A-4147-A177-3AD203B41FA5}">
                      <a16:colId xmlns:a16="http://schemas.microsoft.com/office/drawing/2014/main" val="840988332"/>
                    </a:ext>
                  </a:extLst>
                </a:gridCol>
                <a:gridCol w="938255">
                  <a:extLst>
                    <a:ext uri="{9D8B030D-6E8A-4147-A177-3AD203B41FA5}">
                      <a16:colId xmlns:a16="http://schemas.microsoft.com/office/drawing/2014/main" val="2969129151"/>
                    </a:ext>
                  </a:extLst>
                </a:gridCol>
                <a:gridCol w="1014151">
                  <a:extLst>
                    <a:ext uri="{9D8B030D-6E8A-4147-A177-3AD203B41FA5}">
                      <a16:colId xmlns:a16="http://schemas.microsoft.com/office/drawing/2014/main" val="605313770"/>
                    </a:ext>
                  </a:extLst>
                </a:gridCol>
                <a:gridCol w="976203">
                  <a:extLst>
                    <a:ext uri="{9D8B030D-6E8A-4147-A177-3AD203B41FA5}">
                      <a16:colId xmlns:a16="http://schemas.microsoft.com/office/drawing/2014/main" val="3274292819"/>
                    </a:ext>
                  </a:extLst>
                </a:gridCol>
              </a:tblGrid>
              <a:tr h="441822">
                <a:tc>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j=0</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j=2</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j=3</a:t>
                      </a:r>
                      <a:endParaRPr lang="zh-TW" altLang="en-US" dirty="0"/>
                    </a:p>
                  </a:txBody>
                  <a:tcPr/>
                </a:tc>
                <a:extLst>
                  <a:ext uri="{0D108BD9-81ED-4DB2-BD59-A6C34878D82A}">
                    <a16:rowId xmlns:a16="http://schemas.microsoft.com/office/drawing/2014/main" val="62270914"/>
                  </a:ext>
                </a:extLst>
              </a:tr>
              <a:tr h="673880">
                <a:tc>
                  <a:txBody>
                    <a:bodyPr/>
                    <a:lstStyle/>
                    <a:p>
                      <a:r>
                        <a:rPr lang="en-US" altLang="zh-TW" dirty="0" err="1"/>
                        <a:t>i</a:t>
                      </a:r>
                      <a:r>
                        <a:rPr lang="en-US" altLang="zh-TW" dirty="0"/>
                        <a:t>=0</a:t>
                      </a:r>
                      <a:endParaRPr lang="zh-TW" altLang="en-US" dirty="0"/>
                    </a:p>
                  </a:txBody>
                  <a:tcPr/>
                </a:tc>
                <a:tc>
                  <a:txBody>
                    <a:bodyPr/>
                    <a:lstStyle/>
                    <a:p>
                      <a:r>
                        <a:rPr lang="en-US" altLang="zh-TW" sz="1800" dirty="0"/>
                        <a:t>SC</a:t>
                      </a:r>
                      <a:r>
                        <a:rPr lang="en-US" altLang="zh-TW" sz="1800" baseline="-25000" dirty="0"/>
                        <a:t>0,0 </a:t>
                      </a:r>
                      <a:r>
                        <a:rPr lang="en-US" altLang="zh-TW" sz="1800" dirty="0"/>
                        <a:t>= 1</a:t>
                      </a:r>
                    </a:p>
                    <a:p>
                      <a:r>
                        <a:rPr lang="en-US" altLang="zh-TW" sz="1800" dirty="0"/>
                        <a:t>SR</a:t>
                      </a:r>
                      <a:r>
                        <a:rPr lang="en-US" altLang="zh-TW" sz="1800" baseline="-25000" dirty="0"/>
                        <a:t>0,0 </a:t>
                      </a:r>
                      <a:r>
                        <a:rPr lang="en-US" altLang="zh-TW" sz="1800" dirty="0"/>
                        <a:t>= 0</a:t>
                      </a:r>
                    </a:p>
                  </a:txBody>
                  <a:tcPr/>
                </a:tc>
                <a:tc>
                  <a:txBody>
                    <a:bodyPr/>
                    <a:lstStyle/>
                    <a:p>
                      <a:r>
                        <a:rPr lang="en-US" altLang="zh-TW" sz="1800" dirty="0"/>
                        <a:t>SC</a:t>
                      </a:r>
                      <a:r>
                        <a:rPr lang="en-US" altLang="zh-TW" sz="1800" baseline="-25000" dirty="0"/>
                        <a:t>0,1 </a:t>
                      </a:r>
                      <a:r>
                        <a:rPr lang="en-US" altLang="zh-TW" sz="1800" dirty="0"/>
                        <a:t>= 2</a:t>
                      </a:r>
                    </a:p>
                    <a:p>
                      <a:r>
                        <a:rPr lang="en-US" altLang="zh-TW" sz="1800" dirty="0">
                          <a:solidFill>
                            <a:srgbClr val="FF0000"/>
                          </a:solidFill>
                        </a:rPr>
                        <a:t>SR</a:t>
                      </a:r>
                      <a:r>
                        <a:rPr lang="en-US" altLang="zh-TW" sz="1800" baseline="-25000" dirty="0">
                          <a:solidFill>
                            <a:srgbClr val="FF0000"/>
                          </a:solidFill>
                        </a:rPr>
                        <a:t>0,1 </a:t>
                      </a:r>
                      <a:r>
                        <a:rPr lang="en-US" altLang="zh-TW" sz="1800" dirty="0">
                          <a:solidFill>
                            <a:srgbClr val="FF0000"/>
                          </a:solidFill>
                        </a:rPr>
                        <a:t>= 1</a:t>
                      </a:r>
                    </a:p>
                  </a:txBody>
                  <a:tcPr/>
                </a:tc>
                <a:tc>
                  <a:txBody>
                    <a:bodyPr/>
                    <a:lstStyle/>
                    <a:p>
                      <a:r>
                        <a:rPr lang="en-US" altLang="zh-TW" sz="1800" dirty="0"/>
                        <a:t>SC</a:t>
                      </a:r>
                      <a:r>
                        <a:rPr lang="en-US" altLang="zh-TW" sz="1800" baseline="-25000" dirty="0"/>
                        <a:t>0,2 </a:t>
                      </a:r>
                      <a:r>
                        <a:rPr lang="en-US" altLang="zh-TW" sz="1800" dirty="0"/>
                        <a:t>= 3</a:t>
                      </a:r>
                    </a:p>
                    <a:p>
                      <a:r>
                        <a:rPr lang="en-US" altLang="zh-TW" sz="1800" dirty="0"/>
                        <a:t> </a:t>
                      </a:r>
                    </a:p>
                  </a:txBody>
                  <a:tcPr/>
                </a:tc>
                <a:tc>
                  <a:txBody>
                    <a:bodyPr/>
                    <a:lstStyle/>
                    <a:p>
                      <a:r>
                        <a:rPr lang="en-US" altLang="zh-TW" sz="1800" dirty="0"/>
                        <a:t> </a:t>
                      </a:r>
                    </a:p>
                  </a:txBody>
                  <a:tcPr/>
                </a:tc>
                <a:extLst>
                  <a:ext uri="{0D108BD9-81ED-4DB2-BD59-A6C34878D82A}">
                    <a16:rowId xmlns:a16="http://schemas.microsoft.com/office/drawing/2014/main" val="4283976497"/>
                  </a:ext>
                </a:extLst>
              </a:tr>
              <a:tr h="685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=1</a:t>
                      </a:r>
                      <a:endParaRPr lang="zh-TW" altLang="en-US" dirty="0"/>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SC</a:t>
                      </a:r>
                      <a:r>
                        <a:rPr lang="en-US" altLang="zh-TW" sz="1800" baseline="-25000" dirty="0">
                          <a:solidFill>
                            <a:srgbClr val="FF0000"/>
                          </a:solidFill>
                        </a:rPr>
                        <a:t>1,0 </a:t>
                      </a:r>
                      <a:r>
                        <a:rPr lang="en-US" altLang="zh-TW" sz="1800" dirty="0">
                          <a:solidFill>
                            <a:srgbClr val="FF0000"/>
                          </a:solidFill>
                        </a:rPr>
                        <a:t>= 0</a:t>
                      </a:r>
                    </a:p>
                    <a:p>
                      <a:r>
                        <a:rPr lang="en-US" altLang="zh-TW" sz="1800" dirty="0"/>
                        <a:t>SR</a:t>
                      </a:r>
                      <a:r>
                        <a:rPr lang="en-US" altLang="zh-TW" sz="1800" baseline="-25000" dirty="0"/>
                        <a:t>1,0</a:t>
                      </a:r>
                      <a:r>
                        <a:rPr lang="en-US" altLang="zh-TW" sz="1800" dirty="0"/>
                        <a:t>= -1</a:t>
                      </a: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813910850"/>
                  </a:ext>
                </a:extLst>
              </a:tr>
              <a:tr h="6753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=2</a:t>
                      </a:r>
                      <a:endParaRPr lang="zh-TW" altLang="en-US" dirty="0"/>
                    </a:p>
                    <a:p>
                      <a:endParaRPr lang="zh-TW" altLang="en-US" dirty="0"/>
                    </a:p>
                  </a:txBody>
                  <a:tcPr/>
                </a:tc>
                <a:tc>
                  <a:txBody>
                    <a:bodyPr/>
                    <a:lstStyle/>
                    <a:p>
                      <a:r>
                        <a:rPr lang="en-US" altLang="zh-TW" sz="1800" dirty="0"/>
                        <a:t> </a:t>
                      </a:r>
                    </a:p>
                    <a:p>
                      <a:r>
                        <a:rPr lang="en-US" altLang="zh-TW" sz="1800" dirty="0"/>
                        <a:t>SR</a:t>
                      </a:r>
                      <a:r>
                        <a:rPr lang="en-US" altLang="zh-TW" sz="1800" baseline="-25000" dirty="0"/>
                        <a:t>2,0</a:t>
                      </a:r>
                      <a:r>
                        <a:rPr lang="en-US" altLang="zh-TW" sz="1800" dirty="0"/>
                        <a:t>= -2</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68957675"/>
                  </a:ext>
                </a:extLst>
              </a:tr>
              <a:tr h="64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=3</a:t>
                      </a:r>
                      <a:endParaRPr lang="zh-TW" altLang="en-US" dirty="0"/>
                    </a:p>
                    <a:p>
                      <a:endParaRPr lang="zh-TW" altLang="en-US" dirty="0"/>
                    </a:p>
                  </a:txBody>
                  <a:tcPr/>
                </a:tc>
                <a:tc>
                  <a:txBody>
                    <a:bodyPr/>
                    <a:lstStyle/>
                    <a:p>
                      <a:r>
                        <a:rPr lang="en-US" altLang="zh-TW" sz="1800" dirty="0"/>
                        <a:t> </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733908676"/>
                  </a:ext>
                </a:extLst>
              </a:tr>
            </a:tbl>
          </a:graphicData>
        </a:graphic>
      </p:graphicFrame>
      <p:cxnSp>
        <p:nvCxnSpPr>
          <p:cNvPr id="64" name="直線單箭頭接點 63">
            <a:extLst>
              <a:ext uri="{FF2B5EF4-FFF2-40B4-BE49-F238E27FC236}">
                <a16:creationId xmlns:a16="http://schemas.microsoft.com/office/drawing/2014/main" id="{80BC620C-4612-4AD8-9EF4-01BF353202BD}"/>
              </a:ext>
            </a:extLst>
          </p:cNvPr>
          <p:cNvCxnSpPr>
            <a:cxnSpLocks/>
          </p:cNvCxnSpPr>
          <p:nvPr/>
        </p:nvCxnSpPr>
        <p:spPr>
          <a:xfrm>
            <a:off x="2276512" y="3535745"/>
            <a:ext cx="0" cy="50104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5" name="直線單箭頭接點 64">
            <a:extLst>
              <a:ext uri="{FF2B5EF4-FFF2-40B4-BE49-F238E27FC236}">
                <a16:creationId xmlns:a16="http://schemas.microsoft.com/office/drawing/2014/main" id="{48903DCD-557F-4FEE-BD96-24EE9AF7A724}"/>
              </a:ext>
            </a:extLst>
          </p:cNvPr>
          <p:cNvCxnSpPr/>
          <p:nvPr/>
        </p:nvCxnSpPr>
        <p:spPr>
          <a:xfrm flipV="1">
            <a:off x="2500949" y="3329357"/>
            <a:ext cx="562062" cy="419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69" name="標題 1">
            <a:extLst>
              <a:ext uri="{FF2B5EF4-FFF2-40B4-BE49-F238E27FC236}">
                <a16:creationId xmlns:a16="http://schemas.microsoft.com/office/drawing/2014/main" id="{E81C2362-A289-4DCE-A7AB-3046AFEDEF70}"/>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66" name="橢圓 65">
            <a:extLst>
              <a:ext uri="{FF2B5EF4-FFF2-40B4-BE49-F238E27FC236}">
                <a16:creationId xmlns:a16="http://schemas.microsoft.com/office/drawing/2014/main" id="{759C1E00-C67D-4FC7-A2AF-25A8EA4A6F0E}"/>
              </a:ext>
            </a:extLst>
          </p:cNvPr>
          <p:cNvSpPr/>
          <p:nvPr/>
        </p:nvSpPr>
        <p:spPr>
          <a:xfrm>
            <a:off x="3039243" y="3138347"/>
            <a:ext cx="394283" cy="394282"/>
          </a:xfrm>
          <a:prstGeom prst="ellipse">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67" name="直線單箭頭接點 66">
            <a:extLst>
              <a:ext uri="{FF2B5EF4-FFF2-40B4-BE49-F238E27FC236}">
                <a16:creationId xmlns:a16="http://schemas.microsoft.com/office/drawing/2014/main" id="{772DB71D-AF97-42DB-AD63-7E788753F7D7}"/>
              </a:ext>
            </a:extLst>
          </p:cNvPr>
          <p:cNvCxnSpPr>
            <a:cxnSpLocks/>
          </p:cNvCxnSpPr>
          <p:nvPr/>
        </p:nvCxnSpPr>
        <p:spPr>
          <a:xfrm>
            <a:off x="3228661" y="3537843"/>
            <a:ext cx="0" cy="50104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8" name="直線單箭頭接點 67">
            <a:extLst>
              <a:ext uri="{FF2B5EF4-FFF2-40B4-BE49-F238E27FC236}">
                <a16:creationId xmlns:a16="http://schemas.microsoft.com/office/drawing/2014/main" id="{158CC1F2-5A8B-40AB-B0AD-C517B917ED59}"/>
              </a:ext>
            </a:extLst>
          </p:cNvPr>
          <p:cNvCxnSpPr/>
          <p:nvPr/>
        </p:nvCxnSpPr>
        <p:spPr>
          <a:xfrm flipV="1">
            <a:off x="3453098" y="3331455"/>
            <a:ext cx="562062" cy="419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aphicFrame>
        <p:nvGraphicFramePr>
          <p:cNvPr id="5" name="表格 4">
            <a:extLst>
              <a:ext uri="{FF2B5EF4-FFF2-40B4-BE49-F238E27FC236}">
                <a16:creationId xmlns:a16="http://schemas.microsoft.com/office/drawing/2014/main" id="{E34F1404-562E-409F-937E-756F9F8D126E}"/>
              </a:ext>
            </a:extLst>
          </p:cNvPr>
          <p:cNvGraphicFramePr>
            <a:graphicFrameLocks noGrp="1"/>
          </p:cNvGraphicFramePr>
          <p:nvPr>
            <p:extLst>
              <p:ext uri="{D42A27DB-BD31-4B8C-83A1-F6EECF244321}">
                <p14:modId xmlns:p14="http://schemas.microsoft.com/office/powerpoint/2010/main" val="1793394968"/>
              </p:ext>
            </p:extLst>
          </p:nvPr>
        </p:nvGraphicFramePr>
        <p:xfrm>
          <a:off x="6408691" y="3084200"/>
          <a:ext cx="4611558" cy="3116828"/>
        </p:xfrm>
        <a:graphic>
          <a:graphicData uri="http://schemas.openxmlformats.org/drawingml/2006/table">
            <a:tbl>
              <a:tblPr firstRow="1" bandRow="1">
                <a:tableStyleId>{5940675A-B579-460E-94D1-54222C63F5DA}</a:tableStyleId>
              </a:tblPr>
              <a:tblGrid>
                <a:gridCol w="706571">
                  <a:extLst>
                    <a:ext uri="{9D8B030D-6E8A-4147-A177-3AD203B41FA5}">
                      <a16:colId xmlns:a16="http://schemas.microsoft.com/office/drawing/2014/main" val="1084139342"/>
                    </a:ext>
                  </a:extLst>
                </a:gridCol>
                <a:gridCol w="976378">
                  <a:extLst>
                    <a:ext uri="{9D8B030D-6E8A-4147-A177-3AD203B41FA5}">
                      <a16:colId xmlns:a16="http://schemas.microsoft.com/office/drawing/2014/main" val="840988332"/>
                    </a:ext>
                  </a:extLst>
                </a:gridCol>
                <a:gridCol w="938255">
                  <a:extLst>
                    <a:ext uri="{9D8B030D-6E8A-4147-A177-3AD203B41FA5}">
                      <a16:colId xmlns:a16="http://schemas.microsoft.com/office/drawing/2014/main" val="2969129151"/>
                    </a:ext>
                  </a:extLst>
                </a:gridCol>
                <a:gridCol w="1014151">
                  <a:extLst>
                    <a:ext uri="{9D8B030D-6E8A-4147-A177-3AD203B41FA5}">
                      <a16:colId xmlns:a16="http://schemas.microsoft.com/office/drawing/2014/main" val="605313770"/>
                    </a:ext>
                  </a:extLst>
                </a:gridCol>
                <a:gridCol w="976203">
                  <a:extLst>
                    <a:ext uri="{9D8B030D-6E8A-4147-A177-3AD203B41FA5}">
                      <a16:colId xmlns:a16="http://schemas.microsoft.com/office/drawing/2014/main" val="3274292819"/>
                    </a:ext>
                  </a:extLst>
                </a:gridCol>
              </a:tblGrid>
              <a:tr h="441822">
                <a:tc>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j=0</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j=2</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j=3</a:t>
                      </a:r>
                      <a:endParaRPr lang="zh-TW" altLang="en-US" dirty="0"/>
                    </a:p>
                  </a:txBody>
                  <a:tcPr/>
                </a:tc>
                <a:extLst>
                  <a:ext uri="{0D108BD9-81ED-4DB2-BD59-A6C34878D82A}">
                    <a16:rowId xmlns:a16="http://schemas.microsoft.com/office/drawing/2014/main" val="62270914"/>
                  </a:ext>
                </a:extLst>
              </a:tr>
              <a:tr h="673880">
                <a:tc>
                  <a:txBody>
                    <a:bodyPr/>
                    <a:lstStyle/>
                    <a:p>
                      <a:r>
                        <a:rPr lang="en-US" altLang="zh-TW" dirty="0" err="1"/>
                        <a:t>i</a:t>
                      </a:r>
                      <a:r>
                        <a:rPr lang="en-US" altLang="zh-TW" dirty="0"/>
                        <a:t>=0</a:t>
                      </a:r>
                      <a:endParaRPr lang="zh-TW" altLang="en-US" dirty="0"/>
                    </a:p>
                  </a:txBody>
                  <a:tcPr/>
                </a:tc>
                <a:tc>
                  <a:txBody>
                    <a:bodyPr/>
                    <a:lstStyle/>
                    <a:p>
                      <a:r>
                        <a:rPr lang="en-US" altLang="zh-TW" sz="1800" dirty="0"/>
                        <a:t>SC</a:t>
                      </a:r>
                      <a:r>
                        <a:rPr lang="en-US" altLang="zh-TW" sz="1800" baseline="-25000" dirty="0"/>
                        <a:t>0,0 </a:t>
                      </a:r>
                      <a:r>
                        <a:rPr lang="en-US" altLang="zh-TW" sz="1800" dirty="0"/>
                        <a:t>= 1</a:t>
                      </a:r>
                    </a:p>
                    <a:p>
                      <a:r>
                        <a:rPr lang="en-US" altLang="zh-TW" sz="1800" dirty="0"/>
                        <a:t>SR</a:t>
                      </a:r>
                      <a:r>
                        <a:rPr lang="en-US" altLang="zh-TW" sz="1800" baseline="-25000" dirty="0"/>
                        <a:t>0,0 </a:t>
                      </a:r>
                      <a:r>
                        <a:rPr lang="en-US" altLang="zh-TW" sz="1800" dirty="0"/>
                        <a:t>= 0</a:t>
                      </a:r>
                    </a:p>
                  </a:txBody>
                  <a:tcPr/>
                </a:tc>
                <a:tc>
                  <a:txBody>
                    <a:bodyPr/>
                    <a:lstStyle/>
                    <a:p>
                      <a:r>
                        <a:rPr lang="en-US" altLang="zh-TW" sz="1800" dirty="0"/>
                        <a:t>SC</a:t>
                      </a:r>
                      <a:r>
                        <a:rPr lang="en-US" altLang="zh-TW" sz="1800" baseline="-25000" dirty="0"/>
                        <a:t>0,1 </a:t>
                      </a:r>
                      <a:r>
                        <a:rPr lang="en-US" altLang="zh-TW" sz="1800" dirty="0"/>
                        <a:t>= 2</a:t>
                      </a:r>
                    </a:p>
                    <a:p>
                      <a:r>
                        <a:rPr lang="en-US" altLang="zh-TW" sz="1800" dirty="0">
                          <a:solidFill>
                            <a:schemeClr val="tx1"/>
                          </a:solidFill>
                        </a:rPr>
                        <a:t>SR</a:t>
                      </a:r>
                      <a:r>
                        <a:rPr lang="en-US" altLang="zh-TW" sz="1800" baseline="-25000" dirty="0">
                          <a:solidFill>
                            <a:schemeClr val="tx1"/>
                          </a:solidFill>
                        </a:rPr>
                        <a:t>0,1 </a:t>
                      </a:r>
                      <a:r>
                        <a:rPr lang="en-US" altLang="zh-TW" sz="1800" dirty="0">
                          <a:solidFill>
                            <a:schemeClr val="tx1"/>
                          </a:solidFill>
                        </a:rPr>
                        <a:t>= 1</a:t>
                      </a:r>
                    </a:p>
                  </a:txBody>
                  <a:tcPr/>
                </a:tc>
                <a:tc>
                  <a:txBody>
                    <a:bodyPr/>
                    <a:lstStyle/>
                    <a:p>
                      <a:r>
                        <a:rPr lang="en-US" altLang="zh-TW" sz="1800" dirty="0"/>
                        <a:t>SC</a:t>
                      </a:r>
                      <a:r>
                        <a:rPr lang="en-US" altLang="zh-TW" sz="1800" baseline="-25000" dirty="0"/>
                        <a:t>0,2 </a:t>
                      </a:r>
                      <a:r>
                        <a:rPr lang="en-US" altLang="zh-TW" sz="1800" dirty="0"/>
                        <a:t>=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SR</a:t>
                      </a:r>
                      <a:r>
                        <a:rPr lang="en-US" altLang="zh-TW" sz="1800" baseline="-25000" dirty="0">
                          <a:solidFill>
                            <a:srgbClr val="FF0000"/>
                          </a:solidFill>
                        </a:rPr>
                        <a:t>0,2 </a:t>
                      </a:r>
                      <a:r>
                        <a:rPr lang="en-US" altLang="zh-TW" sz="1800" dirty="0">
                          <a:solidFill>
                            <a:srgbClr val="FF0000"/>
                          </a:solidFill>
                        </a:rPr>
                        <a:t>= 1</a:t>
                      </a:r>
                    </a:p>
                  </a:txBody>
                  <a:tcPr/>
                </a:tc>
                <a:tc>
                  <a:txBody>
                    <a:bodyPr/>
                    <a:lstStyle/>
                    <a:p>
                      <a:r>
                        <a:rPr lang="en-US" altLang="zh-TW" sz="1800" dirty="0"/>
                        <a:t> </a:t>
                      </a:r>
                    </a:p>
                  </a:txBody>
                  <a:tcPr/>
                </a:tc>
                <a:extLst>
                  <a:ext uri="{0D108BD9-81ED-4DB2-BD59-A6C34878D82A}">
                    <a16:rowId xmlns:a16="http://schemas.microsoft.com/office/drawing/2014/main" val="4283976497"/>
                  </a:ext>
                </a:extLst>
              </a:tr>
              <a:tr h="685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=1</a:t>
                      </a:r>
                      <a:endParaRPr lang="zh-TW" altLang="en-US" dirty="0"/>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SC</a:t>
                      </a:r>
                      <a:r>
                        <a:rPr lang="en-US" altLang="zh-TW" sz="1800" baseline="-25000" dirty="0">
                          <a:solidFill>
                            <a:schemeClr val="tx1"/>
                          </a:solidFill>
                        </a:rPr>
                        <a:t>1,0 </a:t>
                      </a:r>
                      <a:r>
                        <a:rPr lang="en-US" altLang="zh-TW" sz="1800" dirty="0">
                          <a:solidFill>
                            <a:schemeClr val="tx1"/>
                          </a:solidFill>
                        </a:rPr>
                        <a:t>= 0</a:t>
                      </a:r>
                    </a:p>
                    <a:p>
                      <a:r>
                        <a:rPr lang="en-US" altLang="zh-TW" sz="1800" dirty="0"/>
                        <a:t>SR</a:t>
                      </a:r>
                      <a:r>
                        <a:rPr lang="en-US" altLang="zh-TW" sz="1800" baseline="-25000" dirty="0"/>
                        <a:t>1,0</a:t>
                      </a:r>
                      <a:r>
                        <a:rPr lang="en-US" altLang="zh-TW" sz="1800" dirty="0"/>
                        <a:t>=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SC</a:t>
                      </a:r>
                      <a:r>
                        <a:rPr lang="en-US" altLang="zh-TW" sz="1800" baseline="-25000" dirty="0">
                          <a:solidFill>
                            <a:srgbClr val="FF0000"/>
                          </a:solidFill>
                        </a:rPr>
                        <a:t>1,1 </a:t>
                      </a:r>
                      <a:r>
                        <a:rPr lang="en-US" altLang="zh-TW" sz="1800" dirty="0">
                          <a:solidFill>
                            <a:srgbClr val="FF0000"/>
                          </a:solidFill>
                        </a:rPr>
                        <a:t>= 2</a:t>
                      </a:r>
                    </a:p>
                    <a:p>
                      <a:endParaRPr lang="zh-TW" altLang="en-US" dirty="0"/>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813910850"/>
                  </a:ext>
                </a:extLst>
              </a:tr>
              <a:tr h="6753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=2</a:t>
                      </a:r>
                      <a:endParaRPr lang="zh-TW" altLang="en-US" dirty="0"/>
                    </a:p>
                    <a:p>
                      <a:endParaRPr lang="zh-TW" altLang="en-US" dirty="0"/>
                    </a:p>
                  </a:txBody>
                  <a:tcPr/>
                </a:tc>
                <a:tc>
                  <a:txBody>
                    <a:bodyPr/>
                    <a:lstStyle/>
                    <a:p>
                      <a:r>
                        <a:rPr lang="en-US" altLang="zh-TW" sz="1800" dirty="0"/>
                        <a:t> </a:t>
                      </a:r>
                    </a:p>
                    <a:p>
                      <a:r>
                        <a:rPr lang="en-US" altLang="zh-TW" sz="1800" dirty="0"/>
                        <a:t>SR</a:t>
                      </a:r>
                      <a:r>
                        <a:rPr lang="en-US" altLang="zh-TW" sz="1800" baseline="-25000" dirty="0"/>
                        <a:t>2,0</a:t>
                      </a:r>
                      <a:r>
                        <a:rPr lang="en-US" altLang="zh-TW" sz="1800" dirty="0"/>
                        <a:t>= -2</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68957675"/>
                  </a:ext>
                </a:extLst>
              </a:tr>
              <a:tr h="64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=3</a:t>
                      </a:r>
                      <a:endParaRPr lang="zh-TW" altLang="en-US" dirty="0"/>
                    </a:p>
                    <a:p>
                      <a:endParaRPr lang="zh-TW" altLang="en-US" dirty="0"/>
                    </a:p>
                  </a:txBody>
                  <a:tcPr/>
                </a:tc>
                <a:tc>
                  <a:txBody>
                    <a:bodyPr/>
                    <a:lstStyle/>
                    <a:p>
                      <a:r>
                        <a:rPr lang="en-US" altLang="zh-TW" sz="1800" dirty="0"/>
                        <a:t> </a:t>
                      </a:r>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733908676"/>
                  </a:ext>
                </a:extLst>
              </a:tr>
            </a:tbl>
          </a:graphicData>
        </a:graphic>
      </p:graphicFrame>
      <p:cxnSp>
        <p:nvCxnSpPr>
          <p:cNvPr id="70" name="直線單箭頭接點 69">
            <a:extLst>
              <a:ext uri="{FF2B5EF4-FFF2-40B4-BE49-F238E27FC236}">
                <a16:creationId xmlns:a16="http://schemas.microsoft.com/office/drawing/2014/main" id="{DBDE3A1C-CFC9-4BC4-9B5A-CCA3684FACCE}"/>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0A8EA042-6CB9-4DDC-A97D-067A2C3AAFA5}"/>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1AD29228-7F2A-4075-9E77-44A66BE7C731}"/>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73" name="文字方塊 72">
            <a:extLst>
              <a:ext uri="{FF2B5EF4-FFF2-40B4-BE49-F238E27FC236}">
                <a16:creationId xmlns:a16="http://schemas.microsoft.com/office/drawing/2014/main" id="{B84D4BCC-0C6C-4B44-85AC-FC31ED2AA12F}"/>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Tree>
    <p:extLst>
      <p:ext uri="{BB962C8B-B14F-4D97-AF65-F5344CB8AC3E}">
        <p14:creationId xmlns:p14="http://schemas.microsoft.com/office/powerpoint/2010/main" val="408664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6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6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846BB3CF-E188-4BFE-A1B9-9B78A7E80762}"/>
              </a:ext>
            </a:extLst>
          </p:cNvPr>
          <p:cNvGraphicFramePr>
            <a:graphicFrameLocks noGrp="1"/>
          </p:cNvGraphicFramePr>
          <p:nvPr>
            <p:extLst>
              <p:ext uri="{D42A27DB-BD31-4B8C-83A1-F6EECF244321}">
                <p14:modId xmlns:p14="http://schemas.microsoft.com/office/powerpoint/2010/main" val="770601764"/>
              </p:ext>
            </p:extLst>
          </p:nvPr>
        </p:nvGraphicFramePr>
        <p:xfrm>
          <a:off x="6414624" y="3081303"/>
          <a:ext cx="4611558" cy="3116828"/>
        </p:xfrm>
        <a:graphic>
          <a:graphicData uri="http://schemas.openxmlformats.org/drawingml/2006/table">
            <a:tbl>
              <a:tblPr firstRow="1" bandRow="1">
                <a:tableStyleId>{5940675A-B579-460E-94D1-54222C63F5DA}</a:tableStyleId>
              </a:tblPr>
              <a:tblGrid>
                <a:gridCol w="698182">
                  <a:extLst>
                    <a:ext uri="{9D8B030D-6E8A-4147-A177-3AD203B41FA5}">
                      <a16:colId xmlns:a16="http://schemas.microsoft.com/office/drawing/2014/main" val="1084139342"/>
                    </a:ext>
                  </a:extLst>
                </a:gridCol>
                <a:gridCol w="973123">
                  <a:extLst>
                    <a:ext uri="{9D8B030D-6E8A-4147-A177-3AD203B41FA5}">
                      <a16:colId xmlns:a16="http://schemas.microsoft.com/office/drawing/2014/main" val="840988332"/>
                    </a:ext>
                  </a:extLst>
                </a:gridCol>
                <a:gridCol w="949899">
                  <a:extLst>
                    <a:ext uri="{9D8B030D-6E8A-4147-A177-3AD203B41FA5}">
                      <a16:colId xmlns:a16="http://schemas.microsoft.com/office/drawing/2014/main" val="2969129151"/>
                    </a:ext>
                  </a:extLst>
                </a:gridCol>
                <a:gridCol w="1014151">
                  <a:extLst>
                    <a:ext uri="{9D8B030D-6E8A-4147-A177-3AD203B41FA5}">
                      <a16:colId xmlns:a16="http://schemas.microsoft.com/office/drawing/2014/main" val="605313770"/>
                    </a:ext>
                  </a:extLst>
                </a:gridCol>
                <a:gridCol w="976203">
                  <a:extLst>
                    <a:ext uri="{9D8B030D-6E8A-4147-A177-3AD203B41FA5}">
                      <a16:colId xmlns:a16="http://schemas.microsoft.com/office/drawing/2014/main" val="3274292819"/>
                    </a:ext>
                  </a:extLst>
                </a:gridCol>
              </a:tblGrid>
              <a:tr h="441822">
                <a:tc>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j=0</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j=1</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j=2</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j=3</a:t>
                      </a:r>
                      <a:endParaRPr lang="zh-TW" altLang="en-US" dirty="0"/>
                    </a:p>
                  </a:txBody>
                  <a:tcPr/>
                </a:tc>
                <a:extLst>
                  <a:ext uri="{0D108BD9-81ED-4DB2-BD59-A6C34878D82A}">
                    <a16:rowId xmlns:a16="http://schemas.microsoft.com/office/drawing/2014/main" val="62270914"/>
                  </a:ext>
                </a:extLst>
              </a:tr>
              <a:tr h="673880">
                <a:tc>
                  <a:txBody>
                    <a:bodyPr/>
                    <a:lstStyle/>
                    <a:p>
                      <a:r>
                        <a:rPr lang="en-US" altLang="zh-TW" dirty="0" err="1"/>
                        <a:t>i</a:t>
                      </a:r>
                      <a:r>
                        <a:rPr lang="en-US" altLang="zh-TW" dirty="0"/>
                        <a:t>=0</a:t>
                      </a:r>
                      <a:endParaRPr lang="zh-TW" altLang="en-US" dirty="0"/>
                    </a:p>
                  </a:txBody>
                  <a:tcPr/>
                </a:tc>
                <a:tc>
                  <a:txBody>
                    <a:bodyPr/>
                    <a:lstStyle/>
                    <a:p>
                      <a:r>
                        <a:rPr lang="en-US" altLang="zh-TW" sz="1800" dirty="0"/>
                        <a:t>SC</a:t>
                      </a:r>
                      <a:r>
                        <a:rPr lang="en-US" altLang="zh-TW" sz="1800" baseline="-25000" dirty="0"/>
                        <a:t>0,0 </a:t>
                      </a:r>
                      <a:r>
                        <a:rPr lang="en-US" altLang="zh-TW" sz="1800" dirty="0"/>
                        <a:t>= 1</a:t>
                      </a:r>
                    </a:p>
                    <a:p>
                      <a:r>
                        <a:rPr lang="en-US" altLang="zh-TW" sz="1800" dirty="0"/>
                        <a:t>SR</a:t>
                      </a:r>
                      <a:r>
                        <a:rPr lang="en-US" altLang="zh-TW" sz="1800" baseline="-25000" dirty="0"/>
                        <a:t>0,0 </a:t>
                      </a:r>
                      <a:r>
                        <a:rPr lang="en-US" altLang="zh-TW" sz="1800" dirty="0"/>
                        <a:t>= 0</a:t>
                      </a:r>
                    </a:p>
                  </a:txBody>
                  <a:tcPr/>
                </a:tc>
                <a:tc>
                  <a:txBody>
                    <a:bodyPr/>
                    <a:lstStyle/>
                    <a:p>
                      <a:r>
                        <a:rPr lang="en-US" altLang="zh-TW" sz="1800" dirty="0"/>
                        <a:t>SC</a:t>
                      </a:r>
                      <a:r>
                        <a:rPr lang="en-US" altLang="zh-TW" sz="1800" baseline="-25000" dirty="0"/>
                        <a:t>0,1 </a:t>
                      </a:r>
                      <a:r>
                        <a:rPr lang="en-US" altLang="zh-TW" sz="1800" dirty="0"/>
                        <a:t>= 2</a:t>
                      </a:r>
                    </a:p>
                    <a:p>
                      <a:r>
                        <a:rPr lang="en-US" altLang="zh-TW" sz="1800" dirty="0">
                          <a:solidFill>
                            <a:schemeClr val="tx1"/>
                          </a:solidFill>
                        </a:rPr>
                        <a:t>SR</a:t>
                      </a:r>
                      <a:r>
                        <a:rPr lang="en-US" altLang="zh-TW" sz="1800" baseline="-25000" dirty="0">
                          <a:solidFill>
                            <a:schemeClr val="tx1"/>
                          </a:solidFill>
                        </a:rPr>
                        <a:t>0,1 </a:t>
                      </a:r>
                      <a:r>
                        <a:rPr lang="en-US" altLang="zh-TW" sz="1800" dirty="0">
                          <a:solidFill>
                            <a:schemeClr val="tx1"/>
                          </a:solidFill>
                        </a:rPr>
                        <a:t>= 1</a:t>
                      </a:r>
                    </a:p>
                  </a:txBody>
                  <a:tcPr/>
                </a:tc>
                <a:tc>
                  <a:txBody>
                    <a:bodyPr/>
                    <a:lstStyle/>
                    <a:p>
                      <a:r>
                        <a:rPr lang="en-US" altLang="zh-TW" sz="1800" dirty="0"/>
                        <a:t>SC</a:t>
                      </a:r>
                      <a:r>
                        <a:rPr lang="en-US" altLang="zh-TW" sz="1800" baseline="-25000" dirty="0"/>
                        <a:t>0,2 </a:t>
                      </a:r>
                      <a:r>
                        <a:rPr lang="en-US" altLang="zh-TW" sz="1800" dirty="0"/>
                        <a:t>=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SR</a:t>
                      </a:r>
                      <a:r>
                        <a:rPr lang="en-US" altLang="zh-TW" sz="1800" baseline="-25000" dirty="0">
                          <a:solidFill>
                            <a:schemeClr val="tx1"/>
                          </a:solidFill>
                        </a:rPr>
                        <a:t>0,2 </a:t>
                      </a:r>
                      <a:r>
                        <a:rPr lang="en-US" altLang="zh-TW" sz="1800" dirty="0">
                          <a:solidFill>
                            <a:schemeClr val="tx1"/>
                          </a:solidFill>
                        </a:rPr>
                        <a:t>= 1</a:t>
                      </a:r>
                    </a:p>
                  </a:txBody>
                  <a:tcPr/>
                </a:tc>
                <a:tc>
                  <a:txBody>
                    <a:bodyPr/>
                    <a:lstStyle/>
                    <a:p>
                      <a:r>
                        <a:rPr lang="en-US" altLang="zh-TW" sz="18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SR</a:t>
                      </a:r>
                      <a:r>
                        <a:rPr lang="en-US" altLang="zh-TW" sz="1800" baseline="-25000" dirty="0">
                          <a:solidFill>
                            <a:srgbClr val="FF0000"/>
                          </a:solidFill>
                        </a:rPr>
                        <a:t>0,3 </a:t>
                      </a:r>
                      <a:r>
                        <a:rPr lang="en-US" altLang="zh-TW" sz="1800" dirty="0">
                          <a:solidFill>
                            <a:srgbClr val="FF0000"/>
                          </a:solidFill>
                        </a:rPr>
                        <a:t>= 3</a:t>
                      </a:r>
                    </a:p>
                  </a:txBody>
                  <a:tcPr/>
                </a:tc>
                <a:extLst>
                  <a:ext uri="{0D108BD9-81ED-4DB2-BD59-A6C34878D82A}">
                    <a16:rowId xmlns:a16="http://schemas.microsoft.com/office/drawing/2014/main" val="4283976497"/>
                  </a:ext>
                </a:extLst>
              </a:tr>
              <a:tr h="685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=1</a:t>
                      </a:r>
                      <a:endParaRPr lang="zh-TW" altLang="en-US" dirty="0"/>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SC</a:t>
                      </a:r>
                      <a:r>
                        <a:rPr lang="en-US" altLang="zh-TW" sz="1800" baseline="-25000" dirty="0">
                          <a:solidFill>
                            <a:schemeClr val="tx1"/>
                          </a:solidFill>
                        </a:rPr>
                        <a:t>1,0 </a:t>
                      </a:r>
                      <a:r>
                        <a:rPr lang="en-US" altLang="zh-TW" sz="1800" dirty="0">
                          <a:solidFill>
                            <a:schemeClr val="tx1"/>
                          </a:solidFill>
                        </a:rPr>
                        <a:t>= 0</a:t>
                      </a:r>
                    </a:p>
                    <a:p>
                      <a:r>
                        <a:rPr lang="en-US" altLang="zh-TW" sz="1800" dirty="0"/>
                        <a:t>SR</a:t>
                      </a:r>
                      <a:r>
                        <a:rPr lang="en-US" altLang="zh-TW" sz="1800" baseline="-25000" dirty="0"/>
                        <a:t>1,0</a:t>
                      </a:r>
                      <a:r>
                        <a:rPr lang="en-US" altLang="zh-TW" sz="1800" dirty="0"/>
                        <a:t>=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SC</a:t>
                      </a:r>
                      <a:r>
                        <a:rPr lang="en-US" altLang="zh-TW" sz="1800" baseline="-25000" dirty="0">
                          <a:solidFill>
                            <a:schemeClr val="tx1"/>
                          </a:solidFill>
                        </a:rPr>
                        <a:t>1,1 </a:t>
                      </a:r>
                      <a:r>
                        <a:rPr lang="en-US" altLang="zh-TW" sz="1800" dirty="0">
                          <a:solidFill>
                            <a:schemeClr val="tx1"/>
                          </a:solidFill>
                        </a:rPr>
                        <a:t>=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SR</a:t>
                      </a:r>
                      <a:r>
                        <a:rPr lang="en-US" altLang="zh-TW" sz="1800" baseline="-25000" dirty="0"/>
                        <a:t>1,1</a:t>
                      </a:r>
                      <a:r>
                        <a:rPr lang="en-US" altLang="zh-TW" sz="18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SC</a:t>
                      </a:r>
                      <a:r>
                        <a:rPr lang="en-US" altLang="zh-TW" sz="1800" baseline="-25000" dirty="0"/>
                        <a:t>1,2 </a:t>
                      </a:r>
                      <a:r>
                        <a:rPr lang="en-US" altLang="zh-TW" sz="1800" dirty="0"/>
                        <a:t>=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SR</a:t>
                      </a:r>
                      <a:r>
                        <a:rPr lang="en-US" altLang="zh-TW" sz="1800" baseline="-25000" dirty="0"/>
                        <a:t>1,2 </a:t>
                      </a:r>
                      <a:r>
                        <a:rPr lang="en-US" altLang="zh-TW" sz="1800" dirty="0"/>
                        <a:t>= 2</a:t>
                      </a:r>
                    </a:p>
                  </a:txBody>
                  <a:tcPr/>
                </a:tc>
                <a:tc>
                  <a:txBody>
                    <a:bodyPr/>
                    <a:lstStyle/>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SR</a:t>
                      </a:r>
                      <a:r>
                        <a:rPr lang="en-US" altLang="zh-TW" sz="1800" baseline="-25000" dirty="0">
                          <a:solidFill>
                            <a:srgbClr val="FF0000"/>
                          </a:solidFill>
                        </a:rPr>
                        <a:t>1,3 </a:t>
                      </a:r>
                      <a:r>
                        <a:rPr lang="en-US" altLang="zh-TW" sz="1800" dirty="0">
                          <a:solidFill>
                            <a:srgbClr val="FF0000"/>
                          </a:solidFill>
                        </a:rPr>
                        <a:t>= 3</a:t>
                      </a:r>
                    </a:p>
                  </a:txBody>
                  <a:tcPr/>
                </a:tc>
                <a:extLst>
                  <a:ext uri="{0D108BD9-81ED-4DB2-BD59-A6C34878D82A}">
                    <a16:rowId xmlns:a16="http://schemas.microsoft.com/office/drawing/2014/main" val="1813910850"/>
                  </a:ext>
                </a:extLst>
              </a:tr>
              <a:tr h="6753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=2</a:t>
                      </a:r>
                      <a:endParaRPr lang="zh-TW" altLang="en-US" dirty="0"/>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SC</a:t>
                      </a:r>
                      <a:r>
                        <a:rPr lang="en-US" altLang="zh-TW" sz="1800" baseline="-25000" dirty="0">
                          <a:solidFill>
                            <a:schemeClr val="tx1"/>
                          </a:solidFill>
                        </a:rPr>
                        <a:t>2,0 </a:t>
                      </a:r>
                      <a:r>
                        <a:rPr lang="en-US" altLang="zh-TW" sz="1800" dirty="0">
                          <a:solidFill>
                            <a:schemeClr val="tx1"/>
                          </a:solidFill>
                        </a:rPr>
                        <a:t>= 0</a:t>
                      </a:r>
                      <a:endParaRPr lang="en-US" altLang="zh-TW" sz="1800" dirty="0"/>
                    </a:p>
                    <a:p>
                      <a:r>
                        <a:rPr lang="en-US" altLang="zh-TW" sz="1800" dirty="0"/>
                        <a:t>SR</a:t>
                      </a:r>
                      <a:r>
                        <a:rPr lang="en-US" altLang="zh-TW" sz="1800" baseline="-25000" dirty="0"/>
                        <a:t>2,0</a:t>
                      </a:r>
                      <a:r>
                        <a:rPr lang="en-US" altLang="zh-TW" sz="1800" dirty="0"/>
                        <a: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SC</a:t>
                      </a:r>
                      <a:r>
                        <a:rPr lang="en-US" altLang="zh-TW" sz="1800" baseline="-25000" dirty="0">
                          <a:solidFill>
                            <a:schemeClr val="tx1"/>
                          </a:solidFill>
                        </a:rPr>
                        <a:t>2,1 </a:t>
                      </a:r>
                      <a:r>
                        <a:rPr lang="en-US" altLang="zh-TW" sz="1800" dirty="0">
                          <a:solidFill>
                            <a:schemeClr val="tx1"/>
                          </a:solidFill>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SR</a:t>
                      </a:r>
                      <a:r>
                        <a:rPr lang="en-US" altLang="zh-TW" sz="1800" baseline="-25000" dirty="0"/>
                        <a:t>2,1 </a:t>
                      </a:r>
                      <a:r>
                        <a:rPr lang="en-US" altLang="zh-TW" sz="1800" dirty="0"/>
                        <a:t>=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SC</a:t>
                      </a:r>
                      <a:r>
                        <a:rPr lang="en-US" altLang="zh-TW" sz="1800" baseline="-25000" dirty="0"/>
                        <a:t>2,2 </a:t>
                      </a:r>
                      <a:r>
                        <a:rPr lang="en-US" altLang="zh-TW" sz="1800" dirty="0"/>
                        <a:t>= 2</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t>SR</a:t>
                      </a:r>
                      <a:r>
                        <a:rPr lang="en-US" altLang="zh-TW" sz="1800" baseline="-25000" dirty="0"/>
                        <a:t>2,2 </a:t>
                      </a:r>
                      <a:r>
                        <a:rPr lang="en-US" altLang="zh-TW" sz="1800" dirty="0"/>
                        <a:t>=-1</a:t>
                      </a:r>
                    </a:p>
                  </a:txBody>
                  <a:tcPr/>
                </a:tc>
                <a:tc>
                  <a:txBody>
                    <a:bodyPr/>
                    <a:lstStyle/>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SR</a:t>
                      </a:r>
                      <a:r>
                        <a:rPr lang="en-US" altLang="zh-TW" sz="1800" baseline="-25000" dirty="0">
                          <a:solidFill>
                            <a:srgbClr val="FF0000"/>
                          </a:solidFill>
                        </a:rPr>
                        <a:t>2,3 </a:t>
                      </a:r>
                      <a:r>
                        <a:rPr lang="en-US" altLang="zh-TW" sz="1800" dirty="0">
                          <a:solidFill>
                            <a:srgbClr val="FF0000"/>
                          </a:solidFill>
                        </a:rPr>
                        <a:t>=-1</a:t>
                      </a:r>
                    </a:p>
                  </a:txBody>
                  <a:tcPr/>
                </a:tc>
                <a:extLst>
                  <a:ext uri="{0D108BD9-81ED-4DB2-BD59-A6C34878D82A}">
                    <a16:rowId xmlns:a16="http://schemas.microsoft.com/office/drawing/2014/main" val="1268957675"/>
                  </a:ext>
                </a:extLst>
              </a:tr>
              <a:tr h="64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i</a:t>
                      </a:r>
                      <a:r>
                        <a:rPr lang="en-US" altLang="zh-TW" dirty="0"/>
                        <a:t>=3</a:t>
                      </a:r>
                      <a:endParaRPr lang="zh-TW" altLang="en-US" dirty="0"/>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SC</a:t>
                      </a:r>
                      <a:r>
                        <a:rPr lang="en-US" altLang="zh-TW" sz="1800" baseline="-25000" dirty="0">
                          <a:solidFill>
                            <a:srgbClr val="FF0000"/>
                          </a:solidFill>
                        </a:rPr>
                        <a:t>3,0 </a:t>
                      </a:r>
                      <a:r>
                        <a:rPr lang="en-US" altLang="zh-TW" sz="1800" dirty="0">
                          <a:solidFill>
                            <a:srgbClr val="FF0000"/>
                          </a:solidFill>
                        </a:rPr>
                        <a:t>=-2</a:t>
                      </a:r>
                    </a:p>
                    <a:p>
                      <a:endParaRPr lang="en-US" altLang="zh-TW"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SC</a:t>
                      </a:r>
                      <a:r>
                        <a:rPr lang="en-US" altLang="zh-TW" sz="1800" baseline="-25000" dirty="0">
                          <a:solidFill>
                            <a:srgbClr val="FF0000"/>
                          </a:solidFill>
                        </a:rPr>
                        <a:t>3,1 </a:t>
                      </a:r>
                      <a:r>
                        <a:rPr lang="en-US" altLang="zh-TW" sz="1800" dirty="0">
                          <a:solidFill>
                            <a:srgbClr val="FF0000"/>
                          </a:solidFill>
                        </a:rPr>
                        <a:t>= 0</a:t>
                      </a:r>
                    </a:p>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FF0000"/>
                          </a:solidFill>
                        </a:rPr>
                        <a:t>SC</a:t>
                      </a:r>
                      <a:r>
                        <a:rPr lang="en-US" altLang="zh-TW" sz="1800" baseline="-25000" dirty="0">
                          <a:solidFill>
                            <a:srgbClr val="FF0000"/>
                          </a:solidFill>
                        </a:rPr>
                        <a:t>3,2 </a:t>
                      </a:r>
                      <a:r>
                        <a:rPr lang="en-US" altLang="zh-TW" sz="1800" dirty="0">
                          <a:solidFill>
                            <a:srgbClr val="FF0000"/>
                          </a:solidFill>
                        </a:rPr>
                        <a:t>= 2</a:t>
                      </a:r>
                      <a:endParaRPr lang="en-US" altLang="zh-TW" dirty="0">
                        <a:solidFill>
                          <a:srgbClr val="FF0000"/>
                        </a:solidFill>
                      </a:endParaRPr>
                    </a:p>
                    <a:p>
                      <a:endParaRPr lang="zh-TW" altLang="en-US" dirty="0"/>
                    </a:p>
                  </a:txBody>
                  <a:tcPr/>
                </a:tc>
                <a:tc>
                  <a:txBody>
                    <a:bodyPr/>
                    <a:lstStyle/>
                    <a:p>
                      <a:endParaRPr lang="zh-TW" altLang="en-US" dirty="0"/>
                    </a:p>
                  </a:txBody>
                  <a:tcPr/>
                </a:tc>
                <a:extLst>
                  <a:ext uri="{0D108BD9-81ED-4DB2-BD59-A6C34878D82A}">
                    <a16:rowId xmlns:a16="http://schemas.microsoft.com/office/drawing/2014/main" val="733908676"/>
                  </a:ext>
                </a:extLst>
              </a:tr>
            </a:tbl>
          </a:graphicData>
        </a:graphic>
      </p:graphicFrame>
      <p:sp>
        <p:nvSpPr>
          <p:cNvPr id="68" name="標題 1">
            <a:extLst>
              <a:ext uri="{FF2B5EF4-FFF2-40B4-BE49-F238E27FC236}">
                <a16:creationId xmlns:a16="http://schemas.microsoft.com/office/drawing/2014/main" id="{695301D9-604D-4463-92F3-506D3C157C22}"/>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5" name="文字方塊 4">
            <a:extLst>
              <a:ext uri="{FF2B5EF4-FFF2-40B4-BE49-F238E27FC236}">
                <a16:creationId xmlns:a16="http://schemas.microsoft.com/office/drawing/2014/main" id="{A93E8F9C-0A0D-4556-A2B6-219C85ED4CA4}"/>
              </a:ext>
            </a:extLst>
          </p:cNvPr>
          <p:cNvSpPr txBox="1"/>
          <p:nvPr/>
        </p:nvSpPr>
        <p:spPr>
          <a:xfrm>
            <a:off x="838200" y="1553228"/>
            <a:ext cx="10872832" cy="830997"/>
          </a:xfrm>
          <a:prstGeom prst="rect">
            <a:avLst/>
          </a:prstGeom>
          <a:noFill/>
        </p:spPr>
        <p:txBody>
          <a:bodyPr wrap="square" rtlCol="0">
            <a:spAutoFit/>
          </a:bodyPr>
          <a:lstStyle/>
          <a:p>
            <a:pPr marL="342900" indent="-342900">
              <a:buFont typeface="Arial" panose="020B0604020202020204" pitchFamily="34" charset="0"/>
              <a:buChar char="•"/>
            </a:pPr>
            <a:r>
              <a:rPr lang="pt-BR" altLang="zh-TW" sz="2400" dirty="0"/>
              <a:t>Out(G) = (SC</a:t>
            </a:r>
            <a:r>
              <a:rPr lang="pt-BR" altLang="zh-TW" sz="2400" baseline="-25000" dirty="0"/>
              <a:t>m,0</a:t>
            </a:r>
            <a:r>
              <a:rPr lang="pt-BR" altLang="zh-TW" sz="2400" dirty="0"/>
              <a:t>, SC</a:t>
            </a:r>
            <a:r>
              <a:rPr lang="pt-BR" altLang="zh-TW" sz="2400" baseline="-25000" dirty="0"/>
              <a:t>m,1</a:t>
            </a:r>
            <a:r>
              <a:rPr lang="pt-BR" altLang="zh-TW" sz="2400" dirty="0"/>
              <a:t>,..., SC</a:t>
            </a:r>
            <a:r>
              <a:rPr lang="pt-BR" altLang="zh-TW" sz="2400" baseline="-25000" dirty="0"/>
              <a:t>m,n−1</a:t>
            </a:r>
            <a:r>
              <a:rPr lang="pt-BR" altLang="zh-TW" sz="2400" dirty="0"/>
              <a:t>, SR</a:t>
            </a:r>
            <a:r>
              <a:rPr lang="pt-BR" altLang="zh-TW" sz="2400" baseline="-25000" dirty="0"/>
              <a:t>m−1,n</a:t>
            </a:r>
            <a:r>
              <a:rPr lang="pt-BR" altLang="zh-TW" sz="2400" dirty="0"/>
              <a:t>, SR</a:t>
            </a:r>
            <a:r>
              <a:rPr lang="pt-BR" altLang="zh-TW" sz="2400" baseline="-25000" dirty="0"/>
              <a:t>m−2,n</a:t>
            </a:r>
            <a:r>
              <a:rPr lang="pt-BR" altLang="zh-TW" sz="2400" dirty="0"/>
              <a:t>,..., SR</a:t>
            </a:r>
            <a:r>
              <a:rPr lang="pt-BR" altLang="zh-TW" sz="2400" baseline="-25000" dirty="0"/>
              <a:t>0,n</a:t>
            </a:r>
            <a:r>
              <a:rPr lang="pt-BR" altLang="zh-TW" sz="2400" dirty="0"/>
              <a:t>)</a:t>
            </a:r>
          </a:p>
          <a:p>
            <a:r>
              <a:rPr lang="pt-BR" altLang="zh-TW" sz="2400" dirty="0"/>
              <a:t>	     =(-2,0,2,-1,3,3)</a:t>
            </a:r>
            <a:endParaRPr lang="zh-TW" altLang="en-US" sz="2400" dirty="0"/>
          </a:p>
        </p:txBody>
      </p:sp>
      <p:sp>
        <p:nvSpPr>
          <p:cNvPr id="124" name="橢圓 123">
            <a:extLst>
              <a:ext uri="{FF2B5EF4-FFF2-40B4-BE49-F238E27FC236}">
                <a16:creationId xmlns:a16="http://schemas.microsoft.com/office/drawing/2014/main" id="{850C6825-FCEC-4F9B-B265-E5F8BC054072}"/>
              </a:ext>
            </a:extLst>
          </p:cNvPr>
          <p:cNvSpPr/>
          <p:nvPr/>
        </p:nvSpPr>
        <p:spPr>
          <a:xfrm>
            <a:off x="2075908" y="313624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25" name="直線單箭頭接點 124">
            <a:extLst>
              <a:ext uri="{FF2B5EF4-FFF2-40B4-BE49-F238E27FC236}">
                <a16:creationId xmlns:a16="http://schemas.microsoft.com/office/drawing/2014/main" id="{53BE68C5-C775-4F48-8544-193433FAA8D1}"/>
              </a:ext>
            </a:extLst>
          </p:cNvPr>
          <p:cNvCxnSpPr>
            <a:stCxn id="124" idx="6"/>
          </p:cNvCxnSpPr>
          <p:nvPr/>
        </p:nvCxnSpPr>
        <p:spPr>
          <a:xfrm flipV="1">
            <a:off x="2470191" y="332919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直線單箭頭接點 127">
            <a:extLst>
              <a:ext uri="{FF2B5EF4-FFF2-40B4-BE49-F238E27FC236}">
                <a16:creationId xmlns:a16="http://schemas.microsoft.com/office/drawing/2014/main" id="{26377922-F762-4A97-AF79-5D75F614C1BF}"/>
              </a:ext>
            </a:extLst>
          </p:cNvPr>
          <p:cNvCxnSpPr>
            <a:stCxn id="124" idx="4"/>
          </p:cNvCxnSpPr>
          <p:nvPr/>
        </p:nvCxnSpPr>
        <p:spPr>
          <a:xfrm flipH="1">
            <a:off x="2268855" y="353053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0" name="橢圓 129">
            <a:extLst>
              <a:ext uri="{FF2B5EF4-FFF2-40B4-BE49-F238E27FC236}">
                <a16:creationId xmlns:a16="http://schemas.microsoft.com/office/drawing/2014/main" id="{91456E0E-05CC-4EBE-AD2A-572BC2F97654}"/>
              </a:ext>
            </a:extLst>
          </p:cNvPr>
          <p:cNvSpPr/>
          <p:nvPr/>
        </p:nvSpPr>
        <p:spPr>
          <a:xfrm>
            <a:off x="3043439" y="3144639"/>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4" name="直線單箭頭接點 183">
            <a:extLst>
              <a:ext uri="{FF2B5EF4-FFF2-40B4-BE49-F238E27FC236}">
                <a16:creationId xmlns:a16="http://schemas.microsoft.com/office/drawing/2014/main" id="{CDE5B8BD-5BC0-4FCF-B321-E1A854E46D01}"/>
              </a:ext>
            </a:extLst>
          </p:cNvPr>
          <p:cNvCxnSpPr>
            <a:stCxn id="130" idx="6"/>
          </p:cNvCxnSpPr>
          <p:nvPr/>
        </p:nvCxnSpPr>
        <p:spPr>
          <a:xfrm flipV="1">
            <a:off x="3437722" y="333758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直線單箭頭接點 184">
            <a:extLst>
              <a:ext uri="{FF2B5EF4-FFF2-40B4-BE49-F238E27FC236}">
                <a16:creationId xmlns:a16="http://schemas.microsoft.com/office/drawing/2014/main" id="{0194DADD-9176-46DC-9F1C-44FD2E96D415}"/>
              </a:ext>
            </a:extLst>
          </p:cNvPr>
          <p:cNvCxnSpPr>
            <a:stCxn id="130" idx="4"/>
          </p:cNvCxnSpPr>
          <p:nvPr/>
        </p:nvCxnSpPr>
        <p:spPr>
          <a:xfrm flipH="1">
            <a:off x="3236386" y="353892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橢圓 185">
            <a:extLst>
              <a:ext uri="{FF2B5EF4-FFF2-40B4-BE49-F238E27FC236}">
                <a16:creationId xmlns:a16="http://schemas.microsoft.com/office/drawing/2014/main" id="{1C5E9848-F801-4DBC-8EE3-DC683DF7CE2E}"/>
              </a:ext>
            </a:extLst>
          </p:cNvPr>
          <p:cNvSpPr/>
          <p:nvPr/>
        </p:nvSpPr>
        <p:spPr>
          <a:xfrm>
            <a:off x="2087094" y="401709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87" name="直線單箭頭接點 186">
            <a:extLst>
              <a:ext uri="{FF2B5EF4-FFF2-40B4-BE49-F238E27FC236}">
                <a16:creationId xmlns:a16="http://schemas.microsoft.com/office/drawing/2014/main" id="{4AE47E83-D9D6-4935-A1A7-D7110BC3AB9E}"/>
              </a:ext>
            </a:extLst>
          </p:cNvPr>
          <p:cNvCxnSpPr>
            <a:stCxn id="186" idx="6"/>
          </p:cNvCxnSpPr>
          <p:nvPr/>
        </p:nvCxnSpPr>
        <p:spPr>
          <a:xfrm flipV="1">
            <a:off x="2481377" y="421003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直線單箭頭接點 187">
            <a:extLst>
              <a:ext uri="{FF2B5EF4-FFF2-40B4-BE49-F238E27FC236}">
                <a16:creationId xmlns:a16="http://schemas.microsoft.com/office/drawing/2014/main" id="{8A95E693-6F93-4089-88F8-068AE7A3EA5B}"/>
              </a:ext>
            </a:extLst>
          </p:cNvPr>
          <p:cNvCxnSpPr>
            <a:stCxn id="186" idx="4"/>
          </p:cNvCxnSpPr>
          <p:nvPr/>
        </p:nvCxnSpPr>
        <p:spPr>
          <a:xfrm flipH="1">
            <a:off x="2280041" y="441137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9" name="橢圓 188">
            <a:extLst>
              <a:ext uri="{FF2B5EF4-FFF2-40B4-BE49-F238E27FC236}">
                <a16:creationId xmlns:a16="http://schemas.microsoft.com/office/drawing/2014/main" id="{59E5B5E8-24F6-472C-999A-BDDBCA26354A}"/>
              </a:ext>
            </a:extLst>
          </p:cNvPr>
          <p:cNvSpPr/>
          <p:nvPr/>
        </p:nvSpPr>
        <p:spPr>
          <a:xfrm>
            <a:off x="3043439"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0" name="直線單箭頭接點 189">
            <a:extLst>
              <a:ext uri="{FF2B5EF4-FFF2-40B4-BE49-F238E27FC236}">
                <a16:creationId xmlns:a16="http://schemas.microsoft.com/office/drawing/2014/main" id="{B31BCC0C-016C-4BA6-B255-FF2F69589157}"/>
              </a:ext>
            </a:extLst>
          </p:cNvPr>
          <p:cNvCxnSpPr>
            <a:stCxn id="189" idx="6"/>
          </p:cNvCxnSpPr>
          <p:nvPr/>
        </p:nvCxnSpPr>
        <p:spPr>
          <a:xfrm flipV="1">
            <a:off x="3437722" y="4218428"/>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1" name="直線單箭頭接點 190">
            <a:extLst>
              <a:ext uri="{FF2B5EF4-FFF2-40B4-BE49-F238E27FC236}">
                <a16:creationId xmlns:a16="http://schemas.microsoft.com/office/drawing/2014/main" id="{6865397C-EF05-48E8-847B-D52F8F16D01C}"/>
              </a:ext>
            </a:extLst>
          </p:cNvPr>
          <p:cNvCxnSpPr>
            <a:stCxn id="189" idx="4"/>
          </p:cNvCxnSpPr>
          <p:nvPr/>
        </p:nvCxnSpPr>
        <p:spPr>
          <a:xfrm flipH="1">
            <a:off x="3236386"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2" name="橢圓 191">
            <a:extLst>
              <a:ext uri="{FF2B5EF4-FFF2-40B4-BE49-F238E27FC236}">
                <a16:creationId xmlns:a16="http://schemas.microsoft.com/office/drawing/2014/main" id="{CE602BD3-D42C-406E-BF7B-CB8253471BAF}"/>
              </a:ext>
            </a:extLst>
          </p:cNvPr>
          <p:cNvSpPr/>
          <p:nvPr/>
        </p:nvSpPr>
        <p:spPr>
          <a:xfrm>
            <a:off x="3995589" y="3132054"/>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3" name="直線單箭頭接點 192">
            <a:extLst>
              <a:ext uri="{FF2B5EF4-FFF2-40B4-BE49-F238E27FC236}">
                <a16:creationId xmlns:a16="http://schemas.microsoft.com/office/drawing/2014/main" id="{1CD4CA01-1832-4CED-8352-47CA289F3DF3}"/>
              </a:ext>
            </a:extLst>
          </p:cNvPr>
          <p:cNvCxnSpPr>
            <a:cxnSpLocks/>
            <a:stCxn id="192" idx="4"/>
          </p:cNvCxnSpPr>
          <p:nvPr/>
        </p:nvCxnSpPr>
        <p:spPr>
          <a:xfrm flipH="1">
            <a:off x="4188536" y="3526336"/>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4" name="橢圓 193">
            <a:extLst>
              <a:ext uri="{FF2B5EF4-FFF2-40B4-BE49-F238E27FC236}">
                <a16:creationId xmlns:a16="http://schemas.microsoft.com/office/drawing/2014/main" id="{6B0A6CA5-BFD3-4240-82FA-84C23E952638}"/>
              </a:ext>
            </a:extLst>
          </p:cNvPr>
          <p:cNvSpPr/>
          <p:nvPr/>
        </p:nvSpPr>
        <p:spPr>
          <a:xfrm>
            <a:off x="3999783" y="402548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5" name="直線單箭頭接點 194">
            <a:extLst>
              <a:ext uri="{FF2B5EF4-FFF2-40B4-BE49-F238E27FC236}">
                <a16:creationId xmlns:a16="http://schemas.microsoft.com/office/drawing/2014/main" id="{5A35000E-0AF4-487A-AC14-2719BCF0B571}"/>
              </a:ext>
            </a:extLst>
          </p:cNvPr>
          <p:cNvCxnSpPr>
            <a:cxnSpLocks/>
            <a:stCxn id="194" idx="4"/>
          </p:cNvCxnSpPr>
          <p:nvPr/>
        </p:nvCxnSpPr>
        <p:spPr>
          <a:xfrm flipH="1">
            <a:off x="4192730" y="4419764"/>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6" name="橢圓 195">
            <a:extLst>
              <a:ext uri="{FF2B5EF4-FFF2-40B4-BE49-F238E27FC236}">
                <a16:creationId xmlns:a16="http://schemas.microsoft.com/office/drawing/2014/main" id="{3B685BB6-A958-4955-9258-F07884994FC0}"/>
              </a:ext>
            </a:extLst>
          </p:cNvPr>
          <p:cNvSpPr/>
          <p:nvPr/>
        </p:nvSpPr>
        <p:spPr>
          <a:xfrm>
            <a:off x="2099677" y="4906327"/>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7" name="直線單箭頭接點 196">
            <a:extLst>
              <a:ext uri="{FF2B5EF4-FFF2-40B4-BE49-F238E27FC236}">
                <a16:creationId xmlns:a16="http://schemas.microsoft.com/office/drawing/2014/main" id="{E1C1DB6F-A060-45B2-A586-F85783CFFD72}"/>
              </a:ext>
            </a:extLst>
          </p:cNvPr>
          <p:cNvCxnSpPr>
            <a:stCxn id="196" idx="6"/>
          </p:cNvCxnSpPr>
          <p:nvPr/>
        </p:nvCxnSpPr>
        <p:spPr>
          <a:xfrm flipV="1">
            <a:off x="2493960" y="5099273"/>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8" name="橢圓 197">
            <a:extLst>
              <a:ext uri="{FF2B5EF4-FFF2-40B4-BE49-F238E27FC236}">
                <a16:creationId xmlns:a16="http://schemas.microsoft.com/office/drawing/2014/main" id="{CFF79849-FA05-46C4-AEA8-1F019C3CEE47}"/>
              </a:ext>
            </a:extLst>
          </p:cNvPr>
          <p:cNvSpPr/>
          <p:nvPr/>
        </p:nvSpPr>
        <p:spPr>
          <a:xfrm>
            <a:off x="3060216"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199" name="直線單箭頭接點 198">
            <a:extLst>
              <a:ext uri="{FF2B5EF4-FFF2-40B4-BE49-F238E27FC236}">
                <a16:creationId xmlns:a16="http://schemas.microsoft.com/office/drawing/2014/main" id="{18682D5A-244C-4317-A2C7-43E81F5F7538}"/>
              </a:ext>
            </a:extLst>
          </p:cNvPr>
          <p:cNvCxnSpPr>
            <a:stCxn id="198" idx="6"/>
          </p:cNvCxnSpPr>
          <p:nvPr/>
        </p:nvCxnSpPr>
        <p:spPr>
          <a:xfrm flipV="1">
            <a:off x="3454499" y="510766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0" name="橢圓 199">
            <a:extLst>
              <a:ext uri="{FF2B5EF4-FFF2-40B4-BE49-F238E27FC236}">
                <a16:creationId xmlns:a16="http://schemas.microsoft.com/office/drawing/2014/main" id="{60A36CE5-AE03-4788-B10C-BD04686E376D}"/>
              </a:ext>
            </a:extLst>
          </p:cNvPr>
          <p:cNvSpPr/>
          <p:nvPr/>
        </p:nvSpPr>
        <p:spPr>
          <a:xfrm>
            <a:off x="4016561" y="4914715"/>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01" name="直線單箭頭接點 200">
            <a:extLst>
              <a:ext uri="{FF2B5EF4-FFF2-40B4-BE49-F238E27FC236}">
                <a16:creationId xmlns:a16="http://schemas.microsoft.com/office/drawing/2014/main" id="{75F2B199-6E24-41BA-AB31-A59F574E82E5}"/>
              </a:ext>
            </a:extLst>
          </p:cNvPr>
          <p:cNvCxnSpPr>
            <a:stCxn id="124" idx="5"/>
            <a:endCxn id="189" idx="1"/>
          </p:cNvCxnSpPr>
          <p:nvPr/>
        </p:nvCxnSpPr>
        <p:spPr>
          <a:xfrm>
            <a:off x="2412450" y="3472790"/>
            <a:ext cx="688730"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2" name="直線單箭頭接點 201">
            <a:extLst>
              <a:ext uri="{FF2B5EF4-FFF2-40B4-BE49-F238E27FC236}">
                <a16:creationId xmlns:a16="http://schemas.microsoft.com/office/drawing/2014/main" id="{015F73F9-7426-49B6-BD0B-EDA5EDE86C11}"/>
              </a:ext>
            </a:extLst>
          </p:cNvPr>
          <p:cNvCxnSpPr/>
          <p:nvPr/>
        </p:nvCxnSpPr>
        <p:spPr>
          <a:xfrm>
            <a:off x="3375786" y="343923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3" name="直線單箭頭接點 202">
            <a:extLst>
              <a:ext uri="{FF2B5EF4-FFF2-40B4-BE49-F238E27FC236}">
                <a16:creationId xmlns:a16="http://schemas.microsoft.com/office/drawing/2014/main" id="{44C70F0E-9FAD-4C87-98DF-A22EEF59E8D6}"/>
              </a:ext>
            </a:extLst>
          </p:cNvPr>
          <p:cNvCxnSpPr/>
          <p:nvPr/>
        </p:nvCxnSpPr>
        <p:spPr>
          <a:xfrm>
            <a:off x="2421407" y="4371525"/>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4" name="直線單箭頭接點 203">
            <a:extLst>
              <a:ext uri="{FF2B5EF4-FFF2-40B4-BE49-F238E27FC236}">
                <a16:creationId xmlns:a16="http://schemas.microsoft.com/office/drawing/2014/main" id="{9EBB8BFE-835E-4982-85C0-9708A2EE369C}"/>
              </a:ext>
            </a:extLst>
          </p:cNvPr>
          <p:cNvCxnSpPr/>
          <p:nvPr/>
        </p:nvCxnSpPr>
        <p:spPr>
          <a:xfrm>
            <a:off x="3397739" y="43557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5" name="文字方塊 204">
            <a:extLst>
              <a:ext uri="{FF2B5EF4-FFF2-40B4-BE49-F238E27FC236}">
                <a16:creationId xmlns:a16="http://schemas.microsoft.com/office/drawing/2014/main" id="{A0B49FCB-528E-4E41-9604-CCCE81041A4A}"/>
              </a:ext>
            </a:extLst>
          </p:cNvPr>
          <p:cNvSpPr txBox="1"/>
          <p:nvPr/>
        </p:nvSpPr>
        <p:spPr>
          <a:xfrm>
            <a:off x="2640633" y="4355733"/>
            <a:ext cx="390088" cy="369332"/>
          </a:xfrm>
          <a:prstGeom prst="rect">
            <a:avLst/>
          </a:prstGeom>
          <a:noFill/>
        </p:spPr>
        <p:txBody>
          <a:bodyPr wrap="square" rtlCol="0">
            <a:spAutoFit/>
          </a:bodyPr>
          <a:lstStyle/>
          <a:p>
            <a:r>
              <a:rPr lang="en-US" altLang="zh-TW" dirty="0"/>
              <a:t>0</a:t>
            </a:r>
            <a:endParaRPr lang="zh-TW" altLang="en-US" dirty="0"/>
          </a:p>
        </p:txBody>
      </p:sp>
      <p:sp>
        <p:nvSpPr>
          <p:cNvPr id="206" name="文字方塊 205">
            <a:extLst>
              <a:ext uri="{FF2B5EF4-FFF2-40B4-BE49-F238E27FC236}">
                <a16:creationId xmlns:a16="http://schemas.microsoft.com/office/drawing/2014/main" id="{CE3D2D6D-D4A8-4C9D-9636-C5607D7EF8ED}"/>
              </a:ext>
            </a:extLst>
          </p:cNvPr>
          <p:cNvSpPr txBox="1"/>
          <p:nvPr/>
        </p:nvSpPr>
        <p:spPr>
          <a:xfrm>
            <a:off x="3626473" y="4355733"/>
            <a:ext cx="390088" cy="369332"/>
          </a:xfrm>
          <a:prstGeom prst="rect">
            <a:avLst/>
          </a:prstGeom>
          <a:noFill/>
        </p:spPr>
        <p:txBody>
          <a:bodyPr wrap="square" rtlCol="0">
            <a:spAutoFit/>
          </a:bodyPr>
          <a:lstStyle/>
          <a:p>
            <a:r>
              <a:rPr lang="en-US" altLang="zh-TW" dirty="0"/>
              <a:t>1</a:t>
            </a:r>
            <a:endParaRPr lang="zh-TW" altLang="en-US" dirty="0"/>
          </a:p>
        </p:txBody>
      </p:sp>
      <p:sp>
        <p:nvSpPr>
          <p:cNvPr id="207" name="文字方塊 206">
            <a:extLst>
              <a:ext uri="{FF2B5EF4-FFF2-40B4-BE49-F238E27FC236}">
                <a16:creationId xmlns:a16="http://schemas.microsoft.com/office/drawing/2014/main" id="{375D761B-0107-4AB0-B4BA-956A9915BF3F}"/>
              </a:ext>
            </a:extLst>
          </p:cNvPr>
          <p:cNvSpPr txBox="1"/>
          <p:nvPr/>
        </p:nvSpPr>
        <p:spPr>
          <a:xfrm>
            <a:off x="2660759" y="3471374"/>
            <a:ext cx="390088" cy="369332"/>
          </a:xfrm>
          <a:prstGeom prst="rect">
            <a:avLst/>
          </a:prstGeom>
          <a:noFill/>
        </p:spPr>
        <p:txBody>
          <a:bodyPr wrap="square" rtlCol="0">
            <a:spAutoFit/>
          </a:bodyPr>
          <a:lstStyle/>
          <a:p>
            <a:r>
              <a:rPr lang="en-US" altLang="zh-TW" dirty="0"/>
              <a:t>1</a:t>
            </a:r>
            <a:endParaRPr lang="zh-TW" altLang="en-US" dirty="0"/>
          </a:p>
        </p:txBody>
      </p:sp>
      <p:sp>
        <p:nvSpPr>
          <p:cNvPr id="208" name="文字方塊 207">
            <a:extLst>
              <a:ext uri="{FF2B5EF4-FFF2-40B4-BE49-F238E27FC236}">
                <a16:creationId xmlns:a16="http://schemas.microsoft.com/office/drawing/2014/main" id="{377F2F7A-E40E-4C19-811A-303812983E68}"/>
              </a:ext>
            </a:extLst>
          </p:cNvPr>
          <p:cNvSpPr txBox="1"/>
          <p:nvPr/>
        </p:nvSpPr>
        <p:spPr>
          <a:xfrm>
            <a:off x="3636469" y="3439235"/>
            <a:ext cx="390088" cy="369332"/>
          </a:xfrm>
          <a:prstGeom prst="rect">
            <a:avLst/>
          </a:prstGeom>
          <a:noFill/>
        </p:spPr>
        <p:txBody>
          <a:bodyPr wrap="square" rtlCol="0">
            <a:spAutoFit/>
          </a:bodyPr>
          <a:lstStyle/>
          <a:p>
            <a:r>
              <a:rPr lang="en-US" altLang="zh-TW" dirty="0"/>
              <a:t>0</a:t>
            </a:r>
            <a:endParaRPr lang="zh-TW" altLang="en-US" dirty="0"/>
          </a:p>
        </p:txBody>
      </p:sp>
      <p:cxnSp>
        <p:nvCxnSpPr>
          <p:cNvPr id="209" name="直線單箭頭接點 208">
            <a:extLst>
              <a:ext uri="{FF2B5EF4-FFF2-40B4-BE49-F238E27FC236}">
                <a16:creationId xmlns:a16="http://schemas.microsoft.com/office/drawing/2014/main" id="{8AD2E9E1-092D-47B2-8FC8-BD13500A28C7}"/>
              </a:ext>
            </a:extLst>
          </p:cNvPr>
          <p:cNvCxnSpPr>
            <a:cxnSpLocks/>
          </p:cNvCxnSpPr>
          <p:nvPr/>
        </p:nvCxnSpPr>
        <p:spPr>
          <a:xfrm flipV="1">
            <a:off x="4370300" y="33389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0" name="橢圓 209">
            <a:extLst>
              <a:ext uri="{FF2B5EF4-FFF2-40B4-BE49-F238E27FC236}">
                <a16:creationId xmlns:a16="http://schemas.microsoft.com/office/drawing/2014/main" id="{6B9A45C8-E161-42E8-B40B-A3B07D204D9C}"/>
              </a:ext>
            </a:extLst>
          </p:cNvPr>
          <p:cNvSpPr/>
          <p:nvPr/>
        </p:nvSpPr>
        <p:spPr>
          <a:xfrm>
            <a:off x="4932362" y="315442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11" name="直線單箭頭接點 210">
            <a:extLst>
              <a:ext uri="{FF2B5EF4-FFF2-40B4-BE49-F238E27FC236}">
                <a16:creationId xmlns:a16="http://schemas.microsoft.com/office/drawing/2014/main" id="{10674AC0-42F3-40D4-BE41-B6E8ADC232E4}"/>
              </a:ext>
            </a:extLst>
          </p:cNvPr>
          <p:cNvCxnSpPr>
            <a:stCxn id="210" idx="4"/>
          </p:cNvCxnSpPr>
          <p:nvPr/>
        </p:nvCxnSpPr>
        <p:spPr>
          <a:xfrm flipH="1">
            <a:off x="5125309" y="3548708"/>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直線單箭頭接點 211">
            <a:extLst>
              <a:ext uri="{FF2B5EF4-FFF2-40B4-BE49-F238E27FC236}">
                <a16:creationId xmlns:a16="http://schemas.microsoft.com/office/drawing/2014/main" id="{AB921E51-73EA-4E6B-BFD5-731F674D5668}"/>
              </a:ext>
            </a:extLst>
          </p:cNvPr>
          <p:cNvCxnSpPr>
            <a:cxnSpLocks/>
          </p:cNvCxnSpPr>
          <p:nvPr/>
        </p:nvCxnSpPr>
        <p:spPr>
          <a:xfrm flipV="1">
            <a:off x="4370300" y="4219825"/>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3" name="橢圓 212">
            <a:extLst>
              <a:ext uri="{FF2B5EF4-FFF2-40B4-BE49-F238E27FC236}">
                <a16:creationId xmlns:a16="http://schemas.microsoft.com/office/drawing/2014/main" id="{7C63FEF4-5BD7-4677-89DD-A83E4B908CED}"/>
              </a:ext>
            </a:extLst>
          </p:cNvPr>
          <p:cNvSpPr/>
          <p:nvPr/>
        </p:nvSpPr>
        <p:spPr>
          <a:xfrm>
            <a:off x="4932362" y="4035269"/>
            <a:ext cx="394283" cy="39428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p>
        </p:txBody>
      </p:sp>
      <p:cxnSp>
        <p:nvCxnSpPr>
          <p:cNvPr id="214" name="直線單箭頭接點 213">
            <a:extLst>
              <a:ext uri="{FF2B5EF4-FFF2-40B4-BE49-F238E27FC236}">
                <a16:creationId xmlns:a16="http://schemas.microsoft.com/office/drawing/2014/main" id="{4E9A22A1-B313-4FAB-8442-8BD6D89DFF04}"/>
              </a:ext>
            </a:extLst>
          </p:cNvPr>
          <p:cNvCxnSpPr>
            <a:stCxn id="213" idx="4"/>
          </p:cNvCxnSpPr>
          <p:nvPr/>
        </p:nvCxnSpPr>
        <p:spPr>
          <a:xfrm flipH="1">
            <a:off x="5125309" y="4429551"/>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5" name="直線單箭頭接點 214">
            <a:extLst>
              <a:ext uri="{FF2B5EF4-FFF2-40B4-BE49-F238E27FC236}">
                <a16:creationId xmlns:a16="http://schemas.microsoft.com/office/drawing/2014/main" id="{C9591041-23B0-4619-942A-54AF5F6B25EF}"/>
              </a:ext>
            </a:extLst>
          </p:cNvPr>
          <p:cNvCxnSpPr>
            <a:cxnSpLocks/>
          </p:cNvCxnSpPr>
          <p:nvPr/>
        </p:nvCxnSpPr>
        <p:spPr>
          <a:xfrm flipV="1">
            <a:off x="4382883" y="5109060"/>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6" name="橢圓 215">
            <a:extLst>
              <a:ext uri="{FF2B5EF4-FFF2-40B4-BE49-F238E27FC236}">
                <a16:creationId xmlns:a16="http://schemas.microsoft.com/office/drawing/2014/main" id="{36373914-EB65-4A13-8955-8EBFA264252C}"/>
              </a:ext>
            </a:extLst>
          </p:cNvPr>
          <p:cNvSpPr/>
          <p:nvPr/>
        </p:nvSpPr>
        <p:spPr>
          <a:xfrm>
            <a:off x="4949139" y="4924502"/>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17" name="直線單箭頭接點 216">
            <a:extLst>
              <a:ext uri="{FF2B5EF4-FFF2-40B4-BE49-F238E27FC236}">
                <a16:creationId xmlns:a16="http://schemas.microsoft.com/office/drawing/2014/main" id="{FF2B4268-1209-4A9D-B314-A9CAB50AD7C6}"/>
              </a:ext>
            </a:extLst>
          </p:cNvPr>
          <p:cNvCxnSpPr>
            <a:cxnSpLocks/>
            <a:endCxn id="213" idx="1"/>
          </p:cNvCxnSpPr>
          <p:nvPr/>
        </p:nvCxnSpPr>
        <p:spPr>
          <a:xfrm>
            <a:off x="4312559" y="3482577"/>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直線單箭頭接點 217">
            <a:extLst>
              <a:ext uri="{FF2B5EF4-FFF2-40B4-BE49-F238E27FC236}">
                <a16:creationId xmlns:a16="http://schemas.microsoft.com/office/drawing/2014/main" id="{75412611-3CF4-4302-9D70-6D80EA993CA3}"/>
              </a:ext>
            </a:extLst>
          </p:cNvPr>
          <p:cNvCxnSpPr/>
          <p:nvPr/>
        </p:nvCxnSpPr>
        <p:spPr>
          <a:xfrm>
            <a:off x="4310330" y="4381312"/>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9" name="文字方塊 218">
            <a:extLst>
              <a:ext uri="{FF2B5EF4-FFF2-40B4-BE49-F238E27FC236}">
                <a16:creationId xmlns:a16="http://schemas.microsoft.com/office/drawing/2014/main" id="{9EA72E47-6E5F-4C92-94E6-B70A6596ED70}"/>
              </a:ext>
            </a:extLst>
          </p:cNvPr>
          <p:cNvSpPr txBox="1"/>
          <p:nvPr/>
        </p:nvSpPr>
        <p:spPr>
          <a:xfrm>
            <a:off x="4529556" y="4365520"/>
            <a:ext cx="390088" cy="369332"/>
          </a:xfrm>
          <a:prstGeom prst="rect">
            <a:avLst/>
          </a:prstGeom>
          <a:noFill/>
        </p:spPr>
        <p:txBody>
          <a:bodyPr wrap="square" rtlCol="0">
            <a:spAutoFit/>
          </a:bodyPr>
          <a:lstStyle/>
          <a:p>
            <a:r>
              <a:rPr lang="en-US" altLang="zh-TW" dirty="0"/>
              <a:t>1</a:t>
            </a:r>
            <a:endParaRPr lang="zh-TW" altLang="en-US" dirty="0"/>
          </a:p>
        </p:txBody>
      </p:sp>
      <p:sp>
        <p:nvSpPr>
          <p:cNvPr id="220" name="文字方塊 219">
            <a:extLst>
              <a:ext uri="{FF2B5EF4-FFF2-40B4-BE49-F238E27FC236}">
                <a16:creationId xmlns:a16="http://schemas.microsoft.com/office/drawing/2014/main" id="{3E337533-1434-4951-B673-6DD3B0D5844E}"/>
              </a:ext>
            </a:extLst>
          </p:cNvPr>
          <p:cNvSpPr txBox="1"/>
          <p:nvPr/>
        </p:nvSpPr>
        <p:spPr>
          <a:xfrm>
            <a:off x="4549682" y="3481161"/>
            <a:ext cx="390088" cy="369332"/>
          </a:xfrm>
          <a:prstGeom prst="rect">
            <a:avLst/>
          </a:prstGeom>
          <a:noFill/>
        </p:spPr>
        <p:txBody>
          <a:bodyPr wrap="square" rtlCol="0">
            <a:spAutoFit/>
          </a:bodyPr>
          <a:lstStyle/>
          <a:p>
            <a:r>
              <a:rPr lang="en-US" altLang="zh-TW" dirty="0"/>
              <a:t>1</a:t>
            </a:r>
            <a:endParaRPr lang="zh-TW" altLang="en-US" dirty="0"/>
          </a:p>
        </p:txBody>
      </p:sp>
      <p:cxnSp>
        <p:nvCxnSpPr>
          <p:cNvPr id="221" name="直線單箭頭接點 220">
            <a:extLst>
              <a:ext uri="{FF2B5EF4-FFF2-40B4-BE49-F238E27FC236}">
                <a16:creationId xmlns:a16="http://schemas.microsoft.com/office/drawing/2014/main" id="{7831F6CD-F7AC-4A53-A6C8-0A7FF63F2B5E}"/>
              </a:ext>
            </a:extLst>
          </p:cNvPr>
          <p:cNvCxnSpPr/>
          <p:nvPr/>
        </p:nvCxnSpPr>
        <p:spPr>
          <a:xfrm flipH="1">
            <a:off x="2273050" y="531039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直線單箭頭接點 221">
            <a:extLst>
              <a:ext uri="{FF2B5EF4-FFF2-40B4-BE49-F238E27FC236}">
                <a16:creationId xmlns:a16="http://schemas.microsoft.com/office/drawing/2014/main" id="{5941D748-F353-4B1B-A386-E71F765AB3D1}"/>
              </a:ext>
            </a:extLst>
          </p:cNvPr>
          <p:cNvCxnSpPr/>
          <p:nvPr/>
        </p:nvCxnSpPr>
        <p:spPr>
          <a:xfrm flipH="1">
            <a:off x="3229395"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直線單箭頭接點 222">
            <a:extLst>
              <a:ext uri="{FF2B5EF4-FFF2-40B4-BE49-F238E27FC236}">
                <a16:creationId xmlns:a16="http://schemas.microsoft.com/office/drawing/2014/main" id="{5FC2BF83-4793-4875-A181-98AEE62F1A01}"/>
              </a:ext>
            </a:extLst>
          </p:cNvPr>
          <p:cNvCxnSpPr>
            <a:cxnSpLocks/>
          </p:cNvCxnSpPr>
          <p:nvPr/>
        </p:nvCxnSpPr>
        <p:spPr>
          <a:xfrm flipH="1">
            <a:off x="4185739" y="5318785"/>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4" name="橢圓 223">
            <a:extLst>
              <a:ext uri="{FF2B5EF4-FFF2-40B4-BE49-F238E27FC236}">
                <a16:creationId xmlns:a16="http://schemas.microsoft.com/office/drawing/2014/main" id="{AB7770D7-004A-4F4B-B567-1E76FD7F0509}"/>
              </a:ext>
            </a:extLst>
          </p:cNvPr>
          <p:cNvSpPr/>
          <p:nvPr/>
        </p:nvSpPr>
        <p:spPr>
          <a:xfrm>
            <a:off x="2092686" y="5805348"/>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25" name="直線單箭頭接點 224">
            <a:extLst>
              <a:ext uri="{FF2B5EF4-FFF2-40B4-BE49-F238E27FC236}">
                <a16:creationId xmlns:a16="http://schemas.microsoft.com/office/drawing/2014/main" id="{EBCAA6BE-55B0-4466-B84E-5825615B211D}"/>
              </a:ext>
            </a:extLst>
          </p:cNvPr>
          <p:cNvCxnSpPr>
            <a:stCxn id="224" idx="6"/>
          </p:cNvCxnSpPr>
          <p:nvPr/>
        </p:nvCxnSpPr>
        <p:spPr>
          <a:xfrm flipV="1">
            <a:off x="2486969" y="5998294"/>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6" name="橢圓 225">
            <a:extLst>
              <a:ext uri="{FF2B5EF4-FFF2-40B4-BE49-F238E27FC236}">
                <a16:creationId xmlns:a16="http://schemas.microsoft.com/office/drawing/2014/main" id="{B2E0293A-8145-43B5-A33C-FA7B2BC7704D}"/>
              </a:ext>
            </a:extLst>
          </p:cNvPr>
          <p:cNvSpPr/>
          <p:nvPr/>
        </p:nvSpPr>
        <p:spPr>
          <a:xfrm>
            <a:off x="3053225"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27" name="直線單箭頭接點 226">
            <a:extLst>
              <a:ext uri="{FF2B5EF4-FFF2-40B4-BE49-F238E27FC236}">
                <a16:creationId xmlns:a16="http://schemas.microsoft.com/office/drawing/2014/main" id="{236AF70F-8BBD-4FA2-BCB4-1BC2022800E7}"/>
              </a:ext>
            </a:extLst>
          </p:cNvPr>
          <p:cNvCxnSpPr>
            <a:stCxn id="226" idx="6"/>
          </p:cNvCxnSpPr>
          <p:nvPr/>
        </p:nvCxnSpPr>
        <p:spPr>
          <a:xfrm flipV="1">
            <a:off x="3447508" y="6006682"/>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8" name="橢圓 227">
            <a:extLst>
              <a:ext uri="{FF2B5EF4-FFF2-40B4-BE49-F238E27FC236}">
                <a16:creationId xmlns:a16="http://schemas.microsoft.com/office/drawing/2014/main" id="{9E9C5F36-5B6C-4FB3-AD3C-06F0A57D8420}"/>
              </a:ext>
            </a:extLst>
          </p:cNvPr>
          <p:cNvSpPr/>
          <p:nvPr/>
        </p:nvSpPr>
        <p:spPr>
          <a:xfrm>
            <a:off x="4009570" y="5813736"/>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29" name="直線單箭頭接點 228">
            <a:extLst>
              <a:ext uri="{FF2B5EF4-FFF2-40B4-BE49-F238E27FC236}">
                <a16:creationId xmlns:a16="http://schemas.microsoft.com/office/drawing/2014/main" id="{DFF0D9B0-9DDA-49F5-A344-CA6E99ABF2A1}"/>
              </a:ext>
            </a:extLst>
          </p:cNvPr>
          <p:cNvCxnSpPr/>
          <p:nvPr/>
        </p:nvCxnSpPr>
        <p:spPr>
          <a:xfrm>
            <a:off x="2414416" y="5270546"/>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0" name="直線單箭頭接點 229">
            <a:extLst>
              <a:ext uri="{FF2B5EF4-FFF2-40B4-BE49-F238E27FC236}">
                <a16:creationId xmlns:a16="http://schemas.microsoft.com/office/drawing/2014/main" id="{F3B40538-B6EC-40B6-A64D-5DC46FE23302}"/>
              </a:ext>
            </a:extLst>
          </p:cNvPr>
          <p:cNvCxnSpPr/>
          <p:nvPr/>
        </p:nvCxnSpPr>
        <p:spPr>
          <a:xfrm>
            <a:off x="3390748" y="5254754"/>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1" name="文字方塊 230">
            <a:extLst>
              <a:ext uri="{FF2B5EF4-FFF2-40B4-BE49-F238E27FC236}">
                <a16:creationId xmlns:a16="http://schemas.microsoft.com/office/drawing/2014/main" id="{ACFB7CF3-5934-404E-84CB-84E6CBBC8020}"/>
              </a:ext>
            </a:extLst>
          </p:cNvPr>
          <p:cNvSpPr txBox="1"/>
          <p:nvPr/>
        </p:nvSpPr>
        <p:spPr>
          <a:xfrm>
            <a:off x="2633642" y="5254754"/>
            <a:ext cx="390088" cy="369332"/>
          </a:xfrm>
          <a:prstGeom prst="rect">
            <a:avLst/>
          </a:prstGeom>
          <a:noFill/>
        </p:spPr>
        <p:txBody>
          <a:bodyPr wrap="square" rtlCol="0">
            <a:spAutoFit/>
          </a:bodyPr>
          <a:lstStyle/>
          <a:p>
            <a:r>
              <a:rPr lang="en-US" altLang="zh-TW" dirty="0"/>
              <a:t>1</a:t>
            </a:r>
            <a:endParaRPr lang="zh-TW" altLang="en-US" dirty="0"/>
          </a:p>
        </p:txBody>
      </p:sp>
      <p:sp>
        <p:nvSpPr>
          <p:cNvPr id="232" name="文字方塊 231">
            <a:extLst>
              <a:ext uri="{FF2B5EF4-FFF2-40B4-BE49-F238E27FC236}">
                <a16:creationId xmlns:a16="http://schemas.microsoft.com/office/drawing/2014/main" id="{9848ACD8-A021-41D3-A03F-464E57FA17DB}"/>
              </a:ext>
            </a:extLst>
          </p:cNvPr>
          <p:cNvSpPr txBox="1"/>
          <p:nvPr/>
        </p:nvSpPr>
        <p:spPr>
          <a:xfrm>
            <a:off x="3619482" y="5254754"/>
            <a:ext cx="390088" cy="369332"/>
          </a:xfrm>
          <a:prstGeom prst="rect">
            <a:avLst/>
          </a:prstGeom>
          <a:noFill/>
        </p:spPr>
        <p:txBody>
          <a:bodyPr wrap="square" rtlCol="0">
            <a:spAutoFit/>
          </a:bodyPr>
          <a:lstStyle/>
          <a:p>
            <a:r>
              <a:rPr lang="en-US" altLang="zh-TW" dirty="0"/>
              <a:t>0</a:t>
            </a:r>
            <a:endParaRPr lang="zh-TW" altLang="en-US" dirty="0"/>
          </a:p>
        </p:txBody>
      </p:sp>
      <p:cxnSp>
        <p:nvCxnSpPr>
          <p:cNvPr id="233" name="直線單箭頭接點 232">
            <a:extLst>
              <a:ext uri="{FF2B5EF4-FFF2-40B4-BE49-F238E27FC236}">
                <a16:creationId xmlns:a16="http://schemas.microsoft.com/office/drawing/2014/main" id="{C222EDA8-BAA6-41C1-AA60-BD58294D6B39}"/>
              </a:ext>
            </a:extLst>
          </p:cNvPr>
          <p:cNvCxnSpPr/>
          <p:nvPr/>
        </p:nvCxnSpPr>
        <p:spPr>
          <a:xfrm flipH="1">
            <a:off x="5118318" y="5328572"/>
            <a:ext cx="4195" cy="4865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直線單箭頭接點 233">
            <a:extLst>
              <a:ext uri="{FF2B5EF4-FFF2-40B4-BE49-F238E27FC236}">
                <a16:creationId xmlns:a16="http://schemas.microsoft.com/office/drawing/2014/main" id="{11674FED-C260-49EE-9F6E-07265B883744}"/>
              </a:ext>
            </a:extLst>
          </p:cNvPr>
          <p:cNvCxnSpPr>
            <a:cxnSpLocks/>
          </p:cNvCxnSpPr>
          <p:nvPr/>
        </p:nvCxnSpPr>
        <p:spPr>
          <a:xfrm flipV="1">
            <a:off x="4375892" y="6008081"/>
            <a:ext cx="562062" cy="4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5" name="橢圓 234">
            <a:extLst>
              <a:ext uri="{FF2B5EF4-FFF2-40B4-BE49-F238E27FC236}">
                <a16:creationId xmlns:a16="http://schemas.microsoft.com/office/drawing/2014/main" id="{42C11CD5-0455-4E1A-B4BE-9AC806B6CE4A}"/>
              </a:ext>
            </a:extLst>
          </p:cNvPr>
          <p:cNvSpPr/>
          <p:nvPr/>
        </p:nvSpPr>
        <p:spPr>
          <a:xfrm>
            <a:off x="4942148" y="5823523"/>
            <a:ext cx="394283" cy="3942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cxnSp>
        <p:nvCxnSpPr>
          <p:cNvPr id="236" name="直線單箭頭接點 235">
            <a:extLst>
              <a:ext uri="{FF2B5EF4-FFF2-40B4-BE49-F238E27FC236}">
                <a16:creationId xmlns:a16="http://schemas.microsoft.com/office/drawing/2014/main" id="{695B1EA9-13E0-4325-B80F-47A6446C3BDA}"/>
              </a:ext>
            </a:extLst>
          </p:cNvPr>
          <p:cNvCxnSpPr/>
          <p:nvPr/>
        </p:nvCxnSpPr>
        <p:spPr>
          <a:xfrm>
            <a:off x="4303339" y="5280333"/>
            <a:ext cx="677544" cy="610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7" name="文字方塊 236">
            <a:extLst>
              <a:ext uri="{FF2B5EF4-FFF2-40B4-BE49-F238E27FC236}">
                <a16:creationId xmlns:a16="http://schemas.microsoft.com/office/drawing/2014/main" id="{B93C15DD-01B5-4782-8AF9-4682EDC37F40}"/>
              </a:ext>
            </a:extLst>
          </p:cNvPr>
          <p:cNvSpPr txBox="1"/>
          <p:nvPr/>
        </p:nvSpPr>
        <p:spPr>
          <a:xfrm>
            <a:off x="4522565" y="5264541"/>
            <a:ext cx="390088" cy="369332"/>
          </a:xfrm>
          <a:prstGeom prst="rect">
            <a:avLst/>
          </a:prstGeom>
          <a:noFill/>
        </p:spPr>
        <p:txBody>
          <a:bodyPr wrap="square" rtlCol="0">
            <a:spAutoFit/>
          </a:bodyPr>
          <a:lstStyle/>
          <a:p>
            <a:r>
              <a:rPr lang="en-US" altLang="zh-TW" dirty="0"/>
              <a:t>0</a:t>
            </a:r>
            <a:endParaRPr lang="zh-TW" altLang="en-US" dirty="0"/>
          </a:p>
        </p:txBody>
      </p:sp>
      <p:cxnSp>
        <p:nvCxnSpPr>
          <p:cNvPr id="63" name="直線單箭頭接點 62">
            <a:extLst>
              <a:ext uri="{FF2B5EF4-FFF2-40B4-BE49-F238E27FC236}">
                <a16:creationId xmlns:a16="http://schemas.microsoft.com/office/drawing/2014/main" id="{486BBB0C-4906-4663-A1C6-733B9D3E72A3}"/>
              </a:ext>
            </a:extLst>
          </p:cNvPr>
          <p:cNvCxnSpPr/>
          <p:nvPr/>
        </p:nvCxnSpPr>
        <p:spPr>
          <a:xfrm>
            <a:off x="838199" y="4653095"/>
            <a:ext cx="7018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10A84B16-CA9E-4E94-9E07-C1B3945027A3}"/>
              </a:ext>
            </a:extLst>
          </p:cNvPr>
          <p:cNvCxnSpPr>
            <a:cxnSpLocks/>
          </p:cNvCxnSpPr>
          <p:nvPr/>
        </p:nvCxnSpPr>
        <p:spPr>
          <a:xfrm>
            <a:off x="838199" y="4639113"/>
            <a:ext cx="0" cy="757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id="{A8532004-2E03-4D7F-8371-5D12555369CB}"/>
              </a:ext>
            </a:extLst>
          </p:cNvPr>
          <p:cNvSpPr txBox="1"/>
          <p:nvPr/>
        </p:nvSpPr>
        <p:spPr>
          <a:xfrm>
            <a:off x="1655545" y="4488036"/>
            <a:ext cx="309878" cy="369332"/>
          </a:xfrm>
          <a:prstGeom prst="rect">
            <a:avLst/>
          </a:prstGeom>
          <a:noFill/>
        </p:spPr>
        <p:txBody>
          <a:bodyPr wrap="square" rtlCol="0">
            <a:spAutoFit/>
          </a:bodyPr>
          <a:lstStyle/>
          <a:p>
            <a:r>
              <a:rPr lang="en-US" altLang="zh-TW" dirty="0"/>
              <a:t>j</a:t>
            </a:r>
            <a:endParaRPr lang="zh-TW" altLang="en-US" dirty="0"/>
          </a:p>
        </p:txBody>
      </p:sp>
      <p:sp>
        <p:nvSpPr>
          <p:cNvPr id="66" name="文字方塊 65">
            <a:extLst>
              <a:ext uri="{FF2B5EF4-FFF2-40B4-BE49-F238E27FC236}">
                <a16:creationId xmlns:a16="http://schemas.microsoft.com/office/drawing/2014/main" id="{C64EC71F-4B40-4C42-A831-1F78B3AEA8AC}"/>
              </a:ext>
            </a:extLst>
          </p:cNvPr>
          <p:cNvSpPr txBox="1"/>
          <p:nvPr/>
        </p:nvSpPr>
        <p:spPr>
          <a:xfrm>
            <a:off x="683260" y="5422218"/>
            <a:ext cx="309878" cy="369332"/>
          </a:xfrm>
          <a:prstGeom prst="rect">
            <a:avLst/>
          </a:prstGeom>
          <a:noFill/>
        </p:spPr>
        <p:txBody>
          <a:bodyPr wrap="square" rtlCol="0">
            <a:spAutoFit/>
          </a:bodyPr>
          <a:lstStyle/>
          <a:p>
            <a:r>
              <a:rPr lang="en-US" altLang="zh-TW" dirty="0"/>
              <a:t>i</a:t>
            </a:r>
            <a:endParaRPr lang="zh-TW" altLang="en-US" dirty="0"/>
          </a:p>
        </p:txBody>
      </p:sp>
    </p:spTree>
    <p:extLst>
      <p:ext uri="{BB962C8B-B14F-4D97-AF65-F5344CB8AC3E}">
        <p14:creationId xmlns:p14="http://schemas.microsoft.com/office/powerpoint/2010/main" val="3387503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6EB45A6D-624E-45D8-9040-8E8E4C10931C}"/>
                  </a:ext>
                </a:extLst>
              </p:cNvPr>
              <p:cNvSpPr txBox="1"/>
              <p:nvPr/>
            </p:nvSpPr>
            <p:spPr>
              <a:xfrm>
                <a:off x="1314274" y="1787125"/>
                <a:ext cx="9815119" cy="156966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t>r</a:t>
                </a:r>
                <a14:m>
                  <m:oMath xmlns:m="http://schemas.openxmlformats.org/officeDocument/2006/math">
                    <m:r>
                      <a:rPr lang="en-US" altLang="zh-TW" sz="2400" b="0" i="0" smtClean="0">
                        <a:latin typeface="Cambria Math" panose="02040503050406030204" pitchFamily="18" charset="0"/>
                      </a:rPr>
                      <m:t> </m:t>
                    </m:r>
                    <m:r>
                      <a:rPr lang="zh-TW" altLang="en-US" sz="2400" smtClean="0">
                        <a:latin typeface="Cambria Math" panose="02040503050406030204" pitchFamily="18" charset="0"/>
                      </a:rPr>
                      <m:t>≤</m:t>
                    </m:r>
                  </m:oMath>
                </a14:m>
                <a:r>
                  <a:rPr lang="zh-TW" altLang="en-US" sz="2400" dirty="0"/>
                  <a:t> </a:t>
                </a:r>
                <a:r>
                  <a:rPr lang="en-US" altLang="zh-TW" sz="2400" dirty="0"/>
                  <a:t>n</a:t>
                </a:r>
              </a:p>
              <a:p>
                <a:r>
                  <a:rPr lang="zh-TW" altLang="en-US" sz="2400" dirty="0"/>
                  <a:t>        </a:t>
                </a:r>
                <a:r>
                  <a:rPr lang="en-US" altLang="zh-TW" sz="2400" dirty="0"/>
                  <a:t>G1 = </a:t>
                </a:r>
                <a:r>
                  <a:rPr lang="pt-BR" altLang="zh-TW" sz="2400" dirty="0"/>
                  <a:t>G[0..i, 0..n]</a:t>
                </a:r>
              </a:p>
              <a:p>
                <a:r>
                  <a:rPr lang="pt-BR" altLang="zh-TW" sz="2400" dirty="0"/>
                  <a:t>        G2 = G[i..i + 1, 0..n] </a:t>
                </a:r>
              </a:p>
              <a:p>
                <a:r>
                  <a:rPr lang="zh-TW" altLang="en-US" sz="2400" dirty="0"/>
                  <a:t>        </a:t>
                </a:r>
                <a:r>
                  <a:rPr lang="pt-BR" altLang="zh-TW" sz="2400" dirty="0"/>
                  <a:t>G3 = G[i + 1..n, 0..n]</a:t>
                </a:r>
              </a:p>
            </p:txBody>
          </p:sp>
        </mc:Choice>
        <mc:Fallback xmlns="">
          <p:sp>
            <p:nvSpPr>
              <p:cNvPr id="5" name="文字方塊 4">
                <a:extLst>
                  <a:ext uri="{FF2B5EF4-FFF2-40B4-BE49-F238E27FC236}">
                    <a16:creationId xmlns:a16="http://schemas.microsoft.com/office/drawing/2014/main" id="{6EB45A6D-624E-45D8-9040-8E8E4C10931C}"/>
                  </a:ext>
                </a:extLst>
              </p:cNvPr>
              <p:cNvSpPr txBox="1">
                <a:spLocks noRot="1" noChangeAspect="1" noMove="1" noResize="1" noEditPoints="1" noAdjustHandles="1" noChangeArrowheads="1" noChangeShapeType="1" noTextEdit="1"/>
              </p:cNvSpPr>
              <p:nvPr/>
            </p:nvSpPr>
            <p:spPr>
              <a:xfrm>
                <a:off x="1314274" y="1787125"/>
                <a:ext cx="9815119" cy="1569660"/>
              </a:xfrm>
              <a:prstGeom prst="rect">
                <a:avLst/>
              </a:prstGeom>
              <a:blipFill>
                <a:blip r:embed="rId2"/>
                <a:stretch>
                  <a:fillRect l="-870" t="-3101" b="-7752"/>
                </a:stretch>
              </a:blipFill>
            </p:spPr>
            <p:txBody>
              <a:bodyPr/>
              <a:lstStyle/>
              <a:p>
                <a:r>
                  <a:rPr lang="zh-TW" altLang="en-US">
                    <a:noFill/>
                  </a:rPr>
                  <a:t> </a:t>
                </a:r>
              </a:p>
            </p:txBody>
          </p:sp>
        </mc:Fallback>
      </mc:AlternateContent>
      <p:pic>
        <p:nvPicPr>
          <p:cNvPr id="7" name="圖片 6" descr="一張含有 螢幕, 建築物, 時鐘, 畫畫 的圖片&#10;&#10;自動產生的描述">
            <a:extLst>
              <a:ext uri="{FF2B5EF4-FFF2-40B4-BE49-F238E27FC236}">
                <a16:creationId xmlns:a16="http://schemas.microsoft.com/office/drawing/2014/main" id="{8664471C-38B7-4B17-8FA3-0657BEDD0DFA}"/>
              </a:ext>
            </a:extLst>
          </p:cNvPr>
          <p:cNvPicPr>
            <a:picLocks noChangeAspect="1"/>
          </p:cNvPicPr>
          <p:nvPr/>
        </p:nvPicPr>
        <p:blipFill rotWithShape="1">
          <a:blip r:embed="rId3">
            <a:extLst>
              <a:ext uri="{28A0092B-C50C-407E-A947-70E740481C1C}">
                <a14:useLocalDpi xmlns:a14="http://schemas.microsoft.com/office/drawing/2010/main" val="0"/>
              </a:ext>
            </a:extLst>
          </a:blip>
          <a:srcRect l="66440" r="12941"/>
          <a:stretch/>
        </p:blipFill>
        <p:spPr>
          <a:xfrm>
            <a:off x="9920239" y="3333014"/>
            <a:ext cx="1110243" cy="2377166"/>
          </a:xfrm>
          <a:prstGeom prst="rect">
            <a:avLst/>
          </a:prstGeom>
        </p:spPr>
      </p:pic>
      <p:pic>
        <p:nvPicPr>
          <p:cNvPr id="3" name="圖片 2" descr="一張含有 螢幕, 建築物, 時鐘, 畫畫 的圖片&#10;&#10;自動產生的描述">
            <a:extLst>
              <a:ext uri="{FF2B5EF4-FFF2-40B4-BE49-F238E27FC236}">
                <a16:creationId xmlns:a16="http://schemas.microsoft.com/office/drawing/2014/main" id="{02410FDA-1AEC-4F35-8211-792C857C4BE5}"/>
              </a:ext>
            </a:extLst>
          </p:cNvPr>
          <p:cNvPicPr>
            <a:picLocks noChangeAspect="1"/>
          </p:cNvPicPr>
          <p:nvPr/>
        </p:nvPicPr>
        <p:blipFill rotWithShape="1">
          <a:blip r:embed="rId3">
            <a:extLst>
              <a:ext uri="{28A0092B-C50C-407E-A947-70E740481C1C}">
                <a14:useLocalDpi xmlns:a14="http://schemas.microsoft.com/office/drawing/2010/main" val="0"/>
              </a:ext>
            </a:extLst>
          </a:blip>
          <a:srcRect l="6190" t="4937" r="44943" b="3662"/>
          <a:stretch/>
        </p:blipFill>
        <p:spPr>
          <a:xfrm>
            <a:off x="1716639" y="3426204"/>
            <a:ext cx="2649037" cy="2172749"/>
          </a:xfrm>
          <a:prstGeom prst="rect">
            <a:avLst/>
          </a:prstGeom>
        </p:spPr>
      </p:pic>
      <p:cxnSp>
        <p:nvCxnSpPr>
          <p:cNvPr id="8" name="直線接點 7">
            <a:extLst>
              <a:ext uri="{FF2B5EF4-FFF2-40B4-BE49-F238E27FC236}">
                <a16:creationId xmlns:a16="http://schemas.microsoft.com/office/drawing/2014/main" id="{783DF727-B6C2-4D34-AED5-0FAFEC32AB3D}"/>
              </a:ext>
            </a:extLst>
          </p:cNvPr>
          <p:cNvCxnSpPr/>
          <p:nvPr/>
        </p:nvCxnSpPr>
        <p:spPr>
          <a:xfrm>
            <a:off x="1601810" y="4779124"/>
            <a:ext cx="27618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F1CC4BA8-8F56-48E2-BC52-B309264F07CA}"/>
              </a:ext>
            </a:extLst>
          </p:cNvPr>
          <p:cNvCxnSpPr/>
          <p:nvPr/>
        </p:nvCxnSpPr>
        <p:spPr>
          <a:xfrm>
            <a:off x="1601810" y="4486209"/>
            <a:ext cx="276186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11" name="圖片 10" descr="一張含有 螢幕, 建築物, 時鐘, 畫畫 的圖片&#10;&#10;自動產生的描述">
            <a:extLst>
              <a:ext uri="{FF2B5EF4-FFF2-40B4-BE49-F238E27FC236}">
                <a16:creationId xmlns:a16="http://schemas.microsoft.com/office/drawing/2014/main" id="{F8CA5834-9910-4AEF-ADED-6BD0615526A7}"/>
              </a:ext>
            </a:extLst>
          </p:cNvPr>
          <p:cNvPicPr>
            <a:picLocks noChangeAspect="1"/>
          </p:cNvPicPr>
          <p:nvPr/>
        </p:nvPicPr>
        <p:blipFill rotWithShape="1">
          <a:blip r:embed="rId3">
            <a:extLst>
              <a:ext uri="{28A0092B-C50C-407E-A947-70E740481C1C}">
                <a14:useLocalDpi xmlns:a14="http://schemas.microsoft.com/office/drawing/2010/main" val="0"/>
              </a:ext>
            </a:extLst>
          </a:blip>
          <a:srcRect r="45246" b="49006"/>
          <a:stretch/>
        </p:blipFill>
        <p:spPr>
          <a:xfrm>
            <a:off x="5039535" y="2888045"/>
            <a:ext cx="2948274" cy="1212210"/>
          </a:xfrm>
          <a:prstGeom prst="rect">
            <a:avLst/>
          </a:prstGeom>
        </p:spPr>
      </p:pic>
      <p:pic>
        <p:nvPicPr>
          <p:cNvPr id="13" name="圖片 12" descr="一張含有 螢幕, 建築物, 時鐘, 畫畫 的圖片&#10;&#10;自動產生的描述">
            <a:extLst>
              <a:ext uri="{FF2B5EF4-FFF2-40B4-BE49-F238E27FC236}">
                <a16:creationId xmlns:a16="http://schemas.microsoft.com/office/drawing/2014/main" id="{CAFC27A6-8A7B-4E50-A226-115A695FD2CE}"/>
              </a:ext>
            </a:extLst>
          </p:cNvPr>
          <p:cNvPicPr>
            <a:picLocks noChangeAspect="1"/>
          </p:cNvPicPr>
          <p:nvPr/>
        </p:nvPicPr>
        <p:blipFill rotWithShape="1">
          <a:blip r:embed="rId3">
            <a:extLst>
              <a:ext uri="{28A0092B-C50C-407E-A947-70E740481C1C}">
                <a14:useLocalDpi xmlns:a14="http://schemas.microsoft.com/office/drawing/2010/main" val="0"/>
              </a:ext>
            </a:extLst>
          </a:blip>
          <a:srcRect l="6190" t="60989" r="44943" b="3662"/>
          <a:stretch/>
        </p:blipFill>
        <p:spPr>
          <a:xfrm>
            <a:off x="5338772" y="4705526"/>
            <a:ext cx="2649037" cy="840296"/>
          </a:xfrm>
          <a:prstGeom prst="rect">
            <a:avLst/>
          </a:prstGeom>
        </p:spPr>
      </p:pic>
      <p:cxnSp>
        <p:nvCxnSpPr>
          <p:cNvPr id="15" name="直線單箭頭接點 14">
            <a:extLst>
              <a:ext uri="{FF2B5EF4-FFF2-40B4-BE49-F238E27FC236}">
                <a16:creationId xmlns:a16="http://schemas.microsoft.com/office/drawing/2014/main" id="{75496804-3DCD-4E2D-8B2E-56C79EBA66C6}"/>
              </a:ext>
            </a:extLst>
          </p:cNvPr>
          <p:cNvCxnSpPr/>
          <p:nvPr/>
        </p:nvCxnSpPr>
        <p:spPr>
          <a:xfrm>
            <a:off x="4651209" y="4135772"/>
            <a:ext cx="38832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0A3D5106-1386-43DC-8CAA-E09DCB75265F}"/>
              </a:ext>
            </a:extLst>
          </p:cNvPr>
          <p:cNvCxnSpPr/>
          <p:nvPr/>
        </p:nvCxnSpPr>
        <p:spPr>
          <a:xfrm>
            <a:off x="8628993" y="4170726"/>
            <a:ext cx="38832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45A59265-63E7-4823-AAA6-C6A08A2E8F7F}"/>
              </a:ext>
            </a:extLst>
          </p:cNvPr>
          <p:cNvCxnSpPr/>
          <p:nvPr/>
        </p:nvCxnSpPr>
        <p:spPr>
          <a:xfrm>
            <a:off x="5964572" y="2919369"/>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19" name="直線接點 18">
            <a:extLst>
              <a:ext uri="{FF2B5EF4-FFF2-40B4-BE49-F238E27FC236}">
                <a16:creationId xmlns:a16="http://schemas.microsoft.com/office/drawing/2014/main" id="{D64289E1-3B21-4CD3-8EFE-E8B2EB4CCA89}"/>
              </a:ext>
            </a:extLst>
          </p:cNvPr>
          <p:cNvCxnSpPr/>
          <p:nvPr/>
        </p:nvCxnSpPr>
        <p:spPr>
          <a:xfrm>
            <a:off x="6513672" y="2919369"/>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1" name="直線接點 20">
            <a:extLst>
              <a:ext uri="{FF2B5EF4-FFF2-40B4-BE49-F238E27FC236}">
                <a16:creationId xmlns:a16="http://schemas.microsoft.com/office/drawing/2014/main" id="{EACA635C-3CB4-420E-8AFC-45BF0FEAD175}"/>
              </a:ext>
            </a:extLst>
          </p:cNvPr>
          <p:cNvCxnSpPr/>
          <p:nvPr/>
        </p:nvCxnSpPr>
        <p:spPr>
          <a:xfrm>
            <a:off x="7031372" y="2919369"/>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2" name="直線接點 21">
            <a:extLst>
              <a:ext uri="{FF2B5EF4-FFF2-40B4-BE49-F238E27FC236}">
                <a16:creationId xmlns:a16="http://schemas.microsoft.com/office/drawing/2014/main" id="{C3613584-0154-486B-B4B8-65E2B4DA9CA4}"/>
              </a:ext>
            </a:extLst>
          </p:cNvPr>
          <p:cNvCxnSpPr/>
          <p:nvPr/>
        </p:nvCxnSpPr>
        <p:spPr>
          <a:xfrm>
            <a:off x="7534712" y="2894202"/>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3" name="直線接點 22">
            <a:extLst>
              <a:ext uri="{FF2B5EF4-FFF2-40B4-BE49-F238E27FC236}">
                <a16:creationId xmlns:a16="http://schemas.microsoft.com/office/drawing/2014/main" id="{1A02DDE7-8BBA-4BFD-89A3-7DA7C232BFD5}"/>
              </a:ext>
            </a:extLst>
          </p:cNvPr>
          <p:cNvCxnSpPr/>
          <p:nvPr/>
        </p:nvCxnSpPr>
        <p:spPr>
          <a:xfrm>
            <a:off x="7259273" y="4490208"/>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4" name="直線接點 23">
            <a:extLst>
              <a:ext uri="{FF2B5EF4-FFF2-40B4-BE49-F238E27FC236}">
                <a16:creationId xmlns:a16="http://schemas.microsoft.com/office/drawing/2014/main" id="{EFBB195C-2932-4962-B14B-05E86C58F213}"/>
              </a:ext>
            </a:extLst>
          </p:cNvPr>
          <p:cNvCxnSpPr/>
          <p:nvPr/>
        </p:nvCxnSpPr>
        <p:spPr>
          <a:xfrm>
            <a:off x="6724809" y="4490207"/>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5" name="直線接點 24">
            <a:extLst>
              <a:ext uri="{FF2B5EF4-FFF2-40B4-BE49-F238E27FC236}">
                <a16:creationId xmlns:a16="http://schemas.microsoft.com/office/drawing/2014/main" id="{5924F70B-1089-470C-BF3F-C447BE4D34A3}"/>
              </a:ext>
            </a:extLst>
          </p:cNvPr>
          <p:cNvCxnSpPr/>
          <p:nvPr/>
        </p:nvCxnSpPr>
        <p:spPr>
          <a:xfrm>
            <a:off x="6199462" y="4490207"/>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6" name="直線接點 25">
            <a:extLst>
              <a:ext uri="{FF2B5EF4-FFF2-40B4-BE49-F238E27FC236}">
                <a16:creationId xmlns:a16="http://schemas.microsoft.com/office/drawing/2014/main" id="{24BA54EE-82A0-44EE-A4AD-F3F61D5E5A2D}"/>
              </a:ext>
            </a:extLst>
          </p:cNvPr>
          <p:cNvCxnSpPr/>
          <p:nvPr/>
        </p:nvCxnSpPr>
        <p:spPr>
          <a:xfrm>
            <a:off x="5942201" y="4490207"/>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27" name="直線接點 26">
            <a:extLst>
              <a:ext uri="{FF2B5EF4-FFF2-40B4-BE49-F238E27FC236}">
                <a16:creationId xmlns:a16="http://schemas.microsoft.com/office/drawing/2014/main" id="{0CB11248-639B-4381-9BC6-F9946A2C61A5}"/>
              </a:ext>
            </a:extLst>
          </p:cNvPr>
          <p:cNvCxnSpPr/>
          <p:nvPr/>
        </p:nvCxnSpPr>
        <p:spPr>
          <a:xfrm>
            <a:off x="5673754" y="4490207"/>
            <a:ext cx="0" cy="1405155"/>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sp>
        <p:nvSpPr>
          <p:cNvPr id="28" name="文字方塊 27">
            <a:extLst>
              <a:ext uri="{FF2B5EF4-FFF2-40B4-BE49-F238E27FC236}">
                <a16:creationId xmlns:a16="http://schemas.microsoft.com/office/drawing/2014/main" id="{1EB764F7-6E62-4A4F-B177-6BAA9B35ACCE}"/>
              </a:ext>
            </a:extLst>
          </p:cNvPr>
          <p:cNvSpPr txBox="1"/>
          <p:nvPr/>
        </p:nvSpPr>
        <p:spPr>
          <a:xfrm>
            <a:off x="11108864" y="3721278"/>
            <a:ext cx="620782" cy="369332"/>
          </a:xfrm>
          <a:prstGeom prst="rect">
            <a:avLst/>
          </a:prstGeom>
          <a:noFill/>
        </p:spPr>
        <p:txBody>
          <a:bodyPr wrap="square" rtlCol="0">
            <a:spAutoFit/>
          </a:bodyPr>
          <a:lstStyle/>
          <a:p>
            <a:r>
              <a:rPr lang="en-US" altLang="zh-TW" dirty="0"/>
              <a:t>G1’</a:t>
            </a:r>
            <a:endParaRPr lang="zh-TW" altLang="en-US" dirty="0"/>
          </a:p>
        </p:txBody>
      </p:sp>
      <p:sp>
        <p:nvSpPr>
          <p:cNvPr id="30" name="文字方塊 29">
            <a:extLst>
              <a:ext uri="{FF2B5EF4-FFF2-40B4-BE49-F238E27FC236}">
                <a16:creationId xmlns:a16="http://schemas.microsoft.com/office/drawing/2014/main" id="{FDFC9E91-BF1B-46AA-AE7C-BDC99C7983C0}"/>
              </a:ext>
            </a:extLst>
          </p:cNvPr>
          <p:cNvSpPr txBox="1"/>
          <p:nvPr/>
        </p:nvSpPr>
        <p:spPr>
          <a:xfrm>
            <a:off x="10970253" y="5008118"/>
            <a:ext cx="620782" cy="369332"/>
          </a:xfrm>
          <a:prstGeom prst="rect">
            <a:avLst/>
          </a:prstGeom>
          <a:noFill/>
        </p:spPr>
        <p:txBody>
          <a:bodyPr wrap="square" rtlCol="0">
            <a:spAutoFit/>
          </a:bodyPr>
          <a:lstStyle/>
          <a:p>
            <a:r>
              <a:rPr lang="en-US" altLang="zh-TW" dirty="0"/>
              <a:t>G3’</a:t>
            </a:r>
            <a:endParaRPr lang="zh-TW" altLang="en-US" dirty="0"/>
          </a:p>
        </p:txBody>
      </p:sp>
      <p:cxnSp>
        <p:nvCxnSpPr>
          <p:cNvPr id="29" name="直線單箭頭接點 28">
            <a:extLst>
              <a:ext uri="{FF2B5EF4-FFF2-40B4-BE49-F238E27FC236}">
                <a16:creationId xmlns:a16="http://schemas.microsoft.com/office/drawing/2014/main" id="{7DEA8744-0321-44DF-BC65-BAC349B60618}"/>
              </a:ext>
            </a:extLst>
          </p:cNvPr>
          <p:cNvCxnSpPr>
            <a:cxnSpLocks/>
          </p:cNvCxnSpPr>
          <p:nvPr/>
        </p:nvCxnSpPr>
        <p:spPr>
          <a:xfrm flipH="1">
            <a:off x="8628993" y="4892178"/>
            <a:ext cx="48796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直線單箭頭接點 30">
            <a:extLst>
              <a:ext uri="{FF2B5EF4-FFF2-40B4-BE49-F238E27FC236}">
                <a16:creationId xmlns:a16="http://schemas.microsoft.com/office/drawing/2014/main" id="{17AAFC1C-F7F5-4B0D-AA30-CD5434932D93}"/>
              </a:ext>
            </a:extLst>
          </p:cNvPr>
          <p:cNvCxnSpPr>
            <a:cxnSpLocks/>
          </p:cNvCxnSpPr>
          <p:nvPr/>
        </p:nvCxnSpPr>
        <p:spPr>
          <a:xfrm flipH="1">
            <a:off x="4651209" y="4952300"/>
            <a:ext cx="48796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文字方塊 11">
            <a:extLst>
              <a:ext uri="{FF2B5EF4-FFF2-40B4-BE49-F238E27FC236}">
                <a16:creationId xmlns:a16="http://schemas.microsoft.com/office/drawing/2014/main" id="{99B52944-2D1A-4061-9466-8D2619FB433D}"/>
              </a:ext>
            </a:extLst>
          </p:cNvPr>
          <p:cNvSpPr txBox="1"/>
          <p:nvPr/>
        </p:nvSpPr>
        <p:spPr>
          <a:xfrm>
            <a:off x="1484850" y="6108311"/>
            <a:ext cx="3937811" cy="461665"/>
          </a:xfrm>
          <a:prstGeom prst="rect">
            <a:avLst/>
          </a:prstGeom>
          <a:noFill/>
        </p:spPr>
        <p:txBody>
          <a:bodyPr wrap="square" rtlCol="0">
            <a:spAutoFit/>
          </a:bodyPr>
          <a:lstStyle/>
          <a:p>
            <a:r>
              <a:rPr lang="en-US" altLang="zh-TW" sz="2400" dirty="0"/>
              <a:t>Time complexity : O(n </a:t>
            </a:r>
            <a:r>
              <a:rPr lang="en-US" altLang="zh-TW" sz="2400" dirty="0" err="1"/>
              <a:t>logn</a:t>
            </a:r>
            <a:r>
              <a:rPr lang="en-US" altLang="zh-TW" sz="2400" dirty="0"/>
              <a:t>)</a:t>
            </a:r>
            <a:endParaRPr lang="zh-TW" altLang="en-US" sz="2400" dirty="0"/>
          </a:p>
        </p:txBody>
      </p:sp>
      <p:sp>
        <p:nvSpPr>
          <p:cNvPr id="32" name="標題 1">
            <a:extLst>
              <a:ext uri="{FF2B5EF4-FFF2-40B4-BE49-F238E27FC236}">
                <a16:creationId xmlns:a16="http://schemas.microsoft.com/office/drawing/2014/main" id="{6DBF0BD8-0FE3-4F0B-8DEB-BD2C96CCE604}"/>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Tree>
    <p:extLst>
      <p:ext uri="{BB962C8B-B14F-4D97-AF65-F5344CB8AC3E}">
        <p14:creationId xmlns:p14="http://schemas.microsoft.com/office/powerpoint/2010/main" val="2597994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畫畫 的圖片&#10;&#10;自動產生的描述">
            <a:extLst>
              <a:ext uri="{FF2B5EF4-FFF2-40B4-BE49-F238E27FC236}">
                <a16:creationId xmlns:a16="http://schemas.microsoft.com/office/drawing/2014/main" id="{99CD2260-C87C-4948-8F33-C5FC5FA5C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978" y="3475220"/>
            <a:ext cx="4255339" cy="2678185"/>
          </a:xfrm>
          <a:prstGeom prst="rect">
            <a:avLst/>
          </a:prstGeom>
        </p:spPr>
      </p:pic>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1E69C059-5C46-44C8-8D68-0763593F0E05}"/>
                  </a:ext>
                </a:extLst>
              </p:cNvPr>
              <p:cNvSpPr txBox="1"/>
              <p:nvPr/>
            </p:nvSpPr>
            <p:spPr>
              <a:xfrm>
                <a:off x="1112938" y="1720894"/>
                <a:ext cx="9815119" cy="1754326"/>
              </a:xfrm>
              <a:prstGeom prst="rect">
                <a:avLst/>
              </a:prstGeom>
              <a:noFill/>
            </p:spPr>
            <p:txBody>
              <a:bodyPr wrap="square" rtlCol="0">
                <a:spAutoFit/>
              </a:bodyPr>
              <a:lstStyle/>
              <a:p>
                <a:pPr marL="457200" indent="-457200">
                  <a:buAutoNum type="arabicParenBoth"/>
                </a:pPr>
                <a:r>
                  <a:rPr lang="en-US" altLang="zh-TW" sz="2400" dirty="0"/>
                  <a:t>If r</a:t>
                </a:r>
                <a:r>
                  <a:rPr lang="zh-TW" altLang="en-US" sz="2400" dirty="0"/>
                  <a:t> </a:t>
                </a:r>
                <a14:m>
                  <m:oMath xmlns:m="http://schemas.openxmlformats.org/officeDocument/2006/math">
                    <m:r>
                      <a:rPr lang="zh-TW" altLang="en-US" sz="2400" smtClean="0">
                        <a:latin typeface="Cambria Math" panose="02040503050406030204" pitchFamily="18" charset="0"/>
                      </a:rPr>
                      <m:t>≤</m:t>
                    </m:r>
                  </m:oMath>
                </a14:m>
                <a:r>
                  <a:rPr lang="zh-TW" altLang="en-US" sz="2400" dirty="0"/>
                  <a:t> </a:t>
                </a:r>
                <a:r>
                  <a:rPr lang="en-US" altLang="zh-TW" sz="2400" dirty="0"/>
                  <a:t>n, compute Out(G) and stop.</a:t>
                </a:r>
              </a:p>
              <a:p>
                <a:r>
                  <a:rPr lang="en-US" altLang="zh-TW" sz="2400" dirty="0"/>
                  <a:t>(2) G1 = G[0..n/2, 0..n/2], G2 = G[0..n/2,n/2..n], </a:t>
                </a:r>
              </a:p>
              <a:p>
                <a:r>
                  <a:rPr lang="zh-TW" altLang="en-US" sz="2400" dirty="0"/>
                  <a:t>      </a:t>
                </a:r>
                <a:r>
                  <a:rPr lang="en-US" altLang="zh-TW" sz="2400" dirty="0"/>
                  <a:t>G3 = G[n/2..n, 0..n/2], G4 = G[n/2..n,n/2..n]. </a:t>
                </a:r>
              </a:p>
              <a:p>
                <a:r>
                  <a:rPr lang="en-US" altLang="zh-TW" sz="2400" dirty="0"/>
                  <a:t>(3) Recursively compute Out(Gi) for each of the subgraphs. </a:t>
                </a:r>
              </a:p>
              <a:p>
                <a:endParaRPr lang="en-US" altLang="zh-TW" baseline="-25000" dirty="0"/>
              </a:p>
            </p:txBody>
          </p:sp>
        </mc:Choice>
        <mc:Fallback xmlns="">
          <p:sp>
            <p:nvSpPr>
              <p:cNvPr id="3" name="文字方塊 2">
                <a:extLst>
                  <a:ext uri="{FF2B5EF4-FFF2-40B4-BE49-F238E27FC236}">
                    <a16:creationId xmlns:a16="http://schemas.microsoft.com/office/drawing/2014/main" id="{1E69C059-5C46-44C8-8D68-0763593F0E05}"/>
                  </a:ext>
                </a:extLst>
              </p:cNvPr>
              <p:cNvSpPr txBox="1">
                <a:spLocks noRot="1" noChangeAspect="1" noMove="1" noResize="1" noEditPoints="1" noAdjustHandles="1" noChangeArrowheads="1" noChangeShapeType="1" noTextEdit="1"/>
              </p:cNvSpPr>
              <p:nvPr/>
            </p:nvSpPr>
            <p:spPr>
              <a:xfrm>
                <a:off x="1112938" y="1720894"/>
                <a:ext cx="9815119" cy="1754326"/>
              </a:xfrm>
              <a:prstGeom prst="rect">
                <a:avLst/>
              </a:prstGeom>
              <a:blipFill>
                <a:blip r:embed="rId3"/>
                <a:stretch>
                  <a:fillRect l="-994" t="-3125"/>
                </a:stretch>
              </a:blipFill>
            </p:spPr>
            <p:txBody>
              <a:bodyPr/>
              <a:lstStyle/>
              <a:p>
                <a:r>
                  <a:rPr lang="zh-TW" altLang="en-US">
                    <a:noFill/>
                  </a:rPr>
                  <a:t> </a:t>
                </a:r>
              </a:p>
            </p:txBody>
          </p:sp>
        </mc:Fallback>
      </mc:AlternateContent>
      <p:sp>
        <p:nvSpPr>
          <p:cNvPr id="5" name="標題 1">
            <a:extLst>
              <a:ext uri="{FF2B5EF4-FFF2-40B4-BE49-F238E27FC236}">
                <a16:creationId xmlns:a16="http://schemas.microsoft.com/office/drawing/2014/main" id="{187BAEFB-F529-4B69-83C6-0968E85FEF97}"/>
              </a:ext>
            </a:extLst>
          </p:cNvPr>
          <p:cNvSpPr>
            <a:spLocks noGrp="1"/>
          </p:cNvSpPr>
          <p:nvPr>
            <p:ph type="title"/>
          </p:nvPr>
        </p:nvSpPr>
        <p:spPr>
          <a:xfrm>
            <a:off x="838200" y="608406"/>
            <a:ext cx="10515600" cy="784166"/>
          </a:xfrm>
        </p:spPr>
        <p:txBody>
          <a:bodyPr/>
          <a:lstStyle/>
          <a:p>
            <a:r>
              <a:rPr lang="en-US" altLang="zh-TW" dirty="0"/>
              <a:t>Algorithm for BGAPS</a:t>
            </a:r>
            <a:endParaRPr lang="zh-TW" altLang="en-US" dirty="0"/>
          </a:p>
        </p:txBody>
      </p:sp>
      <p:sp>
        <p:nvSpPr>
          <p:cNvPr id="2" name="文字方塊 1">
            <a:extLst>
              <a:ext uri="{FF2B5EF4-FFF2-40B4-BE49-F238E27FC236}">
                <a16:creationId xmlns:a16="http://schemas.microsoft.com/office/drawing/2014/main" id="{B0AA3309-B403-4637-8F7A-B16A975F7D83}"/>
              </a:ext>
            </a:extLst>
          </p:cNvPr>
          <p:cNvSpPr txBox="1"/>
          <p:nvPr/>
        </p:nvSpPr>
        <p:spPr>
          <a:xfrm>
            <a:off x="1484850" y="6146811"/>
            <a:ext cx="5098830" cy="461665"/>
          </a:xfrm>
          <a:prstGeom prst="rect">
            <a:avLst/>
          </a:prstGeom>
          <a:noFill/>
        </p:spPr>
        <p:txBody>
          <a:bodyPr wrap="square" rtlCol="0">
            <a:spAutoFit/>
          </a:bodyPr>
          <a:lstStyle/>
          <a:p>
            <a:r>
              <a:rPr lang="en-US" altLang="zh-TW" sz="2400" dirty="0"/>
              <a:t>Time complexity : O( r log</a:t>
            </a:r>
            <a:r>
              <a:rPr lang="en-US" altLang="zh-TW" sz="2400" baseline="30000" dirty="0"/>
              <a:t>3</a:t>
            </a:r>
            <a:r>
              <a:rPr lang="en-US" altLang="zh-TW" sz="2400" dirty="0"/>
              <a:t>(n</a:t>
            </a:r>
            <a:r>
              <a:rPr lang="en-US" altLang="zh-TW" sz="2400" baseline="30000" dirty="0"/>
              <a:t>2</a:t>
            </a:r>
            <a:r>
              <a:rPr lang="en-US" altLang="zh-TW" sz="2400" dirty="0"/>
              <a:t>/r) )</a:t>
            </a:r>
            <a:endParaRPr lang="zh-TW" altLang="en-US" sz="2400" dirty="0"/>
          </a:p>
        </p:txBody>
      </p:sp>
    </p:spTree>
    <p:extLst>
      <p:ext uri="{BB962C8B-B14F-4D97-AF65-F5344CB8AC3E}">
        <p14:creationId xmlns:p14="http://schemas.microsoft.com/office/powerpoint/2010/main" val="203094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550715-45BC-480C-929E-02B819AF877C}"/>
              </a:ext>
            </a:extLst>
          </p:cNvPr>
          <p:cNvSpPr>
            <a:spLocks noGrp="1"/>
          </p:cNvSpPr>
          <p:nvPr>
            <p:ph type="title"/>
          </p:nvPr>
        </p:nvSpPr>
        <p:spPr>
          <a:xfrm>
            <a:off x="838200" y="608406"/>
            <a:ext cx="10515600" cy="784166"/>
          </a:xfrm>
        </p:spPr>
        <p:txBody>
          <a:bodyPr/>
          <a:lstStyle/>
          <a:p>
            <a:r>
              <a:rPr lang="en-US" altLang="zh-TW" dirty="0"/>
              <a:t>Algorithms for periodic BGAPS</a:t>
            </a:r>
            <a:endParaRPr lang="zh-TW" altLang="en-US" dirty="0"/>
          </a:p>
        </p:txBody>
      </p:sp>
      <p:pic>
        <p:nvPicPr>
          <p:cNvPr id="7" name="圖片 6" descr="一張含有 文字 的圖片&#10;&#10;自動產生的描述">
            <a:extLst>
              <a:ext uri="{FF2B5EF4-FFF2-40B4-BE49-F238E27FC236}">
                <a16:creationId xmlns:a16="http://schemas.microsoft.com/office/drawing/2014/main" id="{5F44A754-D1F6-4E35-9890-DA28B0F21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60" y="1392572"/>
            <a:ext cx="3953427" cy="619211"/>
          </a:xfrm>
          <a:prstGeom prst="rect">
            <a:avLst/>
          </a:prstGeom>
        </p:spPr>
      </p:pic>
      <p:graphicFrame>
        <p:nvGraphicFramePr>
          <p:cNvPr id="3" name="表格 3">
            <a:extLst>
              <a:ext uri="{FF2B5EF4-FFF2-40B4-BE49-F238E27FC236}">
                <a16:creationId xmlns:a16="http://schemas.microsoft.com/office/drawing/2014/main" id="{CBD2E03D-D38A-4E59-A276-5DD14FF70B8C}"/>
              </a:ext>
            </a:extLst>
          </p:cNvPr>
          <p:cNvGraphicFramePr>
            <a:graphicFrameLocks noGrp="1"/>
          </p:cNvGraphicFramePr>
          <p:nvPr/>
        </p:nvGraphicFramePr>
        <p:xfrm>
          <a:off x="4230301" y="3146097"/>
          <a:ext cx="2992624" cy="2193496"/>
        </p:xfrm>
        <a:graphic>
          <a:graphicData uri="http://schemas.openxmlformats.org/drawingml/2006/table">
            <a:tbl>
              <a:tblPr firstRow="1" bandRow="1">
                <a:tableStyleId>{5940675A-B579-460E-94D1-54222C63F5DA}</a:tableStyleId>
              </a:tblPr>
              <a:tblGrid>
                <a:gridCol w="748156">
                  <a:extLst>
                    <a:ext uri="{9D8B030D-6E8A-4147-A177-3AD203B41FA5}">
                      <a16:colId xmlns:a16="http://schemas.microsoft.com/office/drawing/2014/main" val="3682445819"/>
                    </a:ext>
                  </a:extLst>
                </a:gridCol>
                <a:gridCol w="748156">
                  <a:extLst>
                    <a:ext uri="{9D8B030D-6E8A-4147-A177-3AD203B41FA5}">
                      <a16:colId xmlns:a16="http://schemas.microsoft.com/office/drawing/2014/main" val="3750360330"/>
                    </a:ext>
                  </a:extLst>
                </a:gridCol>
                <a:gridCol w="748156">
                  <a:extLst>
                    <a:ext uri="{9D8B030D-6E8A-4147-A177-3AD203B41FA5}">
                      <a16:colId xmlns:a16="http://schemas.microsoft.com/office/drawing/2014/main" val="2747195302"/>
                    </a:ext>
                  </a:extLst>
                </a:gridCol>
                <a:gridCol w="748156">
                  <a:extLst>
                    <a:ext uri="{9D8B030D-6E8A-4147-A177-3AD203B41FA5}">
                      <a16:colId xmlns:a16="http://schemas.microsoft.com/office/drawing/2014/main" val="1391254496"/>
                    </a:ext>
                  </a:extLst>
                </a:gridCol>
              </a:tblGrid>
              <a:tr h="54837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909656676"/>
                  </a:ext>
                </a:extLst>
              </a:tr>
              <a:tr h="54837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4016292553"/>
                  </a:ext>
                </a:extLst>
              </a:tr>
              <a:tr h="54837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647033803"/>
                  </a:ext>
                </a:extLst>
              </a:tr>
              <a:tr h="54837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319795680"/>
                  </a:ext>
                </a:extLst>
              </a:tr>
            </a:tbl>
          </a:graphicData>
        </a:graphic>
      </p:graphicFrame>
      <p:sp>
        <p:nvSpPr>
          <p:cNvPr id="18" name="文字方塊 17">
            <a:extLst>
              <a:ext uri="{FF2B5EF4-FFF2-40B4-BE49-F238E27FC236}">
                <a16:creationId xmlns:a16="http://schemas.microsoft.com/office/drawing/2014/main" id="{E47255DA-EF0F-4630-9907-B97BB10CBBF8}"/>
              </a:ext>
            </a:extLst>
          </p:cNvPr>
          <p:cNvSpPr txBox="1"/>
          <p:nvPr/>
        </p:nvSpPr>
        <p:spPr>
          <a:xfrm>
            <a:off x="4230301" y="2637956"/>
            <a:ext cx="864066" cy="461665"/>
          </a:xfrm>
          <a:prstGeom prst="rect">
            <a:avLst/>
          </a:prstGeom>
          <a:noFill/>
        </p:spPr>
        <p:txBody>
          <a:bodyPr wrap="square" rtlCol="0">
            <a:spAutoFit/>
          </a:bodyPr>
          <a:lstStyle/>
          <a:p>
            <a:r>
              <a:rPr lang="en-US" altLang="zh-TW" sz="2400" dirty="0"/>
              <a:t>SC</a:t>
            </a:r>
            <a:r>
              <a:rPr lang="en-US" altLang="zh-TW" sz="2400" baseline="-25000" dirty="0"/>
              <a:t>0,0</a:t>
            </a:r>
            <a:endParaRPr lang="zh-TW" altLang="en-US" sz="2400" baseline="-25000" dirty="0"/>
          </a:p>
        </p:txBody>
      </p:sp>
      <p:sp>
        <p:nvSpPr>
          <p:cNvPr id="20" name="文字方塊 19">
            <a:extLst>
              <a:ext uri="{FF2B5EF4-FFF2-40B4-BE49-F238E27FC236}">
                <a16:creationId xmlns:a16="http://schemas.microsoft.com/office/drawing/2014/main" id="{BD48A9F7-E536-4D59-A8F2-3D5C6458A791}"/>
              </a:ext>
            </a:extLst>
          </p:cNvPr>
          <p:cNvSpPr txBox="1"/>
          <p:nvPr/>
        </p:nvSpPr>
        <p:spPr>
          <a:xfrm>
            <a:off x="4941967" y="2631721"/>
            <a:ext cx="864066" cy="461665"/>
          </a:xfrm>
          <a:prstGeom prst="rect">
            <a:avLst/>
          </a:prstGeom>
          <a:noFill/>
        </p:spPr>
        <p:txBody>
          <a:bodyPr wrap="square" rtlCol="0">
            <a:spAutoFit/>
          </a:bodyPr>
          <a:lstStyle/>
          <a:p>
            <a:r>
              <a:rPr lang="en-US" altLang="zh-TW" sz="2400" dirty="0"/>
              <a:t>SC</a:t>
            </a:r>
            <a:r>
              <a:rPr lang="en-US" altLang="zh-TW" sz="2400" baseline="-25000" dirty="0"/>
              <a:t>0,1</a:t>
            </a:r>
            <a:endParaRPr lang="zh-TW" altLang="en-US" sz="2400" baseline="-25000" dirty="0"/>
          </a:p>
        </p:txBody>
      </p:sp>
      <p:sp>
        <p:nvSpPr>
          <p:cNvPr id="22" name="文字方塊 21">
            <a:extLst>
              <a:ext uri="{FF2B5EF4-FFF2-40B4-BE49-F238E27FC236}">
                <a16:creationId xmlns:a16="http://schemas.microsoft.com/office/drawing/2014/main" id="{08665588-F5B9-4946-A379-94F4461A7195}"/>
              </a:ext>
            </a:extLst>
          </p:cNvPr>
          <p:cNvSpPr txBox="1"/>
          <p:nvPr/>
        </p:nvSpPr>
        <p:spPr>
          <a:xfrm>
            <a:off x="5726613" y="2667317"/>
            <a:ext cx="864066" cy="461665"/>
          </a:xfrm>
          <a:prstGeom prst="rect">
            <a:avLst/>
          </a:prstGeom>
          <a:noFill/>
        </p:spPr>
        <p:txBody>
          <a:bodyPr wrap="square" rtlCol="0">
            <a:spAutoFit/>
          </a:bodyPr>
          <a:lstStyle/>
          <a:p>
            <a:r>
              <a:rPr lang="en-US" altLang="zh-TW" sz="2400" dirty="0"/>
              <a:t>SC</a:t>
            </a:r>
            <a:r>
              <a:rPr lang="en-US" altLang="zh-TW" sz="2400" baseline="-25000" dirty="0"/>
              <a:t>0,2</a:t>
            </a:r>
            <a:endParaRPr lang="zh-TW" altLang="en-US" sz="2400" baseline="-25000" dirty="0"/>
          </a:p>
        </p:txBody>
      </p:sp>
      <p:sp>
        <p:nvSpPr>
          <p:cNvPr id="24" name="文字方塊 23">
            <a:extLst>
              <a:ext uri="{FF2B5EF4-FFF2-40B4-BE49-F238E27FC236}">
                <a16:creationId xmlns:a16="http://schemas.microsoft.com/office/drawing/2014/main" id="{C7AEDCF5-BE24-4A19-AB0C-A478DE2BDD55}"/>
              </a:ext>
            </a:extLst>
          </p:cNvPr>
          <p:cNvSpPr txBox="1"/>
          <p:nvPr/>
        </p:nvSpPr>
        <p:spPr>
          <a:xfrm>
            <a:off x="6511259" y="2646144"/>
            <a:ext cx="864066" cy="461665"/>
          </a:xfrm>
          <a:prstGeom prst="rect">
            <a:avLst/>
          </a:prstGeom>
          <a:noFill/>
        </p:spPr>
        <p:txBody>
          <a:bodyPr wrap="square" rtlCol="0">
            <a:spAutoFit/>
          </a:bodyPr>
          <a:lstStyle/>
          <a:p>
            <a:r>
              <a:rPr lang="en-US" altLang="zh-TW" sz="2400" dirty="0"/>
              <a:t>SC</a:t>
            </a:r>
            <a:r>
              <a:rPr lang="en-US" altLang="zh-TW" sz="2400" baseline="-25000" dirty="0"/>
              <a:t>0,3</a:t>
            </a:r>
            <a:endParaRPr lang="zh-TW" altLang="en-US" sz="2400" baseline="-25000" dirty="0"/>
          </a:p>
        </p:txBody>
      </p:sp>
      <p:sp>
        <p:nvSpPr>
          <p:cNvPr id="26" name="文字方塊 25">
            <a:extLst>
              <a:ext uri="{FF2B5EF4-FFF2-40B4-BE49-F238E27FC236}">
                <a16:creationId xmlns:a16="http://schemas.microsoft.com/office/drawing/2014/main" id="{1BD2D28B-C170-46E5-A032-12A0DA3A69A3}"/>
              </a:ext>
            </a:extLst>
          </p:cNvPr>
          <p:cNvSpPr txBox="1"/>
          <p:nvPr/>
        </p:nvSpPr>
        <p:spPr>
          <a:xfrm>
            <a:off x="3522692" y="3034713"/>
            <a:ext cx="864066" cy="461665"/>
          </a:xfrm>
          <a:prstGeom prst="rect">
            <a:avLst/>
          </a:prstGeom>
          <a:noFill/>
        </p:spPr>
        <p:txBody>
          <a:bodyPr wrap="square" rtlCol="0">
            <a:spAutoFit/>
          </a:bodyPr>
          <a:lstStyle/>
          <a:p>
            <a:r>
              <a:rPr lang="en-US" altLang="zh-TW" sz="2400" dirty="0"/>
              <a:t>SR</a:t>
            </a:r>
            <a:r>
              <a:rPr lang="en-US" altLang="zh-TW" sz="2400" baseline="-25000" dirty="0"/>
              <a:t>0,0</a:t>
            </a:r>
            <a:endParaRPr lang="zh-TW" altLang="en-US" sz="2400" baseline="-25000" dirty="0"/>
          </a:p>
        </p:txBody>
      </p:sp>
      <p:sp>
        <p:nvSpPr>
          <p:cNvPr id="28" name="文字方塊 27">
            <a:extLst>
              <a:ext uri="{FF2B5EF4-FFF2-40B4-BE49-F238E27FC236}">
                <a16:creationId xmlns:a16="http://schemas.microsoft.com/office/drawing/2014/main" id="{7171A376-5F73-4B8E-903C-8D5E877D5687}"/>
              </a:ext>
            </a:extLst>
          </p:cNvPr>
          <p:cNvSpPr txBox="1"/>
          <p:nvPr/>
        </p:nvSpPr>
        <p:spPr>
          <a:xfrm>
            <a:off x="3485079" y="3626861"/>
            <a:ext cx="864066" cy="461665"/>
          </a:xfrm>
          <a:prstGeom prst="rect">
            <a:avLst/>
          </a:prstGeom>
          <a:noFill/>
        </p:spPr>
        <p:txBody>
          <a:bodyPr wrap="square" rtlCol="0">
            <a:spAutoFit/>
          </a:bodyPr>
          <a:lstStyle/>
          <a:p>
            <a:r>
              <a:rPr lang="en-US" altLang="zh-TW" sz="2400" dirty="0"/>
              <a:t>SR</a:t>
            </a:r>
            <a:r>
              <a:rPr lang="en-US" altLang="zh-TW" sz="2400" baseline="-25000" dirty="0"/>
              <a:t>1,0</a:t>
            </a:r>
            <a:endParaRPr lang="zh-TW" altLang="en-US" sz="2400" baseline="-25000" dirty="0"/>
          </a:p>
        </p:txBody>
      </p:sp>
      <p:sp>
        <p:nvSpPr>
          <p:cNvPr id="30" name="文字方塊 29">
            <a:extLst>
              <a:ext uri="{FF2B5EF4-FFF2-40B4-BE49-F238E27FC236}">
                <a16:creationId xmlns:a16="http://schemas.microsoft.com/office/drawing/2014/main" id="{B3383891-3581-496F-BC2A-6341EA0E7B21}"/>
              </a:ext>
            </a:extLst>
          </p:cNvPr>
          <p:cNvSpPr txBox="1"/>
          <p:nvPr/>
        </p:nvSpPr>
        <p:spPr>
          <a:xfrm>
            <a:off x="3485079" y="4295050"/>
            <a:ext cx="864066" cy="461665"/>
          </a:xfrm>
          <a:prstGeom prst="rect">
            <a:avLst/>
          </a:prstGeom>
          <a:noFill/>
        </p:spPr>
        <p:txBody>
          <a:bodyPr wrap="square" rtlCol="0">
            <a:spAutoFit/>
          </a:bodyPr>
          <a:lstStyle/>
          <a:p>
            <a:r>
              <a:rPr lang="en-US" altLang="zh-TW" sz="2400" dirty="0"/>
              <a:t>SR</a:t>
            </a:r>
            <a:r>
              <a:rPr lang="en-US" altLang="zh-TW" sz="2400" baseline="-25000" dirty="0"/>
              <a:t>2,0</a:t>
            </a:r>
            <a:endParaRPr lang="zh-TW" altLang="en-US" sz="2400" baseline="-25000" dirty="0"/>
          </a:p>
        </p:txBody>
      </p:sp>
      <p:sp>
        <p:nvSpPr>
          <p:cNvPr id="32" name="文字方塊 31">
            <a:extLst>
              <a:ext uri="{FF2B5EF4-FFF2-40B4-BE49-F238E27FC236}">
                <a16:creationId xmlns:a16="http://schemas.microsoft.com/office/drawing/2014/main" id="{72828FD9-AB46-45C1-AFAF-CD7462BD7001}"/>
              </a:ext>
            </a:extLst>
          </p:cNvPr>
          <p:cNvSpPr txBox="1"/>
          <p:nvPr/>
        </p:nvSpPr>
        <p:spPr>
          <a:xfrm>
            <a:off x="3485079" y="4849943"/>
            <a:ext cx="864066" cy="461665"/>
          </a:xfrm>
          <a:prstGeom prst="rect">
            <a:avLst/>
          </a:prstGeom>
          <a:noFill/>
        </p:spPr>
        <p:txBody>
          <a:bodyPr wrap="square" rtlCol="0">
            <a:spAutoFit/>
          </a:bodyPr>
          <a:lstStyle/>
          <a:p>
            <a:r>
              <a:rPr lang="en-US" altLang="zh-TW" sz="2400" dirty="0"/>
              <a:t>SR</a:t>
            </a:r>
            <a:r>
              <a:rPr lang="en-US" altLang="zh-TW" sz="2400" baseline="-25000" dirty="0"/>
              <a:t>3,0</a:t>
            </a:r>
            <a:endParaRPr lang="zh-TW" altLang="en-US" sz="2400" baseline="-25000" dirty="0"/>
          </a:p>
        </p:txBody>
      </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D434C79C-881C-4B78-85D9-0DA3BF3B941C}"/>
                  </a:ext>
                </a:extLst>
              </p:cNvPr>
              <p:cNvSpPr txBox="1"/>
              <p:nvPr/>
            </p:nvSpPr>
            <p:spPr>
              <a:xfrm>
                <a:off x="1981775" y="3706421"/>
                <a:ext cx="864066" cy="461665"/>
              </a:xfrm>
              <a:prstGeom prst="rect">
                <a:avLst/>
              </a:prstGeom>
              <a:noFill/>
            </p:spPr>
            <p:txBody>
              <a:bodyPr wrap="square" rtlCol="0">
                <a:spAutoFit/>
              </a:bodyPr>
              <a:lstStyle/>
              <a:p>
                <a:r>
                  <a:rPr lang="en-US" altLang="zh-TW" sz="2400" dirty="0"/>
                  <a:t>G</a:t>
                </a:r>
                <a14:m>
                  <m:oMath xmlns:m="http://schemas.openxmlformats.org/officeDocument/2006/math">
                    <m:r>
                      <a:rPr lang="zh-TW" altLang="en-US" sz="2400" baseline="30000" smtClean="0">
                        <a:latin typeface="Cambria Math" panose="02040503050406030204" pitchFamily="18" charset="0"/>
                      </a:rPr>
                      <m:t>∞</m:t>
                    </m:r>
                  </m:oMath>
                </a14:m>
                <a:endParaRPr lang="zh-TW" altLang="en-US" sz="2400" baseline="30000" dirty="0"/>
              </a:p>
            </p:txBody>
          </p:sp>
        </mc:Choice>
        <mc:Fallback xmlns="">
          <p:sp>
            <p:nvSpPr>
              <p:cNvPr id="38" name="文字方塊 37">
                <a:extLst>
                  <a:ext uri="{FF2B5EF4-FFF2-40B4-BE49-F238E27FC236}">
                    <a16:creationId xmlns:a16="http://schemas.microsoft.com/office/drawing/2014/main" id="{D434C79C-881C-4B78-85D9-0DA3BF3B941C}"/>
                  </a:ext>
                </a:extLst>
              </p:cNvPr>
              <p:cNvSpPr txBox="1">
                <a:spLocks noRot="1" noChangeAspect="1" noMove="1" noResize="1" noEditPoints="1" noAdjustHandles="1" noChangeArrowheads="1" noChangeShapeType="1" noTextEdit="1"/>
              </p:cNvSpPr>
              <p:nvPr/>
            </p:nvSpPr>
            <p:spPr>
              <a:xfrm>
                <a:off x="1981775" y="3706421"/>
                <a:ext cx="864066" cy="461665"/>
              </a:xfrm>
              <a:prstGeom prst="rect">
                <a:avLst/>
              </a:prstGeom>
              <a:blipFill>
                <a:blip r:embed="rId3"/>
                <a:stretch>
                  <a:fillRect l="-10563" t="-10526" b="-28947"/>
                </a:stretch>
              </a:blipFill>
            </p:spPr>
            <p:txBody>
              <a:bodyPr/>
              <a:lstStyle/>
              <a:p>
                <a:r>
                  <a:rPr lang="zh-TW" altLang="en-US">
                    <a:noFill/>
                  </a:rPr>
                  <a:t> </a:t>
                </a:r>
              </a:p>
            </p:txBody>
          </p:sp>
        </mc:Fallback>
      </mc:AlternateContent>
      <p:sp>
        <p:nvSpPr>
          <p:cNvPr id="40" name="文字方塊 39">
            <a:extLst>
              <a:ext uri="{FF2B5EF4-FFF2-40B4-BE49-F238E27FC236}">
                <a16:creationId xmlns:a16="http://schemas.microsoft.com/office/drawing/2014/main" id="{8F3FD1D1-4616-491F-A9BA-21E2BF104219}"/>
              </a:ext>
            </a:extLst>
          </p:cNvPr>
          <p:cNvSpPr txBox="1"/>
          <p:nvPr/>
        </p:nvSpPr>
        <p:spPr>
          <a:xfrm>
            <a:off x="4202613" y="5301957"/>
            <a:ext cx="864066" cy="461665"/>
          </a:xfrm>
          <a:prstGeom prst="rect">
            <a:avLst/>
          </a:prstGeom>
          <a:noFill/>
        </p:spPr>
        <p:txBody>
          <a:bodyPr wrap="square" rtlCol="0">
            <a:spAutoFit/>
          </a:bodyPr>
          <a:lstStyle/>
          <a:p>
            <a:r>
              <a:rPr lang="en-US" altLang="zh-TW" sz="2400" dirty="0">
                <a:solidFill>
                  <a:srgbClr val="FF0000"/>
                </a:solidFill>
              </a:rPr>
              <a:t>SC</a:t>
            </a:r>
            <a:r>
              <a:rPr lang="en-US" altLang="zh-TW" sz="2400" baseline="-25000" dirty="0">
                <a:solidFill>
                  <a:srgbClr val="FF0000"/>
                </a:solidFill>
              </a:rPr>
              <a:t>3,0</a:t>
            </a:r>
            <a:endParaRPr lang="zh-TW" altLang="en-US" sz="2400" baseline="-25000" dirty="0">
              <a:solidFill>
                <a:srgbClr val="FF0000"/>
              </a:solidFill>
            </a:endParaRPr>
          </a:p>
        </p:txBody>
      </p:sp>
      <p:sp>
        <p:nvSpPr>
          <p:cNvPr id="42" name="文字方塊 41">
            <a:extLst>
              <a:ext uri="{FF2B5EF4-FFF2-40B4-BE49-F238E27FC236}">
                <a16:creationId xmlns:a16="http://schemas.microsoft.com/office/drawing/2014/main" id="{9F99ED91-A3F3-45F5-9DA2-D3A8A81C05B0}"/>
              </a:ext>
            </a:extLst>
          </p:cNvPr>
          <p:cNvSpPr txBox="1"/>
          <p:nvPr/>
        </p:nvSpPr>
        <p:spPr>
          <a:xfrm>
            <a:off x="4925459" y="5293679"/>
            <a:ext cx="864066" cy="461665"/>
          </a:xfrm>
          <a:prstGeom prst="rect">
            <a:avLst/>
          </a:prstGeom>
          <a:noFill/>
        </p:spPr>
        <p:txBody>
          <a:bodyPr wrap="square" rtlCol="0">
            <a:spAutoFit/>
          </a:bodyPr>
          <a:lstStyle/>
          <a:p>
            <a:r>
              <a:rPr lang="en-US" altLang="zh-TW" sz="2400" dirty="0">
                <a:solidFill>
                  <a:srgbClr val="FF0000"/>
                </a:solidFill>
              </a:rPr>
              <a:t>SC</a:t>
            </a:r>
            <a:r>
              <a:rPr lang="en-US" altLang="zh-TW" sz="2400" baseline="-25000" dirty="0">
                <a:solidFill>
                  <a:srgbClr val="FF0000"/>
                </a:solidFill>
              </a:rPr>
              <a:t>3,1</a:t>
            </a:r>
            <a:endParaRPr lang="zh-TW" altLang="en-US" sz="2400" baseline="-25000" dirty="0">
              <a:solidFill>
                <a:srgbClr val="FF0000"/>
              </a:solidFill>
            </a:endParaRPr>
          </a:p>
        </p:txBody>
      </p:sp>
      <p:sp>
        <p:nvSpPr>
          <p:cNvPr id="44" name="文字方塊 43">
            <a:extLst>
              <a:ext uri="{FF2B5EF4-FFF2-40B4-BE49-F238E27FC236}">
                <a16:creationId xmlns:a16="http://schemas.microsoft.com/office/drawing/2014/main" id="{436E8303-219A-44B1-83C7-41DB844683BD}"/>
              </a:ext>
            </a:extLst>
          </p:cNvPr>
          <p:cNvSpPr txBox="1"/>
          <p:nvPr/>
        </p:nvSpPr>
        <p:spPr>
          <a:xfrm>
            <a:off x="6444147" y="5301957"/>
            <a:ext cx="864066" cy="461665"/>
          </a:xfrm>
          <a:prstGeom prst="rect">
            <a:avLst/>
          </a:prstGeom>
          <a:noFill/>
        </p:spPr>
        <p:txBody>
          <a:bodyPr wrap="square" rtlCol="0">
            <a:spAutoFit/>
          </a:bodyPr>
          <a:lstStyle/>
          <a:p>
            <a:r>
              <a:rPr lang="en-US" altLang="zh-TW" sz="2400" dirty="0">
                <a:solidFill>
                  <a:srgbClr val="FF0000"/>
                </a:solidFill>
              </a:rPr>
              <a:t>SC</a:t>
            </a:r>
            <a:r>
              <a:rPr lang="en-US" altLang="zh-TW" sz="2400" baseline="-25000" dirty="0">
                <a:solidFill>
                  <a:srgbClr val="FF0000"/>
                </a:solidFill>
              </a:rPr>
              <a:t>3,3</a:t>
            </a:r>
            <a:endParaRPr lang="zh-TW" altLang="en-US" sz="2400" baseline="-25000" dirty="0">
              <a:solidFill>
                <a:srgbClr val="FF0000"/>
              </a:solidFill>
            </a:endParaRPr>
          </a:p>
        </p:txBody>
      </p:sp>
      <p:sp>
        <p:nvSpPr>
          <p:cNvPr id="46" name="文字方塊 45">
            <a:extLst>
              <a:ext uri="{FF2B5EF4-FFF2-40B4-BE49-F238E27FC236}">
                <a16:creationId xmlns:a16="http://schemas.microsoft.com/office/drawing/2014/main" id="{6FBA9303-48F8-4EA8-8A09-07B4074DA532}"/>
              </a:ext>
            </a:extLst>
          </p:cNvPr>
          <p:cNvSpPr txBox="1"/>
          <p:nvPr/>
        </p:nvSpPr>
        <p:spPr>
          <a:xfrm>
            <a:off x="5709576" y="5301956"/>
            <a:ext cx="864066" cy="461665"/>
          </a:xfrm>
          <a:prstGeom prst="rect">
            <a:avLst/>
          </a:prstGeom>
          <a:noFill/>
        </p:spPr>
        <p:txBody>
          <a:bodyPr wrap="square" rtlCol="0">
            <a:spAutoFit/>
          </a:bodyPr>
          <a:lstStyle/>
          <a:p>
            <a:r>
              <a:rPr lang="en-US" altLang="zh-TW" sz="2400" dirty="0">
                <a:solidFill>
                  <a:srgbClr val="FF0000"/>
                </a:solidFill>
              </a:rPr>
              <a:t>SC</a:t>
            </a:r>
            <a:r>
              <a:rPr lang="en-US" altLang="zh-TW" sz="2400" baseline="-25000" dirty="0">
                <a:solidFill>
                  <a:srgbClr val="FF0000"/>
                </a:solidFill>
              </a:rPr>
              <a:t>3,2</a:t>
            </a:r>
            <a:endParaRPr lang="zh-TW" altLang="en-US" sz="2400" baseline="-25000" dirty="0">
              <a:solidFill>
                <a:srgbClr val="FF0000"/>
              </a:solidFill>
            </a:endParaRPr>
          </a:p>
        </p:txBody>
      </p:sp>
      <p:sp>
        <p:nvSpPr>
          <p:cNvPr id="48" name="文字方塊 47">
            <a:extLst>
              <a:ext uri="{FF2B5EF4-FFF2-40B4-BE49-F238E27FC236}">
                <a16:creationId xmlns:a16="http://schemas.microsoft.com/office/drawing/2014/main" id="{5DC41843-36CF-4312-9505-D68078626199}"/>
              </a:ext>
            </a:extLst>
          </p:cNvPr>
          <p:cNvSpPr txBox="1"/>
          <p:nvPr/>
        </p:nvSpPr>
        <p:spPr>
          <a:xfrm>
            <a:off x="7177637" y="3156696"/>
            <a:ext cx="864066" cy="461665"/>
          </a:xfrm>
          <a:prstGeom prst="rect">
            <a:avLst/>
          </a:prstGeom>
          <a:noFill/>
        </p:spPr>
        <p:txBody>
          <a:bodyPr wrap="square" rtlCol="0">
            <a:spAutoFit/>
          </a:bodyPr>
          <a:lstStyle/>
          <a:p>
            <a:r>
              <a:rPr lang="en-US" altLang="zh-TW" sz="2400" dirty="0"/>
              <a:t>SR</a:t>
            </a:r>
            <a:r>
              <a:rPr lang="en-US" altLang="zh-TW" sz="2400" baseline="-25000" dirty="0"/>
              <a:t>0,3</a:t>
            </a:r>
            <a:endParaRPr lang="zh-TW" altLang="en-US" sz="2400" baseline="-25000" dirty="0"/>
          </a:p>
        </p:txBody>
      </p:sp>
      <p:sp>
        <p:nvSpPr>
          <p:cNvPr id="50" name="文字方塊 49">
            <a:extLst>
              <a:ext uri="{FF2B5EF4-FFF2-40B4-BE49-F238E27FC236}">
                <a16:creationId xmlns:a16="http://schemas.microsoft.com/office/drawing/2014/main" id="{C7D8CA07-92E0-44C0-8F17-B22BCB503BD6}"/>
              </a:ext>
            </a:extLst>
          </p:cNvPr>
          <p:cNvSpPr txBox="1"/>
          <p:nvPr/>
        </p:nvSpPr>
        <p:spPr>
          <a:xfrm>
            <a:off x="7177637" y="3670204"/>
            <a:ext cx="864066" cy="461665"/>
          </a:xfrm>
          <a:prstGeom prst="rect">
            <a:avLst/>
          </a:prstGeom>
          <a:noFill/>
        </p:spPr>
        <p:txBody>
          <a:bodyPr wrap="square" rtlCol="0">
            <a:spAutoFit/>
          </a:bodyPr>
          <a:lstStyle/>
          <a:p>
            <a:r>
              <a:rPr lang="en-US" altLang="zh-TW" sz="2400" dirty="0"/>
              <a:t>SR</a:t>
            </a:r>
            <a:r>
              <a:rPr lang="en-US" altLang="zh-TW" sz="2400" baseline="-25000" dirty="0"/>
              <a:t>2,3</a:t>
            </a:r>
            <a:endParaRPr lang="zh-TW" altLang="en-US" sz="2400" baseline="-25000" dirty="0"/>
          </a:p>
        </p:txBody>
      </p:sp>
      <p:sp>
        <p:nvSpPr>
          <p:cNvPr id="52" name="文字方塊 51">
            <a:extLst>
              <a:ext uri="{FF2B5EF4-FFF2-40B4-BE49-F238E27FC236}">
                <a16:creationId xmlns:a16="http://schemas.microsoft.com/office/drawing/2014/main" id="{9F6DC8E7-612E-4495-925F-BA7E53C20107}"/>
              </a:ext>
            </a:extLst>
          </p:cNvPr>
          <p:cNvSpPr txBox="1"/>
          <p:nvPr/>
        </p:nvSpPr>
        <p:spPr>
          <a:xfrm>
            <a:off x="7177637" y="4338393"/>
            <a:ext cx="864066" cy="461665"/>
          </a:xfrm>
          <a:prstGeom prst="rect">
            <a:avLst/>
          </a:prstGeom>
          <a:noFill/>
        </p:spPr>
        <p:txBody>
          <a:bodyPr wrap="square" rtlCol="0">
            <a:spAutoFit/>
          </a:bodyPr>
          <a:lstStyle/>
          <a:p>
            <a:r>
              <a:rPr lang="en-US" altLang="zh-TW" sz="2400" dirty="0"/>
              <a:t>SR</a:t>
            </a:r>
            <a:r>
              <a:rPr lang="en-US" altLang="zh-TW" sz="2400" baseline="-25000" dirty="0"/>
              <a:t>2,3</a:t>
            </a:r>
            <a:endParaRPr lang="zh-TW" altLang="en-US" sz="2400" baseline="-25000" dirty="0"/>
          </a:p>
        </p:txBody>
      </p:sp>
      <p:sp>
        <p:nvSpPr>
          <p:cNvPr id="54" name="文字方塊 53">
            <a:extLst>
              <a:ext uri="{FF2B5EF4-FFF2-40B4-BE49-F238E27FC236}">
                <a16:creationId xmlns:a16="http://schemas.microsoft.com/office/drawing/2014/main" id="{74CD3289-52C5-434C-B992-F6E37DD120FC}"/>
              </a:ext>
            </a:extLst>
          </p:cNvPr>
          <p:cNvSpPr txBox="1"/>
          <p:nvPr/>
        </p:nvSpPr>
        <p:spPr>
          <a:xfrm>
            <a:off x="7177637" y="4893286"/>
            <a:ext cx="864066" cy="461665"/>
          </a:xfrm>
          <a:prstGeom prst="rect">
            <a:avLst/>
          </a:prstGeom>
          <a:noFill/>
        </p:spPr>
        <p:txBody>
          <a:bodyPr wrap="square" rtlCol="0">
            <a:spAutoFit/>
          </a:bodyPr>
          <a:lstStyle/>
          <a:p>
            <a:r>
              <a:rPr lang="en-US" altLang="zh-TW" sz="2400" dirty="0"/>
              <a:t>SR</a:t>
            </a:r>
            <a:r>
              <a:rPr lang="en-US" altLang="zh-TW" sz="2400" baseline="-25000" dirty="0"/>
              <a:t>3,3</a:t>
            </a:r>
            <a:endParaRPr lang="zh-TW" altLang="en-US" sz="2400" baseline="-25000" dirty="0"/>
          </a:p>
        </p:txBody>
      </p:sp>
      <p:pic>
        <p:nvPicPr>
          <p:cNvPr id="4" name="圖片 3" descr="一張含有 螢幕擷取畫面, 鳥 的圖片&#10;&#10;自動產生的描述">
            <a:extLst>
              <a:ext uri="{FF2B5EF4-FFF2-40B4-BE49-F238E27FC236}">
                <a16:creationId xmlns:a16="http://schemas.microsoft.com/office/drawing/2014/main" id="{E306DFBE-E644-44A5-BE89-F82654A38674}"/>
              </a:ext>
            </a:extLst>
          </p:cNvPr>
          <p:cNvPicPr>
            <a:picLocks noChangeAspect="1"/>
          </p:cNvPicPr>
          <p:nvPr/>
        </p:nvPicPr>
        <p:blipFill rotWithShape="1">
          <a:blip r:embed="rId4">
            <a:extLst>
              <a:ext uri="{28A0092B-C50C-407E-A947-70E740481C1C}">
                <a14:useLocalDpi xmlns:a14="http://schemas.microsoft.com/office/drawing/2010/main" val="0"/>
              </a:ext>
            </a:extLst>
          </a:blip>
          <a:srcRect l="12984" b="64813"/>
          <a:stretch/>
        </p:blipFill>
        <p:spPr>
          <a:xfrm>
            <a:off x="1124160" y="1984241"/>
            <a:ext cx="8069528" cy="653345"/>
          </a:xfrm>
          <a:prstGeom prst="rect">
            <a:avLst/>
          </a:prstGeom>
        </p:spPr>
      </p:pic>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997AD946-5BA6-4FF6-9D86-494A755119D3}"/>
                  </a:ext>
                </a:extLst>
              </p:cNvPr>
              <p:cNvSpPr txBox="1"/>
              <p:nvPr/>
            </p:nvSpPr>
            <p:spPr>
              <a:xfrm>
                <a:off x="8041703" y="2151090"/>
                <a:ext cx="15321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𝛼</m:t>
                      </m:r>
                      <m:r>
                        <a:rPr lang="zh-TW" altLang="en-US" i="0">
                          <a:latin typeface="Cambria Math" panose="02040503050406030204" pitchFamily="18" charset="0"/>
                        </a:rPr>
                        <m:t>=</m:t>
                      </m:r>
                      <m:d>
                        <m:dPr>
                          <m:ctrlPr>
                            <a:rPr lang="zh-TW" altLang="en-US" i="1">
                              <a:solidFill>
                                <a:srgbClr val="836967"/>
                              </a:solidFill>
                              <a:latin typeface="Cambria Math" panose="02040503050406030204" pitchFamily="18" charset="0"/>
                            </a:rPr>
                          </m:ctrlPr>
                        </m:dPr>
                        <m:e>
                          <m:r>
                            <a:rPr lang="zh-TW" altLang="en-US" i="1">
                              <a:latin typeface="Cambria Math" panose="02040503050406030204" pitchFamily="18" charset="0"/>
                            </a:rPr>
                            <m:t>𝑘</m:t>
                          </m:r>
                          <m:r>
                            <a:rPr lang="zh-TW" altLang="en-US" i="0">
                              <a:latin typeface="Cambria Math" panose="02040503050406030204" pitchFamily="18" charset="0"/>
                            </a:rPr>
                            <m:t>−1</m:t>
                          </m:r>
                        </m:e>
                      </m:d>
                      <m:r>
                        <a:rPr lang="zh-TW" altLang="en-US" i="1">
                          <a:latin typeface="Cambria Math" panose="02040503050406030204" pitchFamily="18" charset="0"/>
                        </a:rPr>
                        <m:t>𝑛</m:t>
                      </m:r>
                    </m:oMath>
                  </m:oMathPara>
                </a14:m>
                <a:endParaRPr lang="zh-TW" altLang="en-US" dirty="0"/>
              </a:p>
            </p:txBody>
          </p:sp>
        </mc:Choice>
        <mc:Fallback xmlns="">
          <p:sp>
            <p:nvSpPr>
              <p:cNvPr id="5" name="文字方塊 4">
                <a:extLst>
                  <a:ext uri="{FF2B5EF4-FFF2-40B4-BE49-F238E27FC236}">
                    <a16:creationId xmlns:a16="http://schemas.microsoft.com/office/drawing/2014/main" id="{997AD946-5BA6-4FF6-9D86-494A755119D3}"/>
                  </a:ext>
                </a:extLst>
              </p:cNvPr>
              <p:cNvSpPr txBox="1">
                <a:spLocks noRot="1" noChangeAspect="1" noMove="1" noResize="1" noEditPoints="1" noAdjustHandles="1" noChangeArrowheads="1" noChangeShapeType="1" noTextEdit="1"/>
              </p:cNvSpPr>
              <p:nvPr/>
            </p:nvSpPr>
            <p:spPr>
              <a:xfrm>
                <a:off x="8041703" y="2151090"/>
                <a:ext cx="1532121" cy="369332"/>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90329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550715-45BC-480C-929E-02B819AF877C}"/>
              </a:ext>
            </a:extLst>
          </p:cNvPr>
          <p:cNvSpPr>
            <a:spLocks noGrp="1"/>
          </p:cNvSpPr>
          <p:nvPr>
            <p:ph type="title"/>
          </p:nvPr>
        </p:nvSpPr>
        <p:spPr>
          <a:xfrm>
            <a:off x="838200" y="608406"/>
            <a:ext cx="10515600" cy="784166"/>
          </a:xfrm>
        </p:spPr>
        <p:txBody>
          <a:bodyPr/>
          <a:lstStyle/>
          <a:p>
            <a:r>
              <a:rPr lang="en-US" altLang="zh-TW" dirty="0"/>
              <a:t>Algorithms for periodic BGAPS</a:t>
            </a:r>
            <a:endParaRPr lang="zh-TW" altLang="en-US" dirty="0"/>
          </a:p>
        </p:txBody>
      </p:sp>
      <p:pic>
        <p:nvPicPr>
          <p:cNvPr id="9" name="圖片 8" descr="一張含有 螢幕 的圖片&#10;&#10;自動產生的描述">
            <a:extLst>
              <a:ext uri="{FF2B5EF4-FFF2-40B4-BE49-F238E27FC236}">
                <a16:creationId xmlns:a16="http://schemas.microsoft.com/office/drawing/2014/main" id="{91F86B0E-450F-441E-AD4D-65A38AD86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5125" y="1887770"/>
            <a:ext cx="8621126" cy="2266909"/>
          </a:xfrm>
          <a:prstGeom prst="rect">
            <a:avLst/>
          </a:prstGeom>
        </p:spPr>
      </p:pic>
      <p:pic>
        <p:nvPicPr>
          <p:cNvPr id="13" name="圖片 12" descr="一張含有 螢幕擷取畫面, 鳥 的圖片&#10;&#10;自動產生的描述">
            <a:extLst>
              <a:ext uri="{FF2B5EF4-FFF2-40B4-BE49-F238E27FC236}">
                <a16:creationId xmlns:a16="http://schemas.microsoft.com/office/drawing/2014/main" id="{7A77982B-DBA6-464D-9BB9-8FBB1040320A}"/>
              </a:ext>
            </a:extLst>
          </p:cNvPr>
          <p:cNvPicPr>
            <a:picLocks noChangeAspect="1"/>
          </p:cNvPicPr>
          <p:nvPr/>
        </p:nvPicPr>
        <p:blipFill rotWithShape="1">
          <a:blip r:embed="rId3">
            <a:extLst>
              <a:ext uri="{28A0092B-C50C-407E-A947-70E740481C1C}">
                <a14:useLocalDpi xmlns:a14="http://schemas.microsoft.com/office/drawing/2010/main" val="0"/>
              </a:ext>
            </a:extLst>
          </a:blip>
          <a:srcRect l="12984" b="64813"/>
          <a:stretch/>
        </p:blipFill>
        <p:spPr>
          <a:xfrm>
            <a:off x="1279870" y="1378199"/>
            <a:ext cx="8069528" cy="653345"/>
          </a:xfrm>
          <a:prstGeom prst="rect">
            <a:avLst/>
          </a:prstGeom>
        </p:spPr>
      </p:pic>
      <p:sp>
        <p:nvSpPr>
          <p:cNvPr id="14" name="文字方塊 13">
            <a:extLst>
              <a:ext uri="{FF2B5EF4-FFF2-40B4-BE49-F238E27FC236}">
                <a16:creationId xmlns:a16="http://schemas.microsoft.com/office/drawing/2014/main" id="{9C61E469-6BFA-435C-ABD3-09053A853C21}"/>
              </a:ext>
            </a:extLst>
          </p:cNvPr>
          <p:cNvSpPr txBox="1"/>
          <p:nvPr/>
        </p:nvSpPr>
        <p:spPr>
          <a:xfrm>
            <a:off x="1279870" y="2736095"/>
            <a:ext cx="610511" cy="461665"/>
          </a:xfrm>
          <a:prstGeom prst="rect">
            <a:avLst/>
          </a:prstGeom>
          <a:noFill/>
        </p:spPr>
        <p:txBody>
          <a:bodyPr wrap="square" rtlCol="0">
            <a:spAutoFit/>
          </a:bodyPr>
          <a:lstStyle/>
          <a:p>
            <a:r>
              <a:rPr lang="en-US" altLang="zh-TW" sz="2400" dirty="0"/>
              <a:t>G</a:t>
            </a:r>
            <a:r>
              <a:rPr lang="en-US" altLang="zh-TW" sz="2400" baseline="30000" dirty="0"/>
              <a:t>5</a:t>
            </a: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4774155-E7C8-4751-8E3C-ECBD140D3412}"/>
                  </a:ext>
                </a:extLst>
              </p:cNvPr>
              <p:cNvSpPr txBox="1"/>
              <p:nvPr/>
            </p:nvSpPr>
            <p:spPr>
              <a:xfrm>
                <a:off x="613716" y="6419064"/>
                <a:ext cx="2292127" cy="369332"/>
              </a:xfrm>
              <a:prstGeom prst="rect">
                <a:avLst/>
              </a:prstGeom>
              <a:noFill/>
            </p:spPr>
            <p:txBody>
              <a:bodyPr wrap="square" rtlCol="0">
                <a:spAutoFit/>
              </a:bodyPr>
              <a:lstStyle/>
              <a:p>
                <a:r>
                  <a:rPr lang="en-US" altLang="zh-TW" dirty="0"/>
                  <a:t>OUT(G</a:t>
                </a:r>
                <a14:m>
                  <m:oMath xmlns:m="http://schemas.openxmlformats.org/officeDocument/2006/math">
                    <m:r>
                      <a:rPr lang="en-US" altLang="zh-TW" baseline="30000" smtClean="0">
                        <a:latin typeface="Cambria Math" panose="02040503050406030204" pitchFamily="18" charset="0"/>
                      </a:rPr>
                      <m:t>∞</m:t>
                    </m:r>
                  </m:oMath>
                </a14:m>
                <a:r>
                  <a:rPr lang="en-US" altLang="zh-TW" dirty="0"/>
                  <a:t>) =(-12,1,2,3)</a:t>
                </a:r>
                <a:endParaRPr lang="zh-TW" altLang="en-US" dirty="0"/>
              </a:p>
            </p:txBody>
          </p:sp>
        </mc:Choice>
        <mc:Fallback xmlns="">
          <p:sp>
            <p:nvSpPr>
              <p:cNvPr id="15" name="文字方塊 14">
                <a:extLst>
                  <a:ext uri="{FF2B5EF4-FFF2-40B4-BE49-F238E27FC236}">
                    <a16:creationId xmlns:a16="http://schemas.microsoft.com/office/drawing/2014/main" id="{64774155-E7C8-4751-8E3C-ECBD140D3412}"/>
                  </a:ext>
                </a:extLst>
              </p:cNvPr>
              <p:cNvSpPr txBox="1">
                <a:spLocks noRot="1" noChangeAspect="1" noMove="1" noResize="1" noEditPoints="1" noAdjustHandles="1" noChangeArrowheads="1" noChangeShapeType="1" noTextEdit="1"/>
              </p:cNvSpPr>
              <p:nvPr/>
            </p:nvSpPr>
            <p:spPr>
              <a:xfrm>
                <a:off x="613716" y="6419064"/>
                <a:ext cx="2292127" cy="369332"/>
              </a:xfrm>
              <a:prstGeom prst="rect">
                <a:avLst/>
              </a:prstGeom>
              <a:blipFill>
                <a:blip r:embed="rId4"/>
                <a:stretch>
                  <a:fillRect l="-2394" t="-9836"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9ABE849-6385-456F-9AAE-E9B68D87C63B}"/>
                  </a:ext>
                </a:extLst>
              </p:cNvPr>
              <p:cNvSpPr txBox="1"/>
              <p:nvPr/>
            </p:nvSpPr>
            <p:spPr>
              <a:xfrm>
                <a:off x="8085053" y="1574455"/>
                <a:ext cx="15321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𝛼</m:t>
                      </m:r>
                      <m:r>
                        <a:rPr lang="zh-TW" altLang="en-US" i="0">
                          <a:latin typeface="Cambria Math" panose="02040503050406030204" pitchFamily="18" charset="0"/>
                        </a:rPr>
                        <m:t>=</m:t>
                      </m:r>
                      <m:d>
                        <m:dPr>
                          <m:ctrlPr>
                            <a:rPr lang="zh-TW" altLang="en-US" i="1">
                              <a:solidFill>
                                <a:srgbClr val="836967"/>
                              </a:solidFill>
                              <a:latin typeface="Cambria Math" panose="02040503050406030204" pitchFamily="18" charset="0"/>
                            </a:rPr>
                          </m:ctrlPr>
                        </m:dPr>
                        <m:e>
                          <m:r>
                            <a:rPr lang="zh-TW" altLang="en-US" i="1">
                              <a:latin typeface="Cambria Math" panose="02040503050406030204" pitchFamily="18" charset="0"/>
                            </a:rPr>
                            <m:t>𝑘</m:t>
                          </m:r>
                          <m:r>
                            <a:rPr lang="zh-TW" altLang="en-US" i="0">
                              <a:latin typeface="Cambria Math" panose="02040503050406030204" pitchFamily="18" charset="0"/>
                            </a:rPr>
                            <m:t>−1</m:t>
                          </m:r>
                        </m:e>
                      </m:d>
                      <m:r>
                        <a:rPr lang="zh-TW" altLang="en-US" i="1">
                          <a:latin typeface="Cambria Math" panose="02040503050406030204" pitchFamily="18" charset="0"/>
                        </a:rPr>
                        <m:t>𝑛</m:t>
                      </m:r>
                    </m:oMath>
                  </m:oMathPara>
                </a14:m>
                <a:endParaRPr lang="zh-TW" altLang="en-US" dirty="0"/>
              </a:p>
            </p:txBody>
          </p:sp>
        </mc:Choice>
        <mc:Fallback xmlns="">
          <p:sp>
            <p:nvSpPr>
              <p:cNvPr id="17" name="文字方塊 16">
                <a:extLst>
                  <a:ext uri="{FF2B5EF4-FFF2-40B4-BE49-F238E27FC236}">
                    <a16:creationId xmlns:a16="http://schemas.microsoft.com/office/drawing/2014/main" id="{89ABE849-6385-456F-9AAE-E9B68D87C63B}"/>
                  </a:ext>
                </a:extLst>
              </p:cNvPr>
              <p:cNvSpPr txBox="1">
                <a:spLocks noRot="1" noChangeAspect="1" noMove="1" noResize="1" noEditPoints="1" noAdjustHandles="1" noChangeArrowheads="1" noChangeShapeType="1" noTextEdit="1"/>
              </p:cNvSpPr>
              <p:nvPr/>
            </p:nvSpPr>
            <p:spPr>
              <a:xfrm>
                <a:off x="8085053" y="1574455"/>
                <a:ext cx="1532121" cy="369332"/>
              </a:xfrm>
              <a:prstGeom prst="rect">
                <a:avLst/>
              </a:prstGeom>
              <a:blipFill>
                <a:blip r:embed="rId5"/>
                <a:stretch>
                  <a:fillRect/>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DEF7B17A-47E7-461F-9965-AB5A5BE0A7DB}"/>
              </a:ext>
            </a:extLst>
          </p:cNvPr>
          <p:cNvSpPr txBox="1"/>
          <p:nvPr/>
        </p:nvSpPr>
        <p:spPr>
          <a:xfrm>
            <a:off x="7619879" y="4753809"/>
            <a:ext cx="444616" cy="338554"/>
          </a:xfrm>
          <a:prstGeom prst="rect">
            <a:avLst/>
          </a:prstGeom>
          <a:noFill/>
        </p:spPr>
        <p:txBody>
          <a:bodyPr wrap="square" rtlCol="0">
            <a:spAutoFit/>
          </a:bodyPr>
          <a:lstStyle/>
          <a:p>
            <a:r>
              <a:rPr lang="en-US" altLang="zh-TW" sz="1600" dirty="0"/>
              <a:t>16</a:t>
            </a:r>
            <a:endParaRPr lang="zh-TW" altLang="en-US" sz="1600" dirty="0"/>
          </a:p>
        </p:txBody>
      </p:sp>
      <p:sp>
        <p:nvSpPr>
          <p:cNvPr id="22" name="文字方塊 21">
            <a:extLst>
              <a:ext uri="{FF2B5EF4-FFF2-40B4-BE49-F238E27FC236}">
                <a16:creationId xmlns:a16="http://schemas.microsoft.com/office/drawing/2014/main" id="{A36CE00F-32DC-485C-9B81-029368ABAAB9}"/>
              </a:ext>
            </a:extLst>
          </p:cNvPr>
          <p:cNvSpPr txBox="1"/>
          <p:nvPr/>
        </p:nvSpPr>
        <p:spPr>
          <a:xfrm>
            <a:off x="7619879" y="5183503"/>
            <a:ext cx="444616" cy="338554"/>
          </a:xfrm>
          <a:prstGeom prst="rect">
            <a:avLst/>
          </a:prstGeom>
          <a:noFill/>
        </p:spPr>
        <p:txBody>
          <a:bodyPr wrap="square" rtlCol="0">
            <a:spAutoFit/>
          </a:bodyPr>
          <a:lstStyle/>
          <a:p>
            <a:r>
              <a:rPr lang="en-US" altLang="zh-TW" sz="1600" dirty="0"/>
              <a:t>12</a:t>
            </a:r>
            <a:endParaRPr lang="zh-TW" altLang="en-US" sz="1600" dirty="0"/>
          </a:p>
        </p:txBody>
      </p:sp>
      <p:sp>
        <p:nvSpPr>
          <p:cNvPr id="24" name="文字方塊 23">
            <a:extLst>
              <a:ext uri="{FF2B5EF4-FFF2-40B4-BE49-F238E27FC236}">
                <a16:creationId xmlns:a16="http://schemas.microsoft.com/office/drawing/2014/main" id="{BB8B9040-3294-4B7C-8D2B-406BE239B62C}"/>
              </a:ext>
            </a:extLst>
          </p:cNvPr>
          <p:cNvSpPr txBox="1"/>
          <p:nvPr/>
        </p:nvSpPr>
        <p:spPr>
          <a:xfrm>
            <a:off x="7691185" y="5673796"/>
            <a:ext cx="444616" cy="338554"/>
          </a:xfrm>
          <a:prstGeom prst="rect">
            <a:avLst/>
          </a:prstGeom>
          <a:noFill/>
        </p:spPr>
        <p:txBody>
          <a:bodyPr wrap="square" rtlCol="0">
            <a:spAutoFit/>
          </a:bodyPr>
          <a:lstStyle/>
          <a:p>
            <a:r>
              <a:rPr lang="en-US" altLang="zh-TW" sz="1600" dirty="0"/>
              <a:t>8</a:t>
            </a:r>
            <a:endParaRPr lang="zh-TW" altLang="en-US" sz="1600" dirty="0"/>
          </a:p>
        </p:txBody>
      </p:sp>
      <p:sp>
        <p:nvSpPr>
          <p:cNvPr id="26" name="文字方塊 25">
            <a:extLst>
              <a:ext uri="{FF2B5EF4-FFF2-40B4-BE49-F238E27FC236}">
                <a16:creationId xmlns:a16="http://schemas.microsoft.com/office/drawing/2014/main" id="{2037236B-D497-4538-A5E3-F5217CD11EDA}"/>
              </a:ext>
            </a:extLst>
          </p:cNvPr>
          <p:cNvSpPr txBox="1"/>
          <p:nvPr/>
        </p:nvSpPr>
        <p:spPr>
          <a:xfrm>
            <a:off x="7691185" y="6164089"/>
            <a:ext cx="373310" cy="338554"/>
          </a:xfrm>
          <a:prstGeom prst="rect">
            <a:avLst/>
          </a:prstGeom>
          <a:noFill/>
        </p:spPr>
        <p:txBody>
          <a:bodyPr wrap="square" rtlCol="0">
            <a:spAutoFit/>
          </a:bodyPr>
          <a:lstStyle/>
          <a:p>
            <a:r>
              <a:rPr lang="en-US" altLang="zh-TW" sz="1600" dirty="0"/>
              <a:t>4</a:t>
            </a:r>
            <a:endParaRPr lang="zh-TW" altLang="en-US" sz="1600" dirty="0"/>
          </a:p>
        </p:txBody>
      </p:sp>
      <p:graphicFrame>
        <p:nvGraphicFramePr>
          <p:cNvPr id="28" name="表格 3">
            <a:extLst>
              <a:ext uri="{FF2B5EF4-FFF2-40B4-BE49-F238E27FC236}">
                <a16:creationId xmlns:a16="http://schemas.microsoft.com/office/drawing/2014/main" id="{610EE86F-6E42-4013-B8A6-3CD63A2067FD}"/>
              </a:ext>
            </a:extLst>
          </p:cNvPr>
          <p:cNvGraphicFramePr>
            <a:graphicFrameLocks noGrp="1"/>
          </p:cNvGraphicFramePr>
          <p:nvPr/>
        </p:nvGraphicFramePr>
        <p:xfrm>
          <a:off x="8030513" y="4692248"/>
          <a:ext cx="2175824" cy="1840376"/>
        </p:xfrm>
        <a:graphic>
          <a:graphicData uri="http://schemas.openxmlformats.org/drawingml/2006/table">
            <a:tbl>
              <a:tblPr firstRow="1" bandRow="1">
                <a:tableStyleId>{5940675A-B579-460E-94D1-54222C63F5DA}</a:tableStyleId>
              </a:tblPr>
              <a:tblGrid>
                <a:gridCol w="543956">
                  <a:extLst>
                    <a:ext uri="{9D8B030D-6E8A-4147-A177-3AD203B41FA5}">
                      <a16:colId xmlns:a16="http://schemas.microsoft.com/office/drawing/2014/main" val="3682445819"/>
                    </a:ext>
                  </a:extLst>
                </a:gridCol>
                <a:gridCol w="543956">
                  <a:extLst>
                    <a:ext uri="{9D8B030D-6E8A-4147-A177-3AD203B41FA5}">
                      <a16:colId xmlns:a16="http://schemas.microsoft.com/office/drawing/2014/main" val="3750360330"/>
                    </a:ext>
                  </a:extLst>
                </a:gridCol>
                <a:gridCol w="543956">
                  <a:extLst>
                    <a:ext uri="{9D8B030D-6E8A-4147-A177-3AD203B41FA5}">
                      <a16:colId xmlns:a16="http://schemas.microsoft.com/office/drawing/2014/main" val="2747195302"/>
                    </a:ext>
                  </a:extLst>
                </a:gridCol>
                <a:gridCol w="543956">
                  <a:extLst>
                    <a:ext uri="{9D8B030D-6E8A-4147-A177-3AD203B41FA5}">
                      <a16:colId xmlns:a16="http://schemas.microsoft.com/office/drawing/2014/main" val="1391254496"/>
                    </a:ext>
                  </a:extLst>
                </a:gridCol>
              </a:tblGrid>
              <a:tr h="46009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909656676"/>
                  </a:ext>
                </a:extLst>
              </a:tr>
              <a:tr h="46009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4016292553"/>
                  </a:ext>
                </a:extLst>
              </a:tr>
              <a:tr h="46009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647033803"/>
                  </a:ext>
                </a:extLst>
              </a:tr>
              <a:tr h="46009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319795680"/>
                  </a:ext>
                </a:extLst>
              </a:tr>
            </a:tbl>
          </a:graphicData>
        </a:graphic>
      </p:graphicFrame>
      <p:sp>
        <p:nvSpPr>
          <p:cNvPr id="30" name="文字方塊 29">
            <a:extLst>
              <a:ext uri="{FF2B5EF4-FFF2-40B4-BE49-F238E27FC236}">
                <a16:creationId xmlns:a16="http://schemas.microsoft.com/office/drawing/2014/main" id="{F9DF0B47-D6FE-4BA5-9F0C-9CC1DB03B879}"/>
              </a:ext>
            </a:extLst>
          </p:cNvPr>
          <p:cNvSpPr txBox="1"/>
          <p:nvPr/>
        </p:nvSpPr>
        <p:spPr>
          <a:xfrm>
            <a:off x="8067170" y="4353694"/>
            <a:ext cx="444616" cy="338554"/>
          </a:xfrm>
          <a:prstGeom prst="rect">
            <a:avLst/>
          </a:prstGeom>
          <a:noFill/>
        </p:spPr>
        <p:txBody>
          <a:bodyPr wrap="square" rtlCol="0">
            <a:spAutoFit/>
          </a:bodyPr>
          <a:lstStyle/>
          <a:p>
            <a:r>
              <a:rPr lang="en-US" altLang="zh-TW" sz="1600" dirty="0"/>
              <a:t>17</a:t>
            </a:r>
            <a:endParaRPr lang="zh-TW" altLang="en-US" sz="1600" dirty="0"/>
          </a:p>
        </p:txBody>
      </p:sp>
      <p:sp>
        <p:nvSpPr>
          <p:cNvPr id="32" name="文字方塊 31">
            <a:extLst>
              <a:ext uri="{FF2B5EF4-FFF2-40B4-BE49-F238E27FC236}">
                <a16:creationId xmlns:a16="http://schemas.microsoft.com/office/drawing/2014/main" id="{8247224E-145B-4296-AFA9-0D8FF11B4452}"/>
              </a:ext>
            </a:extLst>
          </p:cNvPr>
          <p:cNvSpPr txBox="1"/>
          <p:nvPr/>
        </p:nvSpPr>
        <p:spPr>
          <a:xfrm>
            <a:off x="8628806" y="4343904"/>
            <a:ext cx="444616" cy="338554"/>
          </a:xfrm>
          <a:prstGeom prst="rect">
            <a:avLst/>
          </a:prstGeom>
          <a:noFill/>
        </p:spPr>
        <p:txBody>
          <a:bodyPr wrap="square" rtlCol="0">
            <a:spAutoFit/>
          </a:bodyPr>
          <a:lstStyle/>
          <a:p>
            <a:r>
              <a:rPr lang="en-US" altLang="zh-TW" sz="1600" dirty="0"/>
              <a:t>18</a:t>
            </a:r>
            <a:endParaRPr lang="zh-TW" altLang="en-US" sz="1600" dirty="0"/>
          </a:p>
        </p:txBody>
      </p:sp>
      <p:sp>
        <p:nvSpPr>
          <p:cNvPr id="34" name="文字方塊 33">
            <a:extLst>
              <a:ext uri="{FF2B5EF4-FFF2-40B4-BE49-F238E27FC236}">
                <a16:creationId xmlns:a16="http://schemas.microsoft.com/office/drawing/2014/main" id="{8C1BCC58-9F18-4F48-9C4A-C2F9AE0E4F53}"/>
              </a:ext>
            </a:extLst>
          </p:cNvPr>
          <p:cNvSpPr txBox="1"/>
          <p:nvPr/>
        </p:nvSpPr>
        <p:spPr>
          <a:xfrm>
            <a:off x="9190442" y="4343904"/>
            <a:ext cx="444616" cy="338554"/>
          </a:xfrm>
          <a:prstGeom prst="rect">
            <a:avLst/>
          </a:prstGeom>
          <a:noFill/>
        </p:spPr>
        <p:txBody>
          <a:bodyPr wrap="square" rtlCol="0">
            <a:spAutoFit/>
          </a:bodyPr>
          <a:lstStyle/>
          <a:p>
            <a:r>
              <a:rPr lang="en-US" altLang="zh-TW" sz="1600" dirty="0"/>
              <a:t>19</a:t>
            </a:r>
            <a:endParaRPr lang="zh-TW" altLang="en-US" sz="1600" dirty="0"/>
          </a:p>
        </p:txBody>
      </p:sp>
      <p:sp>
        <p:nvSpPr>
          <p:cNvPr id="36" name="文字方塊 35">
            <a:extLst>
              <a:ext uri="{FF2B5EF4-FFF2-40B4-BE49-F238E27FC236}">
                <a16:creationId xmlns:a16="http://schemas.microsoft.com/office/drawing/2014/main" id="{3B702205-3258-486D-A4AB-88E1D7206929}"/>
              </a:ext>
            </a:extLst>
          </p:cNvPr>
          <p:cNvSpPr txBox="1"/>
          <p:nvPr/>
        </p:nvSpPr>
        <p:spPr>
          <a:xfrm>
            <a:off x="9752078" y="4331698"/>
            <a:ext cx="444616" cy="338554"/>
          </a:xfrm>
          <a:prstGeom prst="rect">
            <a:avLst/>
          </a:prstGeom>
          <a:noFill/>
        </p:spPr>
        <p:txBody>
          <a:bodyPr wrap="square" rtlCol="0">
            <a:spAutoFit/>
          </a:bodyPr>
          <a:lstStyle/>
          <a:p>
            <a:r>
              <a:rPr lang="en-US" altLang="zh-TW" sz="1600" dirty="0"/>
              <a:t>20</a:t>
            </a:r>
            <a:endParaRPr lang="zh-TW" altLang="en-US" sz="1600" dirty="0"/>
          </a:p>
        </p:txBody>
      </p:sp>
      <p:sp>
        <p:nvSpPr>
          <p:cNvPr id="38" name="文字方塊 37">
            <a:extLst>
              <a:ext uri="{FF2B5EF4-FFF2-40B4-BE49-F238E27FC236}">
                <a16:creationId xmlns:a16="http://schemas.microsoft.com/office/drawing/2014/main" id="{D2BCD842-E323-4DB1-B06B-86303A77D594}"/>
              </a:ext>
            </a:extLst>
          </p:cNvPr>
          <p:cNvSpPr txBox="1"/>
          <p:nvPr/>
        </p:nvSpPr>
        <p:spPr>
          <a:xfrm>
            <a:off x="10206337" y="4753809"/>
            <a:ext cx="444616" cy="338554"/>
          </a:xfrm>
          <a:prstGeom prst="rect">
            <a:avLst/>
          </a:prstGeom>
          <a:noFill/>
        </p:spPr>
        <p:txBody>
          <a:bodyPr wrap="square" rtlCol="0">
            <a:spAutoFit/>
          </a:bodyPr>
          <a:lstStyle/>
          <a:p>
            <a:r>
              <a:rPr lang="en-US" altLang="zh-TW" sz="1600" dirty="0"/>
              <a:t>20</a:t>
            </a:r>
            <a:endParaRPr lang="zh-TW" altLang="en-US" sz="1600" dirty="0"/>
          </a:p>
        </p:txBody>
      </p:sp>
      <p:sp>
        <p:nvSpPr>
          <p:cNvPr id="40" name="文字方塊 39">
            <a:extLst>
              <a:ext uri="{FF2B5EF4-FFF2-40B4-BE49-F238E27FC236}">
                <a16:creationId xmlns:a16="http://schemas.microsoft.com/office/drawing/2014/main" id="{101ABF5A-9C44-4FC1-9FC5-B21E7B447A68}"/>
              </a:ext>
            </a:extLst>
          </p:cNvPr>
          <p:cNvSpPr txBox="1"/>
          <p:nvPr/>
        </p:nvSpPr>
        <p:spPr>
          <a:xfrm>
            <a:off x="10206337" y="5685023"/>
            <a:ext cx="444616" cy="338554"/>
          </a:xfrm>
          <a:prstGeom prst="rect">
            <a:avLst/>
          </a:prstGeom>
          <a:noFill/>
        </p:spPr>
        <p:txBody>
          <a:bodyPr wrap="square" rtlCol="0">
            <a:spAutoFit/>
          </a:bodyPr>
          <a:lstStyle/>
          <a:p>
            <a:r>
              <a:rPr lang="en-US" altLang="zh-TW" sz="1600" dirty="0"/>
              <a:t>12</a:t>
            </a:r>
            <a:endParaRPr lang="zh-TW" altLang="en-US" sz="1600" dirty="0"/>
          </a:p>
        </p:txBody>
      </p:sp>
      <p:sp>
        <p:nvSpPr>
          <p:cNvPr id="42" name="文字方塊 41">
            <a:extLst>
              <a:ext uri="{FF2B5EF4-FFF2-40B4-BE49-F238E27FC236}">
                <a16:creationId xmlns:a16="http://schemas.microsoft.com/office/drawing/2014/main" id="{3709BF9D-1A0D-4DDA-91AF-B2E5C0815A5C}"/>
              </a:ext>
            </a:extLst>
          </p:cNvPr>
          <p:cNvSpPr txBox="1"/>
          <p:nvPr/>
        </p:nvSpPr>
        <p:spPr>
          <a:xfrm>
            <a:off x="10231379" y="5219864"/>
            <a:ext cx="444616" cy="338554"/>
          </a:xfrm>
          <a:prstGeom prst="rect">
            <a:avLst/>
          </a:prstGeom>
          <a:noFill/>
        </p:spPr>
        <p:txBody>
          <a:bodyPr wrap="square" rtlCol="0">
            <a:spAutoFit/>
          </a:bodyPr>
          <a:lstStyle/>
          <a:p>
            <a:r>
              <a:rPr lang="en-US" altLang="zh-TW" sz="1600" dirty="0"/>
              <a:t>16</a:t>
            </a:r>
            <a:endParaRPr lang="zh-TW" altLang="en-US" sz="1600" dirty="0"/>
          </a:p>
        </p:txBody>
      </p:sp>
      <p:sp>
        <p:nvSpPr>
          <p:cNvPr id="44" name="文字方塊 43">
            <a:extLst>
              <a:ext uri="{FF2B5EF4-FFF2-40B4-BE49-F238E27FC236}">
                <a16:creationId xmlns:a16="http://schemas.microsoft.com/office/drawing/2014/main" id="{C47E4829-0358-491B-B42A-7E2D8DD43207}"/>
              </a:ext>
            </a:extLst>
          </p:cNvPr>
          <p:cNvSpPr txBox="1"/>
          <p:nvPr/>
        </p:nvSpPr>
        <p:spPr>
          <a:xfrm>
            <a:off x="10253877" y="6121934"/>
            <a:ext cx="444616" cy="338554"/>
          </a:xfrm>
          <a:prstGeom prst="rect">
            <a:avLst/>
          </a:prstGeom>
          <a:noFill/>
        </p:spPr>
        <p:txBody>
          <a:bodyPr wrap="square" rtlCol="0">
            <a:spAutoFit/>
          </a:bodyPr>
          <a:lstStyle/>
          <a:p>
            <a:r>
              <a:rPr lang="en-US" altLang="zh-TW" sz="1600" dirty="0"/>
              <a:t>8</a:t>
            </a:r>
            <a:endParaRPr lang="zh-TW" altLang="en-US" sz="1600" dirty="0"/>
          </a:p>
        </p:txBody>
      </p:sp>
      <p:cxnSp>
        <p:nvCxnSpPr>
          <p:cNvPr id="46" name="直線接點 45">
            <a:extLst>
              <a:ext uri="{FF2B5EF4-FFF2-40B4-BE49-F238E27FC236}">
                <a16:creationId xmlns:a16="http://schemas.microsoft.com/office/drawing/2014/main" id="{C2CC7A9D-2C63-40AB-96D3-4ADF43A5D234}"/>
              </a:ext>
            </a:extLst>
          </p:cNvPr>
          <p:cNvCxnSpPr/>
          <p:nvPr/>
        </p:nvCxnSpPr>
        <p:spPr>
          <a:xfrm>
            <a:off x="9635058" y="4692248"/>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B044F620-D5A3-4337-A949-FD0423413618}"/>
              </a:ext>
            </a:extLst>
          </p:cNvPr>
          <p:cNvCxnSpPr/>
          <p:nvPr/>
        </p:nvCxnSpPr>
        <p:spPr>
          <a:xfrm>
            <a:off x="9118425" y="5149508"/>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DF8A400A-6468-41D2-A452-1625C79C4E2D}"/>
              </a:ext>
            </a:extLst>
          </p:cNvPr>
          <p:cNvCxnSpPr/>
          <p:nvPr/>
        </p:nvCxnSpPr>
        <p:spPr>
          <a:xfrm>
            <a:off x="8570296" y="5607014"/>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DCE532D0-227B-4457-A093-99A43F258A00}"/>
              </a:ext>
            </a:extLst>
          </p:cNvPr>
          <p:cNvCxnSpPr/>
          <p:nvPr/>
        </p:nvCxnSpPr>
        <p:spPr>
          <a:xfrm>
            <a:off x="8017776" y="6060373"/>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文字方塊 50">
            <a:extLst>
              <a:ext uri="{FF2B5EF4-FFF2-40B4-BE49-F238E27FC236}">
                <a16:creationId xmlns:a16="http://schemas.microsoft.com/office/drawing/2014/main" id="{A886CDC3-0D9A-4789-B44C-E413811CBEC5}"/>
              </a:ext>
            </a:extLst>
          </p:cNvPr>
          <p:cNvSpPr txBox="1"/>
          <p:nvPr/>
        </p:nvSpPr>
        <p:spPr>
          <a:xfrm>
            <a:off x="8102823" y="6522049"/>
            <a:ext cx="373310" cy="338554"/>
          </a:xfrm>
          <a:prstGeom prst="rect">
            <a:avLst/>
          </a:prstGeom>
          <a:noFill/>
        </p:spPr>
        <p:txBody>
          <a:bodyPr wrap="square" rtlCol="0">
            <a:spAutoFit/>
          </a:bodyPr>
          <a:lstStyle/>
          <a:p>
            <a:r>
              <a:rPr lang="en-US" altLang="zh-TW" sz="1600" dirty="0"/>
              <a:t>4</a:t>
            </a:r>
            <a:endParaRPr lang="zh-TW" altLang="en-US" sz="1600" dirty="0"/>
          </a:p>
        </p:txBody>
      </p:sp>
      <p:sp>
        <p:nvSpPr>
          <p:cNvPr id="53" name="文字方塊 52">
            <a:extLst>
              <a:ext uri="{FF2B5EF4-FFF2-40B4-BE49-F238E27FC236}">
                <a16:creationId xmlns:a16="http://schemas.microsoft.com/office/drawing/2014/main" id="{CD856458-1404-46C1-BE96-EF9B5F160B35}"/>
              </a:ext>
            </a:extLst>
          </p:cNvPr>
          <p:cNvSpPr txBox="1"/>
          <p:nvPr/>
        </p:nvSpPr>
        <p:spPr>
          <a:xfrm>
            <a:off x="8628806" y="6531153"/>
            <a:ext cx="444616" cy="338554"/>
          </a:xfrm>
          <a:prstGeom prst="rect">
            <a:avLst/>
          </a:prstGeom>
          <a:noFill/>
        </p:spPr>
        <p:txBody>
          <a:bodyPr wrap="square" rtlCol="0">
            <a:spAutoFit/>
          </a:bodyPr>
          <a:lstStyle/>
          <a:p>
            <a:r>
              <a:rPr lang="en-US" altLang="zh-TW" sz="1600" dirty="0"/>
              <a:t>17</a:t>
            </a:r>
            <a:endParaRPr lang="zh-TW" altLang="en-US" sz="1600" dirty="0"/>
          </a:p>
        </p:txBody>
      </p:sp>
      <p:sp>
        <p:nvSpPr>
          <p:cNvPr id="55" name="文字方塊 54">
            <a:extLst>
              <a:ext uri="{FF2B5EF4-FFF2-40B4-BE49-F238E27FC236}">
                <a16:creationId xmlns:a16="http://schemas.microsoft.com/office/drawing/2014/main" id="{A95F7DF3-0100-4021-991A-A08A0DCF599B}"/>
              </a:ext>
            </a:extLst>
          </p:cNvPr>
          <p:cNvSpPr txBox="1"/>
          <p:nvPr/>
        </p:nvSpPr>
        <p:spPr>
          <a:xfrm>
            <a:off x="9190442" y="6535629"/>
            <a:ext cx="444616" cy="338554"/>
          </a:xfrm>
          <a:prstGeom prst="rect">
            <a:avLst/>
          </a:prstGeom>
          <a:noFill/>
        </p:spPr>
        <p:txBody>
          <a:bodyPr wrap="square" rtlCol="0">
            <a:spAutoFit/>
          </a:bodyPr>
          <a:lstStyle/>
          <a:p>
            <a:r>
              <a:rPr lang="en-US" altLang="zh-TW" sz="1600" dirty="0"/>
              <a:t>18</a:t>
            </a:r>
            <a:endParaRPr lang="zh-TW" altLang="en-US" sz="1600" dirty="0"/>
          </a:p>
        </p:txBody>
      </p:sp>
      <p:sp>
        <p:nvSpPr>
          <p:cNvPr id="57" name="文字方塊 56">
            <a:extLst>
              <a:ext uri="{FF2B5EF4-FFF2-40B4-BE49-F238E27FC236}">
                <a16:creationId xmlns:a16="http://schemas.microsoft.com/office/drawing/2014/main" id="{02A72F49-BBF6-4D77-84AE-EA580EABA591}"/>
              </a:ext>
            </a:extLst>
          </p:cNvPr>
          <p:cNvSpPr txBox="1"/>
          <p:nvPr/>
        </p:nvSpPr>
        <p:spPr>
          <a:xfrm>
            <a:off x="9752078" y="6559096"/>
            <a:ext cx="444616" cy="338554"/>
          </a:xfrm>
          <a:prstGeom prst="rect">
            <a:avLst/>
          </a:prstGeom>
          <a:noFill/>
        </p:spPr>
        <p:txBody>
          <a:bodyPr wrap="square" rtlCol="0">
            <a:spAutoFit/>
          </a:bodyPr>
          <a:lstStyle/>
          <a:p>
            <a:r>
              <a:rPr lang="en-US" altLang="zh-TW" sz="1600" dirty="0"/>
              <a:t>19</a:t>
            </a:r>
            <a:endParaRPr lang="zh-TW" altLang="en-US" sz="1600" dirty="0"/>
          </a:p>
        </p:txBody>
      </p:sp>
      <p:sp>
        <p:nvSpPr>
          <p:cNvPr id="58" name="文字方塊 57">
            <a:extLst>
              <a:ext uri="{FF2B5EF4-FFF2-40B4-BE49-F238E27FC236}">
                <a16:creationId xmlns:a16="http://schemas.microsoft.com/office/drawing/2014/main" id="{15B8C73F-CE0B-4289-BF93-BFCDEC9E4998}"/>
              </a:ext>
            </a:extLst>
          </p:cNvPr>
          <p:cNvSpPr txBox="1"/>
          <p:nvPr/>
        </p:nvSpPr>
        <p:spPr>
          <a:xfrm>
            <a:off x="2483014" y="4696484"/>
            <a:ext cx="373310" cy="338554"/>
          </a:xfrm>
          <a:prstGeom prst="rect">
            <a:avLst/>
          </a:prstGeom>
          <a:noFill/>
        </p:spPr>
        <p:txBody>
          <a:bodyPr wrap="square" rtlCol="0">
            <a:spAutoFit/>
          </a:bodyPr>
          <a:lstStyle/>
          <a:p>
            <a:r>
              <a:rPr lang="en-US" altLang="zh-TW" sz="1600" dirty="0"/>
              <a:t>0</a:t>
            </a:r>
            <a:endParaRPr lang="zh-TW" altLang="en-US" sz="1600" dirty="0"/>
          </a:p>
        </p:txBody>
      </p:sp>
      <p:sp>
        <p:nvSpPr>
          <p:cNvPr id="59" name="文字方塊 58">
            <a:extLst>
              <a:ext uri="{FF2B5EF4-FFF2-40B4-BE49-F238E27FC236}">
                <a16:creationId xmlns:a16="http://schemas.microsoft.com/office/drawing/2014/main" id="{697CC6EA-19B8-4049-801D-4AE21A3210AE}"/>
              </a:ext>
            </a:extLst>
          </p:cNvPr>
          <p:cNvSpPr txBox="1"/>
          <p:nvPr/>
        </p:nvSpPr>
        <p:spPr>
          <a:xfrm>
            <a:off x="2411708" y="5126178"/>
            <a:ext cx="444616" cy="338554"/>
          </a:xfrm>
          <a:prstGeom prst="rect">
            <a:avLst/>
          </a:prstGeom>
          <a:noFill/>
        </p:spPr>
        <p:txBody>
          <a:bodyPr wrap="square" rtlCol="0">
            <a:spAutoFit/>
          </a:bodyPr>
          <a:lstStyle/>
          <a:p>
            <a:r>
              <a:rPr lang="en-US" altLang="zh-TW" sz="1600" dirty="0"/>
              <a:t>-4</a:t>
            </a:r>
            <a:endParaRPr lang="zh-TW" altLang="en-US" sz="1600" dirty="0"/>
          </a:p>
        </p:txBody>
      </p:sp>
      <p:sp>
        <p:nvSpPr>
          <p:cNvPr id="60" name="文字方塊 59">
            <a:extLst>
              <a:ext uri="{FF2B5EF4-FFF2-40B4-BE49-F238E27FC236}">
                <a16:creationId xmlns:a16="http://schemas.microsoft.com/office/drawing/2014/main" id="{B60F2E5D-87DF-4752-89E9-50593DAF7B13}"/>
              </a:ext>
            </a:extLst>
          </p:cNvPr>
          <p:cNvSpPr txBox="1"/>
          <p:nvPr/>
        </p:nvSpPr>
        <p:spPr>
          <a:xfrm>
            <a:off x="2432680" y="5616471"/>
            <a:ext cx="444616" cy="338554"/>
          </a:xfrm>
          <a:prstGeom prst="rect">
            <a:avLst/>
          </a:prstGeom>
          <a:noFill/>
        </p:spPr>
        <p:txBody>
          <a:bodyPr wrap="square" rtlCol="0">
            <a:spAutoFit/>
          </a:bodyPr>
          <a:lstStyle/>
          <a:p>
            <a:r>
              <a:rPr lang="en-US" altLang="zh-TW" sz="1600" dirty="0"/>
              <a:t>-8</a:t>
            </a:r>
            <a:endParaRPr lang="zh-TW" altLang="en-US" sz="1600" dirty="0"/>
          </a:p>
        </p:txBody>
      </p:sp>
      <p:sp>
        <p:nvSpPr>
          <p:cNvPr id="61" name="文字方塊 60">
            <a:extLst>
              <a:ext uri="{FF2B5EF4-FFF2-40B4-BE49-F238E27FC236}">
                <a16:creationId xmlns:a16="http://schemas.microsoft.com/office/drawing/2014/main" id="{CCD759BB-45F8-4493-B04A-E71822F7DDCC}"/>
              </a:ext>
            </a:extLst>
          </p:cNvPr>
          <p:cNvSpPr txBox="1"/>
          <p:nvPr/>
        </p:nvSpPr>
        <p:spPr>
          <a:xfrm>
            <a:off x="2399123" y="6106764"/>
            <a:ext cx="516071" cy="338554"/>
          </a:xfrm>
          <a:prstGeom prst="rect">
            <a:avLst/>
          </a:prstGeom>
          <a:noFill/>
        </p:spPr>
        <p:txBody>
          <a:bodyPr wrap="square" rtlCol="0">
            <a:spAutoFit/>
          </a:bodyPr>
          <a:lstStyle/>
          <a:p>
            <a:r>
              <a:rPr lang="en-US" altLang="zh-TW" sz="1600" dirty="0"/>
              <a:t>-12</a:t>
            </a:r>
            <a:endParaRPr lang="zh-TW" altLang="en-US" sz="1600" dirty="0"/>
          </a:p>
        </p:txBody>
      </p:sp>
      <p:graphicFrame>
        <p:nvGraphicFramePr>
          <p:cNvPr id="62" name="表格 3">
            <a:extLst>
              <a:ext uri="{FF2B5EF4-FFF2-40B4-BE49-F238E27FC236}">
                <a16:creationId xmlns:a16="http://schemas.microsoft.com/office/drawing/2014/main" id="{9C6A8899-A8EE-4C66-A92C-34E610EAFFF0}"/>
              </a:ext>
            </a:extLst>
          </p:cNvPr>
          <p:cNvGraphicFramePr>
            <a:graphicFrameLocks noGrp="1"/>
          </p:cNvGraphicFramePr>
          <p:nvPr/>
        </p:nvGraphicFramePr>
        <p:xfrm>
          <a:off x="2772008" y="4634923"/>
          <a:ext cx="2175824" cy="1840376"/>
        </p:xfrm>
        <a:graphic>
          <a:graphicData uri="http://schemas.openxmlformats.org/drawingml/2006/table">
            <a:tbl>
              <a:tblPr firstRow="1" bandRow="1">
                <a:tableStyleId>{5940675A-B579-460E-94D1-54222C63F5DA}</a:tableStyleId>
              </a:tblPr>
              <a:tblGrid>
                <a:gridCol w="543956">
                  <a:extLst>
                    <a:ext uri="{9D8B030D-6E8A-4147-A177-3AD203B41FA5}">
                      <a16:colId xmlns:a16="http://schemas.microsoft.com/office/drawing/2014/main" val="3682445819"/>
                    </a:ext>
                  </a:extLst>
                </a:gridCol>
                <a:gridCol w="543956">
                  <a:extLst>
                    <a:ext uri="{9D8B030D-6E8A-4147-A177-3AD203B41FA5}">
                      <a16:colId xmlns:a16="http://schemas.microsoft.com/office/drawing/2014/main" val="3750360330"/>
                    </a:ext>
                  </a:extLst>
                </a:gridCol>
                <a:gridCol w="543956">
                  <a:extLst>
                    <a:ext uri="{9D8B030D-6E8A-4147-A177-3AD203B41FA5}">
                      <a16:colId xmlns:a16="http://schemas.microsoft.com/office/drawing/2014/main" val="2747195302"/>
                    </a:ext>
                  </a:extLst>
                </a:gridCol>
                <a:gridCol w="543956">
                  <a:extLst>
                    <a:ext uri="{9D8B030D-6E8A-4147-A177-3AD203B41FA5}">
                      <a16:colId xmlns:a16="http://schemas.microsoft.com/office/drawing/2014/main" val="1391254496"/>
                    </a:ext>
                  </a:extLst>
                </a:gridCol>
              </a:tblGrid>
              <a:tr h="46009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909656676"/>
                  </a:ext>
                </a:extLst>
              </a:tr>
              <a:tr h="46009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4016292553"/>
                  </a:ext>
                </a:extLst>
              </a:tr>
              <a:tr h="460094">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647033803"/>
                  </a:ext>
                </a:extLst>
              </a:tr>
              <a:tr h="46009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319795680"/>
                  </a:ext>
                </a:extLst>
              </a:tr>
            </a:tbl>
          </a:graphicData>
        </a:graphic>
      </p:graphicFrame>
      <p:sp>
        <p:nvSpPr>
          <p:cNvPr id="63" name="文字方塊 62">
            <a:extLst>
              <a:ext uri="{FF2B5EF4-FFF2-40B4-BE49-F238E27FC236}">
                <a16:creationId xmlns:a16="http://schemas.microsoft.com/office/drawing/2014/main" id="{2B7C4E38-3931-4669-A344-760BB6AC2573}"/>
              </a:ext>
            </a:extLst>
          </p:cNvPr>
          <p:cNvSpPr txBox="1"/>
          <p:nvPr/>
        </p:nvSpPr>
        <p:spPr>
          <a:xfrm>
            <a:off x="2808665" y="4296369"/>
            <a:ext cx="444616" cy="338554"/>
          </a:xfrm>
          <a:prstGeom prst="rect">
            <a:avLst/>
          </a:prstGeom>
          <a:noFill/>
        </p:spPr>
        <p:txBody>
          <a:bodyPr wrap="square" rtlCol="0">
            <a:spAutoFit/>
          </a:bodyPr>
          <a:lstStyle/>
          <a:p>
            <a:r>
              <a:rPr lang="en-US" altLang="zh-TW" sz="1600" dirty="0"/>
              <a:t>1</a:t>
            </a:r>
            <a:endParaRPr lang="zh-TW" altLang="en-US" sz="1600" dirty="0"/>
          </a:p>
        </p:txBody>
      </p:sp>
      <p:sp>
        <p:nvSpPr>
          <p:cNvPr id="64" name="文字方塊 63">
            <a:extLst>
              <a:ext uri="{FF2B5EF4-FFF2-40B4-BE49-F238E27FC236}">
                <a16:creationId xmlns:a16="http://schemas.microsoft.com/office/drawing/2014/main" id="{28B79B66-7E83-48F5-B04C-C4F72098B4D2}"/>
              </a:ext>
            </a:extLst>
          </p:cNvPr>
          <p:cNvSpPr txBox="1"/>
          <p:nvPr/>
        </p:nvSpPr>
        <p:spPr>
          <a:xfrm>
            <a:off x="3370301" y="4286579"/>
            <a:ext cx="444616" cy="338554"/>
          </a:xfrm>
          <a:prstGeom prst="rect">
            <a:avLst/>
          </a:prstGeom>
          <a:noFill/>
        </p:spPr>
        <p:txBody>
          <a:bodyPr wrap="square" rtlCol="0">
            <a:spAutoFit/>
          </a:bodyPr>
          <a:lstStyle/>
          <a:p>
            <a:r>
              <a:rPr lang="en-US" altLang="zh-TW" sz="1600" dirty="0"/>
              <a:t>2</a:t>
            </a:r>
            <a:endParaRPr lang="zh-TW" altLang="en-US" sz="1600" dirty="0"/>
          </a:p>
        </p:txBody>
      </p:sp>
      <p:sp>
        <p:nvSpPr>
          <p:cNvPr id="65" name="文字方塊 64">
            <a:extLst>
              <a:ext uri="{FF2B5EF4-FFF2-40B4-BE49-F238E27FC236}">
                <a16:creationId xmlns:a16="http://schemas.microsoft.com/office/drawing/2014/main" id="{04F5A313-32F2-4E8C-B5AB-66C70AEA7E17}"/>
              </a:ext>
            </a:extLst>
          </p:cNvPr>
          <p:cNvSpPr txBox="1"/>
          <p:nvPr/>
        </p:nvSpPr>
        <p:spPr>
          <a:xfrm>
            <a:off x="3931937" y="4286579"/>
            <a:ext cx="444616" cy="338554"/>
          </a:xfrm>
          <a:prstGeom prst="rect">
            <a:avLst/>
          </a:prstGeom>
          <a:noFill/>
        </p:spPr>
        <p:txBody>
          <a:bodyPr wrap="square" rtlCol="0">
            <a:spAutoFit/>
          </a:bodyPr>
          <a:lstStyle/>
          <a:p>
            <a:r>
              <a:rPr lang="en-US" altLang="zh-TW" sz="1600" dirty="0"/>
              <a:t>3</a:t>
            </a:r>
            <a:endParaRPr lang="zh-TW" altLang="en-US" sz="1600" dirty="0"/>
          </a:p>
        </p:txBody>
      </p:sp>
      <p:sp>
        <p:nvSpPr>
          <p:cNvPr id="66" name="文字方塊 65">
            <a:extLst>
              <a:ext uri="{FF2B5EF4-FFF2-40B4-BE49-F238E27FC236}">
                <a16:creationId xmlns:a16="http://schemas.microsoft.com/office/drawing/2014/main" id="{EFD9FAF8-A023-441B-BBDE-3FA20B17D9EA}"/>
              </a:ext>
            </a:extLst>
          </p:cNvPr>
          <p:cNvSpPr txBox="1"/>
          <p:nvPr/>
        </p:nvSpPr>
        <p:spPr>
          <a:xfrm>
            <a:off x="4493573" y="4274373"/>
            <a:ext cx="444616" cy="338554"/>
          </a:xfrm>
          <a:prstGeom prst="rect">
            <a:avLst/>
          </a:prstGeom>
          <a:noFill/>
        </p:spPr>
        <p:txBody>
          <a:bodyPr wrap="square" rtlCol="0">
            <a:spAutoFit/>
          </a:bodyPr>
          <a:lstStyle/>
          <a:p>
            <a:r>
              <a:rPr lang="en-US" altLang="zh-TW" sz="1600" dirty="0"/>
              <a:t>4</a:t>
            </a:r>
            <a:endParaRPr lang="zh-TW" altLang="en-US" sz="1600" dirty="0"/>
          </a:p>
        </p:txBody>
      </p:sp>
      <p:sp>
        <p:nvSpPr>
          <p:cNvPr id="67" name="文字方塊 66">
            <a:extLst>
              <a:ext uri="{FF2B5EF4-FFF2-40B4-BE49-F238E27FC236}">
                <a16:creationId xmlns:a16="http://schemas.microsoft.com/office/drawing/2014/main" id="{79FB4465-CFD8-4632-BEEC-02B9AFF4C9CE}"/>
              </a:ext>
            </a:extLst>
          </p:cNvPr>
          <p:cNvSpPr txBox="1"/>
          <p:nvPr/>
        </p:nvSpPr>
        <p:spPr>
          <a:xfrm>
            <a:off x="4947832" y="4696484"/>
            <a:ext cx="444616" cy="338554"/>
          </a:xfrm>
          <a:prstGeom prst="rect">
            <a:avLst/>
          </a:prstGeom>
          <a:noFill/>
        </p:spPr>
        <p:txBody>
          <a:bodyPr wrap="square" rtlCol="0">
            <a:spAutoFit/>
          </a:bodyPr>
          <a:lstStyle/>
          <a:p>
            <a:r>
              <a:rPr lang="en-US" altLang="zh-TW" sz="1600" dirty="0"/>
              <a:t>4</a:t>
            </a:r>
            <a:endParaRPr lang="zh-TW" altLang="en-US" sz="1600" dirty="0"/>
          </a:p>
        </p:txBody>
      </p:sp>
      <p:sp>
        <p:nvSpPr>
          <p:cNvPr id="68" name="文字方塊 67">
            <a:extLst>
              <a:ext uri="{FF2B5EF4-FFF2-40B4-BE49-F238E27FC236}">
                <a16:creationId xmlns:a16="http://schemas.microsoft.com/office/drawing/2014/main" id="{CEDB91E7-7F3B-41B5-903C-6508679640CC}"/>
              </a:ext>
            </a:extLst>
          </p:cNvPr>
          <p:cNvSpPr txBox="1"/>
          <p:nvPr/>
        </p:nvSpPr>
        <p:spPr>
          <a:xfrm>
            <a:off x="4947832" y="5627698"/>
            <a:ext cx="444616" cy="338554"/>
          </a:xfrm>
          <a:prstGeom prst="rect">
            <a:avLst/>
          </a:prstGeom>
          <a:noFill/>
        </p:spPr>
        <p:txBody>
          <a:bodyPr wrap="square" rtlCol="0">
            <a:spAutoFit/>
          </a:bodyPr>
          <a:lstStyle/>
          <a:p>
            <a:r>
              <a:rPr lang="en-US" altLang="zh-TW" sz="1600" dirty="0"/>
              <a:t>-4</a:t>
            </a:r>
            <a:endParaRPr lang="zh-TW" altLang="en-US" sz="1600" dirty="0"/>
          </a:p>
        </p:txBody>
      </p:sp>
      <p:sp>
        <p:nvSpPr>
          <p:cNvPr id="69" name="文字方塊 68">
            <a:extLst>
              <a:ext uri="{FF2B5EF4-FFF2-40B4-BE49-F238E27FC236}">
                <a16:creationId xmlns:a16="http://schemas.microsoft.com/office/drawing/2014/main" id="{393CACCA-657D-4EA7-B9E8-FC076FD1D372}"/>
              </a:ext>
            </a:extLst>
          </p:cNvPr>
          <p:cNvSpPr txBox="1"/>
          <p:nvPr/>
        </p:nvSpPr>
        <p:spPr>
          <a:xfrm>
            <a:off x="4972874" y="5162539"/>
            <a:ext cx="444616" cy="338554"/>
          </a:xfrm>
          <a:prstGeom prst="rect">
            <a:avLst/>
          </a:prstGeom>
          <a:noFill/>
        </p:spPr>
        <p:txBody>
          <a:bodyPr wrap="square" rtlCol="0">
            <a:spAutoFit/>
          </a:bodyPr>
          <a:lstStyle/>
          <a:p>
            <a:r>
              <a:rPr lang="en-US" altLang="zh-TW" sz="1600" dirty="0"/>
              <a:t>0</a:t>
            </a:r>
            <a:endParaRPr lang="zh-TW" altLang="en-US" sz="1600" dirty="0"/>
          </a:p>
        </p:txBody>
      </p:sp>
      <p:sp>
        <p:nvSpPr>
          <p:cNvPr id="70" name="文字方塊 69">
            <a:extLst>
              <a:ext uri="{FF2B5EF4-FFF2-40B4-BE49-F238E27FC236}">
                <a16:creationId xmlns:a16="http://schemas.microsoft.com/office/drawing/2014/main" id="{366424A0-1878-402B-ACEC-E6415AEF69C6}"/>
              </a:ext>
            </a:extLst>
          </p:cNvPr>
          <p:cNvSpPr txBox="1"/>
          <p:nvPr/>
        </p:nvSpPr>
        <p:spPr>
          <a:xfrm>
            <a:off x="4970205" y="6064609"/>
            <a:ext cx="444616" cy="338554"/>
          </a:xfrm>
          <a:prstGeom prst="rect">
            <a:avLst/>
          </a:prstGeom>
          <a:noFill/>
        </p:spPr>
        <p:txBody>
          <a:bodyPr wrap="square" rtlCol="0">
            <a:spAutoFit/>
          </a:bodyPr>
          <a:lstStyle/>
          <a:p>
            <a:r>
              <a:rPr lang="en-US" altLang="zh-TW" sz="1600" dirty="0"/>
              <a:t>-8</a:t>
            </a:r>
            <a:endParaRPr lang="zh-TW" altLang="en-US" sz="1600" dirty="0"/>
          </a:p>
        </p:txBody>
      </p:sp>
      <p:cxnSp>
        <p:nvCxnSpPr>
          <p:cNvPr id="71" name="直線接點 70">
            <a:extLst>
              <a:ext uri="{FF2B5EF4-FFF2-40B4-BE49-F238E27FC236}">
                <a16:creationId xmlns:a16="http://schemas.microsoft.com/office/drawing/2014/main" id="{30786AEC-C550-4201-B5CB-FD434A70FE60}"/>
              </a:ext>
            </a:extLst>
          </p:cNvPr>
          <p:cNvCxnSpPr/>
          <p:nvPr/>
        </p:nvCxnSpPr>
        <p:spPr>
          <a:xfrm>
            <a:off x="4376553" y="4634923"/>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1D887D3D-23DB-4652-9D3D-28A603A9AE3C}"/>
              </a:ext>
            </a:extLst>
          </p:cNvPr>
          <p:cNvCxnSpPr/>
          <p:nvPr/>
        </p:nvCxnSpPr>
        <p:spPr>
          <a:xfrm>
            <a:off x="3859920" y="5092183"/>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58ABC284-953D-446E-88B2-195A159EA3DF}"/>
              </a:ext>
            </a:extLst>
          </p:cNvPr>
          <p:cNvCxnSpPr/>
          <p:nvPr/>
        </p:nvCxnSpPr>
        <p:spPr>
          <a:xfrm>
            <a:off x="3311791" y="5549689"/>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5A920575-C79B-4F4F-98DB-37082E4D4B4D}"/>
              </a:ext>
            </a:extLst>
          </p:cNvPr>
          <p:cNvCxnSpPr/>
          <p:nvPr/>
        </p:nvCxnSpPr>
        <p:spPr>
          <a:xfrm>
            <a:off x="2759271" y="6003048"/>
            <a:ext cx="561636" cy="461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字方塊 74">
            <a:extLst>
              <a:ext uri="{FF2B5EF4-FFF2-40B4-BE49-F238E27FC236}">
                <a16:creationId xmlns:a16="http://schemas.microsoft.com/office/drawing/2014/main" id="{62360118-C876-47D7-BDA4-D38D67A28BC1}"/>
              </a:ext>
            </a:extLst>
          </p:cNvPr>
          <p:cNvSpPr txBox="1"/>
          <p:nvPr/>
        </p:nvSpPr>
        <p:spPr>
          <a:xfrm>
            <a:off x="2844317" y="6464724"/>
            <a:ext cx="467473" cy="338554"/>
          </a:xfrm>
          <a:prstGeom prst="rect">
            <a:avLst/>
          </a:prstGeom>
          <a:noFill/>
        </p:spPr>
        <p:txBody>
          <a:bodyPr wrap="square" rtlCol="0">
            <a:spAutoFit/>
          </a:bodyPr>
          <a:lstStyle/>
          <a:p>
            <a:r>
              <a:rPr lang="en-US" altLang="zh-TW" sz="1600" dirty="0"/>
              <a:t>-12</a:t>
            </a:r>
            <a:endParaRPr lang="zh-TW" altLang="en-US" sz="1600" dirty="0"/>
          </a:p>
        </p:txBody>
      </p:sp>
      <p:sp>
        <p:nvSpPr>
          <p:cNvPr id="76" name="文字方塊 75">
            <a:extLst>
              <a:ext uri="{FF2B5EF4-FFF2-40B4-BE49-F238E27FC236}">
                <a16:creationId xmlns:a16="http://schemas.microsoft.com/office/drawing/2014/main" id="{06E67035-2EBC-4521-9855-DFDE4B3A7B9E}"/>
              </a:ext>
            </a:extLst>
          </p:cNvPr>
          <p:cNvSpPr txBox="1"/>
          <p:nvPr/>
        </p:nvSpPr>
        <p:spPr>
          <a:xfrm>
            <a:off x="3370301" y="6473828"/>
            <a:ext cx="444616" cy="338554"/>
          </a:xfrm>
          <a:prstGeom prst="rect">
            <a:avLst/>
          </a:prstGeom>
          <a:noFill/>
        </p:spPr>
        <p:txBody>
          <a:bodyPr wrap="square" rtlCol="0">
            <a:spAutoFit/>
          </a:bodyPr>
          <a:lstStyle/>
          <a:p>
            <a:r>
              <a:rPr lang="en-US" altLang="zh-TW" sz="1600" dirty="0"/>
              <a:t>1</a:t>
            </a:r>
            <a:endParaRPr lang="zh-TW" altLang="en-US" sz="1600" dirty="0"/>
          </a:p>
        </p:txBody>
      </p:sp>
      <p:sp>
        <p:nvSpPr>
          <p:cNvPr id="77" name="文字方塊 76">
            <a:extLst>
              <a:ext uri="{FF2B5EF4-FFF2-40B4-BE49-F238E27FC236}">
                <a16:creationId xmlns:a16="http://schemas.microsoft.com/office/drawing/2014/main" id="{CDC39A89-0C33-4B16-AD9C-22D6B9E123C3}"/>
              </a:ext>
            </a:extLst>
          </p:cNvPr>
          <p:cNvSpPr txBox="1"/>
          <p:nvPr/>
        </p:nvSpPr>
        <p:spPr>
          <a:xfrm>
            <a:off x="3931937" y="6478304"/>
            <a:ext cx="444616" cy="338554"/>
          </a:xfrm>
          <a:prstGeom prst="rect">
            <a:avLst/>
          </a:prstGeom>
          <a:noFill/>
        </p:spPr>
        <p:txBody>
          <a:bodyPr wrap="square" rtlCol="0">
            <a:spAutoFit/>
          </a:bodyPr>
          <a:lstStyle/>
          <a:p>
            <a:r>
              <a:rPr lang="en-US" altLang="zh-TW" sz="1600" dirty="0"/>
              <a:t>2</a:t>
            </a:r>
            <a:endParaRPr lang="zh-TW" altLang="en-US" sz="1600" dirty="0"/>
          </a:p>
        </p:txBody>
      </p:sp>
      <p:sp>
        <p:nvSpPr>
          <p:cNvPr id="78" name="文字方塊 77">
            <a:extLst>
              <a:ext uri="{FF2B5EF4-FFF2-40B4-BE49-F238E27FC236}">
                <a16:creationId xmlns:a16="http://schemas.microsoft.com/office/drawing/2014/main" id="{CF0AE27F-D604-414E-BCA0-CC57CD85A64B}"/>
              </a:ext>
            </a:extLst>
          </p:cNvPr>
          <p:cNvSpPr txBox="1"/>
          <p:nvPr/>
        </p:nvSpPr>
        <p:spPr>
          <a:xfrm>
            <a:off x="4501690" y="6478304"/>
            <a:ext cx="444616" cy="338554"/>
          </a:xfrm>
          <a:prstGeom prst="rect">
            <a:avLst/>
          </a:prstGeom>
          <a:noFill/>
        </p:spPr>
        <p:txBody>
          <a:bodyPr wrap="square" rtlCol="0">
            <a:spAutoFit/>
          </a:bodyPr>
          <a:lstStyle/>
          <a:p>
            <a:r>
              <a:rPr lang="en-US" altLang="zh-TW" sz="1600" dirty="0"/>
              <a:t>3</a:t>
            </a:r>
            <a:endParaRPr lang="zh-TW" altLang="en-US" sz="1600" dirty="0"/>
          </a:p>
        </p:txBody>
      </p:sp>
      <p:cxnSp>
        <p:nvCxnSpPr>
          <p:cNvPr id="80" name="直線單箭頭接點 79">
            <a:extLst>
              <a:ext uri="{FF2B5EF4-FFF2-40B4-BE49-F238E27FC236}">
                <a16:creationId xmlns:a16="http://schemas.microsoft.com/office/drawing/2014/main" id="{53F5720E-A2A1-4EAB-811E-0D376A94FCA3}"/>
              </a:ext>
            </a:extLst>
          </p:cNvPr>
          <p:cNvCxnSpPr>
            <a:cxnSpLocks/>
          </p:cNvCxnSpPr>
          <p:nvPr/>
        </p:nvCxnSpPr>
        <p:spPr>
          <a:xfrm flipH="1">
            <a:off x="5931018" y="5549689"/>
            <a:ext cx="1244245"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2" name="文字方塊 81">
            <a:extLst>
              <a:ext uri="{FF2B5EF4-FFF2-40B4-BE49-F238E27FC236}">
                <a16:creationId xmlns:a16="http://schemas.microsoft.com/office/drawing/2014/main" id="{F0BF3A2C-C560-4A06-9A6F-4EEFC9D86BDE}"/>
              </a:ext>
            </a:extLst>
          </p:cNvPr>
          <p:cNvSpPr txBox="1"/>
          <p:nvPr/>
        </p:nvSpPr>
        <p:spPr>
          <a:xfrm>
            <a:off x="6207853" y="5092183"/>
            <a:ext cx="748255" cy="369332"/>
          </a:xfrm>
          <a:prstGeom prst="rect">
            <a:avLst/>
          </a:prstGeom>
          <a:noFill/>
        </p:spPr>
        <p:txBody>
          <a:bodyPr wrap="square" rtlCol="0">
            <a:spAutoFit/>
          </a:bodyPr>
          <a:lstStyle/>
          <a:p>
            <a:r>
              <a:rPr lang="en-US" altLang="zh-TW" dirty="0"/>
              <a:t>-(4*4)</a:t>
            </a:r>
            <a:endParaRPr lang="zh-TW" altLang="en-US" dirty="0"/>
          </a:p>
        </p:txBody>
      </p:sp>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1A12299C-0855-4A02-8029-2A3E59EF817E}"/>
                  </a:ext>
                </a:extLst>
              </p:cNvPr>
              <p:cNvSpPr txBox="1"/>
              <p:nvPr/>
            </p:nvSpPr>
            <p:spPr>
              <a:xfrm>
                <a:off x="1631533" y="5230682"/>
                <a:ext cx="610511" cy="461665"/>
              </a:xfrm>
              <a:prstGeom prst="rect">
                <a:avLst/>
              </a:prstGeom>
              <a:noFill/>
            </p:spPr>
            <p:txBody>
              <a:bodyPr wrap="square" rtlCol="0">
                <a:spAutoFit/>
              </a:bodyPr>
              <a:lstStyle/>
              <a:p>
                <a:r>
                  <a:rPr lang="en-US" altLang="zh-TW" sz="2400" dirty="0"/>
                  <a:t>G</a:t>
                </a:r>
                <a14:m>
                  <m:oMath xmlns:m="http://schemas.openxmlformats.org/officeDocument/2006/math">
                    <m:r>
                      <a:rPr lang="en-US" altLang="zh-TW" sz="2400" baseline="30000" dirty="0" smtClean="0">
                        <a:latin typeface="Cambria Math" panose="02040503050406030204" pitchFamily="18" charset="0"/>
                      </a:rPr>
                      <m:t>∞</m:t>
                    </m:r>
                  </m:oMath>
                </a14:m>
                <a:endParaRPr lang="en-US" altLang="zh-TW" sz="2400" baseline="30000" dirty="0"/>
              </a:p>
            </p:txBody>
          </p:sp>
        </mc:Choice>
        <mc:Fallback xmlns="">
          <p:sp>
            <p:nvSpPr>
              <p:cNvPr id="84" name="文字方塊 83">
                <a:extLst>
                  <a:ext uri="{FF2B5EF4-FFF2-40B4-BE49-F238E27FC236}">
                    <a16:creationId xmlns:a16="http://schemas.microsoft.com/office/drawing/2014/main" id="{1A12299C-0855-4A02-8029-2A3E59EF817E}"/>
                  </a:ext>
                </a:extLst>
              </p:cNvPr>
              <p:cNvSpPr txBox="1">
                <a:spLocks noRot="1" noChangeAspect="1" noMove="1" noResize="1" noEditPoints="1" noAdjustHandles="1" noChangeArrowheads="1" noChangeShapeType="1" noTextEdit="1"/>
              </p:cNvSpPr>
              <p:nvPr/>
            </p:nvSpPr>
            <p:spPr>
              <a:xfrm>
                <a:off x="1631533" y="5230682"/>
                <a:ext cx="610511" cy="461665"/>
              </a:xfrm>
              <a:prstGeom prst="rect">
                <a:avLst/>
              </a:prstGeom>
              <a:blipFill>
                <a:blip r:embed="rId6"/>
                <a:stretch>
                  <a:fillRect l="-16000"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51C71BFB-5CB2-4A30-8457-35D6996D2ACC}"/>
                  </a:ext>
                </a:extLst>
              </p:cNvPr>
              <p:cNvSpPr txBox="1"/>
              <p:nvPr/>
            </p:nvSpPr>
            <p:spPr>
              <a:xfrm>
                <a:off x="5835875" y="5585693"/>
                <a:ext cx="15321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zh-TW" altLang="en-US" i="1" smtClean="0">
                          <a:latin typeface="Cambria Math" panose="02040503050406030204" pitchFamily="18" charset="0"/>
                        </a:rPr>
                        <m:t>𝛼</m:t>
                      </m:r>
                    </m:oMath>
                  </m:oMathPara>
                </a14:m>
                <a:endParaRPr lang="zh-TW" altLang="en-US" dirty="0"/>
              </a:p>
            </p:txBody>
          </p:sp>
        </mc:Choice>
        <mc:Fallback xmlns="">
          <p:sp>
            <p:nvSpPr>
              <p:cNvPr id="3" name="文字方塊 2">
                <a:extLst>
                  <a:ext uri="{FF2B5EF4-FFF2-40B4-BE49-F238E27FC236}">
                    <a16:creationId xmlns:a16="http://schemas.microsoft.com/office/drawing/2014/main" id="{51C71BFB-5CB2-4A30-8457-35D6996D2ACC}"/>
                  </a:ext>
                </a:extLst>
              </p:cNvPr>
              <p:cNvSpPr txBox="1">
                <a:spLocks noRot="1" noChangeAspect="1" noMove="1" noResize="1" noEditPoints="1" noAdjustHandles="1" noChangeArrowheads="1" noChangeShapeType="1" noTextEdit="1"/>
              </p:cNvSpPr>
              <p:nvPr/>
            </p:nvSpPr>
            <p:spPr>
              <a:xfrm>
                <a:off x="5835875" y="5585693"/>
                <a:ext cx="1532121" cy="369332"/>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1292245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3145</TotalTime>
  <Words>1408</Words>
  <Application>Microsoft Office PowerPoint</Application>
  <PresentationFormat>寬螢幕</PresentationFormat>
  <Paragraphs>369</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微軟正黑體</vt:lpstr>
      <vt:lpstr>Arial</vt:lpstr>
      <vt:lpstr>Calibri</vt:lpstr>
      <vt:lpstr>Calibri Light</vt:lpstr>
      <vt:lpstr>Cambria Math</vt:lpstr>
      <vt:lpstr>Office 佈景主題</vt:lpstr>
      <vt:lpstr>Efficient all path score computations on grid graphs Ury Matarazzo, Dekel Tsur, Michal Ziv-Ukelson</vt:lpstr>
      <vt:lpstr>Abstract</vt:lpstr>
      <vt:lpstr>Introduction</vt:lpstr>
      <vt:lpstr>Algorithm for BGAPS</vt:lpstr>
      <vt:lpstr>Algorithm for BGAPS</vt:lpstr>
      <vt:lpstr>Algorithm for BGAPS</vt:lpstr>
      <vt:lpstr>Algorithm for BGAPS</vt:lpstr>
      <vt:lpstr>Algorithm for BGAPS</vt:lpstr>
      <vt:lpstr>Algorithm for BGAPS</vt:lpstr>
      <vt:lpstr>Algorithm for BGAPS</vt:lpstr>
      <vt:lpstr>Algorithm for BGAPS</vt:lpstr>
      <vt:lpstr>Algorithm for BGAPS</vt:lpstr>
      <vt:lpstr>Algorithm for BGAPS</vt:lpstr>
      <vt:lpstr>Algorithms for periodic BGAPS</vt:lpstr>
      <vt:lpstr>Algorithms for periodic BGAPS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郁儒 廖</cp:lastModifiedBy>
  <cp:revision>27</cp:revision>
  <dcterms:created xsi:type="dcterms:W3CDTF">2020-09-23T14:25:07Z</dcterms:created>
  <dcterms:modified xsi:type="dcterms:W3CDTF">2020-09-29T08:21:58Z</dcterms:modified>
</cp:coreProperties>
</file>