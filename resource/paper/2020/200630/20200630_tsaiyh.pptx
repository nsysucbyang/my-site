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94" r:id="rId5"/>
    <p:sldId id="278" r:id="rId6"/>
    <p:sldId id="260" r:id="rId7"/>
    <p:sldId id="287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6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491878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491878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2020/6/30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2" y="1715999"/>
            <a:ext cx="7890145" cy="649317"/>
          </a:xfrm>
        </p:spPr>
        <p:txBody>
          <a:bodyPr>
            <a:noAutofit/>
          </a:bodyPr>
          <a:lstStyle/>
          <a:p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GASSST: global alignment short sequence search tool</a:t>
            </a:r>
            <a:endParaRPr lang="en-US" altLang="zh-TW" sz="3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=""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003984"/>
            <a:ext cx="6858000" cy="425017"/>
          </a:xfrm>
        </p:spPr>
        <p:txBody>
          <a:bodyPr>
            <a:noAutofit/>
          </a:bodyPr>
          <a:lstStyle/>
          <a:p>
            <a:pPr fontAlgn="ctr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Guillaume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Rizk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Dominique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Lavenier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=""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0" y="3861048"/>
            <a:ext cx="9187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Bioinformatics, Volume 26, Issue 20, 15 October 2010, Pages 2534–2540</a:t>
            </a:r>
            <a:endParaRPr lang="en-US" altLang="zh-TW" sz="2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=""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580112" y="5357171"/>
            <a:ext cx="3375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Presenter: Yuan-Hsiu Tsai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=""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24855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ea typeface="標楷體" pitchFamily="65" charset="-120"/>
              </a:rPr>
              <a:t>Date: </a:t>
            </a:r>
            <a:r>
              <a:rPr lang="en-US" altLang="zh-TW" dirty="0" smtClean="0">
                <a:ea typeface="標楷體" pitchFamily="65" charset="-120"/>
              </a:rPr>
              <a:t>June 30, 2020</a:t>
            </a:r>
            <a:endParaRPr lang="zh-TW" altLang="en-US" dirty="0">
              <a:ea typeface="標楷體" pitchFamily="65" charset="-12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116632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Abstract(1/3)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817647"/>
            <a:ext cx="9004993" cy="5347657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Motivation:</a:t>
            </a:r>
          </a:p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The rapid development of next-generation sequencing technologies able to produce huge amounts of sequence data is leading to a wide range of new applications. This triggers the need for fast and accurate alignment software. Common techniques often restrict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indels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in the alignment to improve speed, whereas more flexible aligners are too slow for large-scale applications. Moreover, many current aligners are becoming inefficient as generated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reads grow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ever larger. Our goal with our new aligner GASSST (Global Alignment Short Sequence Search Tool) is thus 2-fold—achieving high performance with no restrictions on the number of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indels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adesign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that is still effective on long reads.</a:t>
            </a:r>
            <a:endParaRPr lang="fr-FR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116632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Abstract(2/3)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630477"/>
            <a:ext cx="9004993" cy="5246795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Results:</a:t>
            </a:r>
          </a:p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We propose a new efficient filtering step that discards most alignments coming from the seed phase before they are checked by the costly dynamic programming algorithm. We use a carefully designed series of filters of increasing complexity and efficiency to quickly eliminate most candidate alignments in a wide range of configurations. The main filter uses a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precomputed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table containing the alignment score of short four base words aligned against each other. </a:t>
            </a:r>
            <a:endParaRPr lang="fr-FR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94483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116632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Abstract(3/3)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630477"/>
            <a:ext cx="9004993" cy="5246795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Results:</a:t>
            </a:r>
          </a:p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This table is reused several times by a new algorithm designed to approximate the score of the full dynamic programming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algorithm.We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 compare the performance of GASSST against BWA, BFAST,SSAHA2 and PASS. We found that GASSST achieves high sensitivity in a wide range of configurations and faster overall execution time than other state-of-the-art aligners.</a:t>
            </a:r>
            <a:endParaRPr lang="fr-FR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9448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內容版面配置區 6" descr="Smith-Waterman-Algorithm-Example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1212573"/>
            <a:ext cx="3528392" cy="5645427"/>
          </a:xfrm>
        </p:spPr>
      </p:pic>
      <p:pic>
        <p:nvPicPr>
          <p:cNvPr id="9" name="圖片 8" descr="Needleman-Wunsch_pairwise_sequence_alignment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75449" y="1196752"/>
            <a:ext cx="4968552" cy="4968552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1547664" y="836712"/>
            <a:ext cx="1814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Smith-Waterman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Introduction-Method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There are three strategy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Seed</a:t>
            </a:r>
            <a:b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Searching for exact matching seeds between the reference genome and the query sequences.</a:t>
            </a:r>
            <a:endParaRPr lang="en-US" altLang="zh-TW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Filter</a:t>
            </a:r>
            <a:b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Quickly eliminating hits that have more than a user-specified number of errors.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Extend</a:t>
            </a:r>
            <a:b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sz="20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Computing the full gapped alignment with the NW algorithm.</a:t>
            </a:r>
            <a:endParaRPr lang="en-US" altLang="zh-TW" sz="20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32410"/>
            <a:ext cx="9144000" cy="55931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 descr="2-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21989" y="0"/>
            <a:ext cx="5802339" cy="68580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836712"/>
            <a:ext cx="9069200" cy="4824536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-1" y="764704"/>
            <a:ext cx="9134729" cy="5328592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6431" y="260648"/>
            <a:ext cx="9072073" cy="6408712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9144000" cy="6861005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0"/>
            <a:ext cx="8188817" cy="68580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4351" y="980728"/>
            <a:ext cx="9096161" cy="4392488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8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908720"/>
            <a:ext cx="9140354" cy="5256584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303</Words>
  <Application>Microsoft Office PowerPoint</Application>
  <PresentationFormat>如螢幕大小 (4:3)</PresentationFormat>
  <Paragraphs>25</Paragraphs>
  <Slides>15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GASSST: global alignment short sequence search tool</vt:lpstr>
      <vt:lpstr>Abstract(1/3)</vt:lpstr>
      <vt:lpstr>Abstract(2/3)</vt:lpstr>
      <vt:lpstr>Abstract(3/3)</vt:lpstr>
      <vt:lpstr>Introduction</vt:lpstr>
      <vt:lpstr>Introduction-Method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Indexed Dynamic Programming to Boost Edit Distance and LCSS Computation</dc:title>
  <dc:creator>阿修</dc:creator>
  <cp:lastModifiedBy>rshow</cp:lastModifiedBy>
  <cp:revision>93</cp:revision>
  <dcterms:created xsi:type="dcterms:W3CDTF">2019-09-15T07:43:36Z</dcterms:created>
  <dcterms:modified xsi:type="dcterms:W3CDTF">2020-06-30T07:07:58Z</dcterms:modified>
</cp:coreProperties>
</file>