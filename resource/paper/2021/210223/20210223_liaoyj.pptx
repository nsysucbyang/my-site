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294" r:id="rId3"/>
    <p:sldId id="268" r:id="rId4"/>
    <p:sldId id="258" r:id="rId5"/>
    <p:sldId id="259" r:id="rId6"/>
    <p:sldId id="260" r:id="rId7"/>
    <p:sldId id="264" r:id="rId8"/>
    <p:sldId id="265" r:id="rId9"/>
    <p:sldId id="270" r:id="rId10"/>
    <p:sldId id="303" r:id="rId11"/>
    <p:sldId id="275" r:id="rId12"/>
    <p:sldId id="297" r:id="rId13"/>
    <p:sldId id="298" r:id="rId14"/>
    <p:sldId id="276" r:id="rId15"/>
    <p:sldId id="299" r:id="rId16"/>
    <p:sldId id="277" r:id="rId17"/>
    <p:sldId id="279" r:id="rId18"/>
    <p:sldId id="280" r:id="rId19"/>
    <p:sldId id="257" r:id="rId20"/>
    <p:sldId id="295" r:id="rId21"/>
    <p:sldId id="300" r:id="rId22"/>
    <p:sldId id="281" r:id="rId23"/>
    <p:sldId id="301" r:id="rId24"/>
    <p:sldId id="302" r:id="rId25"/>
    <p:sldId id="283" r:id="rId26"/>
    <p:sldId id="304" r:id="rId27"/>
    <p:sldId id="285" r:id="rId28"/>
    <p:sldId id="286" r:id="rId29"/>
    <p:sldId id="287" r:id="rId30"/>
    <p:sldId id="288" r:id="rId31"/>
    <p:sldId id="289" r:id="rId32"/>
    <p:sldId id="290" r:id="rId33"/>
    <p:sldId id="292" r:id="rId34"/>
    <p:sldId id="293" r:id="rId35"/>
    <p:sldId id="296" r:id="rId36"/>
    <p:sldId id="282" r:id="rId37"/>
    <p:sldId id="291" r:id="rId38"/>
    <p:sldId id="284" r:id="rId39"/>
    <p:sldId id="263" r:id="rId40"/>
    <p:sldId id="267" r:id="rId41"/>
    <p:sldId id="269" r:id="rId42"/>
    <p:sldId id="278" r:id="rId4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郁儒 廖" initials="郁儒" lastIdx="1" clrIdx="0">
    <p:extLst>
      <p:ext uri="{19B8F6BF-5375-455C-9EA6-DF929625EA0E}">
        <p15:presenceInfo xmlns:p15="http://schemas.microsoft.com/office/powerpoint/2012/main" userId="189a1d031aa848d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7DFBE3-6DDC-40E2-A868-3151FFD1D91D}" v="265" dt="2021-02-22T17:06:01.1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3647" autoAdjust="0"/>
  </p:normalViewPr>
  <p:slideViewPr>
    <p:cSldViewPr snapToGrid="0">
      <p:cViewPr varScale="1">
        <p:scale>
          <a:sx n="67" d="100"/>
          <a:sy n="67" d="100"/>
        </p:scale>
        <p:origin x="82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郁儒 廖" userId="189a1d031aa848d3" providerId="LiveId" clId="{247DFBE3-6DDC-40E2-A868-3151FFD1D91D}"/>
    <pc:docChg chg="undo redo custSel addSld delSld modSld sldOrd">
      <pc:chgData name="郁儒 廖" userId="189a1d031aa848d3" providerId="LiveId" clId="{247DFBE3-6DDC-40E2-A868-3151FFD1D91D}" dt="2021-02-22T17:10:16.423" v="3510" actId="20577"/>
      <pc:docMkLst>
        <pc:docMk/>
      </pc:docMkLst>
      <pc:sldChg chg="addSp modSp mod">
        <pc:chgData name="郁儒 廖" userId="189a1d031aa848d3" providerId="LiveId" clId="{247DFBE3-6DDC-40E2-A868-3151FFD1D91D}" dt="2021-02-21T15:01:53.946" v="3255" actId="1037"/>
        <pc:sldMkLst>
          <pc:docMk/>
          <pc:sldMk cId="1831569121" sldId="256"/>
        </pc:sldMkLst>
        <pc:spChg chg="mod">
          <ac:chgData name="郁儒 廖" userId="189a1d031aa848d3" providerId="LiveId" clId="{247DFBE3-6DDC-40E2-A868-3151FFD1D91D}" dt="2021-02-21T15:01:53.946" v="3255" actId="1037"/>
          <ac:spMkLst>
            <pc:docMk/>
            <pc:sldMk cId="1831569121" sldId="256"/>
            <ac:spMk id="2" creationId="{EFA81F2C-F1E6-40B6-A0DB-83D54EBF6618}"/>
          </ac:spMkLst>
        </pc:spChg>
        <pc:spChg chg="mod">
          <ac:chgData name="郁儒 廖" userId="189a1d031aa848d3" providerId="LiveId" clId="{247DFBE3-6DDC-40E2-A868-3151FFD1D91D}" dt="2021-02-21T15:01:53.946" v="3255" actId="1037"/>
          <ac:spMkLst>
            <pc:docMk/>
            <pc:sldMk cId="1831569121" sldId="256"/>
            <ac:spMk id="3" creationId="{BFEEA3C1-7C28-4E54-BAB5-D12C64C693B8}"/>
          </ac:spMkLst>
        </pc:spChg>
        <pc:spChg chg="add mod">
          <ac:chgData name="郁儒 廖" userId="189a1d031aa848d3" providerId="LiveId" clId="{247DFBE3-6DDC-40E2-A868-3151FFD1D91D}" dt="2021-02-21T14:53:55.055" v="3089" actId="20577"/>
          <ac:spMkLst>
            <pc:docMk/>
            <pc:sldMk cId="1831569121" sldId="256"/>
            <ac:spMk id="4" creationId="{E1655915-E405-4AC8-8937-CAC75AA3B069}"/>
          </ac:spMkLst>
        </pc:spChg>
      </pc:sldChg>
      <pc:sldChg chg="modSp add mod ord modNotesTx">
        <pc:chgData name="郁儒 廖" userId="189a1d031aa848d3" providerId="LiveId" clId="{247DFBE3-6DDC-40E2-A868-3151FFD1D91D}" dt="2021-02-22T16:58:16.851" v="3276" actId="20577"/>
        <pc:sldMkLst>
          <pc:docMk/>
          <pc:sldMk cId="4163558710" sldId="257"/>
        </pc:sldMkLst>
        <pc:spChg chg="mod">
          <ac:chgData name="郁儒 廖" userId="189a1d031aa848d3" providerId="LiveId" clId="{247DFBE3-6DDC-40E2-A868-3151FFD1D91D}" dt="2021-02-22T16:58:16.851" v="3276" actId="20577"/>
          <ac:spMkLst>
            <pc:docMk/>
            <pc:sldMk cId="4163558710" sldId="257"/>
            <ac:spMk id="2" creationId="{D0F47209-6EEB-2948-B5A0-F9A8C643688C}"/>
          </ac:spMkLst>
        </pc:spChg>
        <pc:spChg chg="mod">
          <ac:chgData name="郁儒 廖" userId="189a1d031aa848d3" providerId="LiveId" clId="{247DFBE3-6DDC-40E2-A868-3151FFD1D91D}" dt="2021-02-21T14:55:38.732" v="3096" actId="2711"/>
          <ac:spMkLst>
            <pc:docMk/>
            <pc:sldMk cId="4163558710" sldId="257"/>
            <ac:spMk id="3" creationId="{CD0B5B1A-C491-DE4A-B8D8-39CE3FCD5B23}"/>
          </ac:spMkLst>
        </pc:spChg>
      </pc:sldChg>
      <pc:sldChg chg="del">
        <pc:chgData name="郁儒 廖" userId="189a1d031aa848d3" providerId="LiveId" clId="{247DFBE3-6DDC-40E2-A868-3151FFD1D91D}" dt="2021-02-17T08:44:18.989" v="79" actId="47"/>
        <pc:sldMkLst>
          <pc:docMk/>
          <pc:sldMk cId="4265604854" sldId="257"/>
        </pc:sldMkLst>
      </pc:sldChg>
      <pc:sldChg chg="modSp mod">
        <pc:chgData name="郁儒 廖" userId="189a1d031aa848d3" providerId="LiveId" clId="{247DFBE3-6DDC-40E2-A868-3151FFD1D91D}" dt="2021-02-21T15:01:23.227" v="3218" actId="2711"/>
        <pc:sldMkLst>
          <pc:docMk/>
          <pc:sldMk cId="1283582622" sldId="258"/>
        </pc:sldMkLst>
        <pc:spChg chg="mod">
          <ac:chgData name="郁儒 廖" userId="189a1d031aa848d3" providerId="LiveId" clId="{247DFBE3-6DDC-40E2-A868-3151FFD1D91D}" dt="2021-02-21T15:01:16.206" v="3216" actId="255"/>
          <ac:spMkLst>
            <pc:docMk/>
            <pc:sldMk cId="1283582622" sldId="258"/>
            <ac:spMk id="2" creationId="{0F57AFCD-574A-4525-9F59-D0A9CB3F50E7}"/>
          </ac:spMkLst>
        </pc:spChg>
        <pc:spChg chg="mod">
          <ac:chgData name="郁儒 廖" userId="189a1d031aa848d3" providerId="LiveId" clId="{247DFBE3-6DDC-40E2-A868-3151FFD1D91D}" dt="2021-02-21T15:01:23.227" v="3218" actId="2711"/>
          <ac:spMkLst>
            <pc:docMk/>
            <pc:sldMk cId="1283582622" sldId="258"/>
            <ac:spMk id="10" creationId="{04FE0941-2929-4DA3-B05A-67D971548A4A}"/>
          </ac:spMkLst>
        </pc:spChg>
        <pc:picChg chg="mod">
          <ac:chgData name="郁儒 廖" userId="189a1d031aa848d3" providerId="LiveId" clId="{247DFBE3-6DDC-40E2-A868-3151FFD1D91D}" dt="2021-02-18T05:14:57.530" v="683" actId="1076"/>
          <ac:picMkLst>
            <pc:docMk/>
            <pc:sldMk cId="1283582622" sldId="258"/>
            <ac:picMk id="11" creationId="{B6532D2E-EE65-4A05-AE44-E9B4CEFED834}"/>
          </ac:picMkLst>
        </pc:picChg>
        <pc:picChg chg="mod">
          <ac:chgData name="郁儒 廖" userId="189a1d031aa848d3" providerId="LiveId" clId="{247DFBE3-6DDC-40E2-A868-3151FFD1D91D}" dt="2021-02-18T05:14:58.955" v="684" actId="1076"/>
          <ac:picMkLst>
            <pc:docMk/>
            <pc:sldMk cId="1283582622" sldId="258"/>
            <ac:picMk id="13" creationId="{14EB494A-400A-4276-83E4-7133E7EC066C}"/>
          </ac:picMkLst>
        </pc:picChg>
      </pc:sldChg>
      <pc:sldChg chg="addSp modSp mod">
        <pc:chgData name="郁儒 廖" userId="189a1d031aa848d3" providerId="LiveId" clId="{247DFBE3-6DDC-40E2-A868-3151FFD1D91D}" dt="2021-02-21T15:01:03.942" v="3213" actId="2711"/>
        <pc:sldMkLst>
          <pc:docMk/>
          <pc:sldMk cId="3817066476" sldId="259"/>
        </pc:sldMkLst>
        <pc:spChg chg="mod">
          <ac:chgData name="郁儒 廖" userId="189a1d031aa848d3" providerId="LiveId" clId="{247DFBE3-6DDC-40E2-A868-3151FFD1D91D}" dt="2021-02-21T15:01:03.942" v="3213" actId="2711"/>
          <ac:spMkLst>
            <pc:docMk/>
            <pc:sldMk cId="3817066476" sldId="259"/>
            <ac:spMk id="4" creationId="{D9FA8D50-1D37-490C-AB73-404AD603B45F}"/>
          </ac:spMkLst>
        </pc:spChg>
        <pc:spChg chg="add mod">
          <ac:chgData name="郁儒 廖" userId="189a1d031aa848d3" providerId="LiveId" clId="{247DFBE3-6DDC-40E2-A868-3151FFD1D91D}" dt="2021-02-17T08:45:45.405" v="96" actId="1076"/>
          <ac:spMkLst>
            <pc:docMk/>
            <pc:sldMk cId="3817066476" sldId="259"/>
            <ac:spMk id="11" creationId="{A13AC41E-AA39-45FC-9CB5-219C8CCD6E08}"/>
          </ac:spMkLst>
        </pc:spChg>
        <pc:spChg chg="mod">
          <ac:chgData name="郁儒 廖" userId="189a1d031aa848d3" providerId="LiveId" clId="{247DFBE3-6DDC-40E2-A868-3151FFD1D91D}" dt="2021-02-17T08:46:19.678" v="104" actId="20577"/>
          <ac:spMkLst>
            <pc:docMk/>
            <pc:sldMk cId="3817066476" sldId="259"/>
            <ac:spMk id="17" creationId="{89537CAF-174D-4CB5-9F28-233DE170F961}"/>
          </ac:spMkLst>
        </pc:spChg>
        <pc:spChg chg="mod">
          <ac:chgData name="郁儒 廖" userId="189a1d031aa848d3" providerId="LiveId" clId="{247DFBE3-6DDC-40E2-A868-3151FFD1D91D}" dt="2021-02-17T08:46:17.333" v="103" actId="1076"/>
          <ac:spMkLst>
            <pc:docMk/>
            <pc:sldMk cId="3817066476" sldId="259"/>
            <ac:spMk id="20" creationId="{F8680770-098C-4B93-B5D5-6B70003C21DD}"/>
          </ac:spMkLst>
        </pc:spChg>
        <pc:spChg chg="mod">
          <ac:chgData name="郁儒 廖" userId="189a1d031aa848d3" providerId="LiveId" clId="{247DFBE3-6DDC-40E2-A868-3151FFD1D91D}" dt="2021-02-17T08:46:29.301" v="106" actId="1076"/>
          <ac:spMkLst>
            <pc:docMk/>
            <pc:sldMk cId="3817066476" sldId="259"/>
            <ac:spMk id="21" creationId="{120DD9F5-8966-4A28-9687-F56C032B6E17}"/>
          </ac:spMkLst>
        </pc:spChg>
        <pc:picChg chg="mod">
          <ac:chgData name="郁儒 廖" userId="189a1d031aa848d3" providerId="LiveId" clId="{247DFBE3-6DDC-40E2-A868-3151FFD1D91D}" dt="2021-02-17T08:45:47.109" v="97" actId="1076"/>
          <ac:picMkLst>
            <pc:docMk/>
            <pc:sldMk cId="3817066476" sldId="259"/>
            <ac:picMk id="6" creationId="{3F1EEBAC-FC79-4024-B0D0-283920827A26}"/>
          </ac:picMkLst>
        </pc:picChg>
        <pc:picChg chg="mod">
          <ac:chgData name="郁儒 廖" userId="189a1d031aa848d3" providerId="LiveId" clId="{247DFBE3-6DDC-40E2-A868-3151FFD1D91D}" dt="2021-02-17T08:45:23.037" v="91" actId="1076"/>
          <ac:picMkLst>
            <pc:docMk/>
            <pc:sldMk cId="3817066476" sldId="259"/>
            <ac:picMk id="8" creationId="{CF7D36F7-AD25-4800-9701-620AE2B34728}"/>
          </ac:picMkLst>
        </pc:picChg>
        <pc:picChg chg="mod">
          <ac:chgData name="郁儒 廖" userId="189a1d031aa848d3" providerId="LiveId" clId="{247DFBE3-6DDC-40E2-A868-3151FFD1D91D}" dt="2021-02-17T08:46:24.133" v="105" actId="1076"/>
          <ac:picMkLst>
            <pc:docMk/>
            <pc:sldMk cId="3817066476" sldId="259"/>
            <ac:picMk id="19" creationId="{1C34CC4D-59F9-43CD-B139-86E5EB8AF254}"/>
          </ac:picMkLst>
        </pc:picChg>
      </pc:sldChg>
      <pc:sldChg chg="addSp modSp mod addCm delCm">
        <pc:chgData name="郁儒 廖" userId="189a1d031aa848d3" providerId="LiveId" clId="{247DFBE3-6DDC-40E2-A868-3151FFD1D91D}" dt="2021-02-21T15:00:49.164" v="3211" actId="1076"/>
        <pc:sldMkLst>
          <pc:docMk/>
          <pc:sldMk cId="1199404455" sldId="260"/>
        </pc:sldMkLst>
        <pc:spChg chg="mod">
          <ac:chgData name="郁儒 廖" userId="189a1d031aa848d3" providerId="LiveId" clId="{247DFBE3-6DDC-40E2-A868-3151FFD1D91D}" dt="2021-02-21T15:00:30.407" v="3205" actId="2711"/>
          <ac:spMkLst>
            <pc:docMk/>
            <pc:sldMk cId="1199404455" sldId="260"/>
            <ac:spMk id="2" creationId="{0F57AFCD-574A-4525-9F59-D0A9CB3F50E7}"/>
          </ac:spMkLst>
        </pc:spChg>
        <pc:spChg chg="add mod">
          <ac:chgData name="郁儒 廖" userId="189a1d031aa848d3" providerId="LiveId" clId="{247DFBE3-6DDC-40E2-A868-3151FFD1D91D}" dt="2021-02-21T15:00:47.196" v="3210" actId="1076"/>
          <ac:spMkLst>
            <pc:docMk/>
            <pc:sldMk cId="1199404455" sldId="260"/>
            <ac:spMk id="7" creationId="{1D869A55-D389-4727-A491-D7A3E2BE4604}"/>
          </ac:spMkLst>
        </pc:spChg>
        <pc:spChg chg="add mod">
          <ac:chgData name="郁儒 廖" userId="189a1d031aa848d3" providerId="LiveId" clId="{247DFBE3-6DDC-40E2-A868-3151FFD1D91D}" dt="2021-02-21T15:00:34.532" v="3206" actId="1076"/>
          <ac:spMkLst>
            <pc:docMk/>
            <pc:sldMk cId="1199404455" sldId="260"/>
            <ac:spMk id="8" creationId="{30A7BB5A-731E-4DA7-BF1D-DA4E61B936C1}"/>
          </ac:spMkLst>
        </pc:spChg>
        <pc:spChg chg="mod">
          <ac:chgData name="郁儒 廖" userId="189a1d031aa848d3" providerId="LiveId" clId="{247DFBE3-6DDC-40E2-A868-3151FFD1D91D}" dt="2021-02-20T04:30:16.272" v="2275" actId="1037"/>
          <ac:spMkLst>
            <pc:docMk/>
            <pc:sldMk cId="1199404455" sldId="260"/>
            <ac:spMk id="16" creationId="{3D921AEE-7B9C-49E0-B77B-ED795B201098}"/>
          </ac:spMkLst>
        </pc:spChg>
        <pc:picChg chg="mod modCrop">
          <ac:chgData name="郁儒 廖" userId="189a1d031aa848d3" providerId="LiveId" clId="{247DFBE3-6DDC-40E2-A868-3151FFD1D91D}" dt="2021-02-21T15:00:49.164" v="3211" actId="1076"/>
          <ac:picMkLst>
            <pc:docMk/>
            <pc:sldMk cId="1199404455" sldId="260"/>
            <ac:picMk id="6" creationId="{752D9131-85AA-4686-962F-8775852C8A41}"/>
          </ac:picMkLst>
        </pc:picChg>
        <pc:picChg chg="mod">
          <ac:chgData name="郁儒 廖" userId="189a1d031aa848d3" providerId="LiveId" clId="{247DFBE3-6DDC-40E2-A868-3151FFD1D91D}" dt="2021-02-21T15:00:37.212" v="3208" actId="14100"/>
          <ac:picMkLst>
            <pc:docMk/>
            <pc:sldMk cId="1199404455" sldId="260"/>
            <ac:picMk id="12" creationId="{B314A735-665A-4944-8395-16ED1C1C9719}"/>
          </ac:picMkLst>
        </pc:picChg>
      </pc:sldChg>
      <pc:sldChg chg="ord">
        <pc:chgData name="郁儒 廖" userId="189a1d031aa848d3" providerId="LiveId" clId="{247DFBE3-6DDC-40E2-A868-3151FFD1D91D}" dt="2021-02-17T15:19:27.319" v="205"/>
        <pc:sldMkLst>
          <pc:docMk/>
          <pc:sldMk cId="1896336660" sldId="263"/>
        </pc:sldMkLst>
      </pc:sldChg>
      <pc:sldChg chg="modSp mod">
        <pc:chgData name="郁儒 廖" userId="189a1d031aa848d3" providerId="LiveId" clId="{247DFBE3-6DDC-40E2-A868-3151FFD1D91D}" dt="2021-02-21T15:00:24.874" v="3204" actId="2711"/>
        <pc:sldMkLst>
          <pc:docMk/>
          <pc:sldMk cId="4000972940" sldId="264"/>
        </pc:sldMkLst>
        <pc:spChg chg="mod">
          <ac:chgData name="郁儒 廖" userId="189a1d031aa848d3" providerId="LiveId" clId="{247DFBE3-6DDC-40E2-A868-3151FFD1D91D}" dt="2021-02-21T15:00:17.831" v="3203" actId="255"/>
          <ac:spMkLst>
            <pc:docMk/>
            <pc:sldMk cId="4000972940" sldId="264"/>
            <ac:spMk id="2" creationId="{0F57AFCD-574A-4525-9F59-D0A9CB3F50E7}"/>
          </ac:spMkLst>
        </pc:spChg>
        <pc:spChg chg="mod">
          <ac:chgData name="郁儒 廖" userId="189a1d031aa848d3" providerId="LiveId" clId="{247DFBE3-6DDC-40E2-A868-3151FFD1D91D}" dt="2021-02-21T15:00:24.874" v="3204" actId="2711"/>
          <ac:spMkLst>
            <pc:docMk/>
            <pc:sldMk cId="4000972940" sldId="264"/>
            <ac:spMk id="3" creationId="{4C501838-EC4B-454D-91FE-48A6F48ED155}"/>
          </ac:spMkLst>
        </pc:spChg>
      </pc:sldChg>
      <pc:sldChg chg="addSp delSp modSp add mod">
        <pc:chgData name="郁儒 廖" userId="189a1d031aa848d3" providerId="LiveId" clId="{247DFBE3-6DDC-40E2-A868-3151FFD1D91D}" dt="2021-02-21T15:00:07.470" v="3201" actId="27636"/>
        <pc:sldMkLst>
          <pc:docMk/>
          <pc:sldMk cId="180879003" sldId="265"/>
        </pc:sldMkLst>
        <pc:spChg chg="mod">
          <ac:chgData name="郁儒 廖" userId="189a1d031aa848d3" providerId="LiveId" clId="{247DFBE3-6DDC-40E2-A868-3151FFD1D91D}" dt="2021-02-21T15:00:07.470" v="3201" actId="27636"/>
          <ac:spMkLst>
            <pc:docMk/>
            <pc:sldMk cId="180879003" sldId="265"/>
            <ac:spMk id="2" creationId="{0F57AFCD-574A-4525-9F59-D0A9CB3F50E7}"/>
          </ac:spMkLst>
        </pc:spChg>
        <pc:spChg chg="mod">
          <ac:chgData name="郁儒 廖" userId="189a1d031aa848d3" providerId="LiveId" clId="{247DFBE3-6DDC-40E2-A868-3151FFD1D91D}" dt="2021-02-21T14:59:58.710" v="3197" actId="2711"/>
          <ac:spMkLst>
            <pc:docMk/>
            <pc:sldMk cId="180879003" sldId="265"/>
            <ac:spMk id="3" creationId="{4C501838-EC4B-454D-91FE-48A6F48ED155}"/>
          </ac:spMkLst>
        </pc:spChg>
        <pc:spChg chg="add del mod">
          <ac:chgData name="郁儒 廖" userId="189a1d031aa848d3" providerId="LiveId" clId="{247DFBE3-6DDC-40E2-A868-3151FFD1D91D}" dt="2021-02-17T15:13:10.853" v="148" actId="478"/>
          <ac:spMkLst>
            <pc:docMk/>
            <pc:sldMk cId="180879003" sldId="265"/>
            <ac:spMk id="8" creationId="{6CFA4B4F-29EB-4CB6-97AC-2400EB8071E1}"/>
          </ac:spMkLst>
        </pc:spChg>
        <pc:picChg chg="add del mod">
          <ac:chgData name="郁儒 廖" userId="189a1d031aa848d3" providerId="LiveId" clId="{247DFBE3-6DDC-40E2-A868-3151FFD1D91D}" dt="2021-02-17T15:12:00.149" v="139" actId="478"/>
          <ac:picMkLst>
            <pc:docMk/>
            <pc:sldMk cId="180879003" sldId="265"/>
            <ac:picMk id="5" creationId="{7B0EBB2A-0C3F-4133-91BA-DF2FDF0D6197}"/>
          </ac:picMkLst>
        </pc:picChg>
        <pc:picChg chg="add del mod">
          <ac:chgData name="郁儒 廖" userId="189a1d031aa848d3" providerId="LiveId" clId="{247DFBE3-6DDC-40E2-A868-3151FFD1D91D}" dt="2021-02-17T15:13:50.903" v="149" actId="478"/>
          <ac:picMkLst>
            <pc:docMk/>
            <pc:sldMk cId="180879003" sldId="265"/>
            <ac:picMk id="7" creationId="{3243147B-4B66-41DC-B10D-90CBB94BEE04}"/>
          </ac:picMkLst>
        </pc:picChg>
        <pc:picChg chg="add mod modCrop">
          <ac:chgData name="郁儒 廖" userId="189a1d031aa848d3" providerId="LiveId" clId="{247DFBE3-6DDC-40E2-A868-3151FFD1D91D}" dt="2021-02-17T15:25:43.486" v="237" actId="1076"/>
          <ac:picMkLst>
            <pc:docMk/>
            <pc:sldMk cId="180879003" sldId="265"/>
            <ac:picMk id="10" creationId="{3B8C33C6-9A63-4B99-AA04-5F48F7E961D5}"/>
          </ac:picMkLst>
        </pc:picChg>
        <pc:picChg chg="add mod modCrop">
          <ac:chgData name="郁儒 廖" userId="189a1d031aa848d3" providerId="LiveId" clId="{247DFBE3-6DDC-40E2-A868-3151FFD1D91D}" dt="2021-02-17T15:25:44.965" v="238" actId="1076"/>
          <ac:picMkLst>
            <pc:docMk/>
            <pc:sldMk cId="180879003" sldId="265"/>
            <ac:picMk id="11" creationId="{6ACD8B03-5639-42AA-BC0C-74CE973CDE8B}"/>
          </ac:picMkLst>
        </pc:picChg>
      </pc:sldChg>
      <pc:sldChg chg="add del ord">
        <pc:chgData name="郁儒 廖" userId="189a1d031aa848d3" providerId="LiveId" clId="{247DFBE3-6DDC-40E2-A868-3151FFD1D91D}" dt="2021-02-17T15:23:11.348" v="226" actId="47"/>
        <pc:sldMkLst>
          <pc:docMk/>
          <pc:sldMk cId="89407821" sldId="266"/>
        </pc:sldMkLst>
      </pc:sldChg>
      <pc:sldChg chg="addSp modSp add mod ord modShow">
        <pc:chgData name="郁儒 廖" userId="189a1d031aa848d3" providerId="LiveId" clId="{247DFBE3-6DDC-40E2-A868-3151FFD1D91D}" dt="2021-02-17T15:22:47.126" v="217" actId="729"/>
        <pc:sldMkLst>
          <pc:docMk/>
          <pc:sldMk cId="1774930691" sldId="267"/>
        </pc:sldMkLst>
        <pc:spChg chg="mod">
          <ac:chgData name="郁儒 廖" userId="189a1d031aa848d3" providerId="LiveId" clId="{247DFBE3-6DDC-40E2-A868-3151FFD1D91D}" dt="2021-02-17T08:44:23.557" v="80" actId="1076"/>
          <ac:spMkLst>
            <pc:docMk/>
            <pc:sldMk cId="1774930691" sldId="267"/>
            <ac:spMk id="3" creationId="{38231C44-00E9-499B-B55A-0C1B2223A528}"/>
          </ac:spMkLst>
        </pc:spChg>
        <pc:spChg chg="add mod">
          <ac:chgData name="郁儒 廖" userId="189a1d031aa848d3" providerId="LiveId" clId="{247DFBE3-6DDC-40E2-A868-3151FFD1D91D}" dt="2021-02-17T08:44:31.837" v="83" actId="1076"/>
          <ac:spMkLst>
            <pc:docMk/>
            <pc:sldMk cId="1774930691" sldId="267"/>
            <ac:spMk id="4" creationId="{5FB866E6-26AC-4A4F-83AE-0C1EFFBFCF12}"/>
          </ac:spMkLst>
        </pc:spChg>
        <pc:spChg chg="add mod">
          <ac:chgData name="郁儒 廖" userId="189a1d031aa848d3" providerId="LiveId" clId="{247DFBE3-6DDC-40E2-A868-3151FFD1D91D}" dt="2021-02-17T08:44:00.105" v="78" actId="20577"/>
          <ac:spMkLst>
            <pc:docMk/>
            <pc:sldMk cId="1774930691" sldId="267"/>
            <ac:spMk id="8" creationId="{13B4F9B0-BF8E-487B-A310-6500EB4E93DF}"/>
          </ac:spMkLst>
        </pc:spChg>
        <pc:picChg chg="mod">
          <ac:chgData name="郁儒 廖" userId="189a1d031aa848d3" providerId="LiveId" clId="{247DFBE3-6DDC-40E2-A868-3151FFD1D91D}" dt="2021-02-17T08:43:04.189" v="54" actId="1076"/>
          <ac:picMkLst>
            <pc:docMk/>
            <pc:sldMk cId="1774930691" sldId="267"/>
            <ac:picMk id="5" creationId="{73967E8A-0691-49E8-97C2-FCBE48565E8E}"/>
          </ac:picMkLst>
        </pc:picChg>
        <pc:picChg chg="mod">
          <ac:chgData name="郁儒 廖" userId="189a1d031aa848d3" providerId="LiveId" clId="{247DFBE3-6DDC-40E2-A868-3151FFD1D91D}" dt="2021-02-17T08:44:25.541" v="81" actId="1076"/>
          <ac:picMkLst>
            <pc:docMk/>
            <pc:sldMk cId="1774930691" sldId="267"/>
            <ac:picMk id="7" creationId="{BCEBEB3C-6D2A-4A86-B2D4-07A46F89F424}"/>
          </ac:picMkLst>
        </pc:picChg>
        <pc:picChg chg="mod">
          <ac:chgData name="郁儒 廖" userId="189a1d031aa848d3" providerId="LiveId" clId="{247DFBE3-6DDC-40E2-A868-3151FFD1D91D}" dt="2021-02-17T08:44:26.765" v="82" actId="1076"/>
          <ac:picMkLst>
            <pc:docMk/>
            <pc:sldMk cId="1774930691" sldId="267"/>
            <ac:picMk id="9" creationId="{B901E2C0-D64E-4057-9776-9FAA4A35F1D9}"/>
          </ac:picMkLst>
        </pc:picChg>
      </pc:sldChg>
      <pc:sldChg chg="addSp delSp modSp add mod">
        <pc:chgData name="郁儒 廖" userId="189a1d031aa848d3" providerId="LiveId" clId="{247DFBE3-6DDC-40E2-A868-3151FFD1D91D}" dt="2021-02-21T15:01:30.819" v="3220" actId="2711"/>
        <pc:sldMkLst>
          <pc:docMk/>
          <pc:sldMk cId="506702458" sldId="268"/>
        </pc:sldMkLst>
        <pc:spChg chg="mod">
          <ac:chgData name="郁儒 廖" userId="189a1d031aa848d3" providerId="LiveId" clId="{247DFBE3-6DDC-40E2-A868-3151FFD1D91D}" dt="2021-02-21T15:01:30.819" v="3220" actId="2711"/>
          <ac:spMkLst>
            <pc:docMk/>
            <pc:sldMk cId="506702458" sldId="268"/>
            <ac:spMk id="2" creationId="{0F57AFCD-574A-4525-9F59-D0A9CB3F50E7}"/>
          </ac:spMkLst>
        </pc:spChg>
        <pc:spChg chg="del">
          <ac:chgData name="郁儒 廖" userId="189a1d031aa848d3" providerId="LiveId" clId="{247DFBE3-6DDC-40E2-A868-3151FFD1D91D}" dt="2021-02-17T08:42:05.191" v="31" actId="478"/>
          <ac:spMkLst>
            <pc:docMk/>
            <pc:sldMk cId="506702458" sldId="268"/>
            <ac:spMk id="3" creationId="{38231C44-00E9-499B-B55A-0C1B2223A528}"/>
          </ac:spMkLst>
        </pc:spChg>
        <pc:spChg chg="add del mod">
          <ac:chgData name="郁儒 廖" userId="189a1d031aa848d3" providerId="LiveId" clId="{247DFBE3-6DDC-40E2-A868-3151FFD1D91D}" dt="2021-02-17T08:42:20.153" v="45" actId="478"/>
          <ac:spMkLst>
            <pc:docMk/>
            <pc:sldMk cId="506702458" sldId="268"/>
            <ac:spMk id="6" creationId="{220B03BA-024E-4B90-AA94-787FAF0BBF9F}"/>
          </ac:spMkLst>
        </pc:spChg>
        <pc:spChg chg="add mod">
          <ac:chgData name="郁儒 廖" userId="189a1d031aa848d3" providerId="LiveId" clId="{247DFBE3-6DDC-40E2-A868-3151FFD1D91D}" dt="2021-02-17T15:18:15.770" v="188" actId="1582"/>
          <ac:spMkLst>
            <pc:docMk/>
            <pc:sldMk cId="506702458" sldId="268"/>
            <ac:spMk id="11" creationId="{3ED4721E-2A9C-466D-8D2A-A12BBC757911}"/>
          </ac:spMkLst>
        </pc:spChg>
        <pc:spChg chg="add mod">
          <ac:chgData name="郁儒 廖" userId="189a1d031aa848d3" providerId="LiveId" clId="{247DFBE3-6DDC-40E2-A868-3151FFD1D91D}" dt="2021-02-17T15:18:24.294" v="192" actId="1076"/>
          <ac:spMkLst>
            <pc:docMk/>
            <pc:sldMk cId="506702458" sldId="268"/>
            <ac:spMk id="12" creationId="{63A971CF-2DC2-4CEA-ACD0-BDA91D67B134}"/>
          </ac:spMkLst>
        </pc:spChg>
        <pc:spChg chg="add mod">
          <ac:chgData name="郁儒 廖" userId="189a1d031aa848d3" providerId="LiveId" clId="{247DFBE3-6DDC-40E2-A868-3151FFD1D91D}" dt="2021-02-17T15:18:44.918" v="203" actId="1076"/>
          <ac:spMkLst>
            <pc:docMk/>
            <pc:sldMk cId="506702458" sldId="268"/>
            <ac:spMk id="13" creationId="{2E903C75-0DDD-4A40-9997-25011F2278DF}"/>
          </ac:spMkLst>
        </pc:spChg>
        <pc:spChg chg="add mod">
          <ac:chgData name="郁儒 廖" userId="189a1d031aa848d3" providerId="LiveId" clId="{247DFBE3-6DDC-40E2-A868-3151FFD1D91D}" dt="2021-02-17T15:18:42.662" v="202" actId="1076"/>
          <ac:spMkLst>
            <pc:docMk/>
            <pc:sldMk cId="506702458" sldId="268"/>
            <ac:spMk id="14" creationId="{4B14340C-A8D9-49D3-B1D0-88CE19C0366E}"/>
          </ac:spMkLst>
        </pc:spChg>
        <pc:picChg chg="del">
          <ac:chgData name="郁儒 廖" userId="189a1d031aa848d3" providerId="LiveId" clId="{247DFBE3-6DDC-40E2-A868-3151FFD1D91D}" dt="2021-02-17T08:42:01.012" v="28" actId="478"/>
          <ac:picMkLst>
            <pc:docMk/>
            <pc:sldMk cId="506702458" sldId="268"/>
            <ac:picMk id="5" creationId="{73967E8A-0691-49E8-97C2-FCBE48565E8E}"/>
          </ac:picMkLst>
        </pc:picChg>
        <pc:picChg chg="del">
          <ac:chgData name="郁儒 廖" userId="189a1d031aa848d3" providerId="LiveId" clId="{247DFBE3-6DDC-40E2-A868-3151FFD1D91D}" dt="2021-02-17T08:42:02.255" v="30" actId="478"/>
          <ac:picMkLst>
            <pc:docMk/>
            <pc:sldMk cId="506702458" sldId="268"/>
            <ac:picMk id="7" creationId="{BCEBEB3C-6D2A-4A86-B2D4-07A46F89F424}"/>
          </ac:picMkLst>
        </pc:picChg>
        <pc:picChg chg="del">
          <ac:chgData name="郁儒 廖" userId="189a1d031aa848d3" providerId="LiveId" clId="{247DFBE3-6DDC-40E2-A868-3151FFD1D91D}" dt="2021-02-17T08:42:01.779" v="29" actId="478"/>
          <ac:picMkLst>
            <pc:docMk/>
            <pc:sldMk cId="506702458" sldId="268"/>
            <ac:picMk id="9" creationId="{B901E2C0-D64E-4057-9776-9FAA4A35F1D9}"/>
          </ac:picMkLst>
        </pc:picChg>
        <pc:picChg chg="add mod">
          <ac:chgData name="郁儒 廖" userId="189a1d031aa848d3" providerId="LiveId" clId="{247DFBE3-6DDC-40E2-A868-3151FFD1D91D}" dt="2021-02-17T15:18:38.434" v="201" actId="1076"/>
          <ac:picMkLst>
            <pc:docMk/>
            <pc:sldMk cId="506702458" sldId="268"/>
            <ac:picMk id="10" creationId="{BF86D766-CBB4-4D20-898F-13ED68541DFA}"/>
          </ac:picMkLst>
        </pc:picChg>
      </pc:sldChg>
      <pc:sldChg chg="add mod ord modShow">
        <pc:chgData name="郁儒 廖" userId="189a1d031aa848d3" providerId="LiveId" clId="{247DFBE3-6DDC-40E2-A868-3151FFD1D91D}" dt="2021-02-18T03:24:10.257" v="259" actId="729"/>
        <pc:sldMkLst>
          <pc:docMk/>
          <pc:sldMk cId="383879741" sldId="269"/>
        </pc:sldMkLst>
      </pc:sldChg>
      <pc:sldChg chg="addSp delSp modSp add mod">
        <pc:chgData name="郁儒 廖" userId="189a1d031aa848d3" providerId="LiveId" clId="{247DFBE3-6DDC-40E2-A868-3151FFD1D91D}" dt="2021-02-21T14:59:52.939" v="3196" actId="2711"/>
        <pc:sldMkLst>
          <pc:docMk/>
          <pc:sldMk cId="1409787696" sldId="270"/>
        </pc:sldMkLst>
        <pc:spChg chg="mod">
          <ac:chgData name="郁儒 廖" userId="189a1d031aa848d3" providerId="LiveId" clId="{247DFBE3-6DDC-40E2-A868-3151FFD1D91D}" dt="2021-02-21T14:59:46.569" v="3193" actId="27636"/>
          <ac:spMkLst>
            <pc:docMk/>
            <pc:sldMk cId="1409787696" sldId="270"/>
            <ac:spMk id="2" creationId="{0F57AFCD-574A-4525-9F59-D0A9CB3F50E7}"/>
          </ac:spMkLst>
        </pc:spChg>
        <pc:spChg chg="del">
          <ac:chgData name="郁儒 廖" userId="189a1d031aa848d3" providerId="LiveId" clId="{247DFBE3-6DDC-40E2-A868-3151FFD1D91D}" dt="2021-02-17T15:15:29.590" v="174" actId="478"/>
          <ac:spMkLst>
            <pc:docMk/>
            <pc:sldMk cId="1409787696" sldId="270"/>
            <ac:spMk id="3" creationId="{4C501838-EC4B-454D-91FE-48A6F48ED155}"/>
          </ac:spMkLst>
        </pc:spChg>
        <pc:spChg chg="add mod">
          <ac:chgData name="郁儒 廖" userId="189a1d031aa848d3" providerId="LiveId" clId="{247DFBE3-6DDC-40E2-A868-3151FFD1D91D}" dt="2021-02-21T14:59:52.939" v="3196" actId="2711"/>
          <ac:spMkLst>
            <pc:docMk/>
            <pc:sldMk cId="1409787696" sldId="270"/>
            <ac:spMk id="5" creationId="{985220B0-9946-48FE-87E0-91FB1174104B}"/>
          </ac:spMkLst>
        </pc:spChg>
        <pc:picChg chg="add mod modCrop">
          <ac:chgData name="郁儒 廖" userId="189a1d031aa848d3" providerId="LiveId" clId="{247DFBE3-6DDC-40E2-A868-3151FFD1D91D}" dt="2021-02-17T15:28:04.542" v="257" actId="1076"/>
          <ac:picMkLst>
            <pc:docMk/>
            <pc:sldMk cId="1409787696" sldId="270"/>
            <ac:picMk id="6" creationId="{AD963931-27B1-40A7-A8CB-C50B62DDA96C}"/>
          </ac:picMkLst>
        </pc:picChg>
        <pc:picChg chg="add mod modCrop">
          <ac:chgData name="郁儒 廖" userId="189a1d031aa848d3" providerId="LiveId" clId="{247DFBE3-6DDC-40E2-A868-3151FFD1D91D}" dt="2021-02-17T15:28:06.758" v="258" actId="1076"/>
          <ac:picMkLst>
            <pc:docMk/>
            <pc:sldMk cId="1409787696" sldId="270"/>
            <ac:picMk id="8" creationId="{706290A3-4D42-4C28-AECA-988771199F65}"/>
          </ac:picMkLst>
        </pc:picChg>
        <pc:picChg chg="del">
          <ac:chgData name="郁儒 廖" userId="189a1d031aa848d3" providerId="LiveId" clId="{247DFBE3-6DDC-40E2-A868-3151FFD1D91D}" dt="2021-02-17T15:15:07.476" v="167" actId="478"/>
          <ac:picMkLst>
            <pc:docMk/>
            <pc:sldMk cId="1409787696" sldId="270"/>
            <ac:picMk id="10" creationId="{3B8C33C6-9A63-4B99-AA04-5F48F7E961D5}"/>
          </ac:picMkLst>
        </pc:picChg>
      </pc:sldChg>
      <pc:sldChg chg="add del">
        <pc:chgData name="郁儒 廖" userId="189a1d031aa848d3" providerId="LiveId" clId="{247DFBE3-6DDC-40E2-A868-3151FFD1D91D}" dt="2021-02-21T14:55:01.257" v="3093" actId="47"/>
        <pc:sldMkLst>
          <pc:docMk/>
          <pc:sldMk cId="1401143819" sldId="271"/>
        </pc:sldMkLst>
      </pc:sldChg>
      <pc:sldChg chg="addSp delSp modSp add del mod">
        <pc:chgData name="郁儒 廖" userId="189a1d031aa848d3" providerId="LiveId" clId="{247DFBE3-6DDC-40E2-A868-3151FFD1D91D}" dt="2021-02-18T04:03:29.069" v="491" actId="47"/>
        <pc:sldMkLst>
          <pc:docMk/>
          <pc:sldMk cId="2082003473" sldId="272"/>
        </pc:sldMkLst>
        <pc:spChg chg="del">
          <ac:chgData name="郁儒 廖" userId="189a1d031aa848d3" providerId="LiveId" clId="{247DFBE3-6DDC-40E2-A868-3151FFD1D91D}" dt="2021-02-18T03:46:56.990" v="265" actId="478"/>
          <ac:spMkLst>
            <pc:docMk/>
            <pc:sldMk cId="2082003473" sldId="272"/>
            <ac:spMk id="5" creationId="{985220B0-9946-48FE-87E0-91FB1174104B}"/>
          </ac:spMkLst>
        </pc:spChg>
        <pc:spChg chg="add mod">
          <ac:chgData name="郁儒 廖" userId="189a1d031aa848d3" providerId="LiveId" clId="{247DFBE3-6DDC-40E2-A868-3151FFD1D91D}" dt="2021-02-18T03:52:25.896" v="399" actId="1076"/>
          <ac:spMkLst>
            <pc:docMk/>
            <pc:sldMk cId="2082003473" sldId="272"/>
            <ac:spMk id="16" creationId="{0C257DDD-F4AA-4A8A-A800-6F94A954AC25}"/>
          </ac:spMkLst>
        </pc:spChg>
        <pc:spChg chg="add mod">
          <ac:chgData name="郁儒 廖" userId="189a1d031aa848d3" providerId="LiveId" clId="{247DFBE3-6DDC-40E2-A868-3151FFD1D91D}" dt="2021-02-18T03:52:23.919" v="398" actId="1076"/>
          <ac:spMkLst>
            <pc:docMk/>
            <pc:sldMk cId="2082003473" sldId="272"/>
            <ac:spMk id="17" creationId="{C9E31D94-10E2-42A4-8A5D-643D82C60E49}"/>
          </ac:spMkLst>
        </pc:spChg>
        <pc:spChg chg="add mod">
          <ac:chgData name="郁儒 廖" userId="189a1d031aa848d3" providerId="LiveId" clId="{247DFBE3-6DDC-40E2-A868-3151FFD1D91D}" dt="2021-02-18T03:52:37.728" v="403" actId="20577"/>
          <ac:spMkLst>
            <pc:docMk/>
            <pc:sldMk cId="2082003473" sldId="272"/>
            <ac:spMk id="18" creationId="{185F0C87-2D68-4289-BAAC-B379AEC6DD06}"/>
          </ac:spMkLst>
        </pc:spChg>
        <pc:spChg chg="add mod">
          <ac:chgData name="郁儒 廖" userId="189a1d031aa848d3" providerId="LiveId" clId="{247DFBE3-6DDC-40E2-A868-3151FFD1D91D}" dt="2021-02-18T03:53:20.919" v="415" actId="1076"/>
          <ac:spMkLst>
            <pc:docMk/>
            <pc:sldMk cId="2082003473" sldId="272"/>
            <ac:spMk id="19" creationId="{3B4B9DF0-2B43-4B9F-B9D6-81EAAFBDEBE6}"/>
          </ac:spMkLst>
        </pc:spChg>
        <pc:spChg chg="add mod">
          <ac:chgData name="郁儒 廖" userId="189a1d031aa848d3" providerId="LiveId" clId="{247DFBE3-6DDC-40E2-A868-3151FFD1D91D}" dt="2021-02-18T03:53:31.685" v="418" actId="20577"/>
          <ac:spMkLst>
            <pc:docMk/>
            <pc:sldMk cId="2082003473" sldId="272"/>
            <ac:spMk id="20" creationId="{B5355C74-C532-4B09-9EAB-EB9CCF938F02}"/>
          </ac:spMkLst>
        </pc:spChg>
        <pc:spChg chg="add mod">
          <ac:chgData name="郁儒 廖" userId="189a1d031aa848d3" providerId="LiveId" clId="{247DFBE3-6DDC-40E2-A868-3151FFD1D91D}" dt="2021-02-18T03:53:41.117" v="421" actId="20577"/>
          <ac:spMkLst>
            <pc:docMk/>
            <pc:sldMk cId="2082003473" sldId="272"/>
            <ac:spMk id="21" creationId="{B034DBF4-10E3-4520-A928-8C43D8ABAFBB}"/>
          </ac:spMkLst>
        </pc:spChg>
        <pc:spChg chg="add mod">
          <ac:chgData name="郁儒 廖" userId="189a1d031aa848d3" providerId="LiveId" clId="{247DFBE3-6DDC-40E2-A868-3151FFD1D91D}" dt="2021-02-18T03:53:51.701" v="424" actId="20577"/>
          <ac:spMkLst>
            <pc:docMk/>
            <pc:sldMk cId="2082003473" sldId="272"/>
            <ac:spMk id="22" creationId="{E5D38F54-FA9D-4519-A65A-8F6DBB2DA116}"/>
          </ac:spMkLst>
        </pc:spChg>
        <pc:spChg chg="add del mod">
          <ac:chgData name="郁儒 廖" userId="189a1d031aa848d3" providerId="LiveId" clId="{247DFBE3-6DDC-40E2-A868-3151FFD1D91D}" dt="2021-02-18T03:58:01.286" v="442" actId="478"/>
          <ac:spMkLst>
            <pc:docMk/>
            <pc:sldMk cId="2082003473" sldId="272"/>
            <ac:spMk id="23" creationId="{84C0598C-A3C1-4A15-94C3-7B1953D070F1}"/>
          </ac:spMkLst>
        </pc:spChg>
        <pc:spChg chg="mod">
          <ac:chgData name="郁儒 廖" userId="189a1d031aa848d3" providerId="LiveId" clId="{247DFBE3-6DDC-40E2-A868-3151FFD1D91D}" dt="2021-02-18T03:59:03.881" v="458" actId="14100"/>
          <ac:spMkLst>
            <pc:docMk/>
            <pc:sldMk cId="2082003473" sldId="272"/>
            <ac:spMk id="24" creationId="{5E6CE61F-6478-42D5-8DC2-C35781E3FA15}"/>
          </ac:spMkLst>
        </pc:spChg>
        <pc:picChg chg="add mod">
          <ac:chgData name="郁儒 廖" userId="189a1d031aa848d3" providerId="LiveId" clId="{247DFBE3-6DDC-40E2-A868-3151FFD1D91D}" dt="2021-02-18T03:49:27.408" v="288" actId="1076"/>
          <ac:picMkLst>
            <pc:docMk/>
            <pc:sldMk cId="2082003473" sldId="272"/>
            <ac:picMk id="4" creationId="{9803E7B6-7BB0-485F-B42E-B14F31F42731}"/>
          </ac:picMkLst>
        </pc:picChg>
        <pc:picChg chg="del">
          <ac:chgData name="郁儒 廖" userId="189a1d031aa848d3" providerId="LiveId" clId="{247DFBE3-6DDC-40E2-A868-3151FFD1D91D}" dt="2021-02-18T03:46:54.455" v="263" actId="478"/>
          <ac:picMkLst>
            <pc:docMk/>
            <pc:sldMk cId="2082003473" sldId="272"/>
            <ac:picMk id="6" creationId="{AD963931-27B1-40A7-A8CB-C50B62DDA96C}"/>
          </ac:picMkLst>
        </pc:picChg>
        <pc:picChg chg="del">
          <ac:chgData name="郁儒 廖" userId="189a1d031aa848d3" providerId="LiveId" clId="{247DFBE3-6DDC-40E2-A868-3151FFD1D91D}" dt="2021-02-18T03:46:55.081" v="264" actId="478"/>
          <ac:picMkLst>
            <pc:docMk/>
            <pc:sldMk cId="2082003473" sldId="272"/>
            <ac:picMk id="8" creationId="{706290A3-4D42-4C28-AECA-988771199F65}"/>
          </ac:picMkLst>
        </pc:picChg>
        <pc:picChg chg="add del mod">
          <ac:chgData name="郁儒 廖" userId="189a1d031aa848d3" providerId="LiveId" clId="{247DFBE3-6DDC-40E2-A868-3151FFD1D91D}" dt="2021-02-18T03:48:52.257" v="281" actId="478"/>
          <ac:picMkLst>
            <pc:docMk/>
            <pc:sldMk cId="2082003473" sldId="272"/>
            <ac:picMk id="9" creationId="{F1E5AEC7-CB82-4BF1-A441-BABD9D47ED45}"/>
          </ac:picMkLst>
        </pc:picChg>
        <pc:picChg chg="add mod">
          <ac:chgData name="郁儒 廖" userId="189a1d031aa848d3" providerId="LiveId" clId="{247DFBE3-6DDC-40E2-A868-3151FFD1D91D}" dt="2021-02-18T03:50:48.103" v="343" actId="1076"/>
          <ac:picMkLst>
            <pc:docMk/>
            <pc:sldMk cId="2082003473" sldId="272"/>
            <ac:picMk id="11" creationId="{91258496-71A2-4D73-B86F-7577ED62F7D3}"/>
          </ac:picMkLst>
        </pc:picChg>
        <pc:cxnChg chg="add mod">
          <ac:chgData name="郁儒 廖" userId="189a1d031aa848d3" providerId="LiveId" clId="{247DFBE3-6DDC-40E2-A868-3151FFD1D91D}" dt="2021-02-18T03:50:13.733" v="299" actId="1038"/>
          <ac:cxnSpMkLst>
            <pc:docMk/>
            <pc:sldMk cId="2082003473" sldId="272"/>
            <ac:cxnSpMk id="13" creationId="{D7F37376-8329-43D0-85AC-14C28AD7A9D1}"/>
          </ac:cxnSpMkLst>
        </pc:cxnChg>
        <pc:cxnChg chg="add del mod">
          <ac:chgData name="郁儒 廖" userId="189a1d031aa848d3" providerId="LiveId" clId="{247DFBE3-6DDC-40E2-A868-3151FFD1D91D}" dt="2021-02-18T03:50:02.819" v="292"/>
          <ac:cxnSpMkLst>
            <pc:docMk/>
            <pc:sldMk cId="2082003473" sldId="272"/>
            <ac:cxnSpMk id="14" creationId="{8F935741-01CB-4D60-B0E6-5336434AAFE9}"/>
          </ac:cxnSpMkLst>
        </pc:cxnChg>
        <pc:cxnChg chg="add mod">
          <ac:chgData name="郁儒 廖" userId="189a1d031aa848d3" providerId="LiveId" clId="{247DFBE3-6DDC-40E2-A868-3151FFD1D91D}" dt="2021-02-18T03:50:23.981" v="342" actId="1038"/>
          <ac:cxnSpMkLst>
            <pc:docMk/>
            <pc:sldMk cId="2082003473" sldId="272"/>
            <ac:cxnSpMk id="15" creationId="{1E5048DE-CB1B-4C18-AD88-AEF3199DAE36}"/>
          </ac:cxnSpMkLst>
        </pc:cxnChg>
      </pc:sldChg>
      <pc:sldChg chg="add del">
        <pc:chgData name="郁儒 廖" userId="189a1d031aa848d3" providerId="LiveId" clId="{247DFBE3-6DDC-40E2-A868-3151FFD1D91D}" dt="2021-02-21T14:55:11.520" v="3094" actId="47"/>
        <pc:sldMkLst>
          <pc:docMk/>
          <pc:sldMk cId="443695648" sldId="273"/>
        </pc:sldMkLst>
      </pc:sldChg>
      <pc:sldChg chg="addSp delSp modSp add del mod">
        <pc:chgData name="郁儒 廖" userId="189a1d031aa848d3" providerId="LiveId" clId="{247DFBE3-6DDC-40E2-A868-3151FFD1D91D}" dt="2021-02-18T04:04:49.424" v="507" actId="47"/>
        <pc:sldMkLst>
          <pc:docMk/>
          <pc:sldMk cId="2849931713" sldId="274"/>
        </pc:sldMkLst>
        <pc:spChg chg="mod">
          <ac:chgData name="郁儒 廖" userId="189a1d031aa848d3" providerId="LiveId" clId="{247DFBE3-6DDC-40E2-A868-3151FFD1D91D}" dt="2021-02-18T04:01:09.278" v="470" actId="113"/>
          <ac:spMkLst>
            <pc:docMk/>
            <pc:sldMk cId="2849931713" sldId="274"/>
            <ac:spMk id="3" creationId="{66552501-7C00-4CF9-B2C3-88F7A839DB15}"/>
          </ac:spMkLst>
        </pc:spChg>
        <pc:spChg chg="add del mod">
          <ac:chgData name="郁儒 廖" userId="189a1d031aa848d3" providerId="LiveId" clId="{247DFBE3-6DDC-40E2-A868-3151FFD1D91D}" dt="2021-02-18T04:00:35.153" v="465"/>
          <ac:spMkLst>
            <pc:docMk/>
            <pc:sldMk cId="2849931713" sldId="274"/>
            <ac:spMk id="5" creationId="{12EF615F-F183-45D4-8C56-A0A7A935A474}"/>
          </ac:spMkLst>
        </pc:spChg>
        <pc:spChg chg="mod">
          <ac:chgData name="郁儒 廖" userId="189a1d031aa848d3" providerId="LiveId" clId="{247DFBE3-6DDC-40E2-A868-3151FFD1D91D}" dt="2021-02-18T04:02:39.878" v="481" actId="1076"/>
          <ac:spMkLst>
            <pc:docMk/>
            <pc:sldMk cId="2849931713" sldId="274"/>
            <ac:spMk id="19" creationId="{3B4B9DF0-2B43-4B9F-B9D6-81EAAFBDEBE6}"/>
          </ac:spMkLst>
        </pc:spChg>
        <pc:spChg chg="mod">
          <ac:chgData name="郁儒 廖" userId="189a1d031aa848d3" providerId="LiveId" clId="{247DFBE3-6DDC-40E2-A868-3151FFD1D91D}" dt="2021-02-18T04:03:00.663" v="485" actId="1076"/>
          <ac:spMkLst>
            <pc:docMk/>
            <pc:sldMk cId="2849931713" sldId="274"/>
            <ac:spMk id="20" creationId="{B5355C74-C532-4B09-9EAB-EB9CCF938F02}"/>
          </ac:spMkLst>
        </pc:spChg>
        <pc:spChg chg="mod">
          <ac:chgData name="郁儒 廖" userId="189a1d031aa848d3" providerId="LiveId" clId="{247DFBE3-6DDC-40E2-A868-3151FFD1D91D}" dt="2021-02-18T04:03:04.654" v="486" actId="1076"/>
          <ac:spMkLst>
            <pc:docMk/>
            <pc:sldMk cId="2849931713" sldId="274"/>
            <ac:spMk id="21" creationId="{B034DBF4-10E3-4520-A928-8C43D8ABAFBB}"/>
          </ac:spMkLst>
        </pc:spChg>
        <pc:spChg chg="mod">
          <ac:chgData name="郁儒 廖" userId="189a1d031aa848d3" providerId="LiveId" clId="{247DFBE3-6DDC-40E2-A868-3151FFD1D91D}" dt="2021-02-18T04:03:06.783" v="487" actId="1076"/>
          <ac:spMkLst>
            <pc:docMk/>
            <pc:sldMk cId="2849931713" sldId="274"/>
            <ac:spMk id="22" creationId="{E5D38F54-FA9D-4519-A65A-8F6DBB2DA116}"/>
          </ac:spMkLst>
        </pc:spChg>
        <pc:spChg chg="add del mod">
          <ac:chgData name="郁儒 廖" userId="189a1d031aa848d3" providerId="LiveId" clId="{247DFBE3-6DDC-40E2-A868-3151FFD1D91D}" dt="2021-02-18T04:00:34.611" v="463"/>
          <ac:spMkLst>
            <pc:docMk/>
            <pc:sldMk cId="2849931713" sldId="274"/>
            <ac:spMk id="23" creationId="{450790C5-5283-47FF-AD28-FBB3925405E2}"/>
          </ac:spMkLst>
        </pc:spChg>
        <pc:spChg chg="add mod">
          <ac:chgData name="郁儒 廖" userId="189a1d031aa848d3" providerId="LiveId" clId="{247DFBE3-6DDC-40E2-A868-3151FFD1D91D}" dt="2021-02-18T04:02:42.623" v="482" actId="1076"/>
          <ac:spMkLst>
            <pc:docMk/>
            <pc:sldMk cId="2849931713" sldId="274"/>
            <ac:spMk id="24" creationId="{7830DB33-6D89-4BE4-BE29-7E31BEF76A04}"/>
          </ac:spMkLst>
        </pc:spChg>
        <pc:spChg chg="add mod">
          <ac:chgData name="郁儒 廖" userId="189a1d031aa848d3" providerId="LiveId" clId="{247DFBE3-6DDC-40E2-A868-3151FFD1D91D}" dt="2021-02-18T04:03:10.574" v="489" actId="20577"/>
          <ac:spMkLst>
            <pc:docMk/>
            <pc:sldMk cId="2849931713" sldId="274"/>
            <ac:spMk id="25" creationId="{8305FB12-293B-4E8D-AB6E-6133ED6F0D0C}"/>
          </ac:spMkLst>
        </pc:spChg>
      </pc:sldChg>
      <pc:sldChg chg="addSp delSp modSp add mod">
        <pc:chgData name="郁儒 廖" userId="189a1d031aa848d3" providerId="LiveId" clId="{247DFBE3-6DDC-40E2-A868-3151FFD1D91D}" dt="2021-02-21T14:58:56.797" v="3132" actId="108"/>
        <pc:sldMkLst>
          <pc:docMk/>
          <pc:sldMk cId="1067180195" sldId="275"/>
        </pc:sldMkLst>
        <pc:spChg chg="mod">
          <ac:chgData name="郁儒 廖" userId="189a1d031aa848d3" providerId="LiveId" clId="{247DFBE3-6DDC-40E2-A868-3151FFD1D91D}" dt="2021-02-21T14:58:56.797" v="3132" actId="108"/>
          <ac:spMkLst>
            <pc:docMk/>
            <pc:sldMk cId="1067180195" sldId="275"/>
            <ac:spMk id="2" creationId="{0F57AFCD-574A-4525-9F59-D0A9CB3F50E7}"/>
          </ac:spMkLst>
        </pc:spChg>
        <pc:spChg chg="del">
          <ac:chgData name="郁儒 廖" userId="189a1d031aa848d3" providerId="LiveId" clId="{247DFBE3-6DDC-40E2-A868-3151FFD1D91D}" dt="2021-02-21T10:43:39.447" v="2414" actId="478"/>
          <ac:spMkLst>
            <pc:docMk/>
            <pc:sldMk cId="1067180195" sldId="275"/>
            <ac:spMk id="3" creationId="{66552501-7C00-4CF9-B2C3-88F7A839DB15}"/>
          </ac:spMkLst>
        </pc:spChg>
        <pc:spChg chg="add mod">
          <ac:chgData name="郁儒 廖" userId="189a1d031aa848d3" providerId="LiveId" clId="{247DFBE3-6DDC-40E2-A868-3151FFD1D91D}" dt="2021-02-21T10:46:27.117" v="2536" actId="20577"/>
          <ac:spMkLst>
            <pc:docMk/>
            <pc:sldMk cId="1067180195" sldId="275"/>
            <ac:spMk id="7" creationId="{BDDA3802-9C1F-4BE6-A107-8539B2E53B7F}"/>
          </ac:spMkLst>
        </pc:spChg>
        <pc:spChg chg="add mod">
          <ac:chgData name="郁儒 廖" userId="189a1d031aa848d3" providerId="LiveId" clId="{247DFBE3-6DDC-40E2-A868-3151FFD1D91D}" dt="2021-02-21T10:47:59.252" v="2559" actId="14100"/>
          <ac:spMkLst>
            <pc:docMk/>
            <pc:sldMk cId="1067180195" sldId="275"/>
            <ac:spMk id="8" creationId="{BAD8040B-CADD-4F17-B0EF-4E6FB7CFA472}"/>
          </ac:spMkLst>
        </pc:spChg>
        <pc:spChg chg="mod">
          <ac:chgData name="郁儒 廖" userId="189a1d031aa848d3" providerId="LiveId" clId="{247DFBE3-6DDC-40E2-A868-3151FFD1D91D}" dt="2021-02-21T10:45:17.545" v="2491" actId="1038"/>
          <ac:spMkLst>
            <pc:docMk/>
            <pc:sldMk cId="1067180195" sldId="275"/>
            <ac:spMk id="16" creationId="{0C257DDD-F4AA-4A8A-A800-6F94A954AC25}"/>
          </ac:spMkLst>
        </pc:spChg>
        <pc:spChg chg="mod">
          <ac:chgData name="郁儒 廖" userId="189a1d031aa848d3" providerId="LiveId" clId="{247DFBE3-6DDC-40E2-A868-3151FFD1D91D}" dt="2021-02-21T10:45:17.545" v="2491" actId="1038"/>
          <ac:spMkLst>
            <pc:docMk/>
            <pc:sldMk cId="1067180195" sldId="275"/>
            <ac:spMk id="17" creationId="{C9E31D94-10E2-42A4-8A5D-643D82C60E49}"/>
          </ac:spMkLst>
        </pc:spChg>
        <pc:spChg chg="mod">
          <ac:chgData name="郁儒 廖" userId="189a1d031aa848d3" providerId="LiveId" clId="{247DFBE3-6DDC-40E2-A868-3151FFD1D91D}" dt="2021-02-21T10:45:17.545" v="2491" actId="1038"/>
          <ac:spMkLst>
            <pc:docMk/>
            <pc:sldMk cId="1067180195" sldId="275"/>
            <ac:spMk id="18" creationId="{185F0C87-2D68-4289-BAAC-B379AEC6DD06}"/>
          </ac:spMkLst>
        </pc:spChg>
        <pc:spChg chg="mod">
          <ac:chgData name="郁儒 廖" userId="189a1d031aa848d3" providerId="LiveId" clId="{247DFBE3-6DDC-40E2-A868-3151FFD1D91D}" dt="2021-02-21T10:45:17.545" v="2491" actId="1038"/>
          <ac:spMkLst>
            <pc:docMk/>
            <pc:sldMk cId="1067180195" sldId="275"/>
            <ac:spMk id="19" creationId="{3B4B9DF0-2B43-4B9F-B9D6-81EAAFBDEBE6}"/>
          </ac:spMkLst>
        </pc:spChg>
        <pc:spChg chg="mod">
          <ac:chgData name="郁儒 廖" userId="189a1d031aa848d3" providerId="LiveId" clId="{247DFBE3-6DDC-40E2-A868-3151FFD1D91D}" dt="2021-02-21T10:45:17.545" v="2491" actId="1038"/>
          <ac:spMkLst>
            <pc:docMk/>
            <pc:sldMk cId="1067180195" sldId="275"/>
            <ac:spMk id="20" creationId="{B5355C74-C532-4B09-9EAB-EB9CCF938F02}"/>
          </ac:spMkLst>
        </pc:spChg>
        <pc:spChg chg="mod">
          <ac:chgData name="郁儒 廖" userId="189a1d031aa848d3" providerId="LiveId" clId="{247DFBE3-6DDC-40E2-A868-3151FFD1D91D}" dt="2021-02-21T10:45:17.545" v="2491" actId="1038"/>
          <ac:spMkLst>
            <pc:docMk/>
            <pc:sldMk cId="1067180195" sldId="275"/>
            <ac:spMk id="21" creationId="{B034DBF4-10E3-4520-A928-8C43D8ABAFBB}"/>
          </ac:spMkLst>
        </pc:spChg>
        <pc:spChg chg="mod">
          <ac:chgData name="郁儒 廖" userId="189a1d031aa848d3" providerId="LiveId" clId="{247DFBE3-6DDC-40E2-A868-3151FFD1D91D}" dt="2021-02-21T10:45:17.545" v="2491" actId="1038"/>
          <ac:spMkLst>
            <pc:docMk/>
            <pc:sldMk cId="1067180195" sldId="275"/>
            <ac:spMk id="22" creationId="{E5D38F54-FA9D-4519-A65A-8F6DBB2DA116}"/>
          </ac:spMkLst>
        </pc:spChg>
        <pc:spChg chg="add mod">
          <ac:chgData name="郁儒 廖" userId="189a1d031aa848d3" providerId="LiveId" clId="{247DFBE3-6DDC-40E2-A868-3151FFD1D91D}" dt="2021-02-21T10:45:17.545" v="2491" actId="1038"/>
          <ac:spMkLst>
            <pc:docMk/>
            <pc:sldMk cId="1067180195" sldId="275"/>
            <ac:spMk id="23" creationId="{7303E137-3F52-4D78-9EC6-DB5F3F0A1889}"/>
          </ac:spMkLst>
        </pc:spChg>
        <pc:spChg chg="mod">
          <ac:chgData name="郁儒 廖" userId="189a1d031aa848d3" providerId="LiveId" clId="{247DFBE3-6DDC-40E2-A868-3151FFD1D91D}" dt="2021-02-21T10:45:17.545" v="2491" actId="1038"/>
          <ac:spMkLst>
            <pc:docMk/>
            <pc:sldMk cId="1067180195" sldId="275"/>
            <ac:spMk id="24" creationId="{7830DB33-6D89-4BE4-BE29-7E31BEF76A04}"/>
          </ac:spMkLst>
        </pc:spChg>
        <pc:spChg chg="mod">
          <ac:chgData name="郁儒 廖" userId="189a1d031aa848d3" providerId="LiveId" clId="{247DFBE3-6DDC-40E2-A868-3151FFD1D91D}" dt="2021-02-21T10:45:17.545" v="2491" actId="1038"/>
          <ac:spMkLst>
            <pc:docMk/>
            <pc:sldMk cId="1067180195" sldId="275"/>
            <ac:spMk id="25" creationId="{8305FB12-293B-4E8D-AB6E-6133ED6F0D0C}"/>
          </ac:spMkLst>
        </pc:spChg>
        <pc:spChg chg="add mod">
          <ac:chgData name="郁儒 廖" userId="189a1d031aa848d3" providerId="LiveId" clId="{247DFBE3-6DDC-40E2-A868-3151FFD1D91D}" dt="2021-02-21T10:45:17.545" v="2491" actId="1038"/>
          <ac:spMkLst>
            <pc:docMk/>
            <pc:sldMk cId="1067180195" sldId="275"/>
            <ac:spMk id="26" creationId="{18EFF8C5-72BF-440F-ACE0-9B78BDED1DE5}"/>
          </ac:spMkLst>
        </pc:spChg>
        <pc:spChg chg="add mod">
          <ac:chgData name="郁儒 廖" userId="189a1d031aa848d3" providerId="LiveId" clId="{247DFBE3-6DDC-40E2-A868-3151FFD1D91D}" dt="2021-02-21T10:45:17.545" v="2491" actId="1038"/>
          <ac:spMkLst>
            <pc:docMk/>
            <pc:sldMk cId="1067180195" sldId="275"/>
            <ac:spMk id="27" creationId="{4C9640A7-2F09-4CE1-9AB6-3546F968BC6F}"/>
          </ac:spMkLst>
        </pc:spChg>
        <pc:spChg chg="add mod">
          <ac:chgData name="郁儒 廖" userId="189a1d031aa848d3" providerId="LiveId" clId="{247DFBE3-6DDC-40E2-A868-3151FFD1D91D}" dt="2021-02-21T10:46:46.605" v="2543" actId="20577"/>
          <ac:spMkLst>
            <pc:docMk/>
            <pc:sldMk cId="1067180195" sldId="275"/>
            <ac:spMk id="28" creationId="{412977F7-316E-4C84-ABC9-850D23B77122}"/>
          </ac:spMkLst>
        </pc:spChg>
        <pc:picChg chg="mod">
          <ac:chgData name="郁儒 廖" userId="189a1d031aa848d3" providerId="LiveId" clId="{247DFBE3-6DDC-40E2-A868-3151FFD1D91D}" dt="2021-02-21T10:45:17.545" v="2491" actId="1038"/>
          <ac:picMkLst>
            <pc:docMk/>
            <pc:sldMk cId="1067180195" sldId="275"/>
            <ac:picMk id="4" creationId="{9803E7B6-7BB0-485F-B42E-B14F31F42731}"/>
          </ac:picMkLst>
        </pc:picChg>
        <pc:picChg chg="add mod">
          <ac:chgData name="郁儒 廖" userId="189a1d031aa848d3" providerId="LiveId" clId="{247DFBE3-6DDC-40E2-A868-3151FFD1D91D}" dt="2021-02-21T10:45:24.885" v="2494" actId="1076"/>
          <ac:picMkLst>
            <pc:docMk/>
            <pc:sldMk cId="1067180195" sldId="275"/>
            <ac:picMk id="6" creationId="{2B1408AE-AF4D-4E70-89FC-A1945D092AE1}"/>
          </ac:picMkLst>
        </pc:picChg>
        <pc:picChg chg="mod">
          <ac:chgData name="郁儒 廖" userId="189a1d031aa848d3" providerId="LiveId" clId="{247DFBE3-6DDC-40E2-A868-3151FFD1D91D}" dt="2021-02-21T10:46:24.026" v="2535" actId="1076"/>
          <ac:picMkLst>
            <pc:docMk/>
            <pc:sldMk cId="1067180195" sldId="275"/>
            <ac:picMk id="11" creationId="{91258496-71A2-4D73-B86F-7577ED62F7D3}"/>
          </ac:picMkLst>
        </pc:picChg>
        <pc:cxnChg chg="mod">
          <ac:chgData name="郁儒 廖" userId="189a1d031aa848d3" providerId="LiveId" clId="{247DFBE3-6DDC-40E2-A868-3151FFD1D91D}" dt="2021-02-21T10:45:17.545" v="2491" actId="1038"/>
          <ac:cxnSpMkLst>
            <pc:docMk/>
            <pc:sldMk cId="1067180195" sldId="275"/>
            <ac:cxnSpMk id="13" creationId="{D7F37376-8329-43D0-85AC-14C28AD7A9D1}"/>
          </ac:cxnSpMkLst>
        </pc:cxnChg>
        <pc:cxnChg chg="mod">
          <ac:chgData name="郁儒 廖" userId="189a1d031aa848d3" providerId="LiveId" clId="{247DFBE3-6DDC-40E2-A868-3151FFD1D91D}" dt="2021-02-21T10:45:17.545" v="2491" actId="1038"/>
          <ac:cxnSpMkLst>
            <pc:docMk/>
            <pc:sldMk cId="1067180195" sldId="275"/>
            <ac:cxnSpMk id="15" creationId="{1E5048DE-CB1B-4C18-AD88-AEF3199DAE36}"/>
          </ac:cxnSpMkLst>
        </pc:cxnChg>
      </pc:sldChg>
      <pc:sldChg chg="addSp delSp modSp add mod">
        <pc:chgData name="郁儒 廖" userId="189a1d031aa848d3" providerId="LiveId" clId="{247DFBE3-6DDC-40E2-A868-3151FFD1D91D}" dt="2021-02-21T14:58:38.340" v="3129"/>
        <pc:sldMkLst>
          <pc:docMk/>
          <pc:sldMk cId="1376318079" sldId="276"/>
        </pc:sldMkLst>
        <pc:spChg chg="del mod">
          <ac:chgData name="郁儒 廖" userId="189a1d031aa848d3" providerId="LiveId" clId="{247DFBE3-6DDC-40E2-A868-3151FFD1D91D}" dt="2021-02-21T14:58:33.691" v="3127" actId="478"/>
          <ac:spMkLst>
            <pc:docMk/>
            <pc:sldMk cId="1376318079" sldId="276"/>
            <ac:spMk id="2" creationId="{0F57AFCD-574A-4525-9F59-D0A9CB3F50E7}"/>
          </ac:spMkLst>
        </pc:spChg>
        <pc:spChg chg="add del mod">
          <ac:chgData name="郁儒 廖" userId="189a1d031aa848d3" providerId="LiveId" clId="{247DFBE3-6DDC-40E2-A868-3151FFD1D91D}" dt="2021-02-21T14:58:37.994" v="3128" actId="478"/>
          <ac:spMkLst>
            <pc:docMk/>
            <pc:sldMk cId="1376318079" sldId="276"/>
            <ac:spMk id="5" creationId="{BB3D7C2C-668E-4944-94DF-AB4552F4C153}"/>
          </ac:spMkLst>
        </pc:spChg>
        <pc:spChg chg="mod">
          <ac:chgData name="郁儒 廖" userId="189a1d031aa848d3" providerId="LiveId" clId="{247DFBE3-6DDC-40E2-A868-3151FFD1D91D}" dt="2021-02-18T04:05:29.687" v="517" actId="1076"/>
          <ac:spMkLst>
            <pc:docMk/>
            <pc:sldMk cId="1376318079" sldId="276"/>
            <ac:spMk id="17" creationId="{C9E31D94-10E2-42A4-8A5D-643D82C60E49}"/>
          </ac:spMkLst>
        </pc:spChg>
        <pc:spChg chg="mod">
          <ac:chgData name="郁儒 廖" userId="189a1d031aa848d3" providerId="LiveId" clId="{247DFBE3-6DDC-40E2-A868-3151FFD1D91D}" dt="2021-02-18T04:05:37.455" v="518" actId="1076"/>
          <ac:spMkLst>
            <pc:docMk/>
            <pc:sldMk cId="1376318079" sldId="276"/>
            <ac:spMk id="18" creationId="{185F0C87-2D68-4289-BAAC-B379AEC6DD06}"/>
          </ac:spMkLst>
        </pc:spChg>
        <pc:spChg chg="mod">
          <ac:chgData name="郁儒 廖" userId="189a1d031aa848d3" providerId="LiveId" clId="{247DFBE3-6DDC-40E2-A868-3151FFD1D91D}" dt="2021-02-18T04:05:14.431" v="515" actId="1076"/>
          <ac:spMkLst>
            <pc:docMk/>
            <pc:sldMk cId="1376318079" sldId="276"/>
            <ac:spMk id="19" creationId="{3B4B9DF0-2B43-4B9F-B9D6-81EAAFBDEBE6}"/>
          </ac:spMkLst>
        </pc:spChg>
        <pc:spChg chg="mod">
          <ac:chgData name="郁儒 廖" userId="189a1d031aa848d3" providerId="LiveId" clId="{247DFBE3-6DDC-40E2-A868-3151FFD1D91D}" dt="2021-02-18T04:04:55.916" v="508" actId="20577"/>
          <ac:spMkLst>
            <pc:docMk/>
            <pc:sldMk cId="1376318079" sldId="276"/>
            <ac:spMk id="23" creationId="{7303E137-3F52-4D78-9EC6-DB5F3F0A1889}"/>
          </ac:spMkLst>
        </pc:spChg>
        <pc:spChg chg="mod">
          <ac:chgData name="郁儒 廖" userId="189a1d031aa848d3" providerId="LiveId" clId="{247DFBE3-6DDC-40E2-A868-3151FFD1D91D}" dt="2021-02-18T04:05:22.807" v="516" actId="1076"/>
          <ac:spMkLst>
            <pc:docMk/>
            <pc:sldMk cId="1376318079" sldId="276"/>
            <ac:spMk id="24" creationId="{7830DB33-6D89-4BE4-BE29-7E31BEF76A04}"/>
          </ac:spMkLst>
        </pc:spChg>
        <pc:spChg chg="add del mod">
          <ac:chgData name="郁儒 廖" userId="189a1d031aa848d3" providerId="LiveId" clId="{247DFBE3-6DDC-40E2-A868-3151FFD1D91D}" dt="2021-02-18T04:05:05.255" v="513" actId="1076"/>
          <ac:spMkLst>
            <pc:docMk/>
            <pc:sldMk cId="1376318079" sldId="276"/>
            <ac:spMk id="25" creationId="{8305FB12-293B-4E8D-AB6E-6133ED6F0D0C}"/>
          </ac:spMkLst>
        </pc:spChg>
        <pc:spChg chg="mod">
          <ac:chgData name="郁儒 廖" userId="189a1d031aa848d3" providerId="LiveId" clId="{247DFBE3-6DDC-40E2-A868-3151FFD1D91D}" dt="2021-02-18T04:04:58.060" v="509" actId="20577"/>
          <ac:spMkLst>
            <pc:docMk/>
            <pc:sldMk cId="1376318079" sldId="276"/>
            <ac:spMk id="27" creationId="{4C9640A7-2F09-4CE1-9AB6-3546F968BC6F}"/>
          </ac:spMkLst>
        </pc:spChg>
        <pc:spChg chg="add mod">
          <ac:chgData name="郁儒 廖" userId="189a1d031aa848d3" providerId="LiveId" clId="{247DFBE3-6DDC-40E2-A868-3151FFD1D91D}" dt="2021-02-20T04:35:09.527" v="2293" actId="1076"/>
          <ac:spMkLst>
            <pc:docMk/>
            <pc:sldMk cId="1376318079" sldId="276"/>
            <ac:spMk id="28" creationId="{D0C247B4-5E41-410B-9AEE-FCA455702A2E}"/>
          </ac:spMkLst>
        </pc:spChg>
        <pc:spChg chg="add mod">
          <ac:chgData name="郁儒 廖" userId="189a1d031aa848d3" providerId="LiveId" clId="{247DFBE3-6DDC-40E2-A868-3151FFD1D91D}" dt="2021-02-20T04:35:20.399" v="2296" actId="1076"/>
          <ac:spMkLst>
            <pc:docMk/>
            <pc:sldMk cId="1376318079" sldId="276"/>
            <ac:spMk id="29" creationId="{EF0332FB-3878-4158-8BDE-8AD550FFFD35}"/>
          </ac:spMkLst>
        </pc:spChg>
        <pc:spChg chg="add mod">
          <ac:chgData name="郁儒 廖" userId="189a1d031aa848d3" providerId="LiveId" clId="{247DFBE3-6DDC-40E2-A868-3151FFD1D91D}" dt="2021-02-21T10:48:17.138" v="2566" actId="20577"/>
          <ac:spMkLst>
            <pc:docMk/>
            <pc:sldMk cId="1376318079" sldId="276"/>
            <ac:spMk id="30" creationId="{D559D86D-B69C-4F5A-A17E-5BE290228A33}"/>
          </ac:spMkLst>
        </pc:spChg>
        <pc:spChg chg="add mod">
          <ac:chgData name="郁儒 廖" userId="189a1d031aa848d3" providerId="LiveId" clId="{247DFBE3-6DDC-40E2-A868-3151FFD1D91D}" dt="2021-02-21T14:58:38.340" v="3129"/>
          <ac:spMkLst>
            <pc:docMk/>
            <pc:sldMk cId="1376318079" sldId="276"/>
            <ac:spMk id="31" creationId="{57C74321-CD66-4441-88DE-BA8CA527CD8E}"/>
          </ac:spMkLst>
        </pc:spChg>
        <pc:picChg chg="del">
          <ac:chgData name="郁儒 廖" userId="189a1d031aa848d3" providerId="LiveId" clId="{247DFBE3-6DDC-40E2-A868-3151FFD1D91D}" dt="2021-02-18T04:06:38.533" v="526" actId="478"/>
          <ac:picMkLst>
            <pc:docMk/>
            <pc:sldMk cId="1376318079" sldId="276"/>
            <ac:picMk id="4" creationId="{9803E7B6-7BB0-485F-B42E-B14F31F42731}"/>
          </ac:picMkLst>
        </pc:picChg>
        <pc:picChg chg="add del mod">
          <ac:chgData name="郁儒 廖" userId="189a1d031aa848d3" providerId="LiveId" clId="{247DFBE3-6DDC-40E2-A868-3151FFD1D91D}" dt="2021-02-18T04:06:31.121" v="524" actId="21"/>
          <ac:picMkLst>
            <pc:docMk/>
            <pc:sldMk cId="1376318079" sldId="276"/>
            <ac:picMk id="6" creationId="{7D55B361-E6C5-4858-8947-AAE1652E93D6}"/>
          </ac:picMkLst>
        </pc:picChg>
        <pc:picChg chg="add mod ord">
          <ac:chgData name="郁儒 廖" userId="189a1d031aa848d3" providerId="LiveId" clId="{247DFBE3-6DDC-40E2-A868-3151FFD1D91D}" dt="2021-02-18T04:07:07.763" v="533" actId="1035"/>
          <ac:picMkLst>
            <pc:docMk/>
            <pc:sldMk cId="1376318079" sldId="276"/>
            <ac:picMk id="7" creationId="{EB27BB4E-C0B8-471B-BADB-F8468928A24D}"/>
          </ac:picMkLst>
        </pc:picChg>
      </pc:sldChg>
      <pc:sldChg chg="addSp delSp modSp add mod">
        <pc:chgData name="郁儒 廖" userId="189a1d031aa848d3" providerId="LiveId" clId="{247DFBE3-6DDC-40E2-A868-3151FFD1D91D}" dt="2021-02-21T14:58:14.839" v="3124" actId="255"/>
        <pc:sldMkLst>
          <pc:docMk/>
          <pc:sldMk cId="351904883" sldId="277"/>
        </pc:sldMkLst>
        <pc:spChg chg="mod">
          <ac:chgData name="郁儒 廖" userId="189a1d031aa848d3" providerId="LiveId" clId="{247DFBE3-6DDC-40E2-A868-3151FFD1D91D}" dt="2021-02-21T14:58:14.839" v="3124" actId="255"/>
          <ac:spMkLst>
            <pc:docMk/>
            <pc:sldMk cId="351904883" sldId="277"/>
            <ac:spMk id="2" creationId="{0F57AFCD-574A-4525-9F59-D0A9CB3F50E7}"/>
          </ac:spMkLst>
        </pc:spChg>
        <pc:spChg chg="del mod">
          <ac:chgData name="郁儒 廖" userId="189a1d031aa848d3" providerId="LiveId" clId="{247DFBE3-6DDC-40E2-A868-3151FFD1D91D}" dt="2021-02-18T04:08:20.485" v="547" actId="478"/>
          <ac:spMkLst>
            <pc:docMk/>
            <pc:sldMk cId="351904883" sldId="277"/>
            <ac:spMk id="3" creationId="{66552501-7C00-4CF9-B2C3-88F7A839DB15}"/>
          </ac:spMkLst>
        </pc:spChg>
        <pc:spChg chg="add mod">
          <ac:chgData name="郁儒 廖" userId="189a1d031aa848d3" providerId="LiveId" clId="{247DFBE3-6DDC-40E2-A868-3151FFD1D91D}" dt="2021-02-18T04:10:43.710" v="577" actId="1076"/>
          <ac:spMkLst>
            <pc:docMk/>
            <pc:sldMk cId="351904883" sldId="277"/>
            <ac:spMk id="9" creationId="{3173026E-C73A-4375-9418-5A3DE3166A91}"/>
          </ac:spMkLst>
        </pc:spChg>
        <pc:spChg chg="del">
          <ac:chgData name="郁儒 廖" userId="189a1d031aa848d3" providerId="LiveId" clId="{247DFBE3-6DDC-40E2-A868-3151FFD1D91D}" dt="2021-02-18T04:08:19.120" v="545" actId="478"/>
          <ac:spMkLst>
            <pc:docMk/>
            <pc:sldMk cId="351904883" sldId="277"/>
            <ac:spMk id="16" creationId="{0C257DDD-F4AA-4A8A-A800-6F94A954AC25}"/>
          </ac:spMkLst>
        </pc:spChg>
        <pc:spChg chg="add mod">
          <ac:chgData name="郁儒 廖" userId="189a1d031aa848d3" providerId="LiveId" clId="{247DFBE3-6DDC-40E2-A868-3151FFD1D91D}" dt="2021-02-21T10:48:50.045" v="2589" actId="1076"/>
          <ac:spMkLst>
            <pc:docMk/>
            <pc:sldMk cId="351904883" sldId="277"/>
            <ac:spMk id="16" creationId="{B7BC4B8C-F6E6-4DE7-AC85-D57BE7B9DE94}"/>
          </ac:spMkLst>
        </pc:spChg>
        <pc:spChg chg="add mod">
          <ac:chgData name="郁儒 廖" userId="189a1d031aa848d3" providerId="LiveId" clId="{247DFBE3-6DDC-40E2-A868-3151FFD1D91D}" dt="2021-02-21T10:48:52.675" v="2590" actId="1076"/>
          <ac:spMkLst>
            <pc:docMk/>
            <pc:sldMk cId="351904883" sldId="277"/>
            <ac:spMk id="17" creationId="{BDB0F644-A14D-43AF-B341-B064475487FA}"/>
          </ac:spMkLst>
        </pc:spChg>
        <pc:spChg chg="del">
          <ac:chgData name="郁儒 廖" userId="189a1d031aa848d3" providerId="LiveId" clId="{247DFBE3-6DDC-40E2-A868-3151FFD1D91D}" dt="2021-02-18T04:08:17.909" v="544" actId="478"/>
          <ac:spMkLst>
            <pc:docMk/>
            <pc:sldMk cId="351904883" sldId="277"/>
            <ac:spMk id="17" creationId="{C9E31D94-10E2-42A4-8A5D-643D82C60E49}"/>
          </ac:spMkLst>
        </pc:spChg>
        <pc:spChg chg="del">
          <ac:chgData name="郁儒 廖" userId="189a1d031aa848d3" providerId="LiveId" clId="{247DFBE3-6DDC-40E2-A868-3151FFD1D91D}" dt="2021-02-18T04:08:16.005" v="543" actId="478"/>
          <ac:spMkLst>
            <pc:docMk/>
            <pc:sldMk cId="351904883" sldId="277"/>
            <ac:spMk id="18" creationId="{185F0C87-2D68-4289-BAAC-B379AEC6DD06}"/>
          </ac:spMkLst>
        </pc:spChg>
        <pc:spChg chg="del">
          <ac:chgData name="郁儒 廖" userId="189a1d031aa848d3" providerId="LiveId" clId="{247DFBE3-6DDC-40E2-A868-3151FFD1D91D}" dt="2021-02-18T04:08:12.281" v="542" actId="478"/>
          <ac:spMkLst>
            <pc:docMk/>
            <pc:sldMk cId="351904883" sldId="277"/>
            <ac:spMk id="19" creationId="{3B4B9DF0-2B43-4B9F-B9D6-81EAAFBDEBE6}"/>
          </ac:spMkLst>
        </pc:spChg>
        <pc:spChg chg="del">
          <ac:chgData name="郁儒 廖" userId="189a1d031aa848d3" providerId="LiveId" clId="{247DFBE3-6DDC-40E2-A868-3151FFD1D91D}" dt="2021-02-18T04:08:12.281" v="542" actId="478"/>
          <ac:spMkLst>
            <pc:docMk/>
            <pc:sldMk cId="351904883" sldId="277"/>
            <ac:spMk id="20" creationId="{B5355C74-C532-4B09-9EAB-EB9CCF938F02}"/>
          </ac:spMkLst>
        </pc:spChg>
        <pc:spChg chg="del">
          <ac:chgData name="郁儒 廖" userId="189a1d031aa848d3" providerId="LiveId" clId="{247DFBE3-6DDC-40E2-A868-3151FFD1D91D}" dt="2021-02-18T04:08:12.281" v="542" actId="478"/>
          <ac:spMkLst>
            <pc:docMk/>
            <pc:sldMk cId="351904883" sldId="277"/>
            <ac:spMk id="21" creationId="{B034DBF4-10E3-4520-A928-8C43D8ABAFBB}"/>
          </ac:spMkLst>
        </pc:spChg>
        <pc:spChg chg="del">
          <ac:chgData name="郁儒 廖" userId="189a1d031aa848d3" providerId="LiveId" clId="{247DFBE3-6DDC-40E2-A868-3151FFD1D91D}" dt="2021-02-18T04:08:12.281" v="542" actId="478"/>
          <ac:spMkLst>
            <pc:docMk/>
            <pc:sldMk cId="351904883" sldId="277"/>
            <ac:spMk id="22" creationId="{E5D38F54-FA9D-4519-A65A-8F6DBB2DA116}"/>
          </ac:spMkLst>
        </pc:spChg>
        <pc:spChg chg="del">
          <ac:chgData name="郁儒 廖" userId="189a1d031aa848d3" providerId="LiveId" clId="{247DFBE3-6DDC-40E2-A868-3151FFD1D91D}" dt="2021-02-18T04:08:12.281" v="542" actId="478"/>
          <ac:spMkLst>
            <pc:docMk/>
            <pc:sldMk cId="351904883" sldId="277"/>
            <ac:spMk id="23" creationId="{7303E137-3F52-4D78-9EC6-DB5F3F0A1889}"/>
          </ac:spMkLst>
        </pc:spChg>
        <pc:spChg chg="del">
          <ac:chgData name="郁儒 廖" userId="189a1d031aa848d3" providerId="LiveId" clId="{247DFBE3-6DDC-40E2-A868-3151FFD1D91D}" dt="2021-02-18T04:08:12.281" v="542" actId="478"/>
          <ac:spMkLst>
            <pc:docMk/>
            <pc:sldMk cId="351904883" sldId="277"/>
            <ac:spMk id="24" creationId="{7830DB33-6D89-4BE4-BE29-7E31BEF76A04}"/>
          </ac:spMkLst>
        </pc:spChg>
        <pc:spChg chg="del">
          <ac:chgData name="郁儒 廖" userId="189a1d031aa848d3" providerId="LiveId" clId="{247DFBE3-6DDC-40E2-A868-3151FFD1D91D}" dt="2021-02-18T04:08:12.281" v="542" actId="478"/>
          <ac:spMkLst>
            <pc:docMk/>
            <pc:sldMk cId="351904883" sldId="277"/>
            <ac:spMk id="25" creationId="{8305FB12-293B-4E8D-AB6E-6133ED6F0D0C}"/>
          </ac:spMkLst>
        </pc:spChg>
        <pc:spChg chg="del">
          <ac:chgData name="郁儒 廖" userId="189a1d031aa848d3" providerId="LiveId" clId="{247DFBE3-6DDC-40E2-A868-3151FFD1D91D}" dt="2021-02-18T04:08:12.281" v="542" actId="478"/>
          <ac:spMkLst>
            <pc:docMk/>
            <pc:sldMk cId="351904883" sldId="277"/>
            <ac:spMk id="26" creationId="{18EFF8C5-72BF-440F-ACE0-9B78BDED1DE5}"/>
          </ac:spMkLst>
        </pc:spChg>
        <pc:spChg chg="del">
          <ac:chgData name="郁儒 廖" userId="189a1d031aa848d3" providerId="LiveId" clId="{247DFBE3-6DDC-40E2-A868-3151FFD1D91D}" dt="2021-02-18T04:08:12.281" v="542" actId="478"/>
          <ac:spMkLst>
            <pc:docMk/>
            <pc:sldMk cId="351904883" sldId="277"/>
            <ac:spMk id="27" creationId="{4C9640A7-2F09-4CE1-9AB6-3546F968BC6F}"/>
          </ac:spMkLst>
        </pc:spChg>
        <pc:spChg chg="add mod">
          <ac:chgData name="郁儒 廖" userId="189a1d031aa848d3" providerId="LiveId" clId="{247DFBE3-6DDC-40E2-A868-3151FFD1D91D}" dt="2021-02-18T04:10:01.878" v="570" actId="1076"/>
          <ac:spMkLst>
            <pc:docMk/>
            <pc:sldMk cId="351904883" sldId="277"/>
            <ac:spMk id="28" creationId="{5F629130-26D9-438B-9B26-3E3BEF6C884C}"/>
          </ac:spMkLst>
        </pc:spChg>
        <pc:spChg chg="add mod">
          <ac:chgData name="郁儒 廖" userId="189a1d031aa848d3" providerId="LiveId" clId="{247DFBE3-6DDC-40E2-A868-3151FFD1D91D}" dt="2021-02-18T04:09:56.791" v="569" actId="1076"/>
          <ac:spMkLst>
            <pc:docMk/>
            <pc:sldMk cId="351904883" sldId="277"/>
            <ac:spMk id="29" creationId="{0B7481CF-98B4-4564-99C0-77D1ED3705EA}"/>
          </ac:spMkLst>
        </pc:spChg>
        <pc:spChg chg="add mod">
          <ac:chgData name="郁儒 廖" userId="189a1d031aa848d3" providerId="LiveId" clId="{247DFBE3-6DDC-40E2-A868-3151FFD1D91D}" dt="2021-02-18T04:10:54.942" v="581" actId="1076"/>
          <ac:spMkLst>
            <pc:docMk/>
            <pc:sldMk cId="351904883" sldId="277"/>
            <ac:spMk id="30" creationId="{F819950F-73A1-4CCF-8CDF-3F55E323FF41}"/>
          </ac:spMkLst>
        </pc:spChg>
        <pc:spChg chg="add mod">
          <ac:chgData name="郁儒 廖" userId="189a1d031aa848d3" providerId="LiveId" clId="{247DFBE3-6DDC-40E2-A868-3151FFD1D91D}" dt="2021-02-18T04:11:22.326" v="587" actId="1076"/>
          <ac:spMkLst>
            <pc:docMk/>
            <pc:sldMk cId="351904883" sldId="277"/>
            <ac:spMk id="31" creationId="{544E512F-65EB-4D65-A77C-3AC3CF2E3491}"/>
          </ac:spMkLst>
        </pc:spChg>
        <pc:spChg chg="add del mod">
          <ac:chgData name="郁儒 廖" userId="189a1d031aa848d3" providerId="LiveId" clId="{247DFBE3-6DDC-40E2-A868-3151FFD1D91D}" dt="2021-02-18T04:11:25.990" v="589" actId="478"/>
          <ac:spMkLst>
            <pc:docMk/>
            <pc:sldMk cId="351904883" sldId="277"/>
            <ac:spMk id="32" creationId="{7225F401-F8F6-4363-8123-FCD1CA35002E}"/>
          </ac:spMkLst>
        </pc:spChg>
        <pc:spChg chg="add mod">
          <ac:chgData name="郁儒 廖" userId="189a1d031aa848d3" providerId="LiveId" clId="{247DFBE3-6DDC-40E2-A868-3151FFD1D91D}" dt="2021-02-18T04:11:37.094" v="592" actId="1076"/>
          <ac:spMkLst>
            <pc:docMk/>
            <pc:sldMk cId="351904883" sldId="277"/>
            <ac:spMk id="33" creationId="{E4A4E0B8-0148-4926-99EE-FBB4C3EB4A93}"/>
          </ac:spMkLst>
        </pc:spChg>
        <pc:spChg chg="add mod">
          <ac:chgData name="郁儒 廖" userId="189a1d031aa848d3" providerId="LiveId" clId="{247DFBE3-6DDC-40E2-A868-3151FFD1D91D}" dt="2021-02-21T10:48:46.805" v="2588" actId="1036"/>
          <ac:spMkLst>
            <pc:docMk/>
            <pc:sldMk cId="351904883" sldId="277"/>
            <ac:spMk id="34" creationId="{7714B709-ABDB-4CA0-9C9C-8EFBBB8B4513}"/>
          </ac:spMkLst>
        </pc:spChg>
        <pc:spChg chg="add mod">
          <ac:chgData name="郁儒 廖" userId="189a1d031aa848d3" providerId="LiveId" clId="{247DFBE3-6DDC-40E2-A868-3151FFD1D91D}" dt="2021-02-21T10:48:46.805" v="2588" actId="1036"/>
          <ac:spMkLst>
            <pc:docMk/>
            <pc:sldMk cId="351904883" sldId="277"/>
            <ac:spMk id="35" creationId="{50ED9179-5C0E-4C8F-96F0-4E6B1C411887}"/>
          </ac:spMkLst>
        </pc:spChg>
        <pc:spChg chg="add mod">
          <ac:chgData name="郁儒 廖" userId="189a1d031aa848d3" providerId="LiveId" clId="{247DFBE3-6DDC-40E2-A868-3151FFD1D91D}" dt="2021-02-21T10:48:46.805" v="2588" actId="1036"/>
          <ac:spMkLst>
            <pc:docMk/>
            <pc:sldMk cId="351904883" sldId="277"/>
            <ac:spMk id="36" creationId="{E5531768-0B29-4068-ACB4-260BB6FE3D48}"/>
          </ac:spMkLst>
        </pc:spChg>
        <pc:spChg chg="add mod">
          <ac:chgData name="郁儒 廖" userId="189a1d031aa848d3" providerId="LiveId" clId="{247DFBE3-6DDC-40E2-A868-3151FFD1D91D}" dt="2021-02-21T10:48:46.805" v="2588" actId="1036"/>
          <ac:spMkLst>
            <pc:docMk/>
            <pc:sldMk cId="351904883" sldId="277"/>
            <ac:spMk id="37" creationId="{ED956460-8C48-499A-945B-B17135FE9089}"/>
          </ac:spMkLst>
        </pc:spChg>
        <pc:picChg chg="add mod">
          <ac:chgData name="郁儒 廖" userId="189a1d031aa848d3" providerId="LiveId" clId="{247DFBE3-6DDC-40E2-A868-3151FFD1D91D}" dt="2021-02-18T04:12:01.403" v="597" actId="1076"/>
          <ac:picMkLst>
            <pc:docMk/>
            <pc:sldMk cId="351904883" sldId="277"/>
            <ac:picMk id="5" creationId="{5381E2D4-1093-44A9-8802-40E645F08463}"/>
          </ac:picMkLst>
        </pc:picChg>
        <pc:picChg chg="del">
          <ac:chgData name="郁儒 廖" userId="189a1d031aa848d3" providerId="LiveId" clId="{247DFBE3-6DDC-40E2-A868-3151FFD1D91D}" dt="2021-02-18T04:08:12.281" v="542" actId="478"/>
          <ac:picMkLst>
            <pc:docMk/>
            <pc:sldMk cId="351904883" sldId="277"/>
            <ac:picMk id="7" creationId="{EB27BB4E-C0B8-471B-BADB-F8468928A24D}"/>
          </ac:picMkLst>
        </pc:picChg>
        <pc:picChg chg="add mod">
          <ac:chgData name="郁儒 廖" userId="189a1d031aa848d3" providerId="LiveId" clId="{247DFBE3-6DDC-40E2-A868-3151FFD1D91D}" dt="2021-02-21T10:48:46.805" v="2588" actId="1036"/>
          <ac:picMkLst>
            <pc:docMk/>
            <pc:sldMk cId="351904883" sldId="277"/>
            <ac:picMk id="8" creationId="{D771074B-BD7F-4B25-B41E-42DA3FAD411D}"/>
          </ac:picMkLst>
        </pc:picChg>
        <pc:picChg chg="add del mod">
          <ac:chgData name="郁儒 廖" userId="189a1d031aa848d3" providerId="LiveId" clId="{247DFBE3-6DDC-40E2-A868-3151FFD1D91D}" dt="2021-02-18T04:11:18.896" v="586" actId="1076"/>
          <ac:picMkLst>
            <pc:docMk/>
            <pc:sldMk cId="351904883" sldId="277"/>
            <ac:picMk id="11" creationId="{91258496-71A2-4D73-B86F-7577ED62F7D3}"/>
          </ac:picMkLst>
        </pc:picChg>
        <pc:cxnChg chg="del">
          <ac:chgData name="郁儒 廖" userId="189a1d031aa848d3" providerId="LiveId" clId="{247DFBE3-6DDC-40E2-A868-3151FFD1D91D}" dt="2021-02-18T04:08:12.281" v="542" actId="478"/>
          <ac:cxnSpMkLst>
            <pc:docMk/>
            <pc:sldMk cId="351904883" sldId="277"/>
            <ac:cxnSpMk id="13" creationId="{D7F37376-8329-43D0-85AC-14C28AD7A9D1}"/>
          </ac:cxnSpMkLst>
        </pc:cxnChg>
        <pc:cxnChg chg="del">
          <ac:chgData name="郁儒 廖" userId="189a1d031aa848d3" providerId="LiveId" clId="{247DFBE3-6DDC-40E2-A868-3151FFD1D91D}" dt="2021-02-18T04:08:12.281" v="542" actId="478"/>
          <ac:cxnSpMkLst>
            <pc:docMk/>
            <pc:sldMk cId="351904883" sldId="277"/>
            <ac:cxnSpMk id="15" creationId="{1E5048DE-CB1B-4C18-AD88-AEF3199DAE36}"/>
          </ac:cxnSpMkLst>
        </pc:cxnChg>
      </pc:sldChg>
      <pc:sldChg chg="add mod modShow">
        <pc:chgData name="郁儒 廖" userId="189a1d031aa848d3" providerId="LiveId" clId="{247DFBE3-6DDC-40E2-A868-3151FFD1D91D}" dt="2021-02-18T04:08:01.929" v="539" actId="729"/>
        <pc:sldMkLst>
          <pc:docMk/>
          <pc:sldMk cId="203736139" sldId="278"/>
        </pc:sldMkLst>
      </pc:sldChg>
      <pc:sldChg chg="add del">
        <pc:chgData name="郁儒 廖" userId="189a1d031aa848d3" providerId="LiveId" clId="{247DFBE3-6DDC-40E2-A868-3151FFD1D91D}" dt="2021-02-18T04:09:24.818" v="564"/>
        <pc:sldMkLst>
          <pc:docMk/>
          <pc:sldMk cId="2791269396" sldId="279"/>
        </pc:sldMkLst>
      </pc:sldChg>
      <pc:sldChg chg="addSp delSp modSp add mod">
        <pc:chgData name="郁儒 廖" userId="189a1d031aa848d3" providerId="LiveId" clId="{247DFBE3-6DDC-40E2-A868-3151FFD1D91D}" dt="2021-02-22T16:55:37.076" v="3264" actId="1076"/>
        <pc:sldMkLst>
          <pc:docMk/>
          <pc:sldMk cId="4091407318" sldId="279"/>
        </pc:sldMkLst>
        <pc:spChg chg="mod">
          <ac:chgData name="郁儒 廖" userId="189a1d031aa848d3" providerId="LiveId" clId="{247DFBE3-6DDC-40E2-A868-3151FFD1D91D}" dt="2021-02-21T14:58:06.931" v="3122" actId="2711"/>
          <ac:spMkLst>
            <pc:docMk/>
            <pc:sldMk cId="4091407318" sldId="279"/>
            <ac:spMk id="2" creationId="{0F57AFCD-574A-4525-9F59-D0A9CB3F50E7}"/>
          </ac:spMkLst>
        </pc:spChg>
        <pc:spChg chg="mod">
          <ac:chgData name="郁儒 廖" userId="189a1d031aa848d3" providerId="LiveId" clId="{247DFBE3-6DDC-40E2-A868-3151FFD1D91D}" dt="2021-02-18T04:13:16.446" v="613" actId="1076"/>
          <ac:spMkLst>
            <pc:docMk/>
            <pc:sldMk cId="4091407318" sldId="279"/>
            <ac:spMk id="9" creationId="{3173026E-C73A-4375-9418-5A3DE3166A91}"/>
          </ac:spMkLst>
        </pc:spChg>
        <pc:spChg chg="add mod">
          <ac:chgData name="郁儒 廖" userId="189a1d031aa848d3" providerId="LiveId" clId="{247DFBE3-6DDC-40E2-A868-3151FFD1D91D}" dt="2021-02-18T04:14:07.662" v="622" actId="1076"/>
          <ac:spMkLst>
            <pc:docMk/>
            <pc:sldMk cId="4091407318" sldId="279"/>
            <ac:spMk id="16" creationId="{B9C8441D-C297-473E-9811-DC36482CDEF5}"/>
          </ac:spMkLst>
        </pc:spChg>
        <pc:spChg chg="add mod">
          <ac:chgData name="郁儒 廖" userId="189a1d031aa848d3" providerId="LiveId" clId="{247DFBE3-6DDC-40E2-A868-3151FFD1D91D}" dt="2021-02-18T04:14:48.332" v="635" actId="20577"/>
          <ac:spMkLst>
            <pc:docMk/>
            <pc:sldMk cId="4091407318" sldId="279"/>
            <ac:spMk id="17" creationId="{A25B5A28-9B19-46E8-A1F5-1534E43D6A40}"/>
          </ac:spMkLst>
        </pc:spChg>
        <pc:spChg chg="add mod">
          <ac:chgData name="郁儒 廖" userId="189a1d031aa848d3" providerId="LiveId" clId="{247DFBE3-6DDC-40E2-A868-3151FFD1D91D}" dt="2021-02-18T04:14:56.194" v="638" actId="20577"/>
          <ac:spMkLst>
            <pc:docMk/>
            <pc:sldMk cId="4091407318" sldId="279"/>
            <ac:spMk id="18" creationId="{456703CF-D579-43EA-905B-57F87B776689}"/>
          </ac:spMkLst>
        </pc:spChg>
        <pc:spChg chg="add mod">
          <ac:chgData name="郁儒 廖" userId="189a1d031aa848d3" providerId="LiveId" clId="{247DFBE3-6DDC-40E2-A868-3151FFD1D91D}" dt="2021-02-18T04:15:15.757" v="645" actId="1076"/>
          <ac:spMkLst>
            <pc:docMk/>
            <pc:sldMk cId="4091407318" sldId="279"/>
            <ac:spMk id="19" creationId="{3E95C304-8F09-430A-8A15-2A7F4858E29B}"/>
          </ac:spMkLst>
        </pc:spChg>
        <pc:spChg chg="add mod">
          <ac:chgData name="郁儒 廖" userId="189a1d031aa848d3" providerId="LiveId" clId="{247DFBE3-6DDC-40E2-A868-3151FFD1D91D}" dt="2021-02-18T04:15:12.867" v="644" actId="20577"/>
          <ac:spMkLst>
            <pc:docMk/>
            <pc:sldMk cId="4091407318" sldId="279"/>
            <ac:spMk id="20" creationId="{24A221DB-578E-41A2-B1C9-877F3CF335CC}"/>
          </ac:spMkLst>
        </pc:spChg>
        <pc:spChg chg="add mod">
          <ac:chgData name="郁儒 廖" userId="189a1d031aa848d3" providerId="LiveId" clId="{247DFBE3-6DDC-40E2-A868-3151FFD1D91D}" dt="2021-02-18T04:15:23.875" v="648" actId="20577"/>
          <ac:spMkLst>
            <pc:docMk/>
            <pc:sldMk cId="4091407318" sldId="279"/>
            <ac:spMk id="21" creationId="{DD0D6D9E-462D-49FE-8856-D7A537FEAE12}"/>
          </ac:spMkLst>
        </pc:spChg>
        <pc:spChg chg="add mod">
          <ac:chgData name="郁儒 廖" userId="189a1d031aa848d3" providerId="LiveId" clId="{247DFBE3-6DDC-40E2-A868-3151FFD1D91D}" dt="2021-02-18T04:15:33.630" v="650" actId="1076"/>
          <ac:spMkLst>
            <pc:docMk/>
            <pc:sldMk cId="4091407318" sldId="279"/>
            <ac:spMk id="22" creationId="{F8C15366-3B20-473C-A5FE-860969D8359C}"/>
          </ac:spMkLst>
        </pc:spChg>
        <pc:spChg chg="add mod">
          <ac:chgData name="郁儒 廖" userId="189a1d031aa848d3" providerId="LiveId" clId="{247DFBE3-6DDC-40E2-A868-3151FFD1D91D}" dt="2021-02-18T04:15:38.966" v="652" actId="1076"/>
          <ac:spMkLst>
            <pc:docMk/>
            <pc:sldMk cId="4091407318" sldId="279"/>
            <ac:spMk id="23" creationId="{1C64E015-4A08-49B9-850F-5FEB6B4685D0}"/>
          </ac:spMkLst>
        </pc:spChg>
        <pc:spChg chg="add mod">
          <ac:chgData name="郁儒 廖" userId="189a1d031aa848d3" providerId="LiveId" clId="{247DFBE3-6DDC-40E2-A868-3151FFD1D91D}" dt="2021-02-21T10:49:01.818" v="2592" actId="1076"/>
          <ac:spMkLst>
            <pc:docMk/>
            <pc:sldMk cId="4091407318" sldId="279"/>
            <ac:spMk id="24" creationId="{69645D9F-6C9C-4908-9A80-8D8B846AEAD4}"/>
          </ac:spMkLst>
        </pc:spChg>
        <pc:spChg chg="add mod">
          <ac:chgData name="郁儒 廖" userId="189a1d031aa848d3" providerId="LiveId" clId="{247DFBE3-6DDC-40E2-A868-3151FFD1D91D}" dt="2021-02-21T10:49:01.818" v="2592" actId="1076"/>
          <ac:spMkLst>
            <pc:docMk/>
            <pc:sldMk cId="4091407318" sldId="279"/>
            <ac:spMk id="25" creationId="{35CD35B8-E9AF-40EE-B66B-3615AC47F8ED}"/>
          </ac:spMkLst>
        </pc:spChg>
        <pc:spChg chg="del">
          <ac:chgData name="郁儒 廖" userId="189a1d031aa848d3" providerId="LiveId" clId="{247DFBE3-6DDC-40E2-A868-3151FFD1D91D}" dt="2021-02-18T04:14:12.116" v="624" actId="478"/>
          <ac:spMkLst>
            <pc:docMk/>
            <pc:sldMk cId="4091407318" sldId="279"/>
            <ac:spMk id="28" creationId="{5F629130-26D9-438B-9B26-3E3BEF6C884C}"/>
          </ac:spMkLst>
        </pc:spChg>
        <pc:spChg chg="del">
          <ac:chgData name="郁儒 廖" userId="189a1d031aa848d3" providerId="LiveId" clId="{247DFBE3-6DDC-40E2-A868-3151FFD1D91D}" dt="2021-02-18T04:14:09.860" v="623" actId="478"/>
          <ac:spMkLst>
            <pc:docMk/>
            <pc:sldMk cId="4091407318" sldId="279"/>
            <ac:spMk id="29" creationId="{0B7481CF-98B4-4564-99C0-77D1ED3705EA}"/>
          </ac:spMkLst>
        </pc:spChg>
        <pc:spChg chg="mod">
          <ac:chgData name="郁儒 廖" userId="189a1d031aa848d3" providerId="LiveId" clId="{247DFBE3-6DDC-40E2-A868-3151FFD1D91D}" dt="2021-02-18T04:13:52.186" v="619" actId="208"/>
          <ac:spMkLst>
            <pc:docMk/>
            <pc:sldMk cId="4091407318" sldId="279"/>
            <ac:spMk id="30" creationId="{F819950F-73A1-4CCF-8CDF-3F55E323FF41}"/>
          </ac:spMkLst>
        </pc:spChg>
        <pc:spChg chg="del">
          <ac:chgData name="郁儒 廖" userId="189a1d031aa848d3" providerId="LiveId" clId="{247DFBE3-6DDC-40E2-A868-3151FFD1D91D}" dt="2021-02-18T04:13:09.083" v="610" actId="478"/>
          <ac:spMkLst>
            <pc:docMk/>
            <pc:sldMk cId="4091407318" sldId="279"/>
            <ac:spMk id="31" creationId="{544E512F-65EB-4D65-A77C-3AC3CF2E3491}"/>
          </ac:spMkLst>
        </pc:spChg>
        <pc:spChg chg="del">
          <ac:chgData name="郁儒 廖" userId="189a1d031aa848d3" providerId="LiveId" clId="{247DFBE3-6DDC-40E2-A868-3151FFD1D91D}" dt="2021-02-18T04:12:59.837" v="606" actId="478"/>
          <ac:spMkLst>
            <pc:docMk/>
            <pc:sldMk cId="4091407318" sldId="279"/>
            <ac:spMk id="33" creationId="{E4A4E0B8-0148-4926-99EE-FBB4C3EB4A93}"/>
          </ac:spMkLst>
        </pc:spChg>
        <pc:spChg chg="mod">
          <ac:chgData name="郁儒 廖" userId="189a1d031aa848d3" providerId="LiveId" clId="{247DFBE3-6DDC-40E2-A868-3151FFD1D91D}" dt="2021-02-18T04:14:38.862" v="632" actId="1076"/>
          <ac:spMkLst>
            <pc:docMk/>
            <pc:sldMk cId="4091407318" sldId="279"/>
            <ac:spMk id="34" creationId="{7714B709-ABDB-4CA0-9C9C-8EFBBB8B4513}"/>
          </ac:spMkLst>
        </pc:spChg>
        <pc:spChg chg="mod">
          <ac:chgData name="郁儒 廖" userId="189a1d031aa848d3" providerId="LiveId" clId="{247DFBE3-6DDC-40E2-A868-3151FFD1D91D}" dt="2021-02-18T04:13:58.759" v="620" actId="208"/>
          <ac:spMkLst>
            <pc:docMk/>
            <pc:sldMk cId="4091407318" sldId="279"/>
            <ac:spMk id="35" creationId="{50ED9179-5C0E-4C8F-96F0-4E6B1C411887}"/>
          </ac:spMkLst>
        </pc:spChg>
        <pc:spChg chg="del mod">
          <ac:chgData name="郁儒 廖" userId="189a1d031aa848d3" providerId="LiveId" clId="{247DFBE3-6DDC-40E2-A868-3151FFD1D91D}" dt="2021-02-18T04:14:25.150" v="627" actId="478"/>
          <ac:spMkLst>
            <pc:docMk/>
            <pc:sldMk cId="4091407318" sldId="279"/>
            <ac:spMk id="36" creationId="{E5531768-0B29-4068-ACB4-260BB6FE3D48}"/>
          </ac:spMkLst>
        </pc:spChg>
        <pc:spChg chg="del">
          <ac:chgData name="郁儒 廖" userId="189a1d031aa848d3" providerId="LiveId" clId="{247DFBE3-6DDC-40E2-A868-3151FFD1D91D}" dt="2021-02-18T04:14:27.285" v="628" actId="478"/>
          <ac:spMkLst>
            <pc:docMk/>
            <pc:sldMk cId="4091407318" sldId="279"/>
            <ac:spMk id="37" creationId="{ED956460-8C48-499A-945B-B17135FE9089}"/>
          </ac:spMkLst>
        </pc:spChg>
        <pc:picChg chg="mod">
          <ac:chgData name="郁儒 廖" userId="189a1d031aa848d3" providerId="LiveId" clId="{247DFBE3-6DDC-40E2-A868-3151FFD1D91D}" dt="2021-02-18T04:14:19.174" v="625" actId="1076"/>
          <ac:picMkLst>
            <pc:docMk/>
            <pc:sldMk cId="4091407318" sldId="279"/>
            <ac:picMk id="5" creationId="{5381E2D4-1093-44A9-8802-40E645F08463}"/>
          </ac:picMkLst>
        </pc:picChg>
        <pc:picChg chg="mod">
          <ac:chgData name="郁儒 廖" userId="189a1d031aa848d3" providerId="LiveId" clId="{247DFBE3-6DDC-40E2-A868-3151FFD1D91D}" dt="2021-02-18T04:14:33.974" v="631" actId="1076"/>
          <ac:picMkLst>
            <pc:docMk/>
            <pc:sldMk cId="4091407318" sldId="279"/>
            <ac:picMk id="8" creationId="{D771074B-BD7F-4B25-B41E-42DA3FAD411D}"/>
          </ac:picMkLst>
        </pc:picChg>
        <pc:picChg chg="add del mod">
          <ac:chgData name="郁儒 廖" userId="189a1d031aa848d3" providerId="LiveId" clId="{247DFBE3-6DDC-40E2-A868-3151FFD1D91D}" dt="2021-02-21T14:57:49.700" v="3119" actId="14100"/>
          <ac:picMkLst>
            <pc:docMk/>
            <pc:sldMk cId="4091407318" sldId="279"/>
            <ac:picMk id="11" creationId="{91258496-71A2-4D73-B86F-7577ED62F7D3}"/>
          </ac:picMkLst>
        </pc:picChg>
        <pc:cxnChg chg="add mod">
          <ac:chgData name="郁儒 廖" userId="189a1d031aa848d3" providerId="LiveId" clId="{247DFBE3-6DDC-40E2-A868-3151FFD1D91D}" dt="2021-02-22T16:55:37.076" v="3264" actId="1076"/>
          <ac:cxnSpMkLst>
            <pc:docMk/>
            <pc:sldMk cId="4091407318" sldId="279"/>
            <ac:cxnSpMk id="4" creationId="{5F704CD6-D905-4ECD-9450-8578202632F5}"/>
          </ac:cxnSpMkLst>
        </pc:cxnChg>
      </pc:sldChg>
      <pc:sldChg chg="addSp delSp modSp add mod">
        <pc:chgData name="郁儒 廖" userId="189a1d031aa848d3" providerId="LiveId" clId="{247DFBE3-6DDC-40E2-A868-3151FFD1D91D}" dt="2021-02-21T14:57:43.396" v="3117" actId="14100"/>
        <pc:sldMkLst>
          <pc:docMk/>
          <pc:sldMk cId="29729696" sldId="280"/>
        </pc:sldMkLst>
        <pc:spChg chg="mod">
          <ac:chgData name="郁儒 廖" userId="189a1d031aa848d3" providerId="LiveId" clId="{247DFBE3-6DDC-40E2-A868-3151FFD1D91D}" dt="2021-02-21T14:57:36.518" v="3115" actId="2711"/>
          <ac:spMkLst>
            <pc:docMk/>
            <pc:sldMk cId="29729696" sldId="280"/>
            <ac:spMk id="2" creationId="{0F57AFCD-574A-4525-9F59-D0A9CB3F50E7}"/>
          </ac:spMkLst>
        </pc:spChg>
        <pc:spChg chg="add mod">
          <ac:chgData name="郁儒 廖" userId="189a1d031aa848d3" providerId="LiveId" clId="{247DFBE3-6DDC-40E2-A868-3151FFD1D91D}" dt="2021-02-21T10:49:07.320" v="2604" actId="1036"/>
          <ac:spMkLst>
            <pc:docMk/>
            <pc:sldMk cId="29729696" sldId="280"/>
            <ac:spMk id="12" creationId="{1AD90E79-93F7-4B5E-81BF-B4F603512810}"/>
          </ac:spMkLst>
        </pc:spChg>
        <pc:spChg chg="add mod">
          <ac:chgData name="郁儒 廖" userId="189a1d031aa848d3" providerId="LiveId" clId="{247DFBE3-6DDC-40E2-A868-3151FFD1D91D}" dt="2021-02-21T10:49:07.320" v="2604" actId="1036"/>
          <ac:spMkLst>
            <pc:docMk/>
            <pc:sldMk cId="29729696" sldId="280"/>
            <ac:spMk id="13" creationId="{9705083C-2DD3-48C7-8762-E929CB3B4128}"/>
          </ac:spMkLst>
        </pc:spChg>
        <pc:spChg chg="del">
          <ac:chgData name="郁儒 廖" userId="189a1d031aa848d3" providerId="LiveId" clId="{247DFBE3-6DDC-40E2-A868-3151FFD1D91D}" dt="2021-02-18T04:16:08.238" v="656" actId="478"/>
          <ac:spMkLst>
            <pc:docMk/>
            <pc:sldMk cId="29729696" sldId="280"/>
            <ac:spMk id="16" creationId="{B9C8441D-C297-473E-9811-DC36482CDEF5}"/>
          </ac:spMkLst>
        </pc:spChg>
        <pc:spChg chg="del">
          <ac:chgData name="郁儒 廖" userId="189a1d031aa848d3" providerId="LiveId" clId="{247DFBE3-6DDC-40E2-A868-3151FFD1D91D}" dt="2021-02-18T04:16:07.096" v="655" actId="478"/>
          <ac:spMkLst>
            <pc:docMk/>
            <pc:sldMk cId="29729696" sldId="280"/>
            <ac:spMk id="17" creationId="{A25B5A28-9B19-46E8-A1F5-1534E43D6A40}"/>
          </ac:spMkLst>
        </pc:spChg>
        <pc:spChg chg="del">
          <ac:chgData name="郁儒 廖" userId="189a1d031aa848d3" providerId="LiveId" clId="{247DFBE3-6DDC-40E2-A868-3151FFD1D91D}" dt="2021-02-18T04:16:05.294" v="654" actId="478"/>
          <ac:spMkLst>
            <pc:docMk/>
            <pc:sldMk cId="29729696" sldId="280"/>
            <ac:spMk id="18" creationId="{456703CF-D579-43EA-905B-57F87B776689}"/>
          </ac:spMkLst>
        </pc:spChg>
        <pc:spChg chg="del">
          <ac:chgData name="郁儒 廖" userId="189a1d031aa848d3" providerId="LiveId" clId="{247DFBE3-6DDC-40E2-A868-3151FFD1D91D}" dt="2021-02-18T04:16:12.893" v="659" actId="478"/>
          <ac:spMkLst>
            <pc:docMk/>
            <pc:sldMk cId="29729696" sldId="280"/>
            <ac:spMk id="19" creationId="{3E95C304-8F09-430A-8A15-2A7F4858E29B}"/>
          </ac:spMkLst>
        </pc:spChg>
        <pc:spChg chg="del">
          <ac:chgData name="郁儒 廖" userId="189a1d031aa848d3" providerId="LiveId" clId="{247DFBE3-6DDC-40E2-A868-3151FFD1D91D}" dt="2021-02-18T04:16:11.301" v="658" actId="478"/>
          <ac:spMkLst>
            <pc:docMk/>
            <pc:sldMk cId="29729696" sldId="280"/>
            <ac:spMk id="20" creationId="{24A221DB-578E-41A2-B1C9-877F3CF335CC}"/>
          </ac:spMkLst>
        </pc:spChg>
        <pc:spChg chg="del">
          <ac:chgData name="郁儒 廖" userId="189a1d031aa848d3" providerId="LiveId" clId="{247DFBE3-6DDC-40E2-A868-3151FFD1D91D}" dt="2021-02-18T04:16:10.046" v="657" actId="478"/>
          <ac:spMkLst>
            <pc:docMk/>
            <pc:sldMk cId="29729696" sldId="280"/>
            <ac:spMk id="21" creationId="{DD0D6D9E-462D-49FE-8856-D7A537FEAE12}"/>
          </ac:spMkLst>
        </pc:spChg>
        <pc:spChg chg="del">
          <ac:chgData name="郁儒 廖" userId="189a1d031aa848d3" providerId="LiveId" clId="{247DFBE3-6DDC-40E2-A868-3151FFD1D91D}" dt="2021-02-18T04:16:51.501" v="669" actId="478"/>
          <ac:spMkLst>
            <pc:docMk/>
            <pc:sldMk cId="29729696" sldId="280"/>
            <ac:spMk id="22" creationId="{F8C15366-3B20-473C-A5FE-860969D8359C}"/>
          </ac:spMkLst>
        </pc:spChg>
        <pc:spChg chg="del">
          <ac:chgData name="郁儒 廖" userId="189a1d031aa848d3" providerId="LiveId" clId="{247DFBE3-6DDC-40E2-A868-3151FFD1D91D}" dt="2021-02-18T04:16:56.989" v="672" actId="478"/>
          <ac:spMkLst>
            <pc:docMk/>
            <pc:sldMk cId="29729696" sldId="280"/>
            <ac:spMk id="23" creationId="{1C64E015-4A08-49B9-850F-5FEB6B4685D0}"/>
          </ac:spMkLst>
        </pc:spChg>
        <pc:spChg chg="add mod">
          <ac:chgData name="郁儒 廖" userId="189a1d031aa848d3" providerId="LiveId" clId="{247DFBE3-6DDC-40E2-A868-3151FFD1D91D}" dt="2021-02-18T04:16:30.262" v="664" actId="1076"/>
          <ac:spMkLst>
            <pc:docMk/>
            <pc:sldMk cId="29729696" sldId="280"/>
            <ac:spMk id="24" creationId="{0A96A704-F1D5-45A8-A0B3-B973F953F904}"/>
          </ac:spMkLst>
        </pc:spChg>
        <pc:spChg chg="add mod">
          <ac:chgData name="郁儒 廖" userId="189a1d031aa848d3" providerId="LiveId" clId="{247DFBE3-6DDC-40E2-A868-3151FFD1D91D}" dt="2021-02-18T04:16:46.606" v="668" actId="1076"/>
          <ac:spMkLst>
            <pc:docMk/>
            <pc:sldMk cId="29729696" sldId="280"/>
            <ac:spMk id="25" creationId="{047112E5-4BA3-448E-96B5-8F526E8C5EF2}"/>
          </ac:spMkLst>
        </pc:spChg>
        <pc:spChg chg="add del mod">
          <ac:chgData name="郁儒 廖" userId="189a1d031aa848d3" providerId="LiveId" clId="{247DFBE3-6DDC-40E2-A868-3151FFD1D91D}" dt="2021-02-18T04:17:51.942" v="679" actId="478"/>
          <ac:spMkLst>
            <pc:docMk/>
            <pc:sldMk cId="29729696" sldId="280"/>
            <ac:spMk id="26" creationId="{7610620C-A31B-4D8D-878A-1D0E629110C9}"/>
          </ac:spMkLst>
        </pc:spChg>
        <pc:spChg chg="add mod">
          <ac:chgData name="郁儒 廖" userId="189a1d031aa848d3" providerId="LiveId" clId="{247DFBE3-6DDC-40E2-A868-3151FFD1D91D}" dt="2021-02-18T04:17:47.246" v="678" actId="1076"/>
          <ac:spMkLst>
            <pc:docMk/>
            <pc:sldMk cId="29729696" sldId="280"/>
            <ac:spMk id="27" creationId="{1BEF88D4-6571-4B3B-B03F-7EB167FC085E}"/>
          </ac:spMkLst>
        </pc:spChg>
        <pc:spChg chg="add mod">
          <ac:chgData name="郁儒 廖" userId="189a1d031aa848d3" providerId="LiveId" clId="{247DFBE3-6DDC-40E2-A868-3151FFD1D91D}" dt="2021-02-18T04:18:01.438" v="681" actId="1076"/>
          <ac:spMkLst>
            <pc:docMk/>
            <pc:sldMk cId="29729696" sldId="280"/>
            <ac:spMk id="28" creationId="{6A5D316F-12CE-46E5-B687-8B54F1200C43}"/>
          </ac:spMkLst>
        </pc:spChg>
        <pc:spChg chg="del">
          <ac:chgData name="郁儒 廖" userId="189a1d031aa848d3" providerId="LiveId" clId="{247DFBE3-6DDC-40E2-A868-3151FFD1D91D}" dt="2021-02-18T04:17:12.101" v="673" actId="478"/>
          <ac:spMkLst>
            <pc:docMk/>
            <pc:sldMk cId="29729696" sldId="280"/>
            <ac:spMk id="30" creationId="{F819950F-73A1-4CCF-8CDF-3F55E323FF41}"/>
          </ac:spMkLst>
        </pc:spChg>
        <pc:spChg chg="mod">
          <ac:chgData name="郁儒 廖" userId="189a1d031aa848d3" providerId="LiveId" clId="{247DFBE3-6DDC-40E2-A868-3151FFD1D91D}" dt="2021-02-18T04:16:39.950" v="666" actId="1076"/>
          <ac:spMkLst>
            <pc:docMk/>
            <pc:sldMk cId="29729696" sldId="280"/>
            <ac:spMk id="34" creationId="{7714B709-ABDB-4CA0-9C9C-8EFBBB8B4513}"/>
          </ac:spMkLst>
        </pc:spChg>
        <pc:spChg chg="del">
          <ac:chgData name="郁儒 廖" userId="189a1d031aa848d3" providerId="LiveId" clId="{247DFBE3-6DDC-40E2-A868-3151FFD1D91D}" dt="2021-02-18T04:17:13.572" v="674" actId="478"/>
          <ac:spMkLst>
            <pc:docMk/>
            <pc:sldMk cId="29729696" sldId="280"/>
            <ac:spMk id="35" creationId="{50ED9179-5C0E-4C8F-96F0-4E6B1C411887}"/>
          </ac:spMkLst>
        </pc:spChg>
        <pc:picChg chg="add del mod">
          <ac:chgData name="郁儒 廖" userId="189a1d031aa848d3" providerId="LiveId" clId="{247DFBE3-6DDC-40E2-A868-3151FFD1D91D}" dt="2021-02-18T04:16:54.237" v="671" actId="478"/>
          <ac:picMkLst>
            <pc:docMk/>
            <pc:sldMk cId="29729696" sldId="280"/>
            <ac:picMk id="8" creationId="{D771074B-BD7F-4B25-B41E-42DA3FAD411D}"/>
          </ac:picMkLst>
        </pc:picChg>
        <pc:picChg chg="mod">
          <ac:chgData name="郁儒 廖" userId="189a1d031aa848d3" providerId="LiveId" clId="{247DFBE3-6DDC-40E2-A868-3151FFD1D91D}" dt="2021-02-21T14:57:43.396" v="3117" actId="14100"/>
          <ac:picMkLst>
            <pc:docMk/>
            <pc:sldMk cId="29729696" sldId="280"/>
            <ac:picMk id="11" creationId="{91258496-71A2-4D73-B86F-7577ED62F7D3}"/>
          </ac:picMkLst>
        </pc:picChg>
      </pc:sldChg>
      <pc:sldChg chg="addSp delSp modSp add mod">
        <pc:chgData name="郁儒 廖" userId="189a1d031aa848d3" providerId="LiveId" clId="{247DFBE3-6DDC-40E2-A868-3151FFD1D91D}" dt="2021-02-21T14:57:10.058" v="3109" actId="255"/>
        <pc:sldMkLst>
          <pc:docMk/>
          <pc:sldMk cId="3525845895" sldId="281"/>
        </pc:sldMkLst>
        <pc:spChg chg="mod">
          <ac:chgData name="郁儒 廖" userId="189a1d031aa848d3" providerId="LiveId" clId="{247DFBE3-6DDC-40E2-A868-3151FFD1D91D}" dt="2021-02-21T14:57:10.058" v="3109" actId="255"/>
          <ac:spMkLst>
            <pc:docMk/>
            <pc:sldMk cId="3525845895" sldId="281"/>
            <ac:spMk id="2" creationId="{0F57AFCD-574A-4525-9F59-D0A9CB3F50E7}"/>
          </ac:spMkLst>
        </pc:spChg>
        <pc:spChg chg="del mod">
          <ac:chgData name="郁儒 廖" userId="189a1d031aa848d3" providerId="LiveId" clId="{247DFBE3-6DDC-40E2-A868-3151FFD1D91D}" dt="2021-02-18T14:26:34.528" v="837" actId="478"/>
          <ac:spMkLst>
            <pc:docMk/>
            <pc:sldMk cId="3525845895" sldId="281"/>
            <ac:spMk id="3" creationId="{66552501-7C00-4CF9-B2C3-88F7A839DB15}"/>
          </ac:spMkLst>
        </pc:spChg>
        <pc:spChg chg="del">
          <ac:chgData name="郁儒 廖" userId="189a1d031aa848d3" providerId="LiveId" clId="{247DFBE3-6DDC-40E2-A868-3151FFD1D91D}" dt="2021-02-18T14:26:26.712" v="833" actId="478"/>
          <ac:spMkLst>
            <pc:docMk/>
            <pc:sldMk cId="3525845895" sldId="281"/>
            <ac:spMk id="16" creationId="{0C257DDD-F4AA-4A8A-A800-6F94A954AC25}"/>
          </ac:spMkLst>
        </pc:spChg>
        <pc:spChg chg="add mod">
          <ac:chgData name="郁儒 廖" userId="189a1d031aa848d3" providerId="LiveId" clId="{247DFBE3-6DDC-40E2-A868-3151FFD1D91D}" dt="2021-02-20T08:18:29.899" v="2315" actId="1076"/>
          <ac:spMkLst>
            <pc:docMk/>
            <pc:sldMk cId="3525845895" sldId="281"/>
            <ac:spMk id="17" creationId="{5052A676-37CF-4490-927B-F473521E46BD}"/>
          </ac:spMkLst>
        </pc:spChg>
        <pc:spChg chg="del">
          <ac:chgData name="郁儒 廖" userId="189a1d031aa848d3" providerId="LiveId" clId="{247DFBE3-6DDC-40E2-A868-3151FFD1D91D}" dt="2021-02-18T14:26:28.633" v="834" actId="478"/>
          <ac:spMkLst>
            <pc:docMk/>
            <pc:sldMk cId="3525845895" sldId="281"/>
            <ac:spMk id="17" creationId="{C9E31D94-10E2-42A4-8A5D-643D82C60E49}"/>
          </ac:spMkLst>
        </pc:spChg>
        <pc:spChg chg="del">
          <ac:chgData name="郁儒 廖" userId="189a1d031aa848d3" providerId="LiveId" clId="{247DFBE3-6DDC-40E2-A868-3151FFD1D91D}" dt="2021-02-18T14:26:29.804" v="835" actId="478"/>
          <ac:spMkLst>
            <pc:docMk/>
            <pc:sldMk cId="3525845895" sldId="281"/>
            <ac:spMk id="18" creationId="{185F0C87-2D68-4289-BAAC-B379AEC6DD06}"/>
          </ac:spMkLst>
        </pc:spChg>
        <pc:spChg chg="add mod">
          <ac:chgData name="郁儒 廖" userId="189a1d031aa848d3" providerId="LiveId" clId="{247DFBE3-6DDC-40E2-A868-3151FFD1D91D}" dt="2021-02-20T08:18:36.117" v="2317" actId="1076"/>
          <ac:spMkLst>
            <pc:docMk/>
            <pc:sldMk cId="3525845895" sldId="281"/>
            <ac:spMk id="18" creationId="{726FFD53-5F08-4492-91D9-4AC953D8AED2}"/>
          </ac:spMkLst>
        </pc:spChg>
        <pc:spChg chg="del mod">
          <ac:chgData name="郁儒 廖" userId="189a1d031aa848d3" providerId="LiveId" clId="{247DFBE3-6DDC-40E2-A868-3151FFD1D91D}" dt="2021-02-18T14:26:22.234" v="831" actId="478"/>
          <ac:spMkLst>
            <pc:docMk/>
            <pc:sldMk cId="3525845895" sldId="281"/>
            <ac:spMk id="19" creationId="{3B4B9DF0-2B43-4B9F-B9D6-81EAAFBDEBE6}"/>
          </ac:spMkLst>
        </pc:spChg>
        <pc:spChg chg="add mod">
          <ac:chgData name="郁儒 廖" userId="189a1d031aa848d3" providerId="LiveId" clId="{247DFBE3-6DDC-40E2-A868-3151FFD1D91D}" dt="2021-02-21T10:49:19.290" v="2608"/>
          <ac:spMkLst>
            <pc:docMk/>
            <pc:sldMk cId="3525845895" sldId="281"/>
            <ac:spMk id="19" creationId="{BD557BA1-A8F5-49F0-85F4-785736177561}"/>
          </ac:spMkLst>
        </pc:spChg>
        <pc:spChg chg="mod">
          <ac:chgData name="郁儒 廖" userId="189a1d031aa848d3" providerId="LiveId" clId="{247DFBE3-6DDC-40E2-A868-3151FFD1D91D}" dt="2021-02-18T14:26:41.135" v="895" actId="1035"/>
          <ac:spMkLst>
            <pc:docMk/>
            <pc:sldMk cId="3525845895" sldId="281"/>
            <ac:spMk id="20" creationId="{B5355C74-C532-4B09-9EAB-EB9CCF938F02}"/>
          </ac:spMkLst>
        </pc:spChg>
        <pc:spChg chg="add mod">
          <ac:chgData name="郁儒 廖" userId="189a1d031aa848d3" providerId="LiveId" clId="{247DFBE3-6DDC-40E2-A868-3151FFD1D91D}" dt="2021-02-21T10:52:00.359" v="2707"/>
          <ac:spMkLst>
            <pc:docMk/>
            <pc:sldMk cId="3525845895" sldId="281"/>
            <ac:spMk id="21" creationId="{AFFB02B7-639A-4651-9A4A-9BB733F64890}"/>
          </ac:spMkLst>
        </pc:spChg>
        <pc:spChg chg="del mod">
          <ac:chgData name="郁儒 廖" userId="189a1d031aa848d3" providerId="LiveId" clId="{247DFBE3-6DDC-40E2-A868-3151FFD1D91D}" dt="2021-02-18T14:26:04.808" v="826" actId="478"/>
          <ac:spMkLst>
            <pc:docMk/>
            <pc:sldMk cId="3525845895" sldId="281"/>
            <ac:spMk id="21" creationId="{B034DBF4-10E3-4520-A928-8C43D8ABAFBB}"/>
          </ac:spMkLst>
        </pc:spChg>
        <pc:spChg chg="add mod">
          <ac:chgData name="郁儒 廖" userId="189a1d031aa848d3" providerId="LiveId" clId="{247DFBE3-6DDC-40E2-A868-3151FFD1D91D}" dt="2021-02-21T10:52:00.359" v="2707"/>
          <ac:spMkLst>
            <pc:docMk/>
            <pc:sldMk cId="3525845895" sldId="281"/>
            <ac:spMk id="22" creationId="{12317E2F-A1C4-4332-8521-1238A8711BCB}"/>
          </ac:spMkLst>
        </pc:spChg>
        <pc:spChg chg="del">
          <ac:chgData name="郁儒 廖" userId="189a1d031aa848d3" providerId="LiveId" clId="{247DFBE3-6DDC-40E2-A868-3151FFD1D91D}" dt="2021-02-18T14:26:32.007" v="836" actId="478"/>
          <ac:spMkLst>
            <pc:docMk/>
            <pc:sldMk cId="3525845895" sldId="281"/>
            <ac:spMk id="22" creationId="{E5D38F54-FA9D-4519-A65A-8F6DBB2DA116}"/>
          </ac:spMkLst>
        </pc:spChg>
        <pc:spChg chg="mod">
          <ac:chgData name="郁儒 廖" userId="189a1d031aa848d3" providerId="LiveId" clId="{247DFBE3-6DDC-40E2-A868-3151FFD1D91D}" dt="2021-02-18T14:26:41.135" v="895" actId="1035"/>
          <ac:spMkLst>
            <pc:docMk/>
            <pc:sldMk cId="3525845895" sldId="281"/>
            <ac:spMk id="23" creationId="{7303E137-3F52-4D78-9EC6-DB5F3F0A1889}"/>
          </ac:spMkLst>
        </pc:spChg>
        <pc:spChg chg="del mod">
          <ac:chgData name="郁儒 廖" userId="189a1d031aa848d3" providerId="LiveId" clId="{247DFBE3-6DDC-40E2-A868-3151FFD1D91D}" dt="2021-02-18T14:26:24.009" v="832" actId="478"/>
          <ac:spMkLst>
            <pc:docMk/>
            <pc:sldMk cId="3525845895" sldId="281"/>
            <ac:spMk id="24" creationId="{7830DB33-6D89-4BE4-BE29-7E31BEF76A04}"/>
          </ac:spMkLst>
        </pc:spChg>
        <pc:spChg chg="mod">
          <ac:chgData name="郁儒 廖" userId="189a1d031aa848d3" providerId="LiveId" clId="{247DFBE3-6DDC-40E2-A868-3151FFD1D91D}" dt="2021-02-18T14:26:41.135" v="895" actId="1035"/>
          <ac:spMkLst>
            <pc:docMk/>
            <pc:sldMk cId="3525845895" sldId="281"/>
            <ac:spMk id="25" creationId="{8305FB12-293B-4E8D-AB6E-6133ED6F0D0C}"/>
          </ac:spMkLst>
        </pc:spChg>
        <pc:spChg chg="mod">
          <ac:chgData name="郁儒 廖" userId="189a1d031aa848d3" providerId="LiveId" clId="{247DFBE3-6DDC-40E2-A868-3151FFD1D91D}" dt="2021-02-18T14:26:41.135" v="895" actId="1035"/>
          <ac:spMkLst>
            <pc:docMk/>
            <pc:sldMk cId="3525845895" sldId="281"/>
            <ac:spMk id="26" creationId="{18EFF8C5-72BF-440F-ACE0-9B78BDED1DE5}"/>
          </ac:spMkLst>
        </pc:spChg>
        <pc:spChg chg="mod">
          <ac:chgData name="郁儒 廖" userId="189a1d031aa848d3" providerId="LiveId" clId="{247DFBE3-6DDC-40E2-A868-3151FFD1D91D}" dt="2021-02-18T14:26:41.135" v="895" actId="1035"/>
          <ac:spMkLst>
            <pc:docMk/>
            <pc:sldMk cId="3525845895" sldId="281"/>
            <ac:spMk id="27" creationId="{4C9640A7-2F09-4CE1-9AB6-3546F968BC6F}"/>
          </ac:spMkLst>
        </pc:spChg>
        <pc:spChg chg="add mod">
          <ac:chgData name="郁儒 廖" userId="189a1d031aa848d3" providerId="LiveId" clId="{247DFBE3-6DDC-40E2-A868-3151FFD1D91D}" dt="2021-02-18T14:26:41.135" v="895" actId="1035"/>
          <ac:spMkLst>
            <pc:docMk/>
            <pc:sldMk cId="3525845895" sldId="281"/>
            <ac:spMk id="28" creationId="{A452B8AB-9C68-417A-AA2A-4AC08423BAAD}"/>
          </ac:spMkLst>
        </pc:spChg>
        <pc:spChg chg="add mod">
          <ac:chgData name="郁儒 廖" userId="189a1d031aa848d3" providerId="LiveId" clId="{247DFBE3-6DDC-40E2-A868-3151FFD1D91D}" dt="2021-02-18T14:26:41.135" v="895" actId="1035"/>
          <ac:spMkLst>
            <pc:docMk/>
            <pc:sldMk cId="3525845895" sldId="281"/>
            <ac:spMk id="29" creationId="{C94FDCBE-0EA3-452B-B58C-76C0ACDF5065}"/>
          </ac:spMkLst>
        </pc:spChg>
        <pc:spChg chg="add mod">
          <ac:chgData name="郁儒 廖" userId="189a1d031aa848d3" providerId="LiveId" clId="{247DFBE3-6DDC-40E2-A868-3151FFD1D91D}" dt="2021-02-18T14:26:41.135" v="895" actId="1035"/>
          <ac:spMkLst>
            <pc:docMk/>
            <pc:sldMk cId="3525845895" sldId="281"/>
            <ac:spMk id="30" creationId="{00A83DE1-18D6-4746-BBFD-B1DF962E16A5}"/>
          </ac:spMkLst>
        </pc:spChg>
        <pc:spChg chg="add mod">
          <ac:chgData name="郁儒 廖" userId="189a1d031aa848d3" providerId="LiveId" clId="{247DFBE3-6DDC-40E2-A868-3151FFD1D91D}" dt="2021-02-18T14:26:41.135" v="895" actId="1035"/>
          <ac:spMkLst>
            <pc:docMk/>
            <pc:sldMk cId="3525845895" sldId="281"/>
            <ac:spMk id="31" creationId="{9C8946DC-088E-4390-A979-6B113C16C757}"/>
          </ac:spMkLst>
        </pc:spChg>
        <pc:spChg chg="add mod">
          <ac:chgData name="郁儒 廖" userId="189a1d031aa848d3" providerId="LiveId" clId="{247DFBE3-6DDC-40E2-A868-3151FFD1D91D}" dt="2021-02-18T14:28:36.440" v="916" actId="207"/>
          <ac:spMkLst>
            <pc:docMk/>
            <pc:sldMk cId="3525845895" sldId="281"/>
            <ac:spMk id="33" creationId="{20F418E5-5D07-4354-8922-3D8BD67BBDC8}"/>
          </ac:spMkLst>
        </pc:spChg>
        <pc:picChg chg="del">
          <ac:chgData name="郁儒 廖" userId="189a1d031aa848d3" providerId="LiveId" clId="{247DFBE3-6DDC-40E2-A868-3151FFD1D91D}" dt="2021-02-18T14:20:11.458" v="709" actId="478"/>
          <ac:picMkLst>
            <pc:docMk/>
            <pc:sldMk cId="3525845895" sldId="281"/>
            <ac:picMk id="4" creationId="{9803E7B6-7BB0-485F-B42E-B14F31F42731}"/>
          </ac:picMkLst>
        </pc:picChg>
        <pc:picChg chg="add mod">
          <ac:chgData name="郁儒 廖" userId="189a1d031aa848d3" providerId="LiveId" clId="{247DFBE3-6DDC-40E2-A868-3151FFD1D91D}" dt="2021-02-18T14:48:26.328" v="1577" actId="1076"/>
          <ac:picMkLst>
            <pc:docMk/>
            <pc:sldMk cId="3525845895" sldId="281"/>
            <ac:picMk id="6" creationId="{167944EB-524C-4FF6-9181-DCABECC86109}"/>
          </ac:picMkLst>
        </pc:picChg>
        <pc:picChg chg="add mod">
          <ac:chgData name="郁儒 廖" userId="189a1d031aa848d3" providerId="LiveId" clId="{247DFBE3-6DDC-40E2-A868-3151FFD1D91D}" dt="2021-02-18T14:23:52.881" v="733" actId="1076"/>
          <ac:picMkLst>
            <pc:docMk/>
            <pc:sldMk cId="3525845895" sldId="281"/>
            <ac:picMk id="8" creationId="{51E5D6A0-619A-47D7-9312-1E16EFF46BE2}"/>
          </ac:picMkLst>
        </pc:picChg>
        <pc:picChg chg="add mod">
          <ac:chgData name="郁儒 廖" userId="189a1d031aa848d3" providerId="LiveId" clId="{247DFBE3-6DDC-40E2-A868-3151FFD1D91D}" dt="2021-02-18T14:27:22.417" v="903" actId="1076"/>
          <ac:picMkLst>
            <pc:docMk/>
            <pc:sldMk cId="3525845895" sldId="281"/>
            <ac:picMk id="10" creationId="{CEDC8B62-880E-49A2-8AF4-846BFA058A93}"/>
          </ac:picMkLst>
        </pc:picChg>
        <pc:picChg chg="del">
          <ac:chgData name="郁儒 廖" userId="189a1d031aa848d3" providerId="LiveId" clId="{247DFBE3-6DDC-40E2-A868-3151FFD1D91D}" dt="2021-02-18T14:23:37.568" v="727" actId="478"/>
          <ac:picMkLst>
            <pc:docMk/>
            <pc:sldMk cId="3525845895" sldId="281"/>
            <ac:picMk id="11" creationId="{91258496-71A2-4D73-B86F-7577ED62F7D3}"/>
          </ac:picMkLst>
        </pc:picChg>
        <pc:cxnChg chg="del">
          <ac:chgData name="郁儒 廖" userId="189a1d031aa848d3" providerId="LiveId" clId="{247DFBE3-6DDC-40E2-A868-3151FFD1D91D}" dt="2021-02-18T14:20:13.147" v="710" actId="478"/>
          <ac:cxnSpMkLst>
            <pc:docMk/>
            <pc:sldMk cId="3525845895" sldId="281"/>
            <ac:cxnSpMk id="13" creationId="{D7F37376-8329-43D0-85AC-14C28AD7A9D1}"/>
          </ac:cxnSpMkLst>
        </pc:cxnChg>
        <pc:cxnChg chg="add mod">
          <ac:chgData name="郁儒 廖" userId="189a1d031aa848d3" providerId="LiveId" clId="{247DFBE3-6DDC-40E2-A868-3151FFD1D91D}" dt="2021-02-18T14:28:13.768" v="912" actId="1582"/>
          <ac:cxnSpMkLst>
            <pc:docMk/>
            <pc:sldMk cId="3525845895" sldId="281"/>
            <ac:cxnSpMk id="14" creationId="{D5ED8A2B-6425-4179-AF1F-91E602CCD1A3}"/>
          </ac:cxnSpMkLst>
        </pc:cxnChg>
        <pc:cxnChg chg="del">
          <ac:chgData name="郁儒 廖" userId="189a1d031aa848d3" providerId="LiveId" clId="{247DFBE3-6DDC-40E2-A868-3151FFD1D91D}" dt="2021-02-18T14:20:14.511" v="711" actId="478"/>
          <ac:cxnSpMkLst>
            <pc:docMk/>
            <pc:sldMk cId="3525845895" sldId="281"/>
            <ac:cxnSpMk id="15" creationId="{1E5048DE-CB1B-4C18-AD88-AEF3199DAE36}"/>
          </ac:cxnSpMkLst>
        </pc:cxnChg>
      </pc:sldChg>
      <pc:sldChg chg="addSp delSp modSp add mod ord modShow">
        <pc:chgData name="郁儒 廖" userId="189a1d031aa848d3" providerId="LiveId" clId="{247DFBE3-6DDC-40E2-A868-3151FFD1D91D}" dt="2021-02-21T10:40:25.913" v="2359" actId="729"/>
        <pc:sldMkLst>
          <pc:docMk/>
          <pc:sldMk cId="2523530515" sldId="282"/>
        </pc:sldMkLst>
        <pc:spChg chg="del">
          <ac:chgData name="郁儒 廖" userId="189a1d031aa848d3" providerId="LiveId" clId="{247DFBE3-6DDC-40E2-A868-3151FFD1D91D}" dt="2021-02-18T14:33:26.408" v="1028" actId="478"/>
          <ac:spMkLst>
            <pc:docMk/>
            <pc:sldMk cId="2523530515" sldId="282"/>
            <ac:spMk id="2" creationId="{0F57AFCD-574A-4525-9F59-D0A9CB3F50E7}"/>
          </ac:spMkLst>
        </pc:spChg>
        <pc:spChg chg="add del mod">
          <ac:chgData name="郁儒 廖" userId="189a1d031aa848d3" providerId="LiveId" clId="{247DFBE3-6DDC-40E2-A868-3151FFD1D91D}" dt="2021-02-18T14:33:29.888" v="1029" actId="478"/>
          <ac:spMkLst>
            <pc:docMk/>
            <pc:sldMk cId="2523530515" sldId="282"/>
            <ac:spMk id="11" creationId="{72DA22F5-EE47-4E7C-B64B-8A65BBE865C0}"/>
          </ac:spMkLst>
        </pc:spChg>
        <pc:spChg chg="mod">
          <ac:chgData name="郁儒 廖" userId="189a1d031aa848d3" providerId="LiveId" clId="{247DFBE3-6DDC-40E2-A868-3151FFD1D91D}" dt="2021-02-18T14:33:16.469" v="1023" actId="1037"/>
          <ac:spMkLst>
            <pc:docMk/>
            <pc:sldMk cId="2523530515" sldId="282"/>
            <ac:spMk id="20" creationId="{B5355C74-C532-4B09-9EAB-EB9CCF938F02}"/>
          </ac:spMkLst>
        </pc:spChg>
        <pc:spChg chg="mod">
          <ac:chgData name="郁儒 廖" userId="189a1d031aa848d3" providerId="LiveId" clId="{247DFBE3-6DDC-40E2-A868-3151FFD1D91D}" dt="2021-02-18T14:33:16.469" v="1023" actId="1037"/>
          <ac:spMkLst>
            <pc:docMk/>
            <pc:sldMk cId="2523530515" sldId="282"/>
            <ac:spMk id="25" creationId="{8305FB12-293B-4E8D-AB6E-6133ED6F0D0C}"/>
          </ac:spMkLst>
        </pc:spChg>
        <pc:spChg chg="mod">
          <ac:chgData name="郁儒 廖" userId="189a1d031aa848d3" providerId="LiveId" clId="{247DFBE3-6DDC-40E2-A868-3151FFD1D91D}" dt="2021-02-18T14:33:16.469" v="1023" actId="1037"/>
          <ac:spMkLst>
            <pc:docMk/>
            <pc:sldMk cId="2523530515" sldId="282"/>
            <ac:spMk id="28" creationId="{A452B8AB-9C68-417A-AA2A-4AC08423BAAD}"/>
          </ac:spMkLst>
        </pc:spChg>
        <pc:spChg chg="mod">
          <ac:chgData name="郁儒 廖" userId="189a1d031aa848d3" providerId="LiveId" clId="{247DFBE3-6DDC-40E2-A868-3151FFD1D91D}" dt="2021-02-18T14:33:16.469" v="1023" actId="1037"/>
          <ac:spMkLst>
            <pc:docMk/>
            <pc:sldMk cId="2523530515" sldId="282"/>
            <ac:spMk id="29" creationId="{C94FDCBE-0EA3-452B-B58C-76C0ACDF5065}"/>
          </ac:spMkLst>
        </pc:spChg>
        <pc:spChg chg="mod">
          <ac:chgData name="郁儒 廖" userId="189a1d031aa848d3" providerId="LiveId" clId="{247DFBE3-6DDC-40E2-A868-3151FFD1D91D}" dt="2021-02-18T14:33:16.469" v="1023" actId="1037"/>
          <ac:spMkLst>
            <pc:docMk/>
            <pc:sldMk cId="2523530515" sldId="282"/>
            <ac:spMk id="30" creationId="{00A83DE1-18D6-4746-BBFD-B1DF962E16A5}"/>
          </ac:spMkLst>
        </pc:spChg>
        <pc:spChg chg="mod">
          <ac:chgData name="郁儒 廖" userId="189a1d031aa848d3" providerId="LiveId" clId="{247DFBE3-6DDC-40E2-A868-3151FFD1D91D}" dt="2021-02-18T14:33:16.469" v="1023" actId="1037"/>
          <ac:spMkLst>
            <pc:docMk/>
            <pc:sldMk cId="2523530515" sldId="282"/>
            <ac:spMk id="31" creationId="{9C8946DC-088E-4390-A979-6B113C16C757}"/>
          </ac:spMkLst>
        </pc:spChg>
        <pc:spChg chg="del">
          <ac:chgData name="郁儒 廖" userId="189a1d031aa848d3" providerId="LiveId" clId="{247DFBE3-6DDC-40E2-A868-3151FFD1D91D}" dt="2021-02-18T14:33:05.753" v="932" actId="478"/>
          <ac:spMkLst>
            <pc:docMk/>
            <pc:sldMk cId="2523530515" sldId="282"/>
            <ac:spMk id="33" creationId="{20F418E5-5D07-4354-8922-3D8BD67BBDC8}"/>
          </ac:spMkLst>
        </pc:spChg>
        <pc:picChg chg="add mod ord">
          <ac:chgData name="郁儒 廖" userId="189a1d031aa848d3" providerId="LiveId" clId="{247DFBE3-6DDC-40E2-A868-3151FFD1D91D}" dt="2021-02-18T14:38:57.008" v="1363" actId="1076"/>
          <ac:picMkLst>
            <pc:docMk/>
            <pc:sldMk cId="2523530515" sldId="282"/>
            <ac:picMk id="4" creationId="{B576CEA4-5B79-4D87-8AE7-F2295510F37B}"/>
          </ac:picMkLst>
        </pc:picChg>
        <pc:picChg chg="del">
          <ac:chgData name="郁儒 廖" userId="189a1d031aa848d3" providerId="LiveId" clId="{247DFBE3-6DDC-40E2-A868-3151FFD1D91D}" dt="2021-02-18T14:33:07.391" v="933" actId="478"/>
          <ac:picMkLst>
            <pc:docMk/>
            <pc:sldMk cId="2523530515" sldId="282"/>
            <ac:picMk id="6" creationId="{167944EB-524C-4FF6-9181-DCABECC86109}"/>
          </ac:picMkLst>
        </pc:picChg>
        <pc:picChg chg="add mod">
          <ac:chgData name="郁儒 廖" userId="189a1d031aa848d3" providerId="LiveId" clId="{247DFBE3-6DDC-40E2-A868-3151FFD1D91D}" dt="2021-02-18T14:33:53.184" v="1035" actId="1076"/>
          <ac:picMkLst>
            <pc:docMk/>
            <pc:sldMk cId="2523530515" sldId="282"/>
            <ac:picMk id="7" creationId="{AFDBA703-BE95-42FD-8559-797FF78668E5}"/>
          </ac:picMkLst>
        </pc:picChg>
        <pc:picChg chg="del mod">
          <ac:chgData name="郁儒 廖" userId="189a1d031aa848d3" providerId="LiveId" clId="{247DFBE3-6DDC-40E2-A868-3151FFD1D91D}" dt="2021-02-18T14:32:19.159" v="929" actId="478"/>
          <ac:picMkLst>
            <pc:docMk/>
            <pc:sldMk cId="2523530515" sldId="282"/>
            <ac:picMk id="8" creationId="{51E5D6A0-619A-47D7-9312-1E16EFF46BE2}"/>
          </ac:picMkLst>
        </pc:picChg>
        <pc:picChg chg="del">
          <ac:chgData name="郁儒 廖" userId="189a1d031aa848d3" providerId="LiveId" clId="{247DFBE3-6DDC-40E2-A868-3151FFD1D91D}" dt="2021-02-18T14:31:52.055" v="920" actId="478"/>
          <ac:picMkLst>
            <pc:docMk/>
            <pc:sldMk cId="2523530515" sldId="282"/>
            <ac:picMk id="10" creationId="{CEDC8B62-880E-49A2-8AF4-846BFA058A93}"/>
          </ac:picMkLst>
        </pc:picChg>
        <pc:cxnChg chg="del">
          <ac:chgData name="郁儒 廖" userId="189a1d031aa848d3" providerId="LiveId" clId="{247DFBE3-6DDC-40E2-A868-3151FFD1D91D}" dt="2021-02-18T14:33:04.535" v="931" actId="478"/>
          <ac:cxnSpMkLst>
            <pc:docMk/>
            <pc:sldMk cId="2523530515" sldId="282"/>
            <ac:cxnSpMk id="14" creationId="{D5ED8A2B-6425-4179-AF1F-91E602CCD1A3}"/>
          </ac:cxnSpMkLst>
        </pc:cxnChg>
      </pc:sldChg>
      <pc:sldChg chg="addSp delSp modSp add mod">
        <pc:chgData name="郁儒 廖" userId="189a1d031aa848d3" providerId="LiveId" clId="{247DFBE3-6DDC-40E2-A868-3151FFD1D91D}" dt="2021-02-21T10:53:45.341" v="2782" actId="1076"/>
        <pc:sldMkLst>
          <pc:docMk/>
          <pc:sldMk cId="1075622217" sldId="283"/>
        </pc:sldMkLst>
        <pc:spChg chg="add mod">
          <ac:chgData name="郁儒 廖" userId="189a1d031aa848d3" providerId="LiveId" clId="{247DFBE3-6DDC-40E2-A868-3151FFD1D91D}" dt="2021-02-20T08:20:07.858" v="2331" actId="1076"/>
          <ac:spMkLst>
            <pc:docMk/>
            <pc:sldMk cId="1075622217" sldId="283"/>
            <ac:spMk id="8" creationId="{792270C1-8E19-4FB4-ACA6-F8859845278B}"/>
          </ac:spMkLst>
        </pc:spChg>
        <pc:spChg chg="add mod">
          <ac:chgData name="郁儒 廖" userId="189a1d031aa848d3" providerId="LiveId" clId="{247DFBE3-6DDC-40E2-A868-3151FFD1D91D}" dt="2021-02-20T08:20:19.191" v="2337" actId="1076"/>
          <ac:spMkLst>
            <pc:docMk/>
            <pc:sldMk cId="1075622217" sldId="283"/>
            <ac:spMk id="9" creationId="{166ACD47-7F66-4A7F-B550-184591D46A11}"/>
          </ac:spMkLst>
        </pc:spChg>
        <pc:spChg chg="add mod">
          <ac:chgData name="郁儒 廖" userId="189a1d031aa848d3" providerId="LiveId" clId="{247DFBE3-6DDC-40E2-A868-3151FFD1D91D}" dt="2021-02-21T10:49:32.031" v="2652" actId="20577"/>
          <ac:spMkLst>
            <pc:docMk/>
            <pc:sldMk cId="1075622217" sldId="283"/>
            <ac:spMk id="11" creationId="{EABD44F5-AA22-41C5-A616-1C6AF9FD5338}"/>
          </ac:spMkLst>
        </pc:spChg>
        <pc:spChg chg="add mod">
          <ac:chgData name="郁儒 廖" userId="189a1d031aa848d3" providerId="LiveId" clId="{247DFBE3-6DDC-40E2-A868-3151FFD1D91D}" dt="2021-02-21T10:52:43.310" v="2769" actId="1076"/>
          <ac:spMkLst>
            <pc:docMk/>
            <pc:sldMk cId="1075622217" sldId="283"/>
            <ac:spMk id="12" creationId="{A2112C80-8F5E-4222-9093-F1383C1BF47F}"/>
          </ac:spMkLst>
        </pc:spChg>
        <pc:spChg chg="add mod">
          <ac:chgData name="郁儒 廖" userId="189a1d031aa848d3" providerId="LiveId" clId="{247DFBE3-6DDC-40E2-A868-3151FFD1D91D}" dt="2021-02-21T10:52:55.970" v="2773" actId="1076"/>
          <ac:spMkLst>
            <pc:docMk/>
            <pc:sldMk cId="1075622217" sldId="283"/>
            <ac:spMk id="14" creationId="{A150B602-BE47-4524-83A2-170978032CDF}"/>
          </ac:spMkLst>
        </pc:spChg>
        <pc:spChg chg="add mod">
          <ac:chgData name="郁儒 廖" userId="189a1d031aa848d3" providerId="LiveId" clId="{247DFBE3-6DDC-40E2-A868-3151FFD1D91D}" dt="2021-02-20T08:20:01.451" v="2329" actId="1582"/>
          <ac:spMkLst>
            <pc:docMk/>
            <pc:sldMk cId="1075622217" sldId="283"/>
            <ac:spMk id="15" creationId="{EC292254-2B69-4074-AC42-803DCED08DA4}"/>
          </ac:spMkLst>
        </pc:spChg>
        <pc:spChg chg="add mod">
          <ac:chgData name="郁儒 廖" userId="189a1d031aa848d3" providerId="LiveId" clId="{247DFBE3-6DDC-40E2-A868-3151FFD1D91D}" dt="2021-02-21T10:52:45.690" v="2770" actId="1076"/>
          <ac:spMkLst>
            <pc:docMk/>
            <pc:sldMk cId="1075622217" sldId="283"/>
            <ac:spMk id="16" creationId="{1AFD40D2-CAFF-4176-A5B1-D284489D815C}"/>
          </ac:spMkLst>
        </pc:spChg>
        <pc:spChg chg="add mod">
          <ac:chgData name="郁儒 廖" userId="189a1d031aa848d3" providerId="LiveId" clId="{247DFBE3-6DDC-40E2-A868-3151FFD1D91D}" dt="2021-02-21T10:53:45.341" v="2782" actId="1076"/>
          <ac:spMkLst>
            <pc:docMk/>
            <pc:sldMk cId="1075622217" sldId="283"/>
            <ac:spMk id="17" creationId="{55B41BF1-41B6-4367-A61A-8C0968FAC5B7}"/>
          </ac:spMkLst>
        </pc:spChg>
        <pc:spChg chg="del">
          <ac:chgData name="郁儒 廖" userId="189a1d031aa848d3" providerId="LiveId" clId="{247DFBE3-6DDC-40E2-A868-3151FFD1D91D}" dt="2021-02-18T14:34:13.943" v="1041" actId="478"/>
          <ac:spMkLst>
            <pc:docMk/>
            <pc:sldMk cId="1075622217" sldId="283"/>
            <ac:spMk id="20" creationId="{B5355C74-C532-4B09-9EAB-EB9CCF938F02}"/>
          </ac:spMkLst>
        </pc:spChg>
        <pc:spChg chg="del">
          <ac:chgData name="郁儒 廖" userId="189a1d031aa848d3" providerId="LiveId" clId="{247DFBE3-6DDC-40E2-A868-3151FFD1D91D}" dt="2021-02-18T14:34:15.366" v="1042" actId="478"/>
          <ac:spMkLst>
            <pc:docMk/>
            <pc:sldMk cId="1075622217" sldId="283"/>
            <ac:spMk id="23" creationId="{7303E137-3F52-4D78-9EC6-DB5F3F0A1889}"/>
          </ac:spMkLst>
        </pc:spChg>
        <pc:spChg chg="del">
          <ac:chgData name="郁儒 廖" userId="189a1d031aa848d3" providerId="LiveId" clId="{247DFBE3-6DDC-40E2-A868-3151FFD1D91D}" dt="2021-02-18T14:34:13.943" v="1041" actId="478"/>
          <ac:spMkLst>
            <pc:docMk/>
            <pc:sldMk cId="1075622217" sldId="283"/>
            <ac:spMk id="25" creationId="{8305FB12-293B-4E8D-AB6E-6133ED6F0D0C}"/>
          </ac:spMkLst>
        </pc:spChg>
        <pc:spChg chg="del">
          <ac:chgData name="郁儒 廖" userId="189a1d031aa848d3" providerId="LiveId" clId="{247DFBE3-6DDC-40E2-A868-3151FFD1D91D}" dt="2021-02-18T14:34:15.366" v="1042" actId="478"/>
          <ac:spMkLst>
            <pc:docMk/>
            <pc:sldMk cId="1075622217" sldId="283"/>
            <ac:spMk id="26" creationId="{18EFF8C5-72BF-440F-ACE0-9B78BDED1DE5}"/>
          </ac:spMkLst>
        </pc:spChg>
        <pc:spChg chg="del">
          <ac:chgData name="郁儒 廖" userId="189a1d031aa848d3" providerId="LiveId" clId="{247DFBE3-6DDC-40E2-A868-3151FFD1D91D}" dt="2021-02-18T14:34:15.366" v="1042" actId="478"/>
          <ac:spMkLst>
            <pc:docMk/>
            <pc:sldMk cId="1075622217" sldId="283"/>
            <ac:spMk id="27" creationId="{4C9640A7-2F09-4CE1-9AB6-3546F968BC6F}"/>
          </ac:spMkLst>
        </pc:spChg>
        <pc:spChg chg="del">
          <ac:chgData name="郁儒 廖" userId="189a1d031aa848d3" providerId="LiveId" clId="{247DFBE3-6DDC-40E2-A868-3151FFD1D91D}" dt="2021-02-18T14:34:13.943" v="1041" actId="478"/>
          <ac:spMkLst>
            <pc:docMk/>
            <pc:sldMk cId="1075622217" sldId="283"/>
            <ac:spMk id="28" creationId="{A452B8AB-9C68-417A-AA2A-4AC08423BAAD}"/>
          </ac:spMkLst>
        </pc:spChg>
        <pc:spChg chg="del">
          <ac:chgData name="郁儒 廖" userId="189a1d031aa848d3" providerId="LiveId" clId="{247DFBE3-6DDC-40E2-A868-3151FFD1D91D}" dt="2021-02-18T14:34:13.943" v="1041" actId="478"/>
          <ac:spMkLst>
            <pc:docMk/>
            <pc:sldMk cId="1075622217" sldId="283"/>
            <ac:spMk id="29" creationId="{C94FDCBE-0EA3-452B-B58C-76C0ACDF5065}"/>
          </ac:spMkLst>
        </pc:spChg>
        <pc:spChg chg="del">
          <ac:chgData name="郁儒 廖" userId="189a1d031aa848d3" providerId="LiveId" clId="{247DFBE3-6DDC-40E2-A868-3151FFD1D91D}" dt="2021-02-18T14:34:13.943" v="1041" actId="478"/>
          <ac:spMkLst>
            <pc:docMk/>
            <pc:sldMk cId="1075622217" sldId="283"/>
            <ac:spMk id="30" creationId="{00A83DE1-18D6-4746-BBFD-B1DF962E16A5}"/>
          </ac:spMkLst>
        </pc:spChg>
        <pc:spChg chg="del mod">
          <ac:chgData name="郁儒 廖" userId="189a1d031aa848d3" providerId="LiveId" clId="{247DFBE3-6DDC-40E2-A868-3151FFD1D91D}" dt="2021-02-18T14:34:13.943" v="1041" actId="478"/>
          <ac:spMkLst>
            <pc:docMk/>
            <pc:sldMk cId="1075622217" sldId="283"/>
            <ac:spMk id="31" creationId="{9C8946DC-088E-4390-A979-6B113C16C757}"/>
          </ac:spMkLst>
        </pc:spChg>
        <pc:picChg chg="mod">
          <ac:chgData name="郁儒 廖" userId="189a1d031aa848d3" providerId="LiveId" clId="{247DFBE3-6DDC-40E2-A868-3151FFD1D91D}" dt="2021-02-21T10:52:55.970" v="2773" actId="1076"/>
          <ac:picMkLst>
            <pc:docMk/>
            <pc:sldMk cId="1075622217" sldId="283"/>
            <ac:picMk id="4" creationId="{B576CEA4-5B79-4D87-8AE7-F2295510F37B}"/>
          </ac:picMkLst>
        </pc:picChg>
        <pc:picChg chg="mod">
          <ac:chgData name="郁儒 廖" userId="189a1d031aa848d3" providerId="LiveId" clId="{247DFBE3-6DDC-40E2-A868-3151FFD1D91D}" dt="2021-02-20T08:20:15.381" v="2336" actId="1076"/>
          <ac:picMkLst>
            <pc:docMk/>
            <pc:sldMk cId="1075622217" sldId="283"/>
            <ac:picMk id="7" creationId="{AFDBA703-BE95-42FD-8559-797FF78668E5}"/>
          </ac:picMkLst>
        </pc:picChg>
        <pc:picChg chg="add mod">
          <ac:chgData name="郁儒 廖" userId="189a1d031aa848d3" providerId="LiveId" clId="{247DFBE3-6DDC-40E2-A868-3151FFD1D91D}" dt="2021-02-21T10:52:33.160" v="2766" actId="1076"/>
          <ac:picMkLst>
            <pc:docMk/>
            <pc:sldMk cId="1075622217" sldId="283"/>
            <ac:picMk id="10" creationId="{AE59A018-BE11-4EAE-9572-52582CD8CA27}"/>
          </ac:picMkLst>
        </pc:picChg>
        <pc:cxnChg chg="add mod">
          <ac:chgData name="郁儒 廖" userId="189a1d031aa848d3" providerId="LiveId" clId="{247DFBE3-6DDC-40E2-A868-3151FFD1D91D}" dt="2021-02-21T10:52:55.970" v="2773" actId="1076"/>
          <ac:cxnSpMkLst>
            <pc:docMk/>
            <pc:sldMk cId="1075622217" sldId="283"/>
            <ac:cxnSpMk id="13" creationId="{9EEDD6B9-F64F-407E-97B8-70160D8E8D99}"/>
          </ac:cxnSpMkLst>
        </pc:cxnChg>
      </pc:sldChg>
      <pc:sldChg chg="addSp modSp add mod ord modShow">
        <pc:chgData name="郁儒 廖" userId="189a1d031aa848d3" providerId="LiveId" clId="{247DFBE3-6DDC-40E2-A868-3151FFD1D91D}" dt="2021-02-20T08:20:45.426" v="2340"/>
        <pc:sldMkLst>
          <pc:docMk/>
          <pc:sldMk cId="2964078360" sldId="284"/>
        </pc:sldMkLst>
        <pc:spChg chg="add mod">
          <ac:chgData name="郁儒 廖" userId="189a1d031aa848d3" providerId="LiveId" clId="{247DFBE3-6DDC-40E2-A868-3151FFD1D91D}" dt="2021-02-18T14:36:36.574" v="1245" actId="1036"/>
          <ac:spMkLst>
            <pc:docMk/>
            <pc:sldMk cId="2964078360" sldId="284"/>
            <ac:spMk id="8" creationId="{76B877FC-2C49-4D6E-BE99-941BAB5876BB}"/>
          </ac:spMkLst>
        </pc:spChg>
        <pc:spChg chg="add mod">
          <ac:chgData name="郁儒 廖" userId="189a1d031aa848d3" providerId="LiveId" clId="{247DFBE3-6DDC-40E2-A868-3151FFD1D91D}" dt="2021-02-18T14:36:47.358" v="1341" actId="1037"/>
          <ac:spMkLst>
            <pc:docMk/>
            <pc:sldMk cId="2964078360" sldId="284"/>
            <ac:spMk id="9" creationId="{933DE943-0A8B-427F-8165-73B894494986}"/>
          </ac:spMkLst>
        </pc:spChg>
        <pc:spChg chg="mod">
          <ac:chgData name="郁儒 廖" userId="189a1d031aa848d3" providerId="LiveId" clId="{247DFBE3-6DDC-40E2-A868-3151FFD1D91D}" dt="2021-02-18T14:36:30.122" v="1192" actId="1037"/>
          <ac:spMkLst>
            <pc:docMk/>
            <pc:sldMk cId="2964078360" sldId="284"/>
            <ac:spMk id="15" creationId="{EC292254-2B69-4074-AC42-803DCED08DA4}"/>
          </ac:spMkLst>
        </pc:spChg>
        <pc:picChg chg="mod">
          <ac:chgData name="郁儒 廖" userId="189a1d031aa848d3" providerId="LiveId" clId="{247DFBE3-6DDC-40E2-A868-3151FFD1D91D}" dt="2021-02-18T14:36:27.153" v="1187" actId="1076"/>
          <ac:picMkLst>
            <pc:docMk/>
            <pc:sldMk cId="2964078360" sldId="284"/>
            <ac:picMk id="7" creationId="{AFDBA703-BE95-42FD-8559-797FF78668E5}"/>
          </ac:picMkLst>
        </pc:picChg>
      </pc:sldChg>
      <pc:sldChg chg="addSp delSp modSp add mod">
        <pc:chgData name="郁儒 廖" userId="189a1d031aa848d3" providerId="LiveId" clId="{247DFBE3-6DDC-40E2-A868-3151FFD1D91D}" dt="2021-02-22T17:06:12.865" v="3508" actId="1038"/>
        <pc:sldMkLst>
          <pc:docMk/>
          <pc:sldMk cId="3315725418" sldId="285"/>
        </pc:sldMkLst>
        <pc:spChg chg="del">
          <ac:chgData name="郁儒 廖" userId="189a1d031aa848d3" providerId="LiveId" clId="{247DFBE3-6DDC-40E2-A868-3151FFD1D91D}" dt="2021-02-18T14:37:11.274" v="1349" actId="478"/>
          <ac:spMkLst>
            <pc:docMk/>
            <pc:sldMk cId="3315725418" sldId="285"/>
            <ac:spMk id="8" creationId="{76B877FC-2C49-4D6E-BE99-941BAB5876BB}"/>
          </ac:spMkLst>
        </pc:spChg>
        <pc:spChg chg="del">
          <ac:chgData name="郁儒 廖" userId="189a1d031aa848d3" providerId="LiveId" clId="{247DFBE3-6DDC-40E2-A868-3151FFD1D91D}" dt="2021-02-18T14:37:10.160" v="1348" actId="478"/>
          <ac:spMkLst>
            <pc:docMk/>
            <pc:sldMk cId="3315725418" sldId="285"/>
            <ac:spMk id="9" creationId="{933DE943-0A8B-427F-8165-73B894494986}"/>
          </ac:spMkLst>
        </pc:spChg>
        <pc:spChg chg="del">
          <ac:chgData name="郁儒 廖" userId="189a1d031aa848d3" providerId="LiveId" clId="{247DFBE3-6DDC-40E2-A868-3151FFD1D91D}" dt="2021-02-18T14:37:03.664" v="1345" actId="478"/>
          <ac:spMkLst>
            <pc:docMk/>
            <pc:sldMk cId="3315725418" sldId="285"/>
            <ac:spMk id="14" creationId="{A150B602-BE47-4524-83A2-170978032CDF}"/>
          </ac:spMkLst>
        </pc:spChg>
        <pc:spChg chg="del">
          <ac:chgData name="郁儒 廖" userId="189a1d031aa848d3" providerId="LiveId" clId="{247DFBE3-6DDC-40E2-A868-3151FFD1D91D}" dt="2021-02-18T14:37:13.144" v="1350" actId="478"/>
          <ac:spMkLst>
            <pc:docMk/>
            <pc:sldMk cId="3315725418" sldId="285"/>
            <ac:spMk id="15" creationId="{EC292254-2B69-4074-AC42-803DCED08DA4}"/>
          </ac:spMkLst>
        </pc:spChg>
        <pc:spChg chg="add del mod">
          <ac:chgData name="郁儒 廖" userId="189a1d031aa848d3" providerId="LiveId" clId="{247DFBE3-6DDC-40E2-A868-3151FFD1D91D}" dt="2021-02-21T10:57:09.849" v="2878" actId="478"/>
          <ac:spMkLst>
            <pc:docMk/>
            <pc:sldMk cId="3315725418" sldId="285"/>
            <ac:spMk id="15" creationId="{ED9578FB-87FC-43E7-83CF-51A710623EEF}"/>
          </ac:spMkLst>
        </pc:spChg>
        <pc:spChg chg="add mod">
          <ac:chgData name="郁儒 廖" userId="189a1d031aa848d3" providerId="LiveId" clId="{247DFBE3-6DDC-40E2-A868-3151FFD1D91D}" dt="2021-02-21T10:54:01.744" v="2811" actId="1038"/>
          <ac:spMkLst>
            <pc:docMk/>
            <pc:sldMk cId="3315725418" sldId="285"/>
            <ac:spMk id="18" creationId="{B35DD33E-4014-4ED2-95D7-5A97FCAB318B}"/>
          </ac:spMkLst>
        </pc:spChg>
        <pc:spChg chg="add mod">
          <ac:chgData name="郁儒 廖" userId="189a1d031aa848d3" providerId="LiveId" clId="{247DFBE3-6DDC-40E2-A868-3151FFD1D91D}" dt="2021-02-21T10:54:01.744" v="2811" actId="1038"/>
          <ac:spMkLst>
            <pc:docMk/>
            <pc:sldMk cId="3315725418" sldId="285"/>
            <ac:spMk id="19" creationId="{90C7C165-B3EB-4978-B6C4-DE7A882E92B1}"/>
          </ac:spMkLst>
        </pc:spChg>
        <pc:spChg chg="add mod">
          <ac:chgData name="郁儒 廖" userId="189a1d031aa848d3" providerId="LiveId" clId="{247DFBE3-6DDC-40E2-A868-3151FFD1D91D}" dt="2021-02-21T10:55:11.506" v="2834" actId="1036"/>
          <ac:spMkLst>
            <pc:docMk/>
            <pc:sldMk cId="3315725418" sldId="285"/>
            <ac:spMk id="20" creationId="{69BBF8A0-EF23-43DA-B23F-3C4A869036D0}"/>
          </ac:spMkLst>
        </pc:spChg>
        <pc:spChg chg="add mod">
          <ac:chgData name="郁儒 廖" userId="189a1d031aa848d3" providerId="LiveId" clId="{247DFBE3-6DDC-40E2-A868-3151FFD1D91D}" dt="2021-02-21T10:54:01.744" v="2811" actId="1038"/>
          <ac:spMkLst>
            <pc:docMk/>
            <pc:sldMk cId="3315725418" sldId="285"/>
            <ac:spMk id="21" creationId="{3840B4C5-0F0A-4F1C-B875-B2D035F3A218}"/>
          </ac:spMkLst>
        </pc:spChg>
        <pc:spChg chg="add mod">
          <ac:chgData name="郁儒 廖" userId="189a1d031aa848d3" providerId="LiveId" clId="{247DFBE3-6DDC-40E2-A868-3151FFD1D91D}" dt="2021-02-21T10:55:11.506" v="2834" actId="1036"/>
          <ac:spMkLst>
            <pc:docMk/>
            <pc:sldMk cId="3315725418" sldId="285"/>
            <ac:spMk id="22" creationId="{5216E2E2-8C54-41C9-844F-3EF1B76D7337}"/>
          </ac:spMkLst>
        </pc:spChg>
        <pc:spChg chg="add mod">
          <ac:chgData name="郁儒 廖" userId="189a1d031aa848d3" providerId="LiveId" clId="{247DFBE3-6DDC-40E2-A868-3151FFD1D91D}" dt="2021-02-21T10:54:01.744" v="2811" actId="1038"/>
          <ac:spMkLst>
            <pc:docMk/>
            <pc:sldMk cId="3315725418" sldId="285"/>
            <ac:spMk id="23" creationId="{17BBDA3C-4324-477D-BE88-04FC82AC5910}"/>
          </ac:spMkLst>
        </pc:spChg>
        <pc:spChg chg="add del mod">
          <ac:chgData name="郁儒 廖" userId="189a1d031aa848d3" providerId="LiveId" clId="{247DFBE3-6DDC-40E2-A868-3151FFD1D91D}" dt="2021-02-21T10:57:00.276" v="2875" actId="478"/>
          <ac:spMkLst>
            <pc:docMk/>
            <pc:sldMk cId="3315725418" sldId="285"/>
            <ac:spMk id="25" creationId="{8D031B14-A7F5-4633-A3AC-7244E2198318}"/>
          </ac:spMkLst>
        </pc:spChg>
        <pc:spChg chg="add mod">
          <ac:chgData name="郁儒 廖" userId="189a1d031aa848d3" providerId="LiveId" clId="{247DFBE3-6DDC-40E2-A868-3151FFD1D91D}" dt="2021-02-22T17:05:48.727" v="3375" actId="1038"/>
          <ac:spMkLst>
            <pc:docMk/>
            <pc:sldMk cId="3315725418" sldId="285"/>
            <ac:spMk id="25" creationId="{9E6D2911-3958-4EE1-A6FC-707D81A790EC}"/>
          </ac:spMkLst>
        </pc:spChg>
        <pc:spChg chg="add mod">
          <ac:chgData name="郁儒 廖" userId="189a1d031aa848d3" providerId="LiveId" clId="{247DFBE3-6DDC-40E2-A868-3151FFD1D91D}" dt="2021-02-22T17:05:48.727" v="3375" actId="1038"/>
          <ac:spMkLst>
            <pc:docMk/>
            <pc:sldMk cId="3315725418" sldId="285"/>
            <ac:spMk id="26" creationId="{09023F43-0EDE-4779-B1C1-6F6F9D986208}"/>
          </ac:spMkLst>
        </pc:spChg>
        <pc:spChg chg="add del mod">
          <ac:chgData name="郁儒 廖" userId="189a1d031aa848d3" providerId="LiveId" clId="{247DFBE3-6DDC-40E2-A868-3151FFD1D91D}" dt="2021-02-18T14:41:25.244" v="1500"/>
          <ac:spMkLst>
            <pc:docMk/>
            <pc:sldMk cId="3315725418" sldId="285"/>
            <ac:spMk id="26" creationId="{1EDA9D8B-0CE1-41EA-B97F-B750D1799155}"/>
          </ac:spMkLst>
        </pc:spChg>
        <pc:spChg chg="add del mod">
          <ac:chgData name="郁儒 廖" userId="189a1d031aa848d3" providerId="LiveId" clId="{247DFBE3-6DDC-40E2-A868-3151FFD1D91D}" dt="2021-02-21T10:56:58.371" v="2874" actId="478"/>
          <ac:spMkLst>
            <pc:docMk/>
            <pc:sldMk cId="3315725418" sldId="285"/>
            <ac:spMk id="26" creationId="{591EE5CF-17CB-4611-B4D8-7C5FE0B62C45}"/>
          </ac:spMkLst>
        </pc:spChg>
        <pc:spChg chg="add del mod">
          <ac:chgData name="郁儒 廖" userId="189a1d031aa848d3" providerId="LiveId" clId="{247DFBE3-6DDC-40E2-A868-3151FFD1D91D}" dt="2021-02-18T14:44:35.653" v="1565" actId="478"/>
          <ac:spMkLst>
            <pc:docMk/>
            <pc:sldMk cId="3315725418" sldId="285"/>
            <ac:spMk id="27" creationId="{0252C859-A4D6-4519-A370-734D51E20DC9}"/>
          </ac:spMkLst>
        </pc:spChg>
        <pc:spChg chg="add mod">
          <ac:chgData name="郁儒 廖" userId="189a1d031aa848d3" providerId="LiveId" clId="{247DFBE3-6DDC-40E2-A868-3151FFD1D91D}" dt="2021-02-21T10:54:07.306" v="2812" actId="1076"/>
          <ac:spMkLst>
            <pc:docMk/>
            <pc:sldMk cId="3315725418" sldId="285"/>
            <ac:spMk id="27" creationId="{8E5C5930-2297-4933-85B2-1D5A5D429536}"/>
          </ac:spMkLst>
        </pc:spChg>
        <pc:spChg chg="add del mod">
          <ac:chgData name="郁儒 廖" userId="189a1d031aa848d3" providerId="LiveId" clId="{247DFBE3-6DDC-40E2-A868-3151FFD1D91D}" dt="2021-02-21T10:53:55.102" v="2784"/>
          <ac:spMkLst>
            <pc:docMk/>
            <pc:sldMk cId="3315725418" sldId="285"/>
            <ac:spMk id="29" creationId="{BE5876E1-CAC0-4B3F-BF1A-5680B4F33004}"/>
          </ac:spMkLst>
        </pc:spChg>
        <pc:spChg chg="add del mod">
          <ac:chgData name="郁儒 廖" userId="189a1d031aa848d3" providerId="LiveId" clId="{247DFBE3-6DDC-40E2-A868-3151FFD1D91D}" dt="2021-02-18T14:48:17.316" v="1573"/>
          <ac:spMkLst>
            <pc:docMk/>
            <pc:sldMk cId="3315725418" sldId="285"/>
            <ac:spMk id="29" creationId="{D40A3342-FAE0-408E-9EDD-341B5154B35D}"/>
          </ac:spMkLst>
        </pc:spChg>
        <pc:spChg chg="add mod">
          <ac:chgData name="郁儒 廖" userId="189a1d031aa848d3" providerId="LiveId" clId="{247DFBE3-6DDC-40E2-A868-3151FFD1D91D}" dt="2021-02-22T17:05:48.727" v="3375" actId="1038"/>
          <ac:spMkLst>
            <pc:docMk/>
            <pc:sldMk cId="3315725418" sldId="285"/>
            <ac:spMk id="29" creationId="{FE839F64-0E07-4302-AE82-5A4D215F5C24}"/>
          </ac:spMkLst>
        </pc:spChg>
        <pc:spChg chg="add del mod">
          <ac:chgData name="郁儒 廖" userId="189a1d031aa848d3" providerId="LiveId" clId="{247DFBE3-6DDC-40E2-A868-3151FFD1D91D}" dt="2021-02-18T14:48:17.316" v="1573"/>
          <ac:spMkLst>
            <pc:docMk/>
            <pc:sldMk cId="3315725418" sldId="285"/>
            <ac:spMk id="30" creationId="{91004EAF-DDA7-4341-AB12-D98D7B3FEA8C}"/>
          </ac:spMkLst>
        </pc:spChg>
        <pc:spChg chg="add mod">
          <ac:chgData name="郁儒 廖" userId="189a1d031aa848d3" providerId="LiveId" clId="{247DFBE3-6DDC-40E2-A868-3151FFD1D91D}" dt="2021-02-22T17:05:58.272" v="3429" actId="1035"/>
          <ac:spMkLst>
            <pc:docMk/>
            <pc:sldMk cId="3315725418" sldId="285"/>
            <ac:spMk id="31" creationId="{7D5188B2-1B92-42A0-B428-390F8D27E0CD}"/>
          </ac:spMkLst>
        </pc:spChg>
        <pc:spChg chg="add del mod">
          <ac:chgData name="郁儒 廖" userId="189a1d031aa848d3" providerId="LiveId" clId="{247DFBE3-6DDC-40E2-A868-3151FFD1D91D}" dt="2021-02-21T10:56:07.524" v="2869" actId="478"/>
          <ac:spMkLst>
            <pc:docMk/>
            <pc:sldMk cId="3315725418" sldId="285"/>
            <ac:spMk id="32" creationId="{A538FCF2-7415-4CC4-82CE-5D8085A767AD}"/>
          </ac:spMkLst>
        </pc:spChg>
        <pc:spChg chg="add mod">
          <ac:chgData name="郁儒 廖" userId="189a1d031aa848d3" providerId="LiveId" clId="{247DFBE3-6DDC-40E2-A868-3151FFD1D91D}" dt="2021-02-22T17:05:58.272" v="3429" actId="1035"/>
          <ac:spMkLst>
            <pc:docMk/>
            <pc:sldMk cId="3315725418" sldId="285"/>
            <ac:spMk id="32" creationId="{D4999728-A25B-4B56-8C69-617632C00433}"/>
          </ac:spMkLst>
        </pc:spChg>
        <pc:spChg chg="add mod">
          <ac:chgData name="郁儒 廖" userId="189a1d031aa848d3" providerId="LiveId" clId="{247DFBE3-6DDC-40E2-A868-3151FFD1D91D}" dt="2021-02-21T10:54:32.759" v="2817"/>
          <ac:spMkLst>
            <pc:docMk/>
            <pc:sldMk cId="3315725418" sldId="285"/>
            <ac:spMk id="34" creationId="{57AD6012-2974-4F9E-B532-209791569C1B}"/>
          </ac:spMkLst>
        </pc:spChg>
        <pc:spChg chg="add mod">
          <ac:chgData name="郁儒 廖" userId="189a1d031aa848d3" providerId="LiveId" clId="{247DFBE3-6DDC-40E2-A868-3151FFD1D91D}" dt="2021-02-21T10:54:32.759" v="2817"/>
          <ac:spMkLst>
            <pc:docMk/>
            <pc:sldMk cId="3315725418" sldId="285"/>
            <ac:spMk id="35" creationId="{1D13635A-4C1F-4247-B443-105D690D7805}"/>
          </ac:spMkLst>
        </pc:spChg>
        <pc:spChg chg="add mod">
          <ac:chgData name="郁儒 廖" userId="189a1d031aa848d3" providerId="LiveId" clId="{247DFBE3-6DDC-40E2-A868-3151FFD1D91D}" dt="2021-02-21T10:54:46.759" v="2820" actId="1076"/>
          <ac:spMkLst>
            <pc:docMk/>
            <pc:sldMk cId="3315725418" sldId="285"/>
            <ac:spMk id="36" creationId="{CC9FA831-AF2C-41FE-980F-0A73918485BB}"/>
          </ac:spMkLst>
        </pc:spChg>
        <pc:spChg chg="add mod">
          <ac:chgData name="郁儒 廖" userId="189a1d031aa848d3" providerId="LiveId" clId="{247DFBE3-6DDC-40E2-A868-3151FFD1D91D}" dt="2021-02-21T10:56:41.169" v="2873" actId="14100"/>
          <ac:spMkLst>
            <pc:docMk/>
            <pc:sldMk cId="3315725418" sldId="285"/>
            <ac:spMk id="37" creationId="{5009CCCD-14B1-413B-9AC1-325FEA0F65B8}"/>
          </ac:spMkLst>
        </pc:spChg>
        <pc:spChg chg="add mod">
          <ac:chgData name="郁儒 廖" userId="189a1d031aa848d3" providerId="LiveId" clId="{247DFBE3-6DDC-40E2-A868-3151FFD1D91D}" dt="2021-02-22T17:05:58.272" v="3429" actId="1035"/>
          <ac:spMkLst>
            <pc:docMk/>
            <pc:sldMk cId="3315725418" sldId="285"/>
            <ac:spMk id="38" creationId="{39925E78-659F-4858-8412-C8B0B0E869F1}"/>
          </ac:spMkLst>
        </pc:spChg>
        <pc:spChg chg="add del mod">
          <ac:chgData name="郁儒 廖" userId="189a1d031aa848d3" providerId="LiveId" clId="{247DFBE3-6DDC-40E2-A868-3151FFD1D91D}" dt="2021-02-21T10:56:06.135" v="2868" actId="478"/>
          <ac:spMkLst>
            <pc:docMk/>
            <pc:sldMk cId="3315725418" sldId="285"/>
            <ac:spMk id="38" creationId="{6956A3C5-2A85-4DB0-9788-CE2373AF315E}"/>
          </ac:spMkLst>
        </pc:spChg>
        <pc:spChg chg="add mod">
          <ac:chgData name="郁儒 廖" userId="189a1d031aa848d3" providerId="LiveId" clId="{247DFBE3-6DDC-40E2-A868-3151FFD1D91D}" dt="2021-02-22T17:06:12.865" v="3508" actId="1038"/>
          <ac:spMkLst>
            <pc:docMk/>
            <pc:sldMk cId="3315725418" sldId="285"/>
            <ac:spMk id="39" creationId="{AB88F986-B6B6-44C2-ACDB-7F56D8404C0E}"/>
          </ac:spMkLst>
        </pc:spChg>
        <pc:spChg chg="add mod">
          <ac:chgData name="郁儒 廖" userId="189a1d031aa848d3" providerId="LiveId" clId="{247DFBE3-6DDC-40E2-A868-3151FFD1D91D}" dt="2021-02-22T17:06:12.865" v="3508" actId="1038"/>
          <ac:spMkLst>
            <pc:docMk/>
            <pc:sldMk cId="3315725418" sldId="285"/>
            <ac:spMk id="40" creationId="{A3EC5D7A-9A8A-467D-B9EA-F6DF69B062BD}"/>
          </ac:spMkLst>
        </pc:spChg>
        <pc:spChg chg="add mod">
          <ac:chgData name="郁儒 廖" userId="189a1d031aa848d3" providerId="LiveId" clId="{247DFBE3-6DDC-40E2-A868-3151FFD1D91D}" dt="2021-02-22T17:06:12.865" v="3508" actId="1038"/>
          <ac:spMkLst>
            <pc:docMk/>
            <pc:sldMk cId="3315725418" sldId="285"/>
            <ac:spMk id="41" creationId="{AA5CD83C-50D1-4C11-BC51-DDAE716639BD}"/>
          </ac:spMkLst>
        </pc:spChg>
        <pc:picChg chg="del mod">
          <ac:chgData name="郁儒 廖" userId="189a1d031aa848d3" providerId="LiveId" clId="{247DFBE3-6DDC-40E2-A868-3151FFD1D91D}" dt="2021-02-18T14:38:32.566" v="1360" actId="478"/>
          <ac:picMkLst>
            <pc:docMk/>
            <pc:sldMk cId="3315725418" sldId="285"/>
            <ac:picMk id="4" creationId="{B576CEA4-5B79-4D87-8AE7-F2295510F37B}"/>
          </ac:picMkLst>
        </pc:picChg>
        <pc:picChg chg="add del mod">
          <ac:chgData name="郁儒 廖" userId="189a1d031aa848d3" providerId="LiveId" clId="{247DFBE3-6DDC-40E2-A868-3151FFD1D91D}" dt="2021-02-22T17:05:32.173" v="3307" actId="1076"/>
          <ac:picMkLst>
            <pc:docMk/>
            <pc:sldMk cId="3315725418" sldId="285"/>
            <ac:picMk id="7" creationId="{AFDBA703-BE95-42FD-8559-797FF78668E5}"/>
          </ac:picMkLst>
        </pc:picChg>
        <pc:picChg chg="add del mod">
          <ac:chgData name="郁儒 廖" userId="189a1d031aa848d3" providerId="LiveId" clId="{247DFBE3-6DDC-40E2-A868-3151FFD1D91D}" dt="2021-02-21T10:54:32.390" v="2816" actId="478"/>
          <ac:picMkLst>
            <pc:docMk/>
            <pc:sldMk cId="3315725418" sldId="285"/>
            <ac:picMk id="17" creationId="{0D4F3DFF-E2E6-4A20-8F91-325093C60E55}"/>
          </ac:picMkLst>
        </pc:picChg>
        <pc:picChg chg="add mod">
          <ac:chgData name="郁儒 廖" userId="189a1d031aa848d3" providerId="LiveId" clId="{247DFBE3-6DDC-40E2-A868-3151FFD1D91D}" dt="2021-02-21T10:55:55.004" v="2864" actId="1076"/>
          <ac:picMkLst>
            <pc:docMk/>
            <pc:sldMk cId="3315725418" sldId="285"/>
            <ac:picMk id="30" creationId="{66430592-CBC6-4298-8873-313036738C56}"/>
          </ac:picMkLst>
        </pc:picChg>
        <pc:picChg chg="add mod">
          <ac:chgData name="郁儒 廖" userId="189a1d031aa848d3" providerId="LiveId" clId="{247DFBE3-6DDC-40E2-A868-3151FFD1D91D}" dt="2021-02-21T10:54:32.759" v="2817"/>
          <ac:picMkLst>
            <pc:docMk/>
            <pc:sldMk cId="3315725418" sldId="285"/>
            <ac:picMk id="33" creationId="{53830550-FA5E-46AC-97BC-BE123260C873}"/>
          </ac:picMkLst>
        </pc:picChg>
        <pc:cxnChg chg="add del">
          <ac:chgData name="郁儒 廖" userId="189a1d031aa848d3" providerId="LiveId" clId="{247DFBE3-6DDC-40E2-A868-3151FFD1D91D}" dt="2021-02-18T14:37:41.295" v="1352" actId="478"/>
          <ac:cxnSpMkLst>
            <pc:docMk/>
            <pc:sldMk cId="3315725418" sldId="285"/>
            <ac:cxnSpMk id="3" creationId="{705B75AC-FC7F-4168-8A8C-145966D05287}"/>
          </ac:cxnSpMkLst>
        </pc:cxnChg>
        <pc:cxnChg chg="add mod">
          <ac:chgData name="郁儒 廖" userId="189a1d031aa848d3" providerId="LiveId" clId="{247DFBE3-6DDC-40E2-A868-3151FFD1D91D}" dt="2021-02-21T10:54:01.744" v="2811" actId="1038"/>
          <ac:cxnSpMkLst>
            <pc:docMk/>
            <pc:sldMk cId="3315725418" sldId="285"/>
            <ac:cxnSpMk id="6" creationId="{6A57BB6D-440E-4317-A666-1530A629F21B}"/>
          </ac:cxnSpMkLst>
        </pc:cxnChg>
        <pc:cxnChg chg="add mod">
          <ac:chgData name="郁儒 廖" userId="189a1d031aa848d3" providerId="LiveId" clId="{247DFBE3-6DDC-40E2-A868-3151FFD1D91D}" dt="2021-02-21T10:54:01.744" v="2811" actId="1038"/>
          <ac:cxnSpMkLst>
            <pc:docMk/>
            <pc:sldMk cId="3315725418" sldId="285"/>
            <ac:cxnSpMk id="12" creationId="{F82555AF-452D-4067-B838-CA248C240024}"/>
          </ac:cxnSpMkLst>
        </pc:cxnChg>
        <pc:cxnChg chg="del">
          <ac:chgData name="郁儒 廖" userId="189a1d031aa848d3" providerId="LiveId" clId="{247DFBE3-6DDC-40E2-A868-3151FFD1D91D}" dt="2021-02-18T14:37:02.071" v="1344" actId="478"/>
          <ac:cxnSpMkLst>
            <pc:docMk/>
            <pc:sldMk cId="3315725418" sldId="285"/>
            <ac:cxnSpMk id="13" creationId="{9EEDD6B9-F64F-407E-97B8-70160D8E8D99}"/>
          </ac:cxnSpMkLst>
        </pc:cxnChg>
        <pc:cxnChg chg="add mod">
          <ac:chgData name="郁儒 廖" userId="189a1d031aa848d3" providerId="LiveId" clId="{247DFBE3-6DDC-40E2-A868-3151FFD1D91D}" dt="2021-02-21T10:54:01.744" v="2811" actId="1038"/>
          <ac:cxnSpMkLst>
            <pc:docMk/>
            <pc:sldMk cId="3315725418" sldId="285"/>
            <ac:cxnSpMk id="16" creationId="{967C9E74-7B6E-40C7-A026-449BF8B0F4F3}"/>
          </ac:cxnSpMkLst>
        </pc:cxnChg>
        <pc:cxnChg chg="add mod">
          <ac:chgData name="郁儒 廖" userId="189a1d031aa848d3" providerId="LiveId" clId="{247DFBE3-6DDC-40E2-A868-3151FFD1D91D}" dt="2021-02-21T10:54:01.744" v="2811" actId="1038"/>
          <ac:cxnSpMkLst>
            <pc:docMk/>
            <pc:sldMk cId="3315725418" sldId="285"/>
            <ac:cxnSpMk id="24" creationId="{DBEB2AF1-A162-40E6-BF07-1A8BC98142AB}"/>
          </ac:cxnSpMkLst>
        </pc:cxnChg>
        <pc:cxnChg chg="add del mod">
          <ac:chgData name="郁儒 廖" userId="189a1d031aa848d3" providerId="LiveId" clId="{247DFBE3-6DDC-40E2-A868-3151FFD1D91D}" dt="2021-02-18T14:41:31.358" v="1502" actId="478"/>
          <ac:cxnSpMkLst>
            <pc:docMk/>
            <pc:sldMk cId="3315725418" sldId="285"/>
            <ac:cxnSpMk id="25" creationId="{BD026736-4E16-4662-9380-A5973FEB244A}"/>
          </ac:cxnSpMkLst>
        </pc:cxnChg>
        <pc:cxnChg chg="add mod">
          <ac:chgData name="郁儒 廖" userId="189a1d031aa848d3" providerId="LiveId" clId="{247DFBE3-6DDC-40E2-A868-3151FFD1D91D}" dt="2021-02-21T10:54:01.744" v="2811" actId="1038"/>
          <ac:cxnSpMkLst>
            <pc:docMk/>
            <pc:sldMk cId="3315725418" sldId="285"/>
            <ac:cxnSpMk id="28" creationId="{9F9C1885-C254-4C26-A6F7-C2CE7FAF3C2E}"/>
          </ac:cxnSpMkLst>
        </pc:cxnChg>
        <pc:cxnChg chg="add del mod">
          <ac:chgData name="郁儒 廖" userId="189a1d031aa848d3" providerId="LiveId" clId="{247DFBE3-6DDC-40E2-A868-3151FFD1D91D}" dt="2021-02-21T10:55:49.319" v="2861" actId="478"/>
          <ac:cxnSpMkLst>
            <pc:docMk/>
            <pc:sldMk cId="3315725418" sldId="285"/>
            <ac:cxnSpMk id="31" creationId="{D22A2073-741E-4AA9-BEE8-373DE1CBA5B7}"/>
          </ac:cxnSpMkLst>
        </pc:cxnChg>
      </pc:sldChg>
      <pc:sldChg chg="addSp delSp modSp add mod">
        <pc:chgData name="郁儒 廖" userId="189a1d031aa848d3" providerId="LiveId" clId="{247DFBE3-6DDC-40E2-A868-3151FFD1D91D}" dt="2021-02-21T10:57:16.020" v="2879"/>
        <pc:sldMkLst>
          <pc:docMk/>
          <pc:sldMk cId="1834831122" sldId="286"/>
        </pc:sldMkLst>
        <pc:spChg chg="add mod">
          <ac:chgData name="郁儒 廖" userId="189a1d031aa848d3" providerId="LiveId" clId="{247DFBE3-6DDC-40E2-A868-3151FFD1D91D}" dt="2021-02-18T14:43:53.176" v="1561" actId="1076"/>
          <ac:spMkLst>
            <pc:docMk/>
            <pc:sldMk cId="1834831122" sldId="286"/>
            <ac:spMk id="4" creationId="{FE6DD536-F24C-4944-9D14-7104059F97D0}"/>
          </ac:spMkLst>
        </pc:spChg>
        <pc:spChg chg="mod">
          <ac:chgData name="郁儒 廖" userId="189a1d031aa848d3" providerId="LiveId" clId="{247DFBE3-6DDC-40E2-A868-3151FFD1D91D}" dt="2021-02-18T14:48:42.208" v="1581" actId="1076"/>
          <ac:spMkLst>
            <pc:docMk/>
            <pc:sldMk cId="1834831122" sldId="286"/>
            <ac:spMk id="18" creationId="{B35DD33E-4014-4ED2-95D7-5A97FCAB318B}"/>
          </ac:spMkLst>
        </pc:spChg>
        <pc:spChg chg="mod">
          <ac:chgData name="郁儒 廖" userId="189a1d031aa848d3" providerId="LiveId" clId="{247DFBE3-6DDC-40E2-A868-3151FFD1D91D}" dt="2021-02-18T14:48:38.079" v="1580" actId="1076"/>
          <ac:spMkLst>
            <pc:docMk/>
            <pc:sldMk cId="1834831122" sldId="286"/>
            <ac:spMk id="19" creationId="{90C7C165-B3EB-4978-B6C4-DE7A882E92B1}"/>
          </ac:spMkLst>
        </pc:spChg>
        <pc:spChg chg="del">
          <ac:chgData name="郁儒 廖" userId="189a1d031aa848d3" providerId="LiveId" clId="{247DFBE3-6DDC-40E2-A868-3151FFD1D91D}" dt="2021-02-18T14:42:44.841" v="1512" actId="478"/>
          <ac:spMkLst>
            <pc:docMk/>
            <pc:sldMk cId="1834831122" sldId="286"/>
            <ac:spMk id="20" creationId="{69BBF8A0-EF23-43DA-B23F-3C4A869036D0}"/>
          </ac:spMkLst>
        </pc:spChg>
        <pc:spChg chg="del mod">
          <ac:chgData name="郁儒 廖" userId="189a1d031aa848d3" providerId="LiveId" clId="{247DFBE3-6DDC-40E2-A868-3151FFD1D91D}" dt="2021-02-18T14:42:48.670" v="1514" actId="478"/>
          <ac:spMkLst>
            <pc:docMk/>
            <pc:sldMk cId="1834831122" sldId="286"/>
            <ac:spMk id="21" creationId="{3840B4C5-0F0A-4F1C-B875-B2D035F3A218}"/>
          </ac:spMkLst>
        </pc:spChg>
        <pc:spChg chg="add mod">
          <ac:chgData name="郁儒 廖" userId="189a1d031aa848d3" providerId="LiveId" clId="{247DFBE3-6DDC-40E2-A868-3151FFD1D91D}" dt="2021-02-21T10:49:45.169" v="2656" actId="1076"/>
          <ac:spMkLst>
            <pc:docMk/>
            <pc:sldMk cId="1834831122" sldId="286"/>
            <ac:spMk id="22" creationId="{143A95B4-7E8E-497E-A1E3-3B731AC07174}"/>
          </ac:spMkLst>
        </pc:spChg>
        <pc:spChg chg="del">
          <ac:chgData name="郁儒 廖" userId="189a1d031aa848d3" providerId="LiveId" clId="{247DFBE3-6DDC-40E2-A868-3151FFD1D91D}" dt="2021-02-18T14:42:44.841" v="1512" actId="478"/>
          <ac:spMkLst>
            <pc:docMk/>
            <pc:sldMk cId="1834831122" sldId="286"/>
            <ac:spMk id="22" creationId="{5216E2E2-8C54-41C9-844F-3EF1B76D7337}"/>
          </ac:spMkLst>
        </pc:spChg>
        <pc:spChg chg="del">
          <ac:chgData name="郁儒 廖" userId="189a1d031aa848d3" providerId="LiveId" clId="{247DFBE3-6DDC-40E2-A868-3151FFD1D91D}" dt="2021-02-18T14:42:44.841" v="1512" actId="478"/>
          <ac:spMkLst>
            <pc:docMk/>
            <pc:sldMk cId="1834831122" sldId="286"/>
            <ac:spMk id="23" creationId="{17BBDA3C-4324-477D-BE88-04FC82AC5910}"/>
          </ac:spMkLst>
        </pc:spChg>
        <pc:spChg chg="add mod">
          <ac:chgData name="郁儒 廖" userId="189a1d031aa848d3" providerId="LiveId" clId="{247DFBE3-6DDC-40E2-A868-3151FFD1D91D}" dt="2021-02-21T10:57:16.020" v="2879"/>
          <ac:spMkLst>
            <pc:docMk/>
            <pc:sldMk cId="1834831122" sldId="286"/>
            <ac:spMk id="23" creationId="{60CBA591-E4A8-4C54-ADD6-1E985B6B5786}"/>
          </ac:spMkLst>
        </pc:spChg>
        <pc:spChg chg="add mod">
          <ac:chgData name="郁儒 廖" userId="189a1d031aa848d3" providerId="LiveId" clId="{247DFBE3-6DDC-40E2-A868-3151FFD1D91D}" dt="2021-02-18T14:43:09.015" v="1552" actId="20577"/>
          <ac:spMkLst>
            <pc:docMk/>
            <pc:sldMk cId="1834831122" sldId="286"/>
            <ac:spMk id="25" creationId="{C98B84CD-8414-42AC-81F8-44A0D023306F}"/>
          </ac:spMkLst>
        </pc:spChg>
        <pc:spChg chg="add mod">
          <ac:chgData name="郁儒 廖" userId="189a1d031aa848d3" providerId="LiveId" clId="{247DFBE3-6DDC-40E2-A868-3151FFD1D91D}" dt="2021-02-18T14:43:22.362" v="1555" actId="20577"/>
          <ac:spMkLst>
            <pc:docMk/>
            <pc:sldMk cId="1834831122" sldId="286"/>
            <ac:spMk id="26" creationId="{2D24F2F3-F0C3-4529-B2F1-B0F5FCCB9CDF}"/>
          </ac:spMkLst>
        </pc:spChg>
        <pc:spChg chg="mod">
          <ac:chgData name="郁儒 廖" userId="189a1d031aa848d3" providerId="LiveId" clId="{247DFBE3-6DDC-40E2-A868-3151FFD1D91D}" dt="2021-02-18T14:43:00.520" v="1549" actId="1076"/>
          <ac:spMkLst>
            <pc:docMk/>
            <pc:sldMk cId="1834831122" sldId="286"/>
            <ac:spMk id="27" creationId="{0252C859-A4D6-4519-A370-734D51E20DC9}"/>
          </ac:spMkLst>
        </pc:spChg>
        <pc:spChg chg="add mod">
          <ac:chgData name="郁儒 廖" userId="189a1d031aa848d3" providerId="LiveId" clId="{247DFBE3-6DDC-40E2-A868-3151FFD1D91D}" dt="2021-02-18T14:44:15.824" v="1563" actId="1076"/>
          <ac:spMkLst>
            <pc:docMk/>
            <pc:sldMk cId="1834831122" sldId="286"/>
            <ac:spMk id="28" creationId="{8E24CF0D-D8D7-4A35-B57E-21541ADF90E4}"/>
          </ac:spMkLst>
        </pc:spChg>
        <pc:spChg chg="add mod">
          <ac:chgData name="郁儒 廖" userId="189a1d031aa848d3" providerId="LiveId" clId="{247DFBE3-6DDC-40E2-A868-3151FFD1D91D}" dt="2021-02-18T14:48:59.904" v="1587" actId="1076"/>
          <ac:spMkLst>
            <pc:docMk/>
            <pc:sldMk cId="1834831122" sldId="286"/>
            <ac:spMk id="30" creationId="{D0C9C7F2-0936-47A8-A80F-90CE057C0A27}"/>
          </ac:spMkLst>
        </pc:spChg>
        <pc:spChg chg="add mod">
          <ac:chgData name="郁儒 廖" userId="189a1d031aa848d3" providerId="LiveId" clId="{247DFBE3-6DDC-40E2-A868-3151FFD1D91D}" dt="2021-02-18T14:48:57.200" v="1586" actId="1076"/>
          <ac:spMkLst>
            <pc:docMk/>
            <pc:sldMk cId="1834831122" sldId="286"/>
            <ac:spMk id="31" creationId="{B845F6B6-BD26-4971-89EC-093073A89888}"/>
          </ac:spMkLst>
        </pc:spChg>
        <pc:spChg chg="add mod">
          <ac:chgData name="郁儒 廖" userId="189a1d031aa848d3" providerId="LiveId" clId="{247DFBE3-6DDC-40E2-A868-3151FFD1D91D}" dt="2021-02-18T14:48:53.335" v="1585" actId="1076"/>
          <ac:spMkLst>
            <pc:docMk/>
            <pc:sldMk cId="1834831122" sldId="286"/>
            <ac:spMk id="32" creationId="{206BF2AD-22C9-46F3-ABE8-256FA3864560}"/>
          </ac:spMkLst>
        </pc:spChg>
        <pc:spChg chg="add mod">
          <ac:chgData name="郁儒 廖" userId="189a1d031aa848d3" providerId="LiveId" clId="{247DFBE3-6DDC-40E2-A868-3151FFD1D91D}" dt="2021-02-18T14:49:22.056" v="1614" actId="1076"/>
          <ac:spMkLst>
            <pc:docMk/>
            <pc:sldMk cId="1834831122" sldId="286"/>
            <ac:spMk id="33" creationId="{691DBDEE-5F6E-4667-8CDF-BEC4ECE1A63B}"/>
          </ac:spMkLst>
        </pc:spChg>
        <pc:spChg chg="add mod">
          <ac:chgData name="郁儒 廖" userId="189a1d031aa848d3" providerId="LiveId" clId="{247DFBE3-6DDC-40E2-A868-3151FFD1D91D}" dt="2021-02-18T14:49:17.720" v="1613" actId="1076"/>
          <ac:spMkLst>
            <pc:docMk/>
            <pc:sldMk cId="1834831122" sldId="286"/>
            <ac:spMk id="34" creationId="{6348352C-B162-4D3E-BF4E-E75ACCBDE56A}"/>
          </ac:spMkLst>
        </pc:spChg>
        <pc:spChg chg="add mod">
          <ac:chgData name="郁儒 廖" userId="189a1d031aa848d3" providerId="LiveId" clId="{247DFBE3-6DDC-40E2-A868-3151FFD1D91D}" dt="2021-02-18T14:49:12.504" v="1612" actId="1076"/>
          <ac:spMkLst>
            <pc:docMk/>
            <pc:sldMk cId="1834831122" sldId="286"/>
            <ac:spMk id="35" creationId="{3BD71361-2F34-4360-AA38-F4E8C90254E1}"/>
          </ac:spMkLst>
        </pc:spChg>
        <pc:picChg chg="mod modCrop">
          <ac:chgData name="郁儒 廖" userId="189a1d031aa848d3" providerId="LiveId" clId="{247DFBE3-6DDC-40E2-A868-3151FFD1D91D}" dt="2021-02-18T14:42:53.161" v="1548" actId="1036"/>
          <ac:picMkLst>
            <pc:docMk/>
            <pc:sldMk cId="1834831122" sldId="286"/>
            <ac:picMk id="7" creationId="{AFDBA703-BE95-42FD-8559-797FF78668E5}"/>
          </ac:picMkLst>
        </pc:picChg>
        <pc:picChg chg="mod">
          <ac:chgData name="郁儒 廖" userId="189a1d031aa848d3" providerId="LiveId" clId="{247DFBE3-6DDC-40E2-A868-3151FFD1D91D}" dt="2021-02-18T14:42:16.072" v="1508" actId="1076"/>
          <ac:picMkLst>
            <pc:docMk/>
            <pc:sldMk cId="1834831122" sldId="286"/>
            <ac:picMk id="17" creationId="{0D4F3DFF-E2E6-4A20-8F91-325093C60E55}"/>
          </ac:picMkLst>
        </pc:picChg>
        <pc:cxnChg chg="mod">
          <ac:chgData name="郁儒 廖" userId="189a1d031aa848d3" providerId="LiveId" clId="{247DFBE3-6DDC-40E2-A868-3151FFD1D91D}" dt="2021-02-18T14:44:52.736" v="1567" actId="14100"/>
          <ac:cxnSpMkLst>
            <pc:docMk/>
            <pc:sldMk cId="1834831122" sldId="286"/>
            <ac:cxnSpMk id="6" creationId="{6A57BB6D-440E-4317-A666-1530A629F21B}"/>
          </ac:cxnSpMkLst>
        </pc:cxnChg>
        <pc:cxnChg chg="mod">
          <ac:chgData name="郁儒 廖" userId="189a1d031aa848d3" providerId="LiveId" clId="{247DFBE3-6DDC-40E2-A868-3151FFD1D91D}" dt="2021-02-18T14:42:53.161" v="1548" actId="1036"/>
          <ac:cxnSpMkLst>
            <pc:docMk/>
            <pc:sldMk cId="1834831122" sldId="286"/>
            <ac:cxnSpMk id="12" creationId="{F82555AF-452D-4067-B838-CA248C240024}"/>
          </ac:cxnSpMkLst>
        </pc:cxnChg>
        <pc:cxnChg chg="mod">
          <ac:chgData name="郁儒 廖" userId="189a1d031aa848d3" providerId="LiveId" clId="{247DFBE3-6DDC-40E2-A868-3151FFD1D91D}" dt="2021-02-18T14:42:53.161" v="1548" actId="1036"/>
          <ac:cxnSpMkLst>
            <pc:docMk/>
            <pc:sldMk cId="1834831122" sldId="286"/>
            <ac:cxnSpMk id="16" creationId="{967C9E74-7B6E-40C7-A026-449BF8B0F4F3}"/>
          </ac:cxnSpMkLst>
        </pc:cxnChg>
        <pc:cxnChg chg="mod">
          <ac:chgData name="郁儒 廖" userId="189a1d031aa848d3" providerId="LiveId" clId="{247DFBE3-6DDC-40E2-A868-3151FFD1D91D}" dt="2021-02-18T14:42:53.161" v="1548" actId="1036"/>
          <ac:cxnSpMkLst>
            <pc:docMk/>
            <pc:sldMk cId="1834831122" sldId="286"/>
            <ac:cxnSpMk id="24" creationId="{DBEB2AF1-A162-40E6-BF07-1A8BC98142AB}"/>
          </ac:cxnSpMkLst>
        </pc:cxnChg>
        <pc:cxnChg chg="add mod">
          <ac:chgData name="郁儒 廖" userId="189a1d031aa848d3" providerId="LiveId" clId="{247DFBE3-6DDC-40E2-A868-3151FFD1D91D}" dt="2021-02-18T14:46:22.912" v="1571" actId="1076"/>
          <ac:cxnSpMkLst>
            <pc:docMk/>
            <pc:sldMk cId="1834831122" sldId="286"/>
            <ac:cxnSpMk id="29" creationId="{3F945F66-B38D-48B4-AFFF-FCAECB3BDFC7}"/>
          </ac:cxnSpMkLst>
        </pc:cxnChg>
      </pc:sldChg>
      <pc:sldChg chg="add del">
        <pc:chgData name="郁儒 廖" userId="189a1d031aa848d3" providerId="LiveId" clId="{247DFBE3-6DDC-40E2-A868-3151FFD1D91D}" dt="2021-02-18T14:48:22.070" v="1575"/>
        <pc:sldMkLst>
          <pc:docMk/>
          <pc:sldMk cId="694040626" sldId="287"/>
        </pc:sldMkLst>
      </pc:sldChg>
      <pc:sldChg chg="addSp modSp add mod">
        <pc:chgData name="郁儒 廖" userId="189a1d031aa848d3" providerId="LiveId" clId="{247DFBE3-6DDC-40E2-A868-3151FFD1D91D}" dt="2021-02-21T10:57:17.517" v="2880"/>
        <pc:sldMkLst>
          <pc:docMk/>
          <pc:sldMk cId="1057688949" sldId="287"/>
        </pc:sldMkLst>
        <pc:spChg chg="mod">
          <ac:chgData name="郁儒 廖" userId="189a1d031aa848d3" providerId="LiveId" clId="{247DFBE3-6DDC-40E2-A868-3151FFD1D91D}" dt="2021-02-18T14:49:32.472" v="1617" actId="1076"/>
          <ac:spMkLst>
            <pc:docMk/>
            <pc:sldMk cId="1057688949" sldId="287"/>
            <ac:spMk id="4" creationId="{FE6DD536-F24C-4944-9D14-7104059F97D0}"/>
          </ac:spMkLst>
        </pc:spChg>
        <pc:spChg chg="add mod">
          <ac:chgData name="郁儒 廖" userId="189a1d031aa848d3" providerId="LiveId" clId="{247DFBE3-6DDC-40E2-A868-3151FFD1D91D}" dt="2021-02-21T10:49:51.611" v="2658" actId="1076"/>
          <ac:spMkLst>
            <pc:docMk/>
            <pc:sldMk cId="1057688949" sldId="287"/>
            <ac:spMk id="22" creationId="{153BAB83-D6BC-4507-97D2-AD7EC83D100B}"/>
          </ac:spMkLst>
        </pc:spChg>
        <pc:spChg chg="add mod">
          <ac:chgData name="郁儒 廖" userId="189a1d031aa848d3" providerId="LiveId" clId="{247DFBE3-6DDC-40E2-A868-3151FFD1D91D}" dt="2021-02-21T10:57:17.517" v="2880"/>
          <ac:spMkLst>
            <pc:docMk/>
            <pc:sldMk cId="1057688949" sldId="287"/>
            <ac:spMk id="23" creationId="{AB3A06FF-C190-42DB-9489-4E4AA272211A}"/>
          </ac:spMkLst>
        </pc:spChg>
        <pc:spChg chg="mod">
          <ac:chgData name="郁儒 廖" userId="189a1d031aa848d3" providerId="LiveId" clId="{247DFBE3-6DDC-40E2-A868-3151FFD1D91D}" dt="2021-02-18T14:49:28.720" v="1616" actId="1076"/>
          <ac:spMkLst>
            <pc:docMk/>
            <pc:sldMk cId="1057688949" sldId="287"/>
            <ac:spMk id="28" creationId="{8E24CF0D-D8D7-4A35-B57E-21541ADF90E4}"/>
          </ac:spMkLst>
        </pc:spChg>
      </pc:sldChg>
      <pc:sldChg chg="addSp modSp add mod">
        <pc:chgData name="郁儒 廖" userId="189a1d031aa848d3" providerId="LiveId" clId="{247DFBE3-6DDC-40E2-A868-3151FFD1D91D}" dt="2021-02-21T10:57:18.492" v="2881"/>
        <pc:sldMkLst>
          <pc:docMk/>
          <pc:sldMk cId="2376359900" sldId="288"/>
        </pc:sldMkLst>
        <pc:spChg chg="mod">
          <ac:chgData name="郁儒 廖" userId="189a1d031aa848d3" providerId="LiveId" clId="{247DFBE3-6DDC-40E2-A868-3151FFD1D91D}" dt="2021-02-18T14:49:40.696" v="1621" actId="1076"/>
          <ac:spMkLst>
            <pc:docMk/>
            <pc:sldMk cId="2376359900" sldId="288"/>
            <ac:spMk id="4" creationId="{FE6DD536-F24C-4944-9D14-7104059F97D0}"/>
          </ac:spMkLst>
        </pc:spChg>
        <pc:spChg chg="add mod">
          <ac:chgData name="郁儒 廖" userId="189a1d031aa848d3" providerId="LiveId" clId="{247DFBE3-6DDC-40E2-A868-3151FFD1D91D}" dt="2021-02-21T10:49:55.785" v="2660" actId="1076"/>
          <ac:spMkLst>
            <pc:docMk/>
            <pc:sldMk cId="2376359900" sldId="288"/>
            <ac:spMk id="22" creationId="{2007FB90-31E8-44AF-8243-ACB1895B9EEB}"/>
          </ac:spMkLst>
        </pc:spChg>
        <pc:spChg chg="add mod">
          <ac:chgData name="郁儒 廖" userId="189a1d031aa848d3" providerId="LiveId" clId="{247DFBE3-6DDC-40E2-A868-3151FFD1D91D}" dt="2021-02-21T10:57:18.492" v="2881"/>
          <ac:spMkLst>
            <pc:docMk/>
            <pc:sldMk cId="2376359900" sldId="288"/>
            <ac:spMk id="23" creationId="{1F6C7BB9-AA4E-468F-8C4C-0581B030877C}"/>
          </ac:spMkLst>
        </pc:spChg>
        <pc:spChg chg="mod">
          <ac:chgData name="郁儒 廖" userId="189a1d031aa848d3" providerId="LiveId" clId="{247DFBE3-6DDC-40E2-A868-3151FFD1D91D}" dt="2021-02-18T14:50:27.641" v="1634" actId="1037"/>
          <ac:spMkLst>
            <pc:docMk/>
            <pc:sldMk cId="2376359900" sldId="288"/>
            <ac:spMk id="28" creationId="{8E24CF0D-D8D7-4A35-B57E-21541ADF90E4}"/>
          </ac:spMkLst>
        </pc:spChg>
        <pc:picChg chg="mod">
          <ac:chgData name="郁儒 廖" userId="189a1d031aa848d3" providerId="LiveId" clId="{247DFBE3-6DDC-40E2-A868-3151FFD1D91D}" dt="2021-02-18T14:50:24.571" v="1628" actId="1076"/>
          <ac:picMkLst>
            <pc:docMk/>
            <pc:sldMk cId="2376359900" sldId="288"/>
            <ac:picMk id="7" creationId="{AFDBA703-BE95-42FD-8559-797FF78668E5}"/>
          </ac:picMkLst>
        </pc:picChg>
        <pc:picChg chg="mod">
          <ac:chgData name="郁儒 廖" userId="189a1d031aa848d3" providerId="LiveId" clId="{247DFBE3-6DDC-40E2-A868-3151FFD1D91D}" dt="2021-02-18T14:49:38.579" v="1620" actId="1076"/>
          <ac:picMkLst>
            <pc:docMk/>
            <pc:sldMk cId="2376359900" sldId="288"/>
            <ac:picMk id="17" creationId="{0D4F3DFF-E2E6-4A20-8F91-325093C60E55}"/>
          </ac:picMkLst>
        </pc:picChg>
      </pc:sldChg>
      <pc:sldChg chg="addSp delSp modSp add mod">
        <pc:chgData name="郁儒 廖" userId="189a1d031aa848d3" providerId="LiveId" clId="{247DFBE3-6DDC-40E2-A868-3151FFD1D91D}" dt="2021-02-21T10:57:43.925" v="2926"/>
        <pc:sldMkLst>
          <pc:docMk/>
          <pc:sldMk cId="1739144940" sldId="289"/>
        </pc:sldMkLst>
        <pc:spChg chg="add mod">
          <ac:chgData name="郁儒 廖" userId="189a1d031aa848d3" providerId="LiveId" clId="{247DFBE3-6DDC-40E2-A868-3151FFD1D91D}" dt="2021-02-21T10:57:34.399" v="2924" actId="1037"/>
          <ac:spMkLst>
            <pc:docMk/>
            <pc:sldMk cId="1739144940" sldId="289"/>
            <ac:spMk id="15" creationId="{7F6F5C0E-FC54-4E99-A45F-1AD7993A8DD0}"/>
          </ac:spMkLst>
        </pc:spChg>
        <pc:spChg chg="mod">
          <ac:chgData name="郁儒 廖" userId="189a1d031aa848d3" providerId="LiveId" clId="{247DFBE3-6DDC-40E2-A868-3151FFD1D91D}" dt="2021-02-21T10:57:34.399" v="2924" actId="1037"/>
          <ac:spMkLst>
            <pc:docMk/>
            <pc:sldMk cId="1739144940" sldId="289"/>
            <ac:spMk id="18" creationId="{B35DD33E-4014-4ED2-95D7-5A97FCAB318B}"/>
          </ac:spMkLst>
        </pc:spChg>
        <pc:spChg chg="mod">
          <ac:chgData name="郁儒 廖" userId="189a1d031aa848d3" providerId="LiveId" clId="{247DFBE3-6DDC-40E2-A868-3151FFD1D91D}" dt="2021-02-21T10:57:34.399" v="2924" actId="1037"/>
          <ac:spMkLst>
            <pc:docMk/>
            <pc:sldMk cId="1739144940" sldId="289"/>
            <ac:spMk id="19" creationId="{90C7C165-B3EB-4978-B6C4-DE7A882E92B1}"/>
          </ac:spMkLst>
        </pc:spChg>
        <pc:spChg chg="mod">
          <ac:chgData name="郁儒 廖" userId="189a1d031aa848d3" providerId="LiveId" clId="{247DFBE3-6DDC-40E2-A868-3151FFD1D91D}" dt="2021-02-21T10:57:34.399" v="2924" actId="1037"/>
          <ac:spMkLst>
            <pc:docMk/>
            <pc:sldMk cId="1739144940" sldId="289"/>
            <ac:spMk id="20" creationId="{69BBF8A0-EF23-43DA-B23F-3C4A869036D0}"/>
          </ac:spMkLst>
        </pc:spChg>
        <pc:spChg chg="mod">
          <ac:chgData name="郁儒 廖" userId="189a1d031aa848d3" providerId="LiveId" clId="{247DFBE3-6DDC-40E2-A868-3151FFD1D91D}" dt="2021-02-21T10:57:34.399" v="2924" actId="1037"/>
          <ac:spMkLst>
            <pc:docMk/>
            <pc:sldMk cId="1739144940" sldId="289"/>
            <ac:spMk id="21" creationId="{3840B4C5-0F0A-4F1C-B875-B2D035F3A218}"/>
          </ac:spMkLst>
        </pc:spChg>
        <pc:spChg chg="mod">
          <ac:chgData name="郁儒 廖" userId="189a1d031aa848d3" providerId="LiveId" clId="{247DFBE3-6DDC-40E2-A868-3151FFD1D91D}" dt="2021-02-21T10:57:34.399" v="2924" actId="1037"/>
          <ac:spMkLst>
            <pc:docMk/>
            <pc:sldMk cId="1739144940" sldId="289"/>
            <ac:spMk id="22" creationId="{5216E2E2-8C54-41C9-844F-3EF1B76D7337}"/>
          </ac:spMkLst>
        </pc:spChg>
        <pc:spChg chg="mod">
          <ac:chgData name="郁儒 廖" userId="189a1d031aa848d3" providerId="LiveId" clId="{247DFBE3-6DDC-40E2-A868-3151FFD1D91D}" dt="2021-02-21T10:57:34.399" v="2924" actId="1037"/>
          <ac:spMkLst>
            <pc:docMk/>
            <pc:sldMk cId="1739144940" sldId="289"/>
            <ac:spMk id="23" creationId="{17BBDA3C-4324-477D-BE88-04FC82AC5910}"/>
          </ac:spMkLst>
        </pc:spChg>
        <pc:spChg chg="add mod">
          <ac:chgData name="郁儒 廖" userId="189a1d031aa848d3" providerId="LiveId" clId="{247DFBE3-6DDC-40E2-A868-3151FFD1D91D}" dt="2021-02-21T10:57:41.984" v="2925" actId="1076"/>
          <ac:spMkLst>
            <pc:docMk/>
            <pc:sldMk cId="1739144940" sldId="289"/>
            <ac:spMk id="24" creationId="{15C7B755-92C1-468C-86F7-CBBD153911E6}"/>
          </ac:spMkLst>
        </pc:spChg>
        <pc:spChg chg="add mod">
          <ac:chgData name="郁儒 廖" userId="189a1d031aa848d3" providerId="LiveId" clId="{247DFBE3-6DDC-40E2-A868-3151FFD1D91D}" dt="2021-02-21T10:57:34.399" v="2924" actId="1037"/>
          <ac:spMkLst>
            <pc:docMk/>
            <pc:sldMk cId="1739144940" sldId="289"/>
            <ac:spMk id="25" creationId="{304B4323-EAFE-4282-9365-B25201D9FA00}"/>
          </ac:spMkLst>
        </pc:spChg>
        <pc:spChg chg="add mod">
          <ac:chgData name="郁儒 廖" userId="189a1d031aa848d3" providerId="LiveId" clId="{247DFBE3-6DDC-40E2-A868-3151FFD1D91D}" dt="2021-02-21T10:57:34.399" v="2924" actId="1037"/>
          <ac:spMkLst>
            <pc:docMk/>
            <pc:sldMk cId="1739144940" sldId="289"/>
            <ac:spMk id="26" creationId="{0ACE2722-D455-45E3-AF73-CD43DC3D82F2}"/>
          </ac:spMkLst>
        </pc:spChg>
        <pc:spChg chg="add mod">
          <ac:chgData name="郁儒 廖" userId="189a1d031aa848d3" providerId="LiveId" clId="{247DFBE3-6DDC-40E2-A868-3151FFD1D91D}" dt="2021-02-21T10:57:34.399" v="2924" actId="1037"/>
          <ac:spMkLst>
            <pc:docMk/>
            <pc:sldMk cId="1739144940" sldId="289"/>
            <ac:spMk id="27" creationId="{414937CD-98A4-487E-AA2F-EC30FBC0FBBB}"/>
          </ac:spMkLst>
        </pc:spChg>
        <pc:spChg chg="add del mod">
          <ac:chgData name="郁儒 廖" userId="189a1d031aa848d3" providerId="LiveId" clId="{247DFBE3-6DDC-40E2-A868-3151FFD1D91D}" dt="2021-02-21T10:57:22.301" v="2883"/>
          <ac:spMkLst>
            <pc:docMk/>
            <pc:sldMk cId="1739144940" sldId="289"/>
            <ac:spMk id="28" creationId="{3F3512FB-ABF2-456F-A32C-AFA8FB4B29CC}"/>
          </ac:spMkLst>
        </pc:spChg>
        <pc:spChg chg="add mod">
          <ac:chgData name="郁儒 廖" userId="189a1d031aa848d3" providerId="LiveId" clId="{247DFBE3-6DDC-40E2-A868-3151FFD1D91D}" dt="2021-02-21T10:57:34.399" v="2924" actId="1037"/>
          <ac:spMkLst>
            <pc:docMk/>
            <pc:sldMk cId="1739144940" sldId="289"/>
            <ac:spMk id="29" creationId="{8D687079-1830-41F6-BD53-9A67BB2D0A59}"/>
          </ac:spMkLst>
        </pc:spChg>
        <pc:spChg chg="add mod">
          <ac:chgData name="郁儒 廖" userId="189a1d031aa848d3" providerId="LiveId" clId="{247DFBE3-6DDC-40E2-A868-3151FFD1D91D}" dt="2021-02-21T10:57:34.399" v="2924" actId="1037"/>
          <ac:spMkLst>
            <pc:docMk/>
            <pc:sldMk cId="1739144940" sldId="289"/>
            <ac:spMk id="30" creationId="{09DBD781-6278-43B3-B8D9-7AA629E38C50}"/>
          </ac:spMkLst>
        </pc:spChg>
        <pc:spChg chg="add mod">
          <ac:chgData name="郁儒 廖" userId="189a1d031aa848d3" providerId="LiveId" clId="{247DFBE3-6DDC-40E2-A868-3151FFD1D91D}" dt="2021-02-21T10:57:34.399" v="2924" actId="1037"/>
          <ac:spMkLst>
            <pc:docMk/>
            <pc:sldMk cId="1739144940" sldId="289"/>
            <ac:spMk id="31" creationId="{3897567B-8AF9-41AD-A6F1-733F08114F0F}"/>
          </ac:spMkLst>
        </pc:spChg>
        <pc:spChg chg="add mod">
          <ac:chgData name="郁儒 廖" userId="189a1d031aa848d3" providerId="LiveId" clId="{247DFBE3-6DDC-40E2-A868-3151FFD1D91D}" dt="2021-02-21T10:57:34.399" v="2924" actId="1037"/>
          <ac:spMkLst>
            <pc:docMk/>
            <pc:sldMk cId="1739144940" sldId="289"/>
            <ac:spMk id="32" creationId="{C7BBE7A8-5A10-4BE1-BBBF-8EDF8532A940}"/>
          </ac:spMkLst>
        </pc:spChg>
        <pc:spChg chg="add mod">
          <ac:chgData name="郁儒 廖" userId="189a1d031aa848d3" providerId="LiveId" clId="{247DFBE3-6DDC-40E2-A868-3151FFD1D91D}" dt="2021-02-21T10:57:34.399" v="2924" actId="1037"/>
          <ac:spMkLst>
            <pc:docMk/>
            <pc:sldMk cId="1739144940" sldId="289"/>
            <ac:spMk id="33" creationId="{6C900FAC-8795-4C75-8ACA-BD23E4220C14}"/>
          </ac:spMkLst>
        </pc:spChg>
        <pc:spChg chg="add mod">
          <ac:chgData name="郁儒 廖" userId="189a1d031aa848d3" providerId="LiveId" clId="{247DFBE3-6DDC-40E2-A868-3151FFD1D91D}" dt="2021-02-21T10:57:43.925" v="2926"/>
          <ac:spMkLst>
            <pc:docMk/>
            <pc:sldMk cId="1739144940" sldId="289"/>
            <ac:spMk id="34" creationId="{303461DE-8268-4F5D-A969-2BFAD2B6577C}"/>
          </ac:spMkLst>
        </pc:spChg>
        <pc:picChg chg="mod">
          <ac:chgData name="郁儒 廖" userId="189a1d031aa848d3" providerId="LiveId" clId="{247DFBE3-6DDC-40E2-A868-3151FFD1D91D}" dt="2021-02-21T10:57:34.399" v="2924" actId="1037"/>
          <ac:picMkLst>
            <pc:docMk/>
            <pc:sldMk cId="1739144940" sldId="289"/>
            <ac:picMk id="7" creationId="{AFDBA703-BE95-42FD-8559-797FF78668E5}"/>
          </ac:picMkLst>
        </pc:picChg>
        <pc:cxnChg chg="mod">
          <ac:chgData name="郁儒 廖" userId="189a1d031aa848d3" providerId="LiveId" clId="{247DFBE3-6DDC-40E2-A868-3151FFD1D91D}" dt="2021-02-21T10:57:34.399" v="2924" actId="1037"/>
          <ac:cxnSpMkLst>
            <pc:docMk/>
            <pc:sldMk cId="1739144940" sldId="289"/>
            <ac:cxnSpMk id="6" creationId="{6A57BB6D-440E-4317-A666-1530A629F21B}"/>
          </ac:cxnSpMkLst>
        </pc:cxnChg>
        <pc:cxnChg chg="del">
          <ac:chgData name="郁儒 廖" userId="189a1d031aa848d3" providerId="LiveId" clId="{247DFBE3-6DDC-40E2-A868-3151FFD1D91D}" dt="2021-02-18T14:50:20.109" v="1626" actId="478"/>
          <ac:cxnSpMkLst>
            <pc:docMk/>
            <pc:sldMk cId="1739144940" sldId="289"/>
            <ac:cxnSpMk id="12" creationId="{F82555AF-452D-4067-B838-CA248C240024}"/>
          </ac:cxnSpMkLst>
        </pc:cxnChg>
        <pc:cxnChg chg="mod">
          <ac:chgData name="郁儒 廖" userId="189a1d031aa848d3" providerId="LiveId" clId="{247DFBE3-6DDC-40E2-A868-3151FFD1D91D}" dt="2021-02-21T10:57:34.399" v="2924" actId="1037"/>
          <ac:cxnSpMkLst>
            <pc:docMk/>
            <pc:sldMk cId="1739144940" sldId="289"/>
            <ac:cxnSpMk id="16" creationId="{967C9E74-7B6E-40C7-A026-449BF8B0F4F3}"/>
          </ac:cxnSpMkLst>
        </pc:cxnChg>
        <pc:cxnChg chg="del">
          <ac:chgData name="郁儒 廖" userId="189a1d031aa848d3" providerId="LiveId" clId="{247DFBE3-6DDC-40E2-A868-3151FFD1D91D}" dt="2021-02-18T14:50:17.598" v="1624" actId="478"/>
          <ac:cxnSpMkLst>
            <pc:docMk/>
            <pc:sldMk cId="1739144940" sldId="289"/>
            <ac:cxnSpMk id="24" creationId="{DBEB2AF1-A162-40E6-BF07-1A8BC98142AB}"/>
          </ac:cxnSpMkLst>
        </pc:cxnChg>
        <pc:cxnChg chg="del">
          <ac:chgData name="郁儒 廖" userId="189a1d031aa848d3" providerId="LiveId" clId="{247DFBE3-6DDC-40E2-A868-3151FFD1D91D}" dt="2021-02-18T14:50:18.934" v="1625" actId="478"/>
          <ac:cxnSpMkLst>
            <pc:docMk/>
            <pc:sldMk cId="1739144940" sldId="289"/>
            <ac:cxnSpMk id="28" creationId="{9F9C1885-C254-4C26-A6F7-C2CE7FAF3C2E}"/>
          </ac:cxnSpMkLst>
        </pc:cxnChg>
      </pc:sldChg>
      <pc:sldChg chg="addSp delSp modSp add mod">
        <pc:chgData name="郁儒 廖" userId="189a1d031aa848d3" providerId="LiveId" clId="{247DFBE3-6DDC-40E2-A868-3151FFD1D91D}" dt="2021-02-21T10:58:03.767" v="2978"/>
        <pc:sldMkLst>
          <pc:docMk/>
          <pc:sldMk cId="800334092" sldId="290"/>
        </pc:sldMkLst>
        <pc:spChg chg="add mod">
          <ac:chgData name="郁儒 廖" userId="189a1d031aa848d3" providerId="LiveId" clId="{247DFBE3-6DDC-40E2-A868-3151FFD1D91D}" dt="2021-02-21T10:57:56.139" v="2952" actId="1076"/>
          <ac:spMkLst>
            <pc:docMk/>
            <pc:sldMk cId="800334092" sldId="290"/>
            <ac:spMk id="15" creationId="{68D84706-3DF8-45AC-96F1-2949C86A5D1F}"/>
          </ac:spMkLst>
        </pc:spChg>
        <pc:spChg chg="del">
          <ac:chgData name="郁儒 廖" userId="189a1d031aa848d3" providerId="LiveId" clId="{247DFBE3-6DDC-40E2-A868-3151FFD1D91D}" dt="2021-02-18T14:58:14.062" v="1698" actId="478"/>
          <ac:spMkLst>
            <pc:docMk/>
            <pc:sldMk cId="800334092" sldId="290"/>
            <ac:spMk id="15" creationId="{7F6F5C0E-FC54-4E99-A45F-1AD7993A8DD0}"/>
          </ac:spMkLst>
        </pc:spChg>
        <pc:spChg chg="del">
          <ac:chgData name="郁儒 廖" userId="189a1d031aa848d3" providerId="LiveId" clId="{247DFBE3-6DDC-40E2-A868-3151FFD1D91D}" dt="2021-02-18T14:57:59.694" v="1693" actId="478"/>
          <ac:spMkLst>
            <pc:docMk/>
            <pc:sldMk cId="800334092" sldId="290"/>
            <ac:spMk id="18" creationId="{B35DD33E-4014-4ED2-95D7-5A97FCAB318B}"/>
          </ac:spMkLst>
        </pc:spChg>
        <pc:spChg chg="add mod">
          <ac:chgData name="郁儒 廖" userId="189a1d031aa848d3" providerId="LiveId" clId="{247DFBE3-6DDC-40E2-A868-3151FFD1D91D}" dt="2021-02-21T10:58:01.940" v="2977" actId="1036"/>
          <ac:spMkLst>
            <pc:docMk/>
            <pc:sldMk cId="800334092" sldId="290"/>
            <ac:spMk id="18" creationId="{E9CB7A45-C7F3-4545-821F-ED47250236AD}"/>
          </ac:spMkLst>
        </pc:spChg>
        <pc:spChg chg="add mod">
          <ac:chgData name="郁儒 廖" userId="189a1d031aa848d3" providerId="LiveId" clId="{247DFBE3-6DDC-40E2-A868-3151FFD1D91D}" dt="2021-02-21T10:58:03.767" v="2978"/>
          <ac:spMkLst>
            <pc:docMk/>
            <pc:sldMk cId="800334092" sldId="290"/>
            <ac:spMk id="19" creationId="{5D8D21F3-8E00-4975-B390-8E7C5EE01F5C}"/>
          </ac:spMkLst>
        </pc:spChg>
        <pc:spChg chg="del">
          <ac:chgData name="郁儒 廖" userId="189a1d031aa848d3" providerId="LiveId" clId="{247DFBE3-6DDC-40E2-A868-3151FFD1D91D}" dt="2021-02-18T14:57:57.967" v="1692" actId="478"/>
          <ac:spMkLst>
            <pc:docMk/>
            <pc:sldMk cId="800334092" sldId="290"/>
            <ac:spMk id="19" creationId="{90C7C165-B3EB-4978-B6C4-DE7A882E92B1}"/>
          </ac:spMkLst>
        </pc:spChg>
        <pc:spChg chg="del">
          <ac:chgData name="郁儒 廖" userId="189a1d031aa848d3" providerId="LiveId" clId="{247DFBE3-6DDC-40E2-A868-3151FFD1D91D}" dt="2021-02-18T14:58:04.742" v="1695" actId="478"/>
          <ac:spMkLst>
            <pc:docMk/>
            <pc:sldMk cId="800334092" sldId="290"/>
            <ac:spMk id="20" creationId="{69BBF8A0-EF23-43DA-B23F-3C4A869036D0}"/>
          </ac:spMkLst>
        </pc:spChg>
        <pc:spChg chg="del">
          <ac:chgData name="郁儒 廖" userId="189a1d031aa848d3" providerId="LiveId" clId="{247DFBE3-6DDC-40E2-A868-3151FFD1D91D}" dt="2021-02-18T14:58:03.092" v="1694" actId="478"/>
          <ac:spMkLst>
            <pc:docMk/>
            <pc:sldMk cId="800334092" sldId="290"/>
            <ac:spMk id="21" creationId="{3840B4C5-0F0A-4F1C-B875-B2D035F3A218}"/>
          </ac:spMkLst>
        </pc:spChg>
        <pc:spChg chg="del">
          <ac:chgData name="郁儒 廖" userId="189a1d031aa848d3" providerId="LiveId" clId="{247DFBE3-6DDC-40E2-A868-3151FFD1D91D}" dt="2021-02-18T14:58:07.127" v="1696" actId="478"/>
          <ac:spMkLst>
            <pc:docMk/>
            <pc:sldMk cId="800334092" sldId="290"/>
            <ac:spMk id="22" creationId="{5216E2E2-8C54-41C9-844F-3EF1B76D7337}"/>
          </ac:spMkLst>
        </pc:spChg>
        <pc:spChg chg="del">
          <ac:chgData name="郁儒 廖" userId="189a1d031aa848d3" providerId="LiveId" clId="{247DFBE3-6DDC-40E2-A868-3151FFD1D91D}" dt="2021-02-18T14:58:08.656" v="1697" actId="478"/>
          <ac:spMkLst>
            <pc:docMk/>
            <pc:sldMk cId="800334092" sldId="290"/>
            <ac:spMk id="23" creationId="{17BBDA3C-4324-477D-BE88-04FC82AC5910}"/>
          </ac:spMkLst>
        </pc:spChg>
        <pc:spChg chg="del">
          <ac:chgData name="郁儒 廖" userId="189a1d031aa848d3" providerId="LiveId" clId="{247DFBE3-6DDC-40E2-A868-3151FFD1D91D}" dt="2021-02-18T14:58:35.174" v="1707" actId="478"/>
          <ac:spMkLst>
            <pc:docMk/>
            <pc:sldMk cId="800334092" sldId="290"/>
            <ac:spMk id="25" creationId="{304B4323-EAFE-4282-9365-B25201D9FA00}"/>
          </ac:spMkLst>
        </pc:spChg>
        <pc:spChg chg="del">
          <ac:chgData name="郁儒 廖" userId="189a1d031aa848d3" providerId="LiveId" clId="{247DFBE3-6DDC-40E2-A868-3151FFD1D91D}" dt="2021-02-18T14:58:26.476" v="1705" actId="478"/>
          <ac:spMkLst>
            <pc:docMk/>
            <pc:sldMk cId="800334092" sldId="290"/>
            <ac:spMk id="26" creationId="{0ACE2722-D455-45E3-AF73-CD43DC3D82F2}"/>
          </ac:spMkLst>
        </pc:spChg>
        <pc:spChg chg="del">
          <ac:chgData name="郁儒 廖" userId="189a1d031aa848d3" providerId="LiveId" clId="{247DFBE3-6DDC-40E2-A868-3151FFD1D91D}" dt="2021-02-18T14:58:32.974" v="1706" actId="478"/>
          <ac:spMkLst>
            <pc:docMk/>
            <pc:sldMk cId="800334092" sldId="290"/>
            <ac:spMk id="27" creationId="{414937CD-98A4-487E-AA2F-EC30FBC0FBBB}"/>
          </ac:spMkLst>
        </pc:spChg>
        <pc:spChg chg="add mod">
          <ac:chgData name="郁儒 廖" userId="189a1d031aa848d3" providerId="LiveId" clId="{247DFBE3-6DDC-40E2-A868-3151FFD1D91D}" dt="2021-02-21T10:57:50.345" v="2951" actId="1038"/>
          <ac:spMkLst>
            <pc:docMk/>
            <pc:sldMk cId="800334092" sldId="290"/>
            <ac:spMk id="28" creationId="{924C7A1A-9D7E-4FF8-BFA2-8D2F10DD52AC}"/>
          </ac:spMkLst>
        </pc:spChg>
        <pc:spChg chg="del">
          <ac:chgData name="郁儒 廖" userId="189a1d031aa848d3" providerId="LiveId" clId="{247DFBE3-6DDC-40E2-A868-3151FFD1D91D}" dt="2021-02-18T14:58:15.245" v="1699" actId="478"/>
          <ac:spMkLst>
            <pc:docMk/>
            <pc:sldMk cId="800334092" sldId="290"/>
            <ac:spMk id="29" creationId="{8D687079-1830-41F6-BD53-9A67BB2D0A59}"/>
          </ac:spMkLst>
        </pc:spChg>
        <pc:spChg chg="del">
          <ac:chgData name="郁儒 廖" userId="189a1d031aa848d3" providerId="LiveId" clId="{247DFBE3-6DDC-40E2-A868-3151FFD1D91D}" dt="2021-02-18T14:58:24.174" v="1704" actId="478"/>
          <ac:spMkLst>
            <pc:docMk/>
            <pc:sldMk cId="800334092" sldId="290"/>
            <ac:spMk id="30" creationId="{09DBD781-6278-43B3-B8D9-7AA629E38C50}"/>
          </ac:spMkLst>
        </pc:spChg>
        <pc:spChg chg="add del">
          <ac:chgData name="郁儒 廖" userId="189a1d031aa848d3" providerId="LiveId" clId="{247DFBE3-6DDC-40E2-A868-3151FFD1D91D}" dt="2021-02-18T14:58:21.373" v="1703" actId="478"/>
          <ac:spMkLst>
            <pc:docMk/>
            <pc:sldMk cId="800334092" sldId="290"/>
            <ac:spMk id="31" creationId="{3897567B-8AF9-41AD-A6F1-733F08114F0F}"/>
          </ac:spMkLst>
        </pc:spChg>
        <pc:spChg chg="del">
          <ac:chgData name="郁儒 廖" userId="189a1d031aa848d3" providerId="LiveId" clId="{247DFBE3-6DDC-40E2-A868-3151FFD1D91D}" dt="2021-02-18T14:58:19.751" v="1702" actId="478"/>
          <ac:spMkLst>
            <pc:docMk/>
            <pc:sldMk cId="800334092" sldId="290"/>
            <ac:spMk id="32" creationId="{C7BBE7A8-5A10-4BE1-BBBF-8EDF8532A940}"/>
          </ac:spMkLst>
        </pc:spChg>
        <pc:spChg chg="mod">
          <ac:chgData name="郁儒 廖" userId="189a1d031aa848d3" providerId="LiveId" clId="{247DFBE3-6DDC-40E2-A868-3151FFD1D91D}" dt="2021-02-21T10:57:50.345" v="2951" actId="1038"/>
          <ac:spMkLst>
            <pc:docMk/>
            <pc:sldMk cId="800334092" sldId="290"/>
            <ac:spMk id="33" creationId="{6C900FAC-8795-4C75-8ACA-BD23E4220C14}"/>
          </ac:spMkLst>
        </pc:spChg>
        <pc:spChg chg="add mod">
          <ac:chgData name="郁儒 廖" userId="189a1d031aa848d3" providerId="LiveId" clId="{247DFBE3-6DDC-40E2-A868-3151FFD1D91D}" dt="2021-02-21T10:57:50.345" v="2951" actId="1038"/>
          <ac:spMkLst>
            <pc:docMk/>
            <pc:sldMk cId="800334092" sldId="290"/>
            <ac:spMk id="34" creationId="{A3036C1E-6FDA-4DC6-81DF-ECD39CFF5585}"/>
          </ac:spMkLst>
        </pc:spChg>
        <pc:spChg chg="add mod">
          <ac:chgData name="郁儒 廖" userId="189a1d031aa848d3" providerId="LiveId" clId="{247DFBE3-6DDC-40E2-A868-3151FFD1D91D}" dt="2021-02-21T10:57:50.345" v="2951" actId="1038"/>
          <ac:spMkLst>
            <pc:docMk/>
            <pc:sldMk cId="800334092" sldId="290"/>
            <ac:spMk id="35" creationId="{35F72552-C4D7-4ED0-A010-D0814640B4D1}"/>
          </ac:spMkLst>
        </pc:spChg>
        <pc:spChg chg="add mod">
          <ac:chgData name="郁儒 廖" userId="189a1d031aa848d3" providerId="LiveId" clId="{247DFBE3-6DDC-40E2-A868-3151FFD1D91D}" dt="2021-02-21T10:58:01.940" v="2977" actId="1036"/>
          <ac:spMkLst>
            <pc:docMk/>
            <pc:sldMk cId="800334092" sldId="290"/>
            <ac:spMk id="36" creationId="{6755EDEA-B956-4CDA-9D3A-0C50B10C9969}"/>
          </ac:spMkLst>
        </pc:spChg>
        <pc:spChg chg="add mod">
          <ac:chgData name="郁儒 廖" userId="189a1d031aa848d3" providerId="LiveId" clId="{247DFBE3-6DDC-40E2-A868-3151FFD1D91D}" dt="2021-02-21T10:58:01.940" v="2977" actId="1036"/>
          <ac:spMkLst>
            <pc:docMk/>
            <pc:sldMk cId="800334092" sldId="290"/>
            <ac:spMk id="37" creationId="{41491016-384F-4779-A883-6CFE48D6DE8D}"/>
          </ac:spMkLst>
        </pc:spChg>
        <pc:spChg chg="add mod">
          <ac:chgData name="郁儒 廖" userId="189a1d031aa848d3" providerId="LiveId" clId="{247DFBE3-6DDC-40E2-A868-3151FFD1D91D}" dt="2021-02-21T10:58:01.940" v="2977" actId="1036"/>
          <ac:spMkLst>
            <pc:docMk/>
            <pc:sldMk cId="800334092" sldId="290"/>
            <ac:spMk id="38" creationId="{78D6AB50-A365-496A-9DE1-C9F4DEFB99F6}"/>
          </ac:spMkLst>
        </pc:spChg>
        <pc:spChg chg="add mod">
          <ac:chgData name="郁儒 廖" userId="189a1d031aa848d3" providerId="LiveId" clId="{247DFBE3-6DDC-40E2-A868-3151FFD1D91D}" dt="2021-02-21T10:58:01.940" v="2977" actId="1036"/>
          <ac:spMkLst>
            <pc:docMk/>
            <pc:sldMk cId="800334092" sldId="290"/>
            <ac:spMk id="39" creationId="{A7534931-1577-4A6D-B0EF-DF52328A114E}"/>
          </ac:spMkLst>
        </pc:spChg>
        <pc:picChg chg="add del mod">
          <ac:chgData name="郁儒 廖" userId="189a1d031aa848d3" providerId="LiveId" clId="{247DFBE3-6DDC-40E2-A868-3151FFD1D91D}" dt="2021-02-21T10:57:50.345" v="2951" actId="1038"/>
          <ac:picMkLst>
            <pc:docMk/>
            <pc:sldMk cId="800334092" sldId="290"/>
            <ac:picMk id="7" creationId="{AFDBA703-BE95-42FD-8559-797FF78668E5}"/>
          </ac:picMkLst>
        </pc:picChg>
        <pc:picChg chg="mod">
          <ac:chgData name="郁儒 廖" userId="189a1d031aa848d3" providerId="LiveId" clId="{247DFBE3-6DDC-40E2-A868-3151FFD1D91D}" dt="2021-02-21T10:58:01.940" v="2977" actId="1036"/>
          <ac:picMkLst>
            <pc:docMk/>
            <pc:sldMk cId="800334092" sldId="290"/>
            <ac:picMk id="17" creationId="{0D4F3DFF-E2E6-4A20-8F91-325093C60E55}"/>
          </ac:picMkLst>
        </pc:picChg>
        <pc:picChg chg="add mod">
          <ac:chgData name="郁儒 廖" userId="189a1d031aa848d3" providerId="LiveId" clId="{247DFBE3-6DDC-40E2-A868-3151FFD1D91D}" dt="2021-02-21T10:58:01.940" v="2977" actId="1036"/>
          <ac:picMkLst>
            <pc:docMk/>
            <pc:sldMk cId="800334092" sldId="290"/>
            <ac:picMk id="24" creationId="{FE38E144-2CD5-4362-95F3-DB73ACF69759}"/>
          </ac:picMkLst>
        </pc:picChg>
        <pc:cxnChg chg="mod">
          <ac:chgData name="郁儒 廖" userId="189a1d031aa848d3" providerId="LiveId" clId="{247DFBE3-6DDC-40E2-A868-3151FFD1D91D}" dt="2021-02-21T10:57:50.345" v="2951" actId="1038"/>
          <ac:cxnSpMkLst>
            <pc:docMk/>
            <pc:sldMk cId="800334092" sldId="290"/>
            <ac:cxnSpMk id="6" creationId="{6A57BB6D-440E-4317-A666-1530A629F21B}"/>
          </ac:cxnSpMkLst>
        </pc:cxnChg>
        <pc:cxnChg chg="mod">
          <ac:chgData name="郁儒 廖" userId="189a1d031aa848d3" providerId="LiveId" clId="{247DFBE3-6DDC-40E2-A868-3151FFD1D91D}" dt="2021-02-21T10:57:50.345" v="2951" actId="1038"/>
          <ac:cxnSpMkLst>
            <pc:docMk/>
            <pc:sldMk cId="800334092" sldId="290"/>
            <ac:cxnSpMk id="16" creationId="{967C9E74-7B6E-40C7-A026-449BF8B0F4F3}"/>
          </ac:cxnSpMkLst>
        </pc:cxnChg>
      </pc:sldChg>
      <pc:sldChg chg="add mod ord modShow">
        <pc:chgData name="郁儒 廖" userId="189a1d031aa848d3" providerId="LiveId" clId="{247DFBE3-6DDC-40E2-A868-3151FFD1D91D}" dt="2021-02-20T08:23:47.177" v="2343" actId="729"/>
        <pc:sldMkLst>
          <pc:docMk/>
          <pc:sldMk cId="1996633319" sldId="291"/>
        </pc:sldMkLst>
      </pc:sldChg>
      <pc:sldChg chg="addSp delSp modSp add mod">
        <pc:chgData name="郁儒 廖" userId="189a1d031aa848d3" providerId="LiveId" clId="{247DFBE3-6DDC-40E2-A868-3151FFD1D91D}" dt="2021-02-21T10:58:06.308" v="2979"/>
        <pc:sldMkLst>
          <pc:docMk/>
          <pc:sldMk cId="3072170870" sldId="292"/>
        </pc:sldMkLst>
        <pc:spChg chg="del">
          <ac:chgData name="郁儒 廖" userId="189a1d031aa848d3" providerId="LiveId" clId="{247DFBE3-6DDC-40E2-A868-3151FFD1D91D}" dt="2021-02-18T15:17:05.853" v="1936" actId="478"/>
          <ac:spMkLst>
            <pc:docMk/>
            <pc:sldMk cId="3072170870" sldId="292"/>
            <ac:spMk id="4" creationId="{FE6DD536-F24C-4944-9D14-7104059F97D0}"/>
          </ac:spMkLst>
        </pc:spChg>
        <pc:spChg chg="mod">
          <ac:chgData name="郁儒 廖" userId="189a1d031aa848d3" providerId="LiveId" clId="{247DFBE3-6DDC-40E2-A868-3151FFD1D91D}" dt="2021-02-18T15:44:43.724" v="2083" actId="5793"/>
          <ac:spMkLst>
            <pc:docMk/>
            <pc:sldMk cId="3072170870" sldId="292"/>
            <ac:spMk id="19" creationId="{90C7C165-B3EB-4978-B6C4-DE7A882E92B1}"/>
          </ac:spMkLst>
        </pc:spChg>
        <pc:spChg chg="add del mod">
          <ac:chgData name="郁儒 廖" userId="189a1d031aa848d3" providerId="LiveId" clId="{247DFBE3-6DDC-40E2-A868-3151FFD1D91D}" dt="2021-02-18T15:18:55.014" v="2077" actId="1076"/>
          <ac:spMkLst>
            <pc:docMk/>
            <pc:sldMk cId="3072170870" sldId="292"/>
            <ac:spMk id="28" creationId="{8E24CF0D-D8D7-4A35-B57E-21541ADF90E4}"/>
          </ac:spMkLst>
        </pc:spChg>
        <pc:spChg chg="add mod">
          <ac:chgData name="郁儒 廖" userId="189a1d031aa848d3" providerId="LiveId" clId="{247DFBE3-6DDC-40E2-A868-3151FFD1D91D}" dt="2021-02-18T15:17:43.750" v="1943" actId="1076"/>
          <ac:spMkLst>
            <pc:docMk/>
            <pc:sldMk cId="3072170870" sldId="292"/>
            <ac:spMk id="36" creationId="{3BE217BD-5BEC-4D4B-B039-737E663D9346}"/>
          </ac:spMkLst>
        </pc:spChg>
        <pc:spChg chg="add mod">
          <ac:chgData name="郁儒 廖" userId="189a1d031aa848d3" providerId="LiveId" clId="{247DFBE3-6DDC-40E2-A868-3151FFD1D91D}" dt="2021-02-18T15:17:47.822" v="1945" actId="1076"/>
          <ac:spMkLst>
            <pc:docMk/>
            <pc:sldMk cId="3072170870" sldId="292"/>
            <ac:spMk id="37" creationId="{D15C1AF9-F2E5-4AC6-A211-23421A2A1B9C}"/>
          </ac:spMkLst>
        </pc:spChg>
        <pc:spChg chg="add mod">
          <ac:chgData name="郁儒 廖" userId="189a1d031aa848d3" providerId="LiveId" clId="{247DFBE3-6DDC-40E2-A868-3151FFD1D91D}" dt="2021-02-18T15:18:20.991" v="2066" actId="1036"/>
          <ac:spMkLst>
            <pc:docMk/>
            <pc:sldMk cId="3072170870" sldId="292"/>
            <ac:spMk id="38" creationId="{5EB9EE87-FE6A-45B9-AAE3-7F89A630892B}"/>
          </ac:spMkLst>
        </pc:spChg>
        <pc:spChg chg="add mod">
          <ac:chgData name="郁儒 廖" userId="189a1d031aa848d3" providerId="LiveId" clId="{247DFBE3-6DDC-40E2-A868-3151FFD1D91D}" dt="2021-02-18T15:18:20.991" v="2066" actId="1036"/>
          <ac:spMkLst>
            <pc:docMk/>
            <pc:sldMk cId="3072170870" sldId="292"/>
            <ac:spMk id="39" creationId="{56AF4A62-4C5F-40F6-B31D-C32FC58CECF6}"/>
          </ac:spMkLst>
        </pc:spChg>
        <pc:spChg chg="add mod">
          <ac:chgData name="郁儒 廖" userId="189a1d031aa848d3" providerId="LiveId" clId="{247DFBE3-6DDC-40E2-A868-3151FFD1D91D}" dt="2021-02-18T15:18:20.991" v="2066" actId="1036"/>
          <ac:spMkLst>
            <pc:docMk/>
            <pc:sldMk cId="3072170870" sldId="292"/>
            <ac:spMk id="40" creationId="{DDABA310-FA94-48A7-8DB3-84DF1AFC09D9}"/>
          </ac:spMkLst>
        </pc:spChg>
        <pc:spChg chg="add mod">
          <ac:chgData name="郁儒 廖" userId="189a1d031aa848d3" providerId="LiveId" clId="{247DFBE3-6DDC-40E2-A868-3151FFD1D91D}" dt="2021-02-18T15:18:27.701" v="2068" actId="1076"/>
          <ac:spMkLst>
            <pc:docMk/>
            <pc:sldMk cId="3072170870" sldId="292"/>
            <ac:spMk id="41" creationId="{5418FA39-E854-4DF2-8970-4012653FCDDE}"/>
          </ac:spMkLst>
        </pc:spChg>
        <pc:spChg chg="add mod">
          <ac:chgData name="郁儒 廖" userId="189a1d031aa848d3" providerId="LiveId" clId="{247DFBE3-6DDC-40E2-A868-3151FFD1D91D}" dt="2021-02-18T15:18:44.606" v="2072" actId="1076"/>
          <ac:spMkLst>
            <pc:docMk/>
            <pc:sldMk cId="3072170870" sldId="292"/>
            <ac:spMk id="42" creationId="{53A408DD-07C2-4D80-A719-CB6DA7F99850}"/>
          </ac:spMkLst>
        </pc:spChg>
        <pc:spChg chg="add mod">
          <ac:chgData name="郁儒 廖" userId="189a1d031aa848d3" providerId="LiveId" clId="{247DFBE3-6DDC-40E2-A868-3151FFD1D91D}" dt="2021-02-18T15:18:50.470" v="2076" actId="1076"/>
          <ac:spMkLst>
            <pc:docMk/>
            <pc:sldMk cId="3072170870" sldId="292"/>
            <ac:spMk id="43" creationId="{DE78A3AB-7DA2-451A-B44F-EF2AFAFE5857}"/>
          </ac:spMkLst>
        </pc:spChg>
        <pc:spChg chg="add mod">
          <ac:chgData name="郁儒 廖" userId="189a1d031aa848d3" providerId="LiveId" clId="{247DFBE3-6DDC-40E2-A868-3151FFD1D91D}" dt="2021-02-18T15:19:00.397" v="2080" actId="1076"/>
          <ac:spMkLst>
            <pc:docMk/>
            <pc:sldMk cId="3072170870" sldId="292"/>
            <ac:spMk id="44" creationId="{2D9AA5E6-CCF8-4154-A91E-BD5493B4AAA9}"/>
          </ac:spMkLst>
        </pc:spChg>
        <pc:spChg chg="add mod">
          <ac:chgData name="郁儒 廖" userId="189a1d031aa848d3" providerId="LiveId" clId="{247DFBE3-6DDC-40E2-A868-3151FFD1D91D}" dt="2021-02-21T10:50:31.881" v="2695" actId="1076"/>
          <ac:spMkLst>
            <pc:docMk/>
            <pc:sldMk cId="3072170870" sldId="292"/>
            <ac:spMk id="45" creationId="{D7C95DE0-0DD2-416E-A5DE-89607AF8C0D2}"/>
          </ac:spMkLst>
        </pc:spChg>
        <pc:spChg chg="add mod">
          <ac:chgData name="郁儒 廖" userId="189a1d031aa848d3" providerId="LiveId" clId="{247DFBE3-6DDC-40E2-A868-3151FFD1D91D}" dt="2021-02-21T10:50:28.756" v="2694" actId="1076"/>
          <ac:spMkLst>
            <pc:docMk/>
            <pc:sldMk cId="3072170870" sldId="292"/>
            <ac:spMk id="46" creationId="{7286B375-66EA-4287-9DE7-01A3F9C147AB}"/>
          </ac:spMkLst>
        </pc:spChg>
        <pc:spChg chg="add mod">
          <ac:chgData name="郁儒 廖" userId="189a1d031aa848d3" providerId="LiveId" clId="{247DFBE3-6DDC-40E2-A868-3151FFD1D91D}" dt="2021-02-21T10:58:06.308" v="2979"/>
          <ac:spMkLst>
            <pc:docMk/>
            <pc:sldMk cId="3072170870" sldId="292"/>
            <ac:spMk id="47" creationId="{1E7CFA26-6259-427C-9569-54C97CC8F683}"/>
          </ac:spMkLst>
        </pc:spChg>
        <pc:picChg chg="del">
          <ac:chgData name="郁儒 廖" userId="189a1d031aa848d3" providerId="LiveId" clId="{247DFBE3-6DDC-40E2-A868-3151FFD1D91D}" dt="2021-02-18T15:17:04.757" v="1935" actId="478"/>
          <ac:picMkLst>
            <pc:docMk/>
            <pc:sldMk cId="3072170870" sldId="292"/>
            <ac:picMk id="17" creationId="{0D4F3DFF-E2E6-4A20-8F91-325093C60E55}"/>
          </ac:picMkLst>
        </pc:picChg>
        <pc:picChg chg="add mod">
          <ac:chgData name="郁儒 廖" userId="189a1d031aa848d3" providerId="LiveId" clId="{247DFBE3-6DDC-40E2-A868-3151FFD1D91D}" dt="2021-02-18T15:18:48.221" v="2075" actId="1076"/>
          <ac:picMkLst>
            <pc:docMk/>
            <pc:sldMk cId="3072170870" sldId="292"/>
            <ac:picMk id="22" creationId="{8E1A1693-E03A-43AF-B722-BE63DF16580F}"/>
          </ac:picMkLst>
        </pc:picChg>
        <pc:picChg chg="add mod">
          <ac:chgData name="郁儒 廖" userId="189a1d031aa848d3" providerId="LiveId" clId="{247DFBE3-6DDC-40E2-A868-3151FFD1D91D}" dt="2021-02-18T15:17:21.150" v="1941" actId="1076"/>
          <ac:picMkLst>
            <pc:docMk/>
            <pc:sldMk cId="3072170870" sldId="292"/>
            <ac:picMk id="23" creationId="{B2E2F70C-F656-4127-91D8-902E7729C7F5}"/>
          </ac:picMkLst>
        </pc:picChg>
      </pc:sldChg>
      <pc:sldChg chg="addSp delSp modSp add mod">
        <pc:chgData name="郁儒 廖" userId="189a1d031aa848d3" providerId="LiveId" clId="{247DFBE3-6DDC-40E2-A868-3151FFD1D91D}" dt="2021-02-21T14:56:24.350" v="3102" actId="2711"/>
        <pc:sldMkLst>
          <pc:docMk/>
          <pc:sldMk cId="1241685947" sldId="293"/>
        </pc:sldMkLst>
        <pc:spChg chg="add mod">
          <ac:chgData name="郁儒 廖" userId="189a1d031aa848d3" providerId="LiveId" clId="{247DFBE3-6DDC-40E2-A868-3151FFD1D91D}" dt="2021-02-21T14:56:24.350" v="3102" actId="2711"/>
          <ac:spMkLst>
            <pc:docMk/>
            <pc:sldMk cId="1241685947" sldId="293"/>
            <ac:spMk id="2" creationId="{0CCA859F-BF95-4D37-8C21-D11B5AC536B7}"/>
          </ac:spMkLst>
        </pc:spChg>
        <pc:spChg chg="mod">
          <ac:chgData name="郁儒 廖" userId="189a1d031aa848d3" providerId="LiveId" clId="{247DFBE3-6DDC-40E2-A868-3151FFD1D91D}" dt="2021-02-21T10:59:40.341" v="3014" actId="1038"/>
          <ac:spMkLst>
            <pc:docMk/>
            <pc:sldMk cId="1241685947" sldId="293"/>
            <ac:spMk id="15" creationId="{7F6F5C0E-FC54-4E99-A45F-1AD7993A8DD0}"/>
          </ac:spMkLst>
        </pc:spChg>
        <pc:spChg chg="mod">
          <ac:chgData name="郁儒 廖" userId="189a1d031aa848d3" providerId="LiveId" clId="{247DFBE3-6DDC-40E2-A868-3151FFD1D91D}" dt="2021-02-21T10:59:40.341" v="3014" actId="1038"/>
          <ac:spMkLst>
            <pc:docMk/>
            <pc:sldMk cId="1241685947" sldId="293"/>
            <ac:spMk id="18" creationId="{B35DD33E-4014-4ED2-95D7-5A97FCAB318B}"/>
          </ac:spMkLst>
        </pc:spChg>
        <pc:spChg chg="mod">
          <ac:chgData name="郁儒 廖" userId="189a1d031aa848d3" providerId="LiveId" clId="{247DFBE3-6DDC-40E2-A868-3151FFD1D91D}" dt="2021-02-21T10:59:40.341" v="3014" actId="1038"/>
          <ac:spMkLst>
            <pc:docMk/>
            <pc:sldMk cId="1241685947" sldId="293"/>
            <ac:spMk id="19" creationId="{90C7C165-B3EB-4978-B6C4-DE7A882E92B1}"/>
          </ac:spMkLst>
        </pc:spChg>
        <pc:spChg chg="mod">
          <ac:chgData name="郁儒 廖" userId="189a1d031aa848d3" providerId="LiveId" clId="{247DFBE3-6DDC-40E2-A868-3151FFD1D91D}" dt="2021-02-21T10:59:40.341" v="3014" actId="1038"/>
          <ac:spMkLst>
            <pc:docMk/>
            <pc:sldMk cId="1241685947" sldId="293"/>
            <ac:spMk id="20" creationId="{69BBF8A0-EF23-43DA-B23F-3C4A869036D0}"/>
          </ac:spMkLst>
        </pc:spChg>
        <pc:spChg chg="mod">
          <ac:chgData name="郁儒 廖" userId="189a1d031aa848d3" providerId="LiveId" clId="{247DFBE3-6DDC-40E2-A868-3151FFD1D91D}" dt="2021-02-21T10:59:40.341" v="3014" actId="1038"/>
          <ac:spMkLst>
            <pc:docMk/>
            <pc:sldMk cId="1241685947" sldId="293"/>
            <ac:spMk id="21" creationId="{3840B4C5-0F0A-4F1C-B875-B2D035F3A218}"/>
          </ac:spMkLst>
        </pc:spChg>
        <pc:spChg chg="mod">
          <ac:chgData name="郁儒 廖" userId="189a1d031aa848d3" providerId="LiveId" clId="{247DFBE3-6DDC-40E2-A868-3151FFD1D91D}" dt="2021-02-21T10:59:40.341" v="3014" actId="1038"/>
          <ac:spMkLst>
            <pc:docMk/>
            <pc:sldMk cId="1241685947" sldId="293"/>
            <ac:spMk id="22" creationId="{5216E2E2-8C54-41C9-844F-3EF1B76D7337}"/>
          </ac:spMkLst>
        </pc:spChg>
        <pc:spChg chg="mod">
          <ac:chgData name="郁儒 廖" userId="189a1d031aa848d3" providerId="LiveId" clId="{247DFBE3-6DDC-40E2-A868-3151FFD1D91D}" dt="2021-02-21T10:59:40.341" v="3014" actId="1038"/>
          <ac:spMkLst>
            <pc:docMk/>
            <pc:sldMk cId="1241685947" sldId="293"/>
            <ac:spMk id="23" creationId="{17BBDA3C-4324-477D-BE88-04FC82AC5910}"/>
          </ac:spMkLst>
        </pc:spChg>
        <pc:spChg chg="mod">
          <ac:chgData name="郁儒 廖" userId="189a1d031aa848d3" providerId="LiveId" clId="{247DFBE3-6DDC-40E2-A868-3151FFD1D91D}" dt="2021-02-21T10:59:40.341" v="3014" actId="1038"/>
          <ac:spMkLst>
            <pc:docMk/>
            <pc:sldMk cId="1241685947" sldId="293"/>
            <ac:spMk id="25" creationId="{304B4323-EAFE-4282-9365-B25201D9FA00}"/>
          </ac:spMkLst>
        </pc:spChg>
        <pc:spChg chg="mod">
          <ac:chgData name="郁儒 廖" userId="189a1d031aa848d3" providerId="LiveId" clId="{247DFBE3-6DDC-40E2-A868-3151FFD1D91D}" dt="2021-02-21T10:59:40.341" v="3014" actId="1038"/>
          <ac:spMkLst>
            <pc:docMk/>
            <pc:sldMk cId="1241685947" sldId="293"/>
            <ac:spMk id="26" creationId="{0ACE2722-D455-45E3-AF73-CD43DC3D82F2}"/>
          </ac:spMkLst>
        </pc:spChg>
        <pc:spChg chg="mod">
          <ac:chgData name="郁儒 廖" userId="189a1d031aa848d3" providerId="LiveId" clId="{247DFBE3-6DDC-40E2-A868-3151FFD1D91D}" dt="2021-02-21T10:59:40.341" v="3014" actId="1038"/>
          <ac:spMkLst>
            <pc:docMk/>
            <pc:sldMk cId="1241685947" sldId="293"/>
            <ac:spMk id="27" creationId="{414937CD-98A4-487E-AA2F-EC30FBC0FBBB}"/>
          </ac:spMkLst>
        </pc:spChg>
        <pc:spChg chg="add mod">
          <ac:chgData name="郁儒 廖" userId="189a1d031aa848d3" providerId="LiveId" clId="{247DFBE3-6DDC-40E2-A868-3151FFD1D91D}" dt="2021-02-19T06:12:37.412" v="2088" actId="1076"/>
          <ac:spMkLst>
            <pc:docMk/>
            <pc:sldMk cId="1241685947" sldId="293"/>
            <ac:spMk id="28" creationId="{68B7DCDB-4494-4D05-9907-7F5C28356B3A}"/>
          </ac:spMkLst>
        </pc:spChg>
        <pc:spChg chg="mod">
          <ac:chgData name="郁儒 廖" userId="189a1d031aa848d3" providerId="LiveId" clId="{247DFBE3-6DDC-40E2-A868-3151FFD1D91D}" dt="2021-02-21T10:59:40.341" v="3014" actId="1038"/>
          <ac:spMkLst>
            <pc:docMk/>
            <pc:sldMk cId="1241685947" sldId="293"/>
            <ac:spMk id="29" creationId="{8D687079-1830-41F6-BD53-9A67BB2D0A59}"/>
          </ac:spMkLst>
        </pc:spChg>
        <pc:spChg chg="mod">
          <ac:chgData name="郁儒 廖" userId="189a1d031aa848d3" providerId="LiveId" clId="{247DFBE3-6DDC-40E2-A868-3151FFD1D91D}" dt="2021-02-21T10:59:40.341" v="3014" actId="1038"/>
          <ac:spMkLst>
            <pc:docMk/>
            <pc:sldMk cId="1241685947" sldId="293"/>
            <ac:spMk id="30" creationId="{09DBD781-6278-43B3-B8D9-7AA629E38C50}"/>
          </ac:spMkLst>
        </pc:spChg>
        <pc:spChg chg="mod">
          <ac:chgData name="郁儒 廖" userId="189a1d031aa848d3" providerId="LiveId" clId="{247DFBE3-6DDC-40E2-A868-3151FFD1D91D}" dt="2021-02-21T10:59:40.341" v="3014" actId="1038"/>
          <ac:spMkLst>
            <pc:docMk/>
            <pc:sldMk cId="1241685947" sldId="293"/>
            <ac:spMk id="31" creationId="{3897567B-8AF9-41AD-A6F1-733F08114F0F}"/>
          </ac:spMkLst>
        </pc:spChg>
        <pc:spChg chg="del">
          <ac:chgData name="郁儒 廖" userId="189a1d031aa848d3" providerId="LiveId" clId="{247DFBE3-6DDC-40E2-A868-3151FFD1D91D}" dt="2021-02-21T10:38:27.780" v="2356" actId="478"/>
          <ac:spMkLst>
            <pc:docMk/>
            <pc:sldMk cId="1241685947" sldId="293"/>
            <ac:spMk id="32" creationId="{C7BBE7A8-5A10-4BE1-BBBF-8EDF8532A940}"/>
          </ac:spMkLst>
        </pc:spChg>
        <pc:spChg chg="mod">
          <ac:chgData name="郁儒 廖" userId="189a1d031aa848d3" providerId="LiveId" clId="{247DFBE3-6DDC-40E2-A868-3151FFD1D91D}" dt="2021-02-21T10:59:40.341" v="3014" actId="1038"/>
          <ac:spMkLst>
            <pc:docMk/>
            <pc:sldMk cId="1241685947" sldId="293"/>
            <ac:spMk id="33" creationId="{6C900FAC-8795-4C75-8ACA-BD23E4220C14}"/>
          </ac:spMkLst>
        </pc:spChg>
        <pc:spChg chg="add mod">
          <ac:chgData name="郁儒 廖" userId="189a1d031aa848d3" providerId="LiveId" clId="{247DFBE3-6DDC-40E2-A868-3151FFD1D91D}" dt="2021-02-19T06:12:47.723" v="2092" actId="1076"/>
          <ac:spMkLst>
            <pc:docMk/>
            <pc:sldMk cId="1241685947" sldId="293"/>
            <ac:spMk id="34" creationId="{CD20702E-7F1E-47D0-B27E-CD81F52B9700}"/>
          </ac:spMkLst>
        </pc:spChg>
        <pc:spChg chg="add mod">
          <ac:chgData name="郁儒 廖" userId="189a1d031aa848d3" providerId="LiveId" clId="{247DFBE3-6DDC-40E2-A868-3151FFD1D91D}" dt="2021-02-19T06:13:18.575" v="2096" actId="1076"/>
          <ac:spMkLst>
            <pc:docMk/>
            <pc:sldMk cId="1241685947" sldId="293"/>
            <ac:spMk id="35" creationId="{7F045CCD-1CB8-4D5A-BD27-EBE5C4C87054}"/>
          </ac:spMkLst>
        </pc:spChg>
        <pc:spChg chg="add mod">
          <ac:chgData name="郁儒 廖" userId="189a1d031aa848d3" providerId="LiveId" clId="{247DFBE3-6DDC-40E2-A868-3151FFD1D91D}" dt="2021-02-19T06:13:22.126" v="2098" actId="1076"/>
          <ac:spMkLst>
            <pc:docMk/>
            <pc:sldMk cId="1241685947" sldId="293"/>
            <ac:spMk id="36" creationId="{304DEBD3-963F-4EBE-8966-8E6A21D2F4F8}"/>
          </ac:spMkLst>
        </pc:spChg>
        <pc:spChg chg="add mod">
          <ac:chgData name="郁儒 廖" userId="189a1d031aa848d3" providerId="LiveId" clId="{247DFBE3-6DDC-40E2-A868-3151FFD1D91D}" dt="2021-02-19T06:13:33.262" v="2102" actId="1076"/>
          <ac:spMkLst>
            <pc:docMk/>
            <pc:sldMk cId="1241685947" sldId="293"/>
            <ac:spMk id="37" creationId="{C2780D01-28EF-44A9-8770-608E2E1B5D3B}"/>
          </ac:spMkLst>
        </pc:spChg>
        <pc:spChg chg="add mod">
          <ac:chgData name="郁儒 廖" userId="189a1d031aa848d3" providerId="LiveId" clId="{247DFBE3-6DDC-40E2-A868-3151FFD1D91D}" dt="2021-02-19T06:13:50.095" v="2108" actId="1076"/>
          <ac:spMkLst>
            <pc:docMk/>
            <pc:sldMk cId="1241685947" sldId="293"/>
            <ac:spMk id="38" creationId="{90D9CDCB-7A39-4630-9FCA-1B54AE48254C}"/>
          </ac:spMkLst>
        </pc:spChg>
        <pc:spChg chg="add mod">
          <ac:chgData name="郁儒 廖" userId="189a1d031aa848d3" providerId="LiveId" clId="{247DFBE3-6DDC-40E2-A868-3151FFD1D91D}" dt="2021-02-19T06:13:59.160" v="2109" actId="1076"/>
          <ac:spMkLst>
            <pc:docMk/>
            <pc:sldMk cId="1241685947" sldId="293"/>
            <ac:spMk id="39" creationId="{D13229A9-5102-408D-9185-F83EF020AAC7}"/>
          </ac:spMkLst>
        </pc:spChg>
        <pc:spChg chg="add mod">
          <ac:chgData name="郁儒 廖" userId="189a1d031aa848d3" providerId="LiveId" clId="{247DFBE3-6DDC-40E2-A868-3151FFD1D91D}" dt="2021-02-19T06:14:09.867" v="2111" actId="1076"/>
          <ac:spMkLst>
            <pc:docMk/>
            <pc:sldMk cId="1241685947" sldId="293"/>
            <ac:spMk id="40" creationId="{4401A34D-B9A1-452F-879C-2AC1B248C38F}"/>
          </ac:spMkLst>
        </pc:spChg>
        <pc:spChg chg="add mod">
          <ac:chgData name="郁儒 廖" userId="189a1d031aa848d3" providerId="LiveId" clId="{247DFBE3-6DDC-40E2-A868-3151FFD1D91D}" dt="2021-02-21T10:59:44.717" v="3015" actId="1076"/>
          <ac:spMkLst>
            <pc:docMk/>
            <pc:sldMk cId="1241685947" sldId="293"/>
            <ac:spMk id="41" creationId="{34310674-BD0C-40CC-BBD9-2DB288734DFC}"/>
          </ac:spMkLst>
        </pc:spChg>
        <pc:spChg chg="add mod">
          <ac:chgData name="郁儒 廖" userId="189a1d031aa848d3" providerId="LiveId" clId="{247DFBE3-6DDC-40E2-A868-3151FFD1D91D}" dt="2021-02-21T10:50:37.380" v="2697" actId="1076"/>
          <ac:spMkLst>
            <pc:docMk/>
            <pc:sldMk cId="1241685947" sldId="293"/>
            <ac:spMk id="42" creationId="{9572EEEC-9744-48C4-B2DB-58D1315DF71E}"/>
          </ac:spMkLst>
        </pc:spChg>
        <pc:spChg chg="add mod">
          <ac:chgData name="郁儒 廖" userId="189a1d031aa848d3" providerId="LiveId" clId="{247DFBE3-6DDC-40E2-A868-3151FFD1D91D}" dt="2021-02-21T10:59:46.476" v="3016"/>
          <ac:spMkLst>
            <pc:docMk/>
            <pc:sldMk cId="1241685947" sldId="293"/>
            <ac:spMk id="43" creationId="{85F67834-D040-4FB4-82A5-7E173DC0DBEE}"/>
          </ac:spMkLst>
        </pc:spChg>
        <pc:picChg chg="mod">
          <ac:chgData name="郁儒 廖" userId="189a1d031aa848d3" providerId="LiveId" clId="{247DFBE3-6DDC-40E2-A868-3151FFD1D91D}" dt="2021-02-21T10:59:40.341" v="3014" actId="1038"/>
          <ac:picMkLst>
            <pc:docMk/>
            <pc:sldMk cId="1241685947" sldId="293"/>
            <ac:picMk id="7" creationId="{AFDBA703-BE95-42FD-8559-797FF78668E5}"/>
          </ac:picMkLst>
        </pc:picChg>
        <pc:picChg chg="mod">
          <ac:chgData name="郁儒 廖" userId="189a1d031aa848d3" providerId="LiveId" clId="{247DFBE3-6DDC-40E2-A868-3151FFD1D91D}" dt="2021-02-21T10:58:10.682" v="2980" actId="1076"/>
          <ac:picMkLst>
            <pc:docMk/>
            <pc:sldMk cId="1241685947" sldId="293"/>
            <ac:picMk id="17" creationId="{0D4F3DFF-E2E6-4A20-8F91-325093C60E55}"/>
          </ac:picMkLst>
        </pc:picChg>
        <pc:picChg chg="mod">
          <ac:chgData name="郁儒 廖" userId="189a1d031aa848d3" providerId="LiveId" clId="{247DFBE3-6DDC-40E2-A868-3151FFD1D91D}" dt="2021-02-19T06:13:26.118" v="2101" actId="1076"/>
          <ac:picMkLst>
            <pc:docMk/>
            <pc:sldMk cId="1241685947" sldId="293"/>
            <ac:picMk id="24" creationId="{FE38E144-2CD5-4362-95F3-DB73ACF69759}"/>
          </ac:picMkLst>
        </pc:picChg>
        <pc:cxnChg chg="mod">
          <ac:chgData name="郁儒 廖" userId="189a1d031aa848d3" providerId="LiveId" clId="{247DFBE3-6DDC-40E2-A868-3151FFD1D91D}" dt="2021-02-21T10:59:40.341" v="3014" actId="1038"/>
          <ac:cxnSpMkLst>
            <pc:docMk/>
            <pc:sldMk cId="1241685947" sldId="293"/>
            <ac:cxnSpMk id="6" creationId="{6A57BB6D-440E-4317-A666-1530A629F21B}"/>
          </ac:cxnSpMkLst>
        </pc:cxnChg>
        <pc:cxnChg chg="mod">
          <ac:chgData name="郁儒 廖" userId="189a1d031aa848d3" providerId="LiveId" clId="{247DFBE3-6DDC-40E2-A868-3151FFD1D91D}" dt="2021-02-21T10:59:40.341" v="3014" actId="1038"/>
          <ac:cxnSpMkLst>
            <pc:docMk/>
            <pc:sldMk cId="1241685947" sldId="293"/>
            <ac:cxnSpMk id="16" creationId="{967C9E74-7B6E-40C7-A026-449BF8B0F4F3}"/>
          </ac:cxnSpMkLst>
        </pc:cxnChg>
      </pc:sldChg>
      <pc:sldChg chg="modSp new mod">
        <pc:chgData name="郁儒 廖" userId="189a1d031aa848d3" providerId="LiveId" clId="{247DFBE3-6DDC-40E2-A868-3151FFD1D91D}" dt="2021-02-21T14:54:32.225" v="3092" actId="5793"/>
        <pc:sldMkLst>
          <pc:docMk/>
          <pc:sldMk cId="2634954890" sldId="294"/>
        </pc:sldMkLst>
        <pc:spChg chg="mod">
          <ac:chgData name="郁儒 廖" userId="189a1d031aa848d3" providerId="LiveId" clId="{247DFBE3-6DDC-40E2-A868-3151FFD1D91D}" dt="2021-02-21T09:35:33.327" v="2350" actId="5793"/>
          <ac:spMkLst>
            <pc:docMk/>
            <pc:sldMk cId="2634954890" sldId="294"/>
            <ac:spMk id="2" creationId="{AE72612A-96E4-420B-9588-CF1E10768828}"/>
          </ac:spMkLst>
        </pc:spChg>
        <pc:spChg chg="mod">
          <ac:chgData name="郁儒 廖" userId="189a1d031aa848d3" providerId="LiveId" clId="{247DFBE3-6DDC-40E2-A868-3151FFD1D91D}" dt="2021-02-21T14:54:32.225" v="3092" actId="5793"/>
          <ac:spMkLst>
            <pc:docMk/>
            <pc:sldMk cId="2634954890" sldId="294"/>
            <ac:spMk id="3" creationId="{C2C6D396-3CE1-48D5-AC84-43F4A00327D0}"/>
          </ac:spMkLst>
        </pc:spChg>
      </pc:sldChg>
      <pc:sldChg chg="modSp add mod">
        <pc:chgData name="郁儒 廖" userId="189a1d031aa848d3" providerId="LiveId" clId="{247DFBE3-6DDC-40E2-A868-3151FFD1D91D}" dt="2021-02-21T14:57:24.319" v="3112" actId="2711"/>
        <pc:sldMkLst>
          <pc:docMk/>
          <pc:sldMk cId="171516907" sldId="295"/>
        </pc:sldMkLst>
        <pc:spChg chg="mod">
          <ac:chgData name="郁儒 廖" userId="189a1d031aa848d3" providerId="LiveId" clId="{247DFBE3-6DDC-40E2-A868-3151FFD1D91D}" dt="2021-02-21T14:57:24.319" v="3112" actId="2711"/>
          <ac:spMkLst>
            <pc:docMk/>
            <pc:sldMk cId="171516907" sldId="295"/>
            <ac:spMk id="2" creationId="{D0F47209-6EEB-2948-B5A0-F9A8C643688C}"/>
          </ac:spMkLst>
        </pc:spChg>
        <pc:spChg chg="mod">
          <ac:chgData name="郁儒 廖" userId="189a1d031aa848d3" providerId="LiveId" clId="{247DFBE3-6DDC-40E2-A868-3151FFD1D91D}" dt="2021-02-21T14:55:47.044" v="3099" actId="27636"/>
          <ac:spMkLst>
            <pc:docMk/>
            <pc:sldMk cId="171516907" sldId="295"/>
            <ac:spMk id="3" creationId="{CD0B5B1A-C491-DE4A-B8D8-39CE3FCD5B23}"/>
          </ac:spMkLst>
        </pc:spChg>
      </pc:sldChg>
      <pc:sldChg chg="modSp add mod ord modNotesTx">
        <pc:chgData name="郁儒 廖" userId="189a1d031aa848d3" providerId="LiveId" clId="{247DFBE3-6DDC-40E2-A868-3151FFD1D91D}" dt="2021-02-22T17:10:16.423" v="3510" actId="20577"/>
        <pc:sldMkLst>
          <pc:docMk/>
          <pc:sldMk cId="1270181865" sldId="296"/>
        </pc:sldMkLst>
        <pc:spChg chg="mod">
          <ac:chgData name="郁儒 廖" userId="189a1d031aa848d3" providerId="LiveId" clId="{247DFBE3-6DDC-40E2-A868-3151FFD1D91D}" dt="2021-02-22T17:10:16.423" v="3510" actId="20577"/>
          <ac:spMkLst>
            <pc:docMk/>
            <pc:sldMk cId="1270181865" sldId="296"/>
            <ac:spMk id="2" creationId="{D0F47209-6EEB-2948-B5A0-F9A8C643688C}"/>
          </ac:spMkLst>
        </pc:spChg>
        <pc:spChg chg="mod">
          <ac:chgData name="郁儒 廖" userId="189a1d031aa848d3" providerId="LiveId" clId="{247DFBE3-6DDC-40E2-A868-3151FFD1D91D}" dt="2021-02-21T11:00:40.096" v="3022" actId="114"/>
          <ac:spMkLst>
            <pc:docMk/>
            <pc:sldMk cId="1270181865" sldId="296"/>
            <ac:spMk id="3" creationId="{CD0B5B1A-C491-DE4A-B8D8-39CE3FCD5B23}"/>
          </ac:spMkLst>
        </pc:spChg>
      </pc:sldChg>
      <pc:sldChg chg="addSp modSp add mod">
        <pc:chgData name="郁儒 廖" userId="189a1d031aa848d3" providerId="LiveId" clId="{247DFBE3-6DDC-40E2-A868-3151FFD1D91D}" dt="2021-02-21T14:58:53.181" v="3131" actId="108"/>
        <pc:sldMkLst>
          <pc:docMk/>
          <pc:sldMk cId="2077918569" sldId="297"/>
        </pc:sldMkLst>
        <pc:spChg chg="mod">
          <ac:chgData name="郁儒 廖" userId="189a1d031aa848d3" providerId="LiveId" clId="{247DFBE3-6DDC-40E2-A868-3151FFD1D91D}" dt="2021-02-21T14:58:53.181" v="3131" actId="108"/>
          <ac:spMkLst>
            <pc:docMk/>
            <pc:sldMk cId="2077918569" sldId="297"/>
            <ac:spMk id="2" creationId="{0F57AFCD-574A-4525-9F59-D0A9CB3F50E7}"/>
          </ac:spMkLst>
        </pc:spChg>
        <pc:spChg chg="add mod">
          <ac:chgData name="郁儒 廖" userId="189a1d031aa848d3" providerId="LiveId" clId="{247DFBE3-6DDC-40E2-A868-3151FFD1D91D}" dt="2021-02-20T04:34:07.605" v="2282" actId="14100"/>
          <ac:spMkLst>
            <pc:docMk/>
            <pc:sldMk cId="2077918569" sldId="297"/>
            <ac:spMk id="5" creationId="{701A6ACB-B418-48F8-9052-A251707ED8BF}"/>
          </ac:spMkLst>
        </pc:spChg>
        <pc:spChg chg="add mod">
          <ac:chgData name="郁儒 廖" userId="189a1d031aa848d3" providerId="LiveId" clId="{247DFBE3-6DDC-40E2-A868-3151FFD1D91D}" dt="2021-02-20T04:34:11.630" v="2284" actId="1076"/>
          <ac:spMkLst>
            <pc:docMk/>
            <pc:sldMk cId="2077918569" sldId="297"/>
            <ac:spMk id="28" creationId="{A3E649DA-9B38-474A-B312-9796D9D3CE5A}"/>
          </ac:spMkLst>
        </pc:spChg>
        <pc:spChg chg="add mod">
          <ac:chgData name="郁儒 廖" userId="189a1d031aa848d3" providerId="LiveId" clId="{247DFBE3-6DDC-40E2-A868-3151FFD1D91D}" dt="2021-02-21T10:48:05.020" v="2561" actId="1076"/>
          <ac:spMkLst>
            <pc:docMk/>
            <pc:sldMk cId="2077918569" sldId="297"/>
            <ac:spMk id="29" creationId="{46D78D6E-2F4F-4849-85A7-C07920113C44}"/>
          </ac:spMkLst>
        </pc:spChg>
      </pc:sldChg>
      <pc:sldChg chg="addSp modSp add mod">
        <pc:chgData name="郁儒 廖" userId="189a1d031aa848d3" providerId="LiveId" clId="{247DFBE3-6DDC-40E2-A868-3151FFD1D91D}" dt="2021-02-21T14:58:49.229" v="3130" actId="108"/>
        <pc:sldMkLst>
          <pc:docMk/>
          <pc:sldMk cId="3105254775" sldId="298"/>
        </pc:sldMkLst>
        <pc:spChg chg="mod">
          <ac:chgData name="郁儒 廖" userId="189a1d031aa848d3" providerId="LiveId" clId="{247DFBE3-6DDC-40E2-A868-3151FFD1D91D}" dt="2021-02-21T14:58:49.229" v="3130" actId="108"/>
          <ac:spMkLst>
            <pc:docMk/>
            <pc:sldMk cId="3105254775" sldId="298"/>
            <ac:spMk id="2" creationId="{0F57AFCD-574A-4525-9F59-D0A9CB3F50E7}"/>
          </ac:spMkLst>
        </pc:spChg>
        <pc:spChg chg="mod">
          <ac:chgData name="郁儒 廖" userId="189a1d031aa848d3" providerId="LiveId" clId="{247DFBE3-6DDC-40E2-A868-3151FFD1D91D}" dt="2021-02-20T04:34:29.766" v="2288" actId="1076"/>
          <ac:spMkLst>
            <pc:docMk/>
            <pc:sldMk cId="3105254775" sldId="298"/>
            <ac:spMk id="5" creationId="{701A6ACB-B418-48F8-9052-A251707ED8BF}"/>
          </ac:spMkLst>
        </pc:spChg>
        <pc:spChg chg="mod">
          <ac:chgData name="郁儒 廖" userId="189a1d031aa848d3" providerId="LiveId" clId="{247DFBE3-6DDC-40E2-A868-3151FFD1D91D}" dt="2021-02-20T04:34:36.126" v="2291" actId="1076"/>
          <ac:spMkLst>
            <pc:docMk/>
            <pc:sldMk cId="3105254775" sldId="298"/>
            <ac:spMk id="28" creationId="{A3E649DA-9B38-474A-B312-9796D9D3CE5A}"/>
          </ac:spMkLst>
        </pc:spChg>
        <pc:spChg chg="add mod">
          <ac:chgData name="郁儒 廖" userId="189a1d031aa848d3" providerId="LiveId" clId="{247DFBE3-6DDC-40E2-A868-3151FFD1D91D}" dt="2021-02-21T10:48:10.156" v="2563" actId="1076"/>
          <ac:spMkLst>
            <pc:docMk/>
            <pc:sldMk cId="3105254775" sldId="298"/>
            <ac:spMk id="29" creationId="{2F357367-7C17-4C45-B034-C89C0BD2E0A0}"/>
          </ac:spMkLst>
        </pc:spChg>
        <pc:picChg chg="mod">
          <ac:chgData name="郁儒 廖" userId="189a1d031aa848d3" providerId="LiveId" clId="{247DFBE3-6DDC-40E2-A868-3151FFD1D91D}" dt="2021-02-20T04:34:33.217" v="2290" actId="1076"/>
          <ac:picMkLst>
            <pc:docMk/>
            <pc:sldMk cId="3105254775" sldId="298"/>
            <ac:picMk id="4" creationId="{9803E7B6-7BB0-485F-B42E-B14F31F42731}"/>
          </ac:picMkLst>
        </pc:picChg>
        <pc:picChg chg="mod">
          <ac:chgData name="郁儒 廖" userId="189a1d031aa848d3" providerId="LiveId" clId="{247DFBE3-6DDC-40E2-A868-3151FFD1D91D}" dt="2021-02-20T04:34:25.505" v="2287" actId="1076"/>
          <ac:picMkLst>
            <pc:docMk/>
            <pc:sldMk cId="3105254775" sldId="298"/>
            <ac:picMk id="11" creationId="{91258496-71A2-4D73-B86F-7577ED62F7D3}"/>
          </ac:picMkLst>
        </pc:picChg>
      </pc:sldChg>
      <pc:sldChg chg="addSp modSp add mod">
        <pc:chgData name="郁儒 廖" userId="189a1d031aa848d3" providerId="LiveId" clId="{247DFBE3-6DDC-40E2-A868-3151FFD1D91D}" dt="2021-02-21T17:01:03.045" v="3263" actId="1035"/>
        <pc:sldMkLst>
          <pc:docMk/>
          <pc:sldMk cId="2726181052" sldId="299"/>
        </pc:sldMkLst>
        <pc:spChg chg="mod">
          <ac:chgData name="郁儒 廖" userId="189a1d031aa848d3" providerId="LiveId" clId="{247DFBE3-6DDC-40E2-A868-3151FFD1D91D}" dt="2021-02-21T14:58:24.150" v="3126" actId="2711"/>
          <ac:spMkLst>
            <pc:docMk/>
            <pc:sldMk cId="2726181052" sldId="299"/>
            <ac:spMk id="2" creationId="{0F57AFCD-574A-4525-9F59-D0A9CB3F50E7}"/>
          </ac:spMkLst>
        </pc:spChg>
        <pc:spChg chg="mod">
          <ac:chgData name="郁儒 廖" userId="189a1d031aa848d3" providerId="LiveId" clId="{247DFBE3-6DDC-40E2-A868-3151FFD1D91D}" dt="2021-02-21T17:01:03.045" v="3263" actId="1035"/>
          <ac:spMkLst>
            <pc:docMk/>
            <pc:sldMk cId="2726181052" sldId="299"/>
            <ac:spMk id="28" creationId="{D0C247B4-5E41-410B-9AEE-FCA455702A2E}"/>
          </ac:spMkLst>
        </pc:spChg>
        <pc:spChg chg="mod">
          <ac:chgData name="郁儒 廖" userId="189a1d031aa848d3" providerId="LiveId" clId="{247DFBE3-6DDC-40E2-A868-3151FFD1D91D}" dt="2021-02-20T04:35:37.039" v="2299" actId="1076"/>
          <ac:spMkLst>
            <pc:docMk/>
            <pc:sldMk cId="2726181052" sldId="299"/>
            <ac:spMk id="29" creationId="{EF0332FB-3878-4158-8BDE-8AD550FFFD35}"/>
          </ac:spMkLst>
        </pc:spChg>
        <pc:spChg chg="add mod">
          <ac:chgData name="郁儒 廖" userId="189a1d031aa848d3" providerId="LiveId" clId="{247DFBE3-6DDC-40E2-A868-3151FFD1D91D}" dt="2021-02-21T10:48:23.007" v="2567"/>
          <ac:spMkLst>
            <pc:docMk/>
            <pc:sldMk cId="2726181052" sldId="299"/>
            <ac:spMk id="30" creationId="{1BEDE591-5BB6-4E03-BC55-B5D58BFC9B43}"/>
          </ac:spMkLst>
        </pc:spChg>
      </pc:sldChg>
      <pc:sldChg chg="addSp delSp modSp add mod ord">
        <pc:chgData name="郁儒 廖" userId="189a1d031aa848d3" providerId="LiveId" clId="{247DFBE3-6DDC-40E2-A868-3151FFD1D91D}" dt="2021-02-21T14:57:14.885" v="3110" actId="108"/>
        <pc:sldMkLst>
          <pc:docMk/>
          <pc:sldMk cId="1079237586" sldId="300"/>
        </pc:sldMkLst>
        <pc:spChg chg="mod">
          <ac:chgData name="郁儒 廖" userId="189a1d031aa848d3" providerId="LiveId" clId="{247DFBE3-6DDC-40E2-A868-3151FFD1D91D}" dt="2021-02-21T14:57:14.885" v="3110" actId="108"/>
          <ac:spMkLst>
            <pc:docMk/>
            <pc:sldMk cId="1079237586" sldId="300"/>
            <ac:spMk id="2" creationId="{0F57AFCD-574A-4525-9F59-D0A9CB3F50E7}"/>
          </ac:spMkLst>
        </pc:spChg>
        <pc:spChg chg="add mod">
          <ac:chgData name="郁儒 廖" userId="189a1d031aa848d3" providerId="LiveId" clId="{247DFBE3-6DDC-40E2-A868-3151FFD1D91D}" dt="2021-02-20T08:17:23.290" v="2310" actId="208"/>
          <ac:spMkLst>
            <pc:docMk/>
            <pc:sldMk cId="1079237586" sldId="300"/>
            <ac:spMk id="3" creationId="{0D7A8E10-F1B2-4CE3-9F11-DAA6DA1C318D}"/>
          </ac:spMkLst>
        </pc:spChg>
        <pc:spChg chg="add del mod">
          <ac:chgData name="郁儒 廖" userId="189a1d031aa848d3" providerId="LiveId" clId="{247DFBE3-6DDC-40E2-A868-3151FFD1D91D}" dt="2021-02-21T10:49:13.876" v="2606" actId="478"/>
          <ac:spMkLst>
            <pc:docMk/>
            <pc:sldMk cId="1079237586" sldId="300"/>
            <ac:spMk id="18" creationId="{520D6ACE-D83D-4FCF-920A-C53012FC4BC3}"/>
          </ac:spMkLst>
        </pc:spChg>
        <pc:spChg chg="add mod">
          <ac:chgData name="郁儒 廖" userId="189a1d031aa848d3" providerId="LiveId" clId="{247DFBE3-6DDC-40E2-A868-3151FFD1D91D}" dt="2021-02-21T10:49:16.831" v="2607" actId="1076"/>
          <ac:spMkLst>
            <pc:docMk/>
            <pc:sldMk cId="1079237586" sldId="300"/>
            <ac:spMk id="19" creationId="{BAC89CAB-C9BD-4941-8FA0-D70859618325}"/>
          </ac:spMkLst>
        </pc:spChg>
        <pc:spChg chg="add mod">
          <ac:chgData name="郁儒 廖" userId="189a1d031aa848d3" providerId="LiveId" clId="{247DFBE3-6DDC-40E2-A868-3151FFD1D91D}" dt="2021-02-21T10:51:38.294" v="2702" actId="20577"/>
          <ac:spMkLst>
            <pc:docMk/>
            <pc:sldMk cId="1079237586" sldId="300"/>
            <ac:spMk id="21" creationId="{353719B3-BA9D-4F19-98B0-E288C5BBDE4A}"/>
          </ac:spMkLst>
        </pc:spChg>
        <pc:spChg chg="add mod">
          <ac:chgData name="郁儒 廖" userId="189a1d031aa848d3" providerId="LiveId" clId="{247DFBE3-6DDC-40E2-A868-3151FFD1D91D}" dt="2021-02-21T10:51:51.782" v="2706" actId="14100"/>
          <ac:spMkLst>
            <pc:docMk/>
            <pc:sldMk cId="1079237586" sldId="300"/>
            <ac:spMk id="22" creationId="{4F58AD29-C3B5-45EB-B3B6-58E79D9DF429}"/>
          </ac:spMkLst>
        </pc:spChg>
        <pc:picChg chg="mod">
          <ac:chgData name="郁儒 廖" userId="189a1d031aa848d3" providerId="LiveId" clId="{247DFBE3-6DDC-40E2-A868-3151FFD1D91D}" dt="2021-02-21T10:51:07.359" v="2698" actId="1076"/>
          <ac:picMkLst>
            <pc:docMk/>
            <pc:sldMk cId="1079237586" sldId="300"/>
            <ac:picMk id="8" creationId="{51E5D6A0-619A-47D7-9312-1E16EFF46BE2}"/>
          </ac:picMkLst>
        </pc:picChg>
      </pc:sldChg>
      <pc:sldChg chg="addSp delSp modSp add mod">
        <pc:chgData name="郁儒 廖" userId="189a1d031aa848d3" providerId="LiveId" clId="{247DFBE3-6DDC-40E2-A868-3151FFD1D91D}" dt="2021-02-21T14:57:00.047" v="3107" actId="255"/>
        <pc:sldMkLst>
          <pc:docMk/>
          <pc:sldMk cId="2204965456" sldId="301"/>
        </pc:sldMkLst>
        <pc:spChg chg="mod">
          <ac:chgData name="郁儒 廖" userId="189a1d031aa848d3" providerId="LiveId" clId="{247DFBE3-6DDC-40E2-A868-3151FFD1D91D}" dt="2021-02-21T14:57:00.047" v="3107" actId="255"/>
          <ac:spMkLst>
            <pc:docMk/>
            <pc:sldMk cId="2204965456" sldId="301"/>
            <ac:spMk id="2" creationId="{0F57AFCD-574A-4525-9F59-D0A9CB3F50E7}"/>
          </ac:spMkLst>
        </pc:spChg>
        <pc:spChg chg="mod">
          <ac:chgData name="郁儒 廖" userId="189a1d031aa848d3" providerId="LiveId" clId="{247DFBE3-6DDC-40E2-A868-3151FFD1D91D}" dt="2021-02-20T08:18:57.152" v="2320" actId="1076"/>
          <ac:spMkLst>
            <pc:docMk/>
            <pc:sldMk cId="2204965456" sldId="301"/>
            <ac:spMk id="17" creationId="{5052A676-37CF-4490-927B-F473521E46BD}"/>
          </ac:spMkLst>
        </pc:spChg>
        <pc:spChg chg="mod">
          <ac:chgData name="郁儒 廖" userId="189a1d031aa848d3" providerId="LiveId" clId="{247DFBE3-6DDC-40E2-A868-3151FFD1D91D}" dt="2021-02-20T08:18:54.736" v="2319" actId="1076"/>
          <ac:spMkLst>
            <pc:docMk/>
            <pc:sldMk cId="2204965456" sldId="301"/>
            <ac:spMk id="18" creationId="{726FFD53-5F08-4492-91D9-4AC953D8AED2}"/>
          </ac:spMkLst>
        </pc:spChg>
        <pc:spChg chg="add del mod">
          <ac:chgData name="郁儒 廖" userId="189a1d031aa848d3" providerId="LiveId" clId="{247DFBE3-6DDC-40E2-A868-3151FFD1D91D}" dt="2021-02-20T08:19:03.775" v="2322"/>
          <ac:spMkLst>
            <pc:docMk/>
            <pc:sldMk cId="2204965456" sldId="301"/>
            <ac:spMk id="19" creationId="{898EB9CC-AB4F-4560-8FE2-F66417582314}"/>
          </ac:spMkLst>
        </pc:spChg>
        <pc:spChg chg="add mod">
          <ac:chgData name="郁儒 廖" userId="189a1d031aa848d3" providerId="LiveId" clId="{247DFBE3-6DDC-40E2-A868-3151FFD1D91D}" dt="2021-02-21T10:49:21.024" v="2609"/>
          <ac:spMkLst>
            <pc:docMk/>
            <pc:sldMk cId="2204965456" sldId="301"/>
            <ac:spMk id="19" creationId="{A349620E-BC17-4E85-9B0C-4C7BA77667B2}"/>
          </ac:spMkLst>
        </pc:spChg>
        <pc:spChg chg="add mod">
          <ac:chgData name="郁儒 廖" userId="189a1d031aa848d3" providerId="LiveId" clId="{247DFBE3-6DDC-40E2-A868-3151FFD1D91D}" dt="2021-02-21T10:52:03.465" v="2708"/>
          <ac:spMkLst>
            <pc:docMk/>
            <pc:sldMk cId="2204965456" sldId="301"/>
            <ac:spMk id="21" creationId="{810BF148-6BD6-4B61-A2E8-76A6B4F1BB0C}"/>
          </ac:spMkLst>
        </pc:spChg>
        <pc:spChg chg="add mod">
          <ac:chgData name="郁儒 廖" userId="189a1d031aa848d3" providerId="LiveId" clId="{247DFBE3-6DDC-40E2-A868-3151FFD1D91D}" dt="2021-02-21T10:52:03.465" v="2708"/>
          <ac:spMkLst>
            <pc:docMk/>
            <pc:sldMk cId="2204965456" sldId="301"/>
            <ac:spMk id="22" creationId="{24F6E139-6C4C-41B8-9DEB-CE8C01614ADB}"/>
          </ac:spMkLst>
        </pc:spChg>
      </pc:sldChg>
      <pc:sldChg chg="addSp modSp add mod">
        <pc:chgData name="郁儒 廖" userId="189a1d031aa848d3" providerId="LiveId" clId="{247DFBE3-6DDC-40E2-A868-3151FFD1D91D}" dt="2021-02-21T14:56:52.040" v="3105" actId="255"/>
        <pc:sldMkLst>
          <pc:docMk/>
          <pc:sldMk cId="190030084" sldId="302"/>
        </pc:sldMkLst>
        <pc:spChg chg="mod">
          <ac:chgData name="郁儒 廖" userId="189a1d031aa848d3" providerId="LiveId" clId="{247DFBE3-6DDC-40E2-A868-3151FFD1D91D}" dt="2021-02-21T14:56:52.040" v="3105" actId="255"/>
          <ac:spMkLst>
            <pc:docMk/>
            <pc:sldMk cId="190030084" sldId="302"/>
            <ac:spMk id="2" creationId="{0F57AFCD-574A-4525-9F59-D0A9CB3F50E7}"/>
          </ac:spMkLst>
        </pc:spChg>
        <pc:spChg chg="mod">
          <ac:chgData name="郁儒 廖" userId="189a1d031aa848d3" providerId="LiveId" clId="{247DFBE3-6DDC-40E2-A868-3151FFD1D91D}" dt="2021-02-20T08:19:16.328" v="2327" actId="1076"/>
          <ac:spMkLst>
            <pc:docMk/>
            <pc:sldMk cId="190030084" sldId="302"/>
            <ac:spMk id="17" creationId="{5052A676-37CF-4490-927B-F473521E46BD}"/>
          </ac:spMkLst>
        </pc:spChg>
        <pc:spChg chg="mod">
          <ac:chgData name="郁儒 廖" userId="189a1d031aa848d3" providerId="LiveId" clId="{247DFBE3-6DDC-40E2-A868-3151FFD1D91D}" dt="2021-02-20T08:19:10.913" v="2324" actId="1076"/>
          <ac:spMkLst>
            <pc:docMk/>
            <pc:sldMk cId="190030084" sldId="302"/>
            <ac:spMk id="18" creationId="{726FFD53-5F08-4492-91D9-4AC953D8AED2}"/>
          </ac:spMkLst>
        </pc:spChg>
        <pc:spChg chg="add mod">
          <ac:chgData name="郁儒 廖" userId="189a1d031aa848d3" providerId="LiveId" clId="{247DFBE3-6DDC-40E2-A868-3151FFD1D91D}" dt="2021-02-21T10:49:22.672" v="2610"/>
          <ac:spMkLst>
            <pc:docMk/>
            <pc:sldMk cId="190030084" sldId="302"/>
            <ac:spMk id="19" creationId="{5A4F91CF-AF67-4B42-82CB-0DA8BCDC6282}"/>
          </ac:spMkLst>
        </pc:spChg>
        <pc:spChg chg="add mod">
          <ac:chgData name="郁儒 廖" userId="189a1d031aa848d3" providerId="LiveId" clId="{247DFBE3-6DDC-40E2-A868-3151FFD1D91D}" dt="2021-02-21T10:52:05.516" v="2709"/>
          <ac:spMkLst>
            <pc:docMk/>
            <pc:sldMk cId="190030084" sldId="302"/>
            <ac:spMk id="21" creationId="{75932D69-930F-4B42-A5DB-85CB6C53D128}"/>
          </ac:spMkLst>
        </pc:spChg>
        <pc:spChg chg="add mod">
          <ac:chgData name="郁儒 廖" userId="189a1d031aa848d3" providerId="LiveId" clId="{247DFBE3-6DDC-40E2-A868-3151FFD1D91D}" dt="2021-02-21T10:52:05.516" v="2709"/>
          <ac:spMkLst>
            <pc:docMk/>
            <pc:sldMk cId="190030084" sldId="302"/>
            <ac:spMk id="22" creationId="{A35760C9-8365-4A61-A7A3-0CDE34D33BA1}"/>
          </ac:spMkLst>
        </pc:spChg>
        <pc:picChg chg="mod">
          <ac:chgData name="郁儒 廖" userId="189a1d031aa848d3" providerId="LiveId" clId="{247DFBE3-6DDC-40E2-A868-3151FFD1D91D}" dt="2021-02-20T08:19:13.341" v="2326" actId="1076"/>
          <ac:picMkLst>
            <pc:docMk/>
            <pc:sldMk cId="190030084" sldId="302"/>
            <ac:picMk id="6" creationId="{167944EB-524C-4FF6-9181-DCABECC86109}"/>
          </ac:picMkLst>
        </pc:picChg>
      </pc:sldChg>
      <pc:sldChg chg="modSp add mod">
        <pc:chgData name="郁儒 廖" userId="189a1d031aa848d3" providerId="LiveId" clId="{247DFBE3-6DDC-40E2-A868-3151FFD1D91D}" dt="2021-02-21T14:59:29.898" v="3190" actId="1038"/>
        <pc:sldMkLst>
          <pc:docMk/>
          <pc:sldMk cId="3509979669" sldId="303"/>
        </pc:sldMkLst>
        <pc:spChg chg="mod">
          <ac:chgData name="郁儒 廖" userId="189a1d031aa848d3" providerId="LiveId" clId="{247DFBE3-6DDC-40E2-A868-3151FFD1D91D}" dt="2021-02-21T14:59:00.836" v="3133" actId="108"/>
          <ac:spMkLst>
            <pc:docMk/>
            <pc:sldMk cId="3509979669" sldId="303"/>
            <ac:spMk id="2" creationId="{0F57AFCD-574A-4525-9F59-D0A9CB3F50E7}"/>
          </ac:spMkLst>
        </pc:spChg>
        <pc:spChg chg="mod">
          <ac:chgData name="郁儒 廖" userId="189a1d031aa848d3" providerId="LiveId" clId="{247DFBE3-6DDC-40E2-A868-3151FFD1D91D}" dt="2021-02-21T14:59:29.898" v="3190" actId="1038"/>
          <ac:spMkLst>
            <pc:docMk/>
            <pc:sldMk cId="3509979669" sldId="303"/>
            <ac:spMk id="3" creationId="{4C501838-EC4B-454D-91FE-48A6F48ED155}"/>
          </ac:spMkLst>
        </pc:spChg>
      </pc:sldChg>
      <pc:sldChg chg="addSp delSp modSp add mod">
        <pc:chgData name="郁儒 廖" userId="189a1d031aa848d3" providerId="LiveId" clId="{247DFBE3-6DDC-40E2-A868-3151FFD1D91D}" dt="2021-02-22T17:04:49.694" v="3304" actId="478"/>
        <pc:sldMkLst>
          <pc:docMk/>
          <pc:sldMk cId="1131584114" sldId="304"/>
        </pc:sldMkLst>
        <pc:spChg chg="add del mod">
          <ac:chgData name="郁儒 廖" userId="189a1d031aa848d3" providerId="LiveId" clId="{247DFBE3-6DDC-40E2-A868-3151FFD1D91D}" dt="2021-02-22T17:04:07.299" v="3281" actId="478"/>
          <ac:spMkLst>
            <pc:docMk/>
            <pc:sldMk cId="1131584114" sldId="304"/>
            <ac:spMk id="26" creationId="{45A972CE-6B94-4782-B12D-A57C17CCC9FB}"/>
          </ac:spMkLst>
        </pc:spChg>
        <pc:spChg chg="add del mod">
          <ac:chgData name="郁儒 廖" userId="189a1d031aa848d3" providerId="LiveId" clId="{247DFBE3-6DDC-40E2-A868-3151FFD1D91D}" dt="2021-02-22T17:04:07.299" v="3281" actId="478"/>
          <ac:spMkLst>
            <pc:docMk/>
            <pc:sldMk cId="1131584114" sldId="304"/>
            <ac:spMk id="29" creationId="{BDAFE9BB-7E04-40A2-8120-ECE3FC23DAB0}"/>
          </ac:spMkLst>
        </pc:spChg>
        <pc:spChg chg="add del mod">
          <ac:chgData name="郁儒 廖" userId="189a1d031aa848d3" providerId="LiveId" clId="{247DFBE3-6DDC-40E2-A868-3151FFD1D91D}" dt="2021-02-22T17:04:07.299" v="3281" actId="478"/>
          <ac:spMkLst>
            <pc:docMk/>
            <pc:sldMk cId="1131584114" sldId="304"/>
            <ac:spMk id="31" creationId="{9F1919D4-428D-44D4-8EAC-E0C8288F0AD9}"/>
          </ac:spMkLst>
        </pc:spChg>
        <pc:spChg chg="add mod">
          <ac:chgData name="郁儒 廖" userId="189a1d031aa848d3" providerId="LiveId" clId="{247DFBE3-6DDC-40E2-A868-3151FFD1D91D}" dt="2021-02-22T17:04:28.123" v="3303" actId="1035"/>
          <ac:spMkLst>
            <pc:docMk/>
            <pc:sldMk cId="1131584114" sldId="304"/>
            <ac:spMk id="32" creationId="{A96DF8F1-E489-446C-A6CB-745BC40B1B6E}"/>
          </ac:spMkLst>
        </pc:spChg>
        <pc:spChg chg="del">
          <ac:chgData name="郁儒 廖" userId="189a1d031aa848d3" providerId="LiveId" clId="{247DFBE3-6DDC-40E2-A868-3151FFD1D91D}" dt="2021-02-22T17:04:49.694" v="3304" actId="478"/>
          <ac:spMkLst>
            <pc:docMk/>
            <pc:sldMk cId="1131584114" sldId="304"/>
            <ac:spMk id="37" creationId="{5009CCCD-14B1-413B-9AC1-325FEA0F65B8}"/>
          </ac:spMkLst>
        </pc:spChg>
        <pc:spChg chg="add mod">
          <ac:chgData name="郁儒 廖" userId="189a1d031aa848d3" providerId="LiveId" clId="{247DFBE3-6DDC-40E2-A868-3151FFD1D91D}" dt="2021-02-22T17:04:28.123" v="3303" actId="1035"/>
          <ac:spMkLst>
            <pc:docMk/>
            <pc:sldMk cId="1131584114" sldId="304"/>
            <ac:spMk id="38" creationId="{57F9E73E-37B2-46D1-ABAB-9D27054FCD8E}"/>
          </ac:spMkLst>
        </pc:spChg>
        <pc:spChg chg="add mod">
          <ac:chgData name="郁儒 廖" userId="189a1d031aa848d3" providerId="LiveId" clId="{247DFBE3-6DDC-40E2-A868-3151FFD1D91D}" dt="2021-02-22T17:04:28.123" v="3303" actId="1035"/>
          <ac:spMkLst>
            <pc:docMk/>
            <pc:sldMk cId="1131584114" sldId="304"/>
            <ac:spMk id="39" creationId="{238A33B7-170B-4C77-A8D7-4EFD841C7473}"/>
          </ac:spMkLst>
        </pc:spChg>
        <pc:picChg chg="add del mod">
          <ac:chgData name="郁儒 廖" userId="189a1d031aa848d3" providerId="LiveId" clId="{247DFBE3-6DDC-40E2-A868-3151FFD1D91D}" dt="2021-02-22T17:04:07.299" v="3281" actId="478"/>
          <ac:picMkLst>
            <pc:docMk/>
            <pc:sldMk cId="1131584114" sldId="304"/>
            <ac:picMk id="25" creationId="{A02930C7-37B8-4EEC-B351-18D4AB9D748F}"/>
          </ac:picMkLst>
        </pc:picChg>
      </pc:sldChg>
      <pc:sldChg chg="add del">
        <pc:chgData name="郁儒 廖" userId="189a1d031aa848d3" providerId="LiveId" clId="{247DFBE3-6DDC-40E2-A868-3151FFD1D91D}" dt="2021-02-22T17:03:49.502" v="3279"/>
        <pc:sldMkLst>
          <pc:docMk/>
          <pc:sldMk cId="121206551" sldId="30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98CA10-5BC9-47C3-87D2-5069C1248EE1}" type="datetimeFigureOut">
              <a:rPr lang="zh-TW" altLang="en-US" smtClean="0"/>
              <a:t>2021/2/23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6ADBA4-29DB-4639-AC86-04EF82DDFC9D}" type="slidenum">
              <a:rPr lang="zh-TW" altLang="en-US" smtClean="0"/>
              <a:t>‹#›</a:t>
            </a:fld>
            <a:endParaRPr lang="zh-TW" altLang="en-US"/>
          </a:p>
        </p:txBody>
      </p:sp>
    </p:spTree>
    <p:extLst>
      <p:ext uri="{BB962C8B-B14F-4D97-AF65-F5344CB8AC3E}">
        <p14:creationId xmlns:p14="http://schemas.microsoft.com/office/powerpoint/2010/main" val="1955778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a:solidFill>
                  <a:schemeClr val="tx1"/>
                </a:solidFill>
                <a:effectLst/>
                <a:latin typeface="+mn-lt"/>
                <a:ea typeface="+mn-ea"/>
                <a:cs typeface="+mn-cs"/>
              </a:rPr>
              <a:t>Maximum 3-satisifiability bounded by 3 </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a:t>
            </a:r>
            <a:r>
              <a:rPr lang="zh-CN" altLang="en-US" dirty="0"/>
              <a:t>每個最多三個變數，每個變數最多出現三次</a:t>
            </a:r>
            <a:r>
              <a:rPr lang="zh-TW" altLang="en-US" dirty="0"/>
              <a:t>）</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最多符合的</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endParaRPr kumimoji="1" lang="zh-TW" altLang="en-US" dirty="0"/>
          </a:p>
        </p:txBody>
      </p:sp>
      <p:sp>
        <p:nvSpPr>
          <p:cNvPr id="4" name="投影片編號版面配置區 3"/>
          <p:cNvSpPr>
            <a:spLocks noGrp="1"/>
          </p:cNvSpPr>
          <p:nvPr>
            <p:ph type="sldNum" sz="quarter" idx="5"/>
          </p:nvPr>
        </p:nvSpPr>
        <p:spPr/>
        <p:txBody>
          <a:bodyPr/>
          <a:lstStyle/>
          <a:p>
            <a:fld id="{06A2E0D5-5729-6240-8150-92FC1191B0C8}" type="slidenum">
              <a:rPr kumimoji="1" lang="zh-TW" altLang="en-US" smtClean="0"/>
              <a:t>19</a:t>
            </a:fld>
            <a:endParaRPr kumimoji="1" lang="zh-TW" altLang="en-US"/>
          </a:p>
        </p:txBody>
      </p:sp>
    </p:spTree>
    <p:extLst>
      <p:ext uri="{BB962C8B-B14F-4D97-AF65-F5344CB8AC3E}">
        <p14:creationId xmlns:p14="http://schemas.microsoft.com/office/powerpoint/2010/main" val="1295777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a:solidFill>
                  <a:schemeClr val="tx1"/>
                </a:solidFill>
                <a:effectLst/>
                <a:latin typeface="+mn-lt"/>
                <a:ea typeface="+mn-ea"/>
                <a:cs typeface="+mn-cs"/>
              </a:rPr>
              <a:t>Maximum 3-dimensional matching bounded by 3 </a:t>
            </a:r>
            <a:endParaRPr lang="en-US" altLang="zh-TW" dirty="0"/>
          </a:p>
          <a:p>
            <a:endParaRPr kumimoji="1" lang="zh-TW" altLang="en-US" dirty="0"/>
          </a:p>
        </p:txBody>
      </p:sp>
      <p:sp>
        <p:nvSpPr>
          <p:cNvPr id="4" name="投影片編號版面配置區 3"/>
          <p:cNvSpPr>
            <a:spLocks noGrp="1"/>
          </p:cNvSpPr>
          <p:nvPr>
            <p:ph type="sldNum" sz="quarter" idx="5"/>
          </p:nvPr>
        </p:nvSpPr>
        <p:spPr/>
        <p:txBody>
          <a:bodyPr/>
          <a:lstStyle/>
          <a:p>
            <a:fld id="{06A2E0D5-5729-6240-8150-92FC1191B0C8}" type="slidenum">
              <a:rPr kumimoji="1" lang="zh-TW" altLang="en-US" smtClean="0"/>
              <a:t>20</a:t>
            </a:fld>
            <a:endParaRPr kumimoji="1" lang="zh-TW" altLang="en-US"/>
          </a:p>
        </p:txBody>
      </p:sp>
    </p:spTree>
    <p:extLst>
      <p:ext uri="{BB962C8B-B14F-4D97-AF65-F5344CB8AC3E}">
        <p14:creationId xmlns:p14="http://schemas.microsoft.com/office/powerpoint/2010/main" val="6673805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46ADBA4-29DB-4639-AC86-04EF82DDFC9D}" type="slidenum">
              <a:rPr lang="zh-TW" altLang="en-US" smtClean="0"/>
              <a:t>26</a:t>
            </a:fld>
            <a:endParaRPr lang="zh-TW" altLang="en-US"/>
          </a:p>
        </p:txBody>
      </p:sp>
    </p:spTree>
    <p:extLst>
      <p:ext uri="{BB962C8B-B14F-4D97-AF65-F5344CB8AC3E}">
        <p14:creationId xmlns:p14="http://schemas.microsoft.com/office/powerpoint/2010/main" val="2229359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(1,1) I = 3(1+1) – (1-1) = 6    j = 5(3-1)+1 = 11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(2,1) I = 3(1+1) – (2-1) = 5    j = 5(3-2)+1 = 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(3,1) I = 3(1+2) – (3-1) = 7    j = 5(3-3)+1</a:t>
            </a:r>
            <a:r>
              <a:rPr lang="zh-TW" altLang="en-US" dirty="0"/>
              <a:t>  </a:t>
            </a:r>
            <a:r>
              <a:rPr lang="en-US" altLang="zh-TW" dirty="0"/>
              <a:t>=1</a:t>
            </a:r>
            <a:r>
              <a:rPr lang="zh-TW" altLang="en-US" dirty="0"/>
              <a:t> </a:t>
            </a:r>
          </a:p>
          <a:p>
            <a:endParaRPr lang="zh-TW" altLang="en-US" dirty="0"/>
          </a:p>
        </p:txBody>
      </p:sp>
      <p:sp>
        <p:nvSpPr>
          <p:cNvPr id="4" name="投影片編號版面配置區 3"/>
          <p:cNvSpPr>
            <a:spLocks noGrp="1"/>
          </p:cNvSpPr>
          <p:nvPr>
            <p:ph type="sldNum" sz="quarter" idx="5"/>
          </p:nvPr>
        </p:nvSpPr>
        <p:spPr/>
        <p:txBody>
          <a:bodyPr/>
          <a:lstStyle/>
          <a:p>
            <a:fld id="{D46ADBA4-29DB-4639-AC86-04EF82DDFC9D}" type="slidenum">
              <a:rPr lang="zh-TW" altLang="en-US" smtClean="0"/>
              <a:t>27</a:t>
            </a:fld>
            <a:endParaRPr lang="zh-TW" altLang="en-US"/>
          </a:p>
        </p:txBody>
      </p:sp>
    </p:spTree>
    <p:extLst>
      <p:ext uri="{BB962C8B-B14F-4D97-AF65-F5344CB8AC3E}">
        <p14:creationId xmlns:p14="http://schemas.microsoft.com/office/powerpoint/2010/main" val="5018326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(1,1) I = 3(1+1) – (1-1) = 6    j = 5(3-1)+1 = 11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(2,1) I = 3(1+1) – (2-1) = 5    j = 5(3-2)+1 = 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(3,1) I = 3(1+2) – (3-1) = 7    j = 5(3-3)+1</a:t>
            </a:r>
            <a:r>
              <a:rPr lang="zh-TW" altLang="en-US" dirty="0"/>
              <a:t>  </a:t>
            </a:r>
            <a:r>
              <a:rPr lang="en-US" altLang="zh-TW" dirty="0"/>
              <a:t>=1</a:t>
            </a:r>
            <a:r>
              <a:rPr lang="zh-TW" altLang="en-US" dirty="0"/>
              <a:t> </a:t>
            </a:r>
          </a:p>
          <a:p>
            <a:endParaRPr lang="zh-TW" altLang="en-US" dirty="0"/>
          </a:p>
        </p:txBody>
      </p:sp>
      <p:sp>
        <p:nvSpPr>
          <p:cNvPr id="4" name="投影片編號版面配置區 3"/>
          <p:cNvSpPr>
            <a:spLocks noGrp="1"/>
          </p:cNvSpPr>
          <p:nvPr>
            <p:ph type="sldNum" sz="quarter" idx="5"/>
          </p:nvPr>
        </p:nvSpPr>
        <p:spPr/>
        <p:txBody>
          <a:bodyPr/>
          <a:lstStyle/>
          <a:p>
            <a:fld id="{D46ADBA4-29DB-4639-AC86-04EF82DDFC9D}" type="slidenum">
              <a:rPr lang="zh-TW" altLang="en-US" smtClean="0"/>
              <a:t>28</a:t>
            </a:fld>
            <a:endParaRPr lang="zh-TW" altLang="en-US"/>
          </a:p>
        </p:txBody>
      </p:sp>
    </p:spTree>
    <p:extLst>
      <p:ext uri="{BB962C8B-B14F-4D97-AF65-F5344CB8AC3E}">
        <p14:creationId xmlns:p14="http://schemas.microsoft.com/office/powerpoint/2010/main" val="782943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46ADBA4-29DB-4639-AC86-04EF82DDFC9D}" type="slidenum">
              <a:rPr lang="zh-TW" altLang="en-US" smtClean="0"/>
              <a:t>34</a:t>
            </a:fld>
            <a:endParaRPr lang="zh-TW" altLang="en-US"/>
          </a:p>
        </p:txBody>
      </p:sp>
    </p:spTree>
    <p:extLst>
      <p:ext uri="{BB962C8B-B14F-4D97-AF65-F5344CB8AC3E}">
        <p14:creationId xmlns:p14="http://schemas.microsoft.com/office/powerpoint/2010/main" val="4029745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a:solidFill>
                  <a:schemeClr val="tx1"/>
                </a:solidFill>
                <a:effectLst/>
                <a:latin typeface="+mn-lt"/>
                <a:ea typeface="+mn-ea"/>
                <a:cs typeface="+mn-cs"/>
              </a:rPr>
              <a:t>Maximum 3-dimensional matching bounded by 3 </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t>
            </a:r>
            <a:r>
              <a:rPr lang="zh-CN" altLang="en-US" dirty="0"/>
              <a:t>沒有重複的變數</a:t>
            </a:r>
            <a:r>
              <a:rPr lang="en-US" altLang="zh-TW" dirty="0"/>
              <a:t>)</a:t>
            </a:r>
          </a:p>
          <a:p>
            <a:endParaRPr kumimoji="1" lang="zh-TW" altLang="en-US" dirty="0"/>
          </a:p>
        </p:txBody>
      </p:sp>
      <p:sp>
        <p:nvSpPr>
          <p:cNvPr id="4" name="投影片編號版面配置區 3"/>
          <p:cNvSpPr>
            <a:spLocks noGrp="1"/>
          </p:cNvSpPr>
          <p:nvPr>
            <p:ph type="sldNum" sz="quarter" idx="5"/>
          </p:nvPr>
        </p:nvSpPr>
        <p:spPr/>
        <p:txBody>
          <a:bodyPr/>
          <a:lstStyle/>
          <a:p>
            <a:fld id="{06A2E0D5-5729-6240-8150-92FC1191B0C8}" type="slidenum">
              <a:rPr kumimoji="1" lang="zh-TW" altLang="en-US" smtClean="0"/>
              <a:t>35</a:t>
            </a:fld>
            <a:endParaRPr kumimoji="1" lang="zh-TW" altLang="en-US"/>
          </a:p>
        </p:txBody>
      </p:sp>
    </p:spTree>
    <p:extLst>
      <p:ext uri="{BB962C8B-B14F-4D97-AF65-F5344CB8AC3E}">
        <p14:creationId xmlns:p14="http://schemas.microsoft.com/office/powerpoint/2010/main" val="183282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8937DC-85DD-4A63-A936-D5AD98DF5E93}"/>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8BBAB259-FE0D-45DD-999F-8096A6DED3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57C46CF4-1062-48CE-B9BE-BB42863FC647}"/>
              </a:ext>
            </a:extLst>
          </p:cNvPr>
          <p:cNvSpPr>
            <a:spLocks noGrp="1"/>
          </p:cNvSpPr>
          <p:nvPr>
            <p:ph type="dt" sz="half" idx="10"/>
          </p:nvPr>
        </p:nvSpPr>
        <p:spPr/>
        <p:txBody>
          <a:bodyPr/>
          <a:lstStyle/>
          <a:p>
            <a:fld id="{C5D8A44C-D6FC-44B9-86C7-806DE1DC6347}" type="datetimeFigureOut">
              <a:rPr lang="zh-TW" altLang="en-US" smtClean="0"/>
              <a:t>2021/2/23</a:t>
            </a:fld>
            <a:endParaRPr lang="zh-TW" altLang="en-US"/>
          </a:p>
        </p:txBody>
      </p:sp>
      <p:sp>
        <p:nvSpPr>
          <p:cNvPr id="5" name="頁尾版面配置區 4">
            <a:extLst>
              <a:ext uri="{FF2B5EF4-FFF2-40B4-BE49-F238E27FC236}">
                <a16:creationId xmlns:a16="http://schemas.microsoft.com/office/drawing/2014/main" id="{245ECA83-A1BC-454D-BB59-E33A35EA9A7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A32BBFD-DCED-463C-AFC3-D75E768DB59F}"/>
              </a:ext>
            </a:extLst>
          </p:cNvPr>
          <p:cNvSpPr>
            <a:spLocks noGrp="1"/>
          </p:cNvSpPr>
          <p:nvPr>
            <p:ph type="sldNum" sz="quarter" idx="12"/>
          </p:nvPr>
        </p:nvSpPr>
        <p:spPr/>
        <p:txBody>
          <a:bodyPr/>
          <a:lstStyle/>
          <a:p>
            <a:fld id="{6F43EB7D-9A04-493C-81E9-6FC90EB53B50}" type="slidenum">
              <a:rPr lang="zh-TW" altLang="en-US" smtClean="0"/>
              <a:t>‹#›</a:t>
            </a:fld>
            <a:endParaRPr lang="zh-TW" altLang="en-US"/>
          </a:p>
        </p:txBody>
      </p:sp>
    </p:spTree>
    <p:extLst>
      <p:ext uri="{BB962C8B-B14F-4D97-AF65-F5344CB8AC3E}">
        <p14:creationId xmlns:p14="http://schemas.microsoft.com/office/powerpoint/2010/main" val="1198966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7B9C8C-0A2C-4E58-98F6-129F0E59C381}"/>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62180678-D1CE-4CE2-8E38-0D5741B87DEA}"/>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4AF763D-874B-46B9-B54E-088DAC5BEDBC}"/>
              </a:ext>
            </a:extLst>
          </p:cNvPr>
          <p:cNvSpPr>
            <a:spLocks noGrp="1"/>
          </p:cNvSpPr>
          <p:nvPr>
            <p:ph type="dt" sz="half" idx="10"/>
          </p:nvPr>
        </p:nvSpPr>
        <p:spPr/>
        <p:txBody>
          <a:bodyPr/>
          <a:lstStyle/>
          <a:p>
            <a:fld id="{C5D8A44C-D6FC-44B9-86C7-806DE1DC6347}" type="datetimeFigureOut">
              <a:rPr lang="zh-TW" altLang="en-US" smtClean="0"/>
              <a:t>2021/2/23</a:t>
            </a:fld>
            <a:endParaRPr lang="zh-TW" altLang="en-US"/>
          </a:p>
        </p:txBody>
      </p:sp>
      <p:sp>
        <p:nvSpPr>
          <p:cNvPr id="5" name="頁尾版面配置區 4">
            <a:extLst>
              <a:ext uri="{FF2B5EF4-FFF2-40B4-BE49-F238E27FC236}">
                <a16:creationId xmlns:a16="http://schemas.microsoft.com/office/drawing/2014/main" id="{3C70B2A6-E528-426C-BAA8-5975161B59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177EA67-1819-4BC1-9E8F-41FA0B1D83E6}"/>
              </a:ext>
            </a:extLst>
          </p:cNvPr>
          <p:cNvSpPr>
            <a:spLocks noGrp="1"/>
          </p:cNvSpPr>
          <p:nvPr>
            <p:ph type="sldNum" sz="quarter" idx="12"/>
          </p:nvPr>
        </p:nvSpPr>
        <p:spPr/>
        <p:txBody>
          <a:bodyPr/>
          <a:lstStyle/>
          <a:p>
            <a:fld id="{6F43EB7D-9A04-493C-81E9-6FC90EB53B50}" type="slidenum">
              <a:rPr lang="zh-TW" altLang="en-US" smtClean="0"/>
              <a:t>‹#›</a:t>
            </a:fld>
            <a:endParaRPr lang="zh-TW" altLang="en-US"/>
          </a:p>
        </p:txBody>
      </p:sp>
    </p:spTree>
    <p:extLst>
      <p:ext uri="{BB962C8B-B14F-4D97-AF65-F5344CB8AC3E}">
        <p14:creationId xmlns:p14="http://schemas.microsoft.com/office/powerpoint/2010/main" val="1723383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156CFB7-95AD-4759-AFDE-44023E47A2B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268A9142-E191-4B3B-8194-BCC5F65972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A2ECF669-45A9-4B29-B7E5-18CF87AB5D24}"/>
              </a:ext>
            </a:extLst>
          </p:cNvPr>
          <p:cNvSpPr>
            <a:spLocks noGrp="1"/>
          </p:cNvSpPr>
          <p:nvPr>
            <p:ph type="dt" sz="half" idx="10"/>
          </p:nvPr>
        </p:nvSpPr>
        <p:spPr/>
        <p:txBody>
          <a:bodyPr/>
          <a:lstStyle/>
          <a:p>
            <a:fld id="{C5D8A44C-D6FC-44B9-86C7-806DE1DC6347}" type="datetimeFigureOut">
              <a:rPr lang="zh-TW" altLang="en-US" smtClean="0"/>
              <a:t>2021/2/23</a:t>
            </a:fld>
            <a:endParaRPr lang="zh-TW" altLang="en-US"/>
          </a:p>
        </p:txBody>
      </p:sp>
      <p:sp>
        <p:nvSpPr>
          <p:cNvPr id="5" name="頁尾版面配置區 4">
            <a:extLst>
              <a:ext uri="{FF2B5EF4-FFF2-40B4-BE49-F238E27FC236}">
                <a16:creationId xmlns:a16="http://schemas.microsoft.com/office/drawing/2014/main" id="{2BCE0814-FA39-42B5-A564-13AC5C1D2DF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90C55A0-09E8-48B3-B31B-A4C7340FAB48}"/>
              </a:ext>
            </a:extLst>
          </p:cNvPr>
          <p:cNvSpPr>
            <a:spLocks noGrp="1"/>
          </p:cNvSpPr>
          <p:nvPr>
            <p:ph type="sldNum" sz="quarter" idx="12"/>
          </p:nvPr>
        </p:nvSpPr>
        <p:spPr/>
        <p:txBody>
          <a:bodyPr/>
          <a:lstStyle/>
          <a:p>
            <a:fld id="{6F43EB7D-9A04-493C-81E9-6FC90EB53B50}" type="slidenum">
              <a:rPr lang="zh-TW" altLang="en-US" smtClean="0"/>
              <a:t>‹#›</a:t>
            </a:fld>
            <a:endParaRPr lang="zh-TW" altLang="en-US"/>
          </a:p>
        </p:txBody>
      </p:sp>
    </p:spTree>
    <p:extLst>
      <p:ext uri="{BB962C8B-B14F-4D97-AF65-F5344CB8AC3E}">
        <p14:creationId xmlns:p14="http://schemas.microsoft.com/office/powerpoint/2010/main" val="2202297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023956B-23FE-4085-B376-94A1816FE1EC}"/>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1591E43E-4E96-4121-9707-79274012E47C}"/>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5E41389F-2DA9-4D66-8DD8-7D6C31B4196F}"/>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84F0C960-4118-45BF-939D-BA35F26CA450}"/>
              </a:ext>
            </a:extLst>
          </p:cNvPr>
          <p:cNvSpPr>
            <a:spLocks noGrp="1"/>
          </p:cNvSpPr>
          <p:nvPr>
            <p:ph type="dt" sz="half" idx="10"/>
          </p:nvPr>
        </p:nvSpPr>
        <p:spPr/>
        <p:txBody>
          <a:bodyPr/>
          <a:lstStyle/>
          <a:p>
            <a:fld id="{C5D8A44C-D6FC-44B9-86C7-806DE1DC6347}" type="datetimeFigureOut">
              <a:rPr lang="zh-TW" altLang="en-US" smtClean="0"/>
              <a:t>2021/2/23</a:t>
            </a:fld>
            <a:endParaRPr lang="zh-TW" altLang="en-US"/>
          </a:p>
        </p:txBody>
      </p:sp>
      <p:sp>
        <p:nvSpPr>
          <p:cNvPr id="6" name="頁尾版面配置區 5">
            <a:extLst>
              <a:ext uri="{FF2B5EF4-FFF2-40B4-BE49-F238E27FC236}">
                <a16:creationId xmlns:a16="http://schemas.microsoft.com/office/drawing/2014/main" id="{969E970C-B7DA-47A8-A2C3-F09E01A42D2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F0AEA00-5017-48E7-B72B-0C289604E40E}"/>
              </a:ext>
            </a:extLst>
          </p:cNvPr>
          <p:cNvSpPr>
            <a:spLocks noGrp="1"/>
          </p:cNvSpPr>
          <p:nvPr>
            <p:ph type="sldNum" sz="quarter" idx="12"/>
          </p:nvPr>
        </p:nvSpPr>
        <p:spPr/>
        <p:txBody>
          <a:bodyPr/>
          <a:lstStyle/>
          <a:p>
            <a:fld id="{6F43EB7D-9A04-493C-81E9-6FC90EB53B50}" type="slidenum">
              <a:rPr lang="zh-TW" altLang="en-US" smtClean="0"/>
              <a:t>‹#›</a:t>
            </a:fld>
            <a:endParaRPr lang="zh-TW" altLang="en-US"/>
          </a:p>
        </p:txBody>
      </p:sp>
    </p:spTree>
    <p:extLst>
      <p:ext uri="{BB962C8B-B14F-4D97-AF65-F5344CB8AC3E}">
        <p14:creationId xmlns:p14="http://schemas.microsoft.com/office/powerpoint/2010/main" val="1826830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3B1239-CE41-4D93-8101-8FB1AF0B06EF}"/>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1F89F48-71A8-4E08-832A-2968E68466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DB3489BE-FE39-43E1-A50F-6D5B8A21217C}"/>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13E2A72D-24ED-433E-98A0-D1FE532F19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88886205-47D0-41C2-BE9E-FEBB4F8F334B}"/>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35D0107D-DC47-42A6-9F53-550F0E6132C7}"/>
              </a:ext>
            </a:extLst>
          </p:cNvPr>
          <p:cNvSpPr>
            <a:spLocks noGrp="1"/>
          </p:cNvSpPr>
          <p:nvPr>
            <p:ph type="dt" sz="half" idx="10"/>
          </p:nvPr>
        </p:nvSpPr>
        <p:spPr/>
        <p:txBody>
          <a:bodyPr/>
          <a:lstStyle/>
          <a:p>
            <a:fld id="{C5D8A44C-D6FC-44B9-86C7-806DE1DC6347}" type="datetimeFigureOut">
              <a:rPr lang="zh-TW" altLang="en-US" smtClean="0"/>
              <a:t>2021/2/23</a:t>
            </a:fld>
            <a:endParaRPr lang="zh-TW" altLang="en-US"/>
          </a:p>
        </p:txBody>
      </p:sp>
      <p:sp>
        <p:nvSpPr>
          <p:cNvPr id="8" name="頁尾版面配置區 7">
            <a:extLst>
              <a:ext uri="{FF2B5EF4-FFF2-40B4-BE49-F238E27FC236}">
                <a16:creationId xmlns:a16="http://schemas.microsoft.com/office/drawing/2014/main" id="{D432E5D1-B12E-44A2-8ED0-618BFB58151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DDB2F38B-594C-41D2-A015-4F9169C41655}"/>
              </a:ext>
            </a:extLst>
          </p:cNvPr>
          <p:cNvSpPr>
            <a:spLocks noGrp="1"/>
          </p:cNvSpPr>
          <p:nvPr>
            <p:ph type="sldNum" sz="quarter" idx="12"/>
          </p:nvPr>
        </p:nvSpPr>
        <p:spPr/>
        <p:txBody>
          <a:bodyPr/>
          <a:lstStyle/>
          <a:p>
            <a:fld id="{6F43EB7D-9A04-493C-81E9-6FC90EB53B50}" type="slidenum">
              <a:rPr lang="zh-TW" altLang="en-US" smtClean="0"/>
              <a:t>‹#›</a:t>
            </a:fld>
            <a:endParaRPr lang="zh-TW" altLang="en-US"/>
          </a:p>
        </p:txBody>
      </p:sp>
    </p:spTree>
    <p:extLst>
      <p:ext uri="{BB962C8B-B14F-4D97-AF65-F5344CB8AC3E}">
        <p14:creationId xmlns:p14="http://schemas.microsoft.com/office/powerpoint/2010/main" val="2829563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4D50B9A-5D9E-409E-A744-FFEF0BB5A9CE}"/>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BEF14C44-9BC7-4436-8168-6C740ED24CD7}"/>
              </a:ext>
            </a:extLst>
          </p:cNvPr>
          <p:cNvSpPr>
            <a:spLocks noGrp="1"/>
          </p:cNvSpPr>
          <p:nvPr>
            <p:ph type="dt" sz="half" idx="10"/>
          </p:nvPr>
        </p:nvSpPr>
        <p:spPr/>
        <p:txBody>
          <a:bodyPr/>
          <a:lstStyle/>
          <a:p>
            <a:fld id="{C5D8A44C-D6FC-44B9-86C7-806DE1DC6347}" type="datetimeFigureOut">
              <a:rPr lang="zh-TW" altLang="en-US" smtClean="0"/>
              <a:t>2021/2/23</a:t>
            </a:fld>
            <a:endParaRPr lang="zh-TW" altLang="en-US"/>
          </a:p>
        </p:txBody>
      </p:sp>
      <p:sp>
        <p:nvSpPr>
          <p:cNvPr id="4" name="頁尾版面配置區 3">
            <a:extLst>
              <a:ext uri="{FF2B5EF4-FFF2-40B4-BE49-F238E27FC236}">
                <a16:creationId xmlns:a16="http://schemas.microsoft.com/office/drawing/2014/main" id="{8BD5F11E-6F55-4D83-B84A-1E584DBC7295}"/>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9D2AC5E3-FDE4-49B1-9F41-A7AB1A420951}"/>
              </a:ext>
            </a:extLst>
          </p:cNvPr>
          <p:cNvSpPr>
            <a:spLocks noGrp="1"/>
          </p:cNvSpPr>
          <p:nvPr>
            <p:ph type="sldNum" sz="quarter" idx="12"/>
          </p:nvPr>
        </p:nvSpPr>
        <p:spPr/>
        <p:txBody>
          <a:bodyPr/>
          <a:lstStyle/>
          <a:p>
            <a:fld id="{6F43EB7D-9A04-493C-81E9-6FC90EB53B50}" type="slidenum">
              <a:rPr lang="zh-TW" altLang="en-US" smtClean="0"/>
              <a:t>‹#›</a:t>
            </a:fld>
            <a:endParaRPr lang="zh-TW" altLang="en-US"/>
          </a:p>
        </p:txBody>
      </p:sp>
    </p:spTree>
    <p:extLst>
      <p:ext uri="{BB962C8B-B14F-4D97-AF65-F5344CB8AC3E}">
        <p14:creationId xmlns:p14="http://schemas.microsoft.com/office/powerpoint/2010/main" val="436102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6A3610DD-2BF4-46C9-A768-142629EE9F99}"/>
              </a:ext>
            </a:extLst>
          </p:cNvPr>
          <p:cNvSpPr>
            <a:spLocks noGrp="1"/>
          </p:cNvSpPr>
          <p:nvPr>
            <p:ph type="dt" sz="half" idx="10"/>
          </p:nvPr>
        </p:nvSpPr>
        <p:spPr/>
        <p:txBody>
          <a:bodyPr/>
          <a:lstStyle/>
          <a:p>
            <a:fld id="{C5D8A44C-D6FC-44B9-86C7-806DE1DC6347}" type="datetimeFigureOut">
              <a:rPr lang="zh-TW" altLang="en-US" smtClean="0"/>
              <a:t>2021/2/23</a:t>
            </a:fld>
            <a:endParaRPr lang="zh-TW" altLang="en-US"/>
          </a:p>
        </p:txBody>
      </p:sp>
      <p:sp>
        <p:nvSpPr>
          <p:cNvPr id="3" name="頁尾版面配置區 2">
            <a:extLst>
              <a:ext uri="{FF2B5EF4-FFF2-40B4-BE49-F238E27FC236}">
                <a16:creationId xmlns:a16="http://schemas.microsoft.com/office/drawing/2014/main" id="{59F5E757-8479-423E-A39E-ED159969BFA4}"/>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B033A14-B424-4124-BCF8-931C6DD62F69}"/>
              </a:ext>
            </a:extLst>
          </p:cNvPr>
          <p:cNvSpPr>
            <a:spLocks noGrp="1"/>
          </p:cNvSpPr>
          <p:nvPr>
            <p:ph type="sldNum" sz="quarter" idx="12"/>
          </p:nvPr>
        </p:nvSpPr>
        <p:spPr/>
        <p:txBody>
          <a:bodyPr/>
          <a:lstStyle/>
          <a:p>
            <a:fld id="{6F43EB7D-9A04-493C-81E9-6FC90EB53B50}" type="slidenum">
              <a:rPr lang="zh-TW" altLang="en-US" smtClean="0"/>
              <a:t>‹#›</a:t>
            </a:fld>
            <a:endParaRPr lang="zh-TW" altLang="en-US"/>
          </a:p>
        </p:txBody>
      </p:sp>
    </p:spTree>
    <p:extLst>
      <p:ext uri="{BB962C8B-B14F-4D97-AF65-F5344CB8AC3E}">
        <p14:creationId xmlns:p14="http://schemas.microsoft.com/office/powerpoint/2010/main" val="5341524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11F7FA-4298-48DF-9B4F-2116294EC87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44FC0D24-CC4B-4EE1-9C62-35DC7993BB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0F82902-8F8A-4001-94DC-163FAAD06A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6EC394C1-D348-470B-B0BD-84C08400D18F}"/>
              </a:ext>
            </a:extLst>
          </p:cNvPr>
          <p:cNvSpPr>
            <a:spLocks noGrp="1"/>
          </p:cNvSpPr>
          <p:nvPr>
            <p:ph type="dt" sz="half" idx="10"/>
          </p:nvPr>
        </p:nvSpPr>
        <p:spPr/>
        <p:txBody>
          <a:bodyPr/>
          <a:lstStyle/>
          <a:p>
            <a:fld id="{C5D8A44C-D6FC-44B9-86C7-806DE1DC6347}" type="datetimeFigureOut">
              <a:rPr lang="zh-TW" altLang="en-US" smtClean="0"/>
              <a:t>2021/2/23</a:t>
            </a:fld>
            <a:endParaRPr lang="zh-TW" altLang="en-US"/>
          </a:p>
        </p:txBody>
      </p:sp>
      <p:sp>
        <p:nvSpPr>
          <p:cNvPr id="6" name="頁尾版面配置區 5">
            <a:extLst>
              <a:ext uri="{FF2B5EF4-FFF2-40B4-BE49-F238E27FC236}">
                <a16:creationId xmlns:a16="http://schemas.microsoft.com/office/drawing/2014/main" id="{716E4C67-00EF-4C58-8AB6-BC68151DBB5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D254C18E-811E-4DBE-A093-9AAC64D9DD76}"/>
              </a:ext>
            </a:extLst>
          </p:cNvPr>
          <p:cNvSpPr>
            <a:spLocks noGrp="1"/>
          </p:cNvSpPr>
          <p:nvPr>
            <p:ph type="sldNum" sz="quarter" idx="12"/>
          </p:nvPr>
        </p:nvSpPr>
        <p:spPr/>
        <p:txBody>
          <a:bodyPr/>
          <a:lstStyle/>
          <a:p>
            <a:fld id="{6F43EB7D-9A04-493C-81E9-6FC90EB53B50}" type="slidenum">
              <a:rPr lang="zh-TW" altLang="en-US" smtClean="0"/>
              <a:t>‹#›</a:t>
            </a:fld>
            <a:endParaRPr lang="zh-TW" altLang="en-US"/>
          </a:p>
        </p:txBody>
      </p:sp>
    </p:spTree>
    <p:extLst>
      <p:ext uri="{BB962C8B-B14F-4D97-AF65-F5344CB8AC3E}">
        <p14:creationId xmlns:p14="http://schemas.microsoft.com/office/powerpoint/2010/main" val="3009793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D6973D-329D-484B-A978-FA54712BC280}"/>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0CF1D83E-C773-4AD5-A45A-5D6F34830B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65B09175-D55B-4116-A162-A31EECF4EA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C4D80D3F-EA29-49A5-BCDE-C33493950C94}"/>
              </a:ext>
            </a:extLst>
          </p:cNvPr>
          <p:cNvSpPr>
            <a:spLocks noGrp="1"/>
          </p:cNvSpPr>
          <p:nvPr>
            <p:ph type="dt" sz="half" idx="10"/>
          </p:nvPr>
        </p:nvSpPr>
        <p:spPr/>
        <p:txBody>
          <a:bodyPr/>
          <a:lstStyle/>
          <a:p>
            <a:fld id="{C5D8A44C-D6FC-44B9-86C7-806DE1DC6347}" type="datetimeFigureOut">
              <a:rPr lang="zh-TW" altLang="en-US" smtClean="0"/>
              <a:t>2021/2/23</a:t>
            </a:fld>
            <a:endParaRPr lang="zh-TW" altLang="en-US"/>
          </a:p>
        </p:txBody>
      </p:sp>
      <p:sp>
        <p:nvSpPr>
          <p:cNvPr id="6" name="頁尾版面配置區 5">
            <a:extLst>
              <a:ext uri="{FF2B5EF4-FFF2-40B4-BE49-F238E27FC236}">
                <a16:creationId xmlns:a16="http://schemas.microsoft.com/office/drawing/2014/main" id="{06CC624D-B7FF-4A97-B342-A3E8AEF8237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FA90304-C877-486C-9D9E-7F3B439D77C2}"/>
              </a:ext>
            </a:extLst>
          </p:cNvPr>
          <p:cNvSpPr>
            <a:spLocks noGrp="1"/>
          </p:cNvSpPr>
          <p:nvPr>
            <p:ph type="sldNum" sz="quarter" idx="12"/>
          </p:nvPr>
        </p:nvSpPr>
        <p:spPr/>
        <p:txBody>
          <a:bodyPr/>
          <a:lstStyle/>
          <a:p>
            <a:fld id="{6F43EB7D-9A04-493C-81E9-6FC90EB53B50}" type="slidenum">
              <a:rPr lang="zh-TW" altLang="en-US" smtClean="0"/>
              <a:t>‹#›</a:t>
            </a:fld>
            <a:endParaRPr lang="zh-TW" altLang="en-US"/>
          </a:p>
        </p:txBody>
      </p:sp>
    </p:spTree>
    <p:extLst>
      <p:ext uri="{BB962C8B-B14F-4D97-AF65-F5344CB8AC3E}">
        <p14:creationId xmlns:p14="http://schemas.microsoft.com/office/powerpoint/2010/main" val="2650043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AB1390A-56CD-4114-8D76-99E646D82F12}"/>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9C7193A-8AAC-444F-B7A9-73DD68CB19B9}"/>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710188D-2C89-49D0-82F0-B083D1A63B87}"/>
              </a:ext>
            </a:extLst>
          </p:cNvPr>
          <p:cNvSpPr>
            <a:spLocks noGrp="1"/>
          </p:cNvSpPr>
          <p:nvPr>
            <p:ph type="dt" sz="half" idx="10"/>
          </p:nvPr>
        </p:nvSpPr>
        <p:spPr/>
        <p:txBody>
          <a:bodyPr/>
          <a:lstStyle/>
          <a:p>
            <a:fld id="{C5D8A44C-D6FC-44B9-86C7-806DE1DC6347}" type="datetimeFigureOut">
              <a:rPr lang="zh-TW" altLang="en-US" smtClean="0"/>
              <a:t>2021/2/23</a:t>
            </a:fld>
            <a:endParaRPr lang="zh-TW" altLang="en-US"/>
          </a:p>
        </p:txBody>
      </p:sp>
      <p:sp>
        <p:nvSpPr>
          <p:cNvPr id="5" name="頁尾版面配置區 4">
            <a:extLst>
              <a:ext uri="{FF2B5EF4-FFF2-40B4-BE49-F238E27FC236}">
                <a16:creationId xmlns:a16="http://schemas.microsoft.com/office/drawing/2014/main" id="{A249752D-048D-4FFB-B090-FDA869B8545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6582BD0-E541-4A86-A871-1876C473493B}"/>
              </a:ext>
            </a:extLst>
          </p:cNvPr>
          <p:cNvSpPr>
            <a:spLocks noGrp="1"/>
          </p:cNvSpPr>
          <p:nvPr>
            <p:ph type="sldNum" sz="quarter" idx="12"/>
          </p:nvPr>
        </p:nvSpPr>
        <p:spPr/>
        <p:txBody>
          <a:bodyPr/>
          <a:lstStyle/>
          <a:p>
            <a:fld id="{6F43EB7D-9A04-493C-81E9-6FC90EB53B50}" type="slidenum">
              <a:rPr lang="zh-TW" altLang="en-US" smtClean="0"/>
              <a:t>‹#›</a:t>
            </a:fld>
            <a:endParaRPr lang="zh-TW" altLang="en-US"/>
          </a:p>
        </p:txBody>
      </p:sp>
    </p:spTree>
    <p:extLst>
      <p:ext uri="{BB962C8B-B14F-4D97-AF65-F5344CB8AC3E}">
        <p14:creationId xmlns:p14="http://schemas.microsoft.com/office/powerpoint/2010/main" val="749532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C9DD10F3-2DA7-4FD4-BEBB-8338119E8275}"/>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5E0FA6BE-C17E-4EE9-9C0E-3647FE93408C}"/>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3193444-3B97-4386-B7ED-0A70C7E802F7}"/>
              </a:ext>
            </a:extLst>
          </p:cNvPr>
          <p:cNvSpPr>
            <a:spLocks noGrp="1"/>
          </p:cNvSpPr>
          <p:nvPr>
            <p:ph type="dt" sz="half" idx="10"/>
          </p:nvPr>
        </p:nvSpPr>
        <p:spPr/>
        <p:txBody>
          <a:bodyPr/>
          <a:lstStyle/>
          <a:p>
            <a:fld id="{C5D8A44C-D6FC-44B9-86C7-806DE1DC6347}" type="datetimeFigureOut">
              <a:rPr lang="zh-TW" altLang="en-US" smtClean="0"/>
              <a:t>2021/2/23</a:t>
            </a:fld>
            <a:endParaRPr lang="zh-TW" altLang="en-US"/>
          </a:p>
        </p:txBody>
      </p:sp>
      <p:sp>
        <p:nvSpPr>
          <p:cNvPr id="5" name="頁尾版面配置區 4">
            <a:extLst>
              <a:ext uri="{FF2B5EF4-FFF2-40B4-BE49-F238E27FC236}">
                <a16:creationId xmlns:a16="http://schemas.microsoft.com/office/drawing/2014/main" id="{9AB34A2C-AEAC-47F4-AE12-21216FD8633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1DE6A3C-1945-4B5C-BA1F-DE64469BA2D8}"/>
              </a:ext>
            </a:extLst>
          </p:cNvPr>
          <p:cNvSpPr>
            <a:spLocks noGrp="1"/>
          </p:cNvSpPr>
          <p:nvPr>
            <p:ph type="sldNum" sz="quarter" idx="12"/>
          </p:nvPr>
        </p:nvSpPr>
        <p:spPr/>
        <p:txBody>
          <a:bodyPr/>
          <a:lstStyle/>
          <a:p>
            <a:fld id="{6F43EB7D-9A04-493C-81E9-6FC90EB53B50}" type="slidenum">
              <a:rPr lang="zh-TW" altLang="en-US" smtClean="0"/>
              <a:t>‹#›</a:t>
            </a:fld>
            <a:endParaRPr lang="zh-TW" altLang="en-US"/>
          </a:p>
        </p:txBody>
      </p:sp>
    </p:spTree>
    <p:extLst>
      <p:ext uri="{BB962C8B-B14F-4D97-AF65-F5344CB8AC3E}">
        <p14:creationId xmlns:p14="http://schemas.microsoft.com/office/powerpoint/2010/main" val="2111481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9DEF917C-4D28-4DF0-88F3-9E1B2A71F1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7136591-9571-46F6-BD07-6FDD25A775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4A7197B-4A25-40CE-8BEF-557EE56532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D8A44C-D6FC-44B9-86C7-806DE1DC6347}" type="datetimeFigureOut">
              <a:rPr lang="zh-TW" altLang="en-US" smtClean="0"/>
              <a:t>2021/2/23</a:t>
            </a:fld>
            <a:endParaRPr lang="zh-TW" altLang="en-US"/>
          </a:p>
        </p:txBody>
      </p:sp>
      <p:sp>
        <p:nvSpPr>
          <p:cNvPr id="5" name="頁尾版面配置區 4">
            <a:extLst>
              <a:ext uri="{FF2B5EF4-FFF2-40B4-BE49-F238E27FC236}">
                <a16:creationId xmlns:a16="http://schemas.microsoft.com/office/drawing/2014/main" id="{65FFA020-4E6D-4BDF-8974-FBDF80A5DF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E12E8E56-AE5B-4398-991E-CCE07D4D9E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43EB7D-9A04-493C-81E9-6FC90EB53B50}" type="slidenum">
              <a:rPr lang="zh-TW" altLang="en-US" smtClean="0"/>
              <a:t>‹#›</a:t>
            </a:fld>
            <a:endParaRPr lang="zh-TW" altLang="en-US"/>
          </a:p>
        </p:txBody>
      </p:sp>
    </p:spTree>
    <p:extLst>
      <p:ext uri="{BB962C8B-B14F-4D97-AF65-F5344CB8AC3E}">
        <p14:creationId xmlns:p14="http://schemas.microsoft.com/office/powerpoint/2010/main" val="9315212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0.PNG"/><Relationship Id="rId4" Type="http://schemas.openxmlformats.org/officeDocument/2006/relationships/image" Target="../media/image12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0.PNG"/><Relationship Id="rId4" Type="http://schemas.openxmlformats.org/officeDocument/2006/relationships/image" Target="../media/image120.png"/></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1.PNG"/><Relationship Id="rId7"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7.png"/><Relationship Id="rId4" Type="http://schemas.openxmlformats.org/officeDocument/2006/relationships/image" Target="../media/image16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7.png"/><Relationship Id="rId4" Type="http://schemas.openxmlformats.org/officeDocument/2006/relationships/image" Target="../media/image160.png"/></Relationships>
</file>

<file path=ppt/slides/_rels/slide1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0.PNG"/><Relationship Id="rId7" Type="http://schemas.openxmlformats.org/officeDocument/2006/relationships/image" Target="../media/image21.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190.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25.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33.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30.png"/><Relationship Id="rId4" Type="http://schemas.openxmlformats.org/officeDocument/2006/relationships/image" Target="../media/image1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A81F2C-F1E6-40B6-A0DB-83D54EBF6618}"/>
              </a:ext>
            </a:extLst>
          </p:cNvPr>
          <p:cNvSpPr>
            <a:spLocks noGrp="1"/>
          </p:cNvSpPr>
          <p:nvPr>
            <p:ph type="ctrTitle"/>
          </p:nvPr>
        </p:nvSpPr>
        <p:spPr>
          <a:xfrm>
            <a:off x="1393517" y="1871801"/>
            <a:ext cx="9144000" cy="1186213"/>
          </a:xfrm>
        </p:spPr>
        <p:txBody>
          <a:bodyPr>
            <a:normAutofit fontScale="90000"/>
          </a:bodyPr>
          <a:lstStyle/>
          <a:p>
            <a:r>
              <a:rPr lang="en-US" altLang="zh-TW" sz="3200" dirty="0">
                <a:latin typeface="Times New Roman" panose="02020603050405020304" pitchFamily="18" charset="0"/>
                <a:cs typeface="Times New Roman" panose="02020603050405020304" pitchFamily="18" charset="0"/>
              </a:rPr>
              <a:t>The Generalized Definitions of the Two‑Dimensional Largest Common Substructure Problems</a:t>
            </a:r>
            <a:br>
              <a:rPr lang="en-US" altLang="zh-TW" sz="3200" dirty="0">
                <a:latin typeface="Times New Roman" panose="02020603050405020304" pitchFamily="18" charset="0"/>
                <a:cs typeface="Times New Roman" panose="02020603050405020304" pitchFamily="18" charset="0"/>
              </a:rPr>
            </a:br>
            <a:r>
              <a:rPr lang="en-US" altLang="zh-TW" sz="1600" dirty="0"/>
              <a:t> </a:t>
            </a:r>
            <a:br>
              <a:rPr lang="en-US" altLang="zh-TW" sz="1600" dirty="0"/>
            </a:br>
            <a:endParaRPr lang="zh-TW" altLang="en-US" sz="20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BFEEA3C1-7C28-4E54-BAB5-D12C64C693B8}"/>
              </a:ext>
            </a:extLst>
          </p:cNvPr>
          <p:cNvSpPr>
            <a:spLocks noGrp="1"/>
          </p:cNvSpPr>
          <p:nvPr>
            <p:ph type="subTitle" idx="1"/>
          </p:nvPr>
        </p:nvSpPr>
        <p:spPr>
          <a:xfrm>
            <a:off x="1460629" y="2929928"/>
            <a:ext cx="9144000" cy="961931"/>
          </a:xfrm>
        </p:spPr>
        <p:txBody>
          <a:bodyPr>
            <a:noAutofit/>
          </a:bodyPr>
          <a:lstStyle/>
          <a:p>
            <a:r>
              <a:rPr lang="en-US" altLang="zh-TW" sz="1800" dirty="0">
                <a:latin typeface="Times New Roman" panose="02020603050405020304" pitchFamily="18" charset="0"/>
                <a:cs typeface="Times New Roman" panose="02020603050405020304" pitchFamily="18" charset="0"/>
              </a:rPr>
              <a:t>Huang‑Ting Chan, </a:t>
            </a:r>
            <a:r>
              <a:rPr lang="en-US" altLang="zh-TW" sz="1800" dirty="0" err="1">
                <a:latin typeface="Times New Roman" panose="02020603050405020304" pitchFamily="18" charset="0"/>
                <a:cs typeface="Times New Roman" panose="02020603050405020304" pitchFamily="18" charset="0"/>
              </a:rPr>
              <a:t>Hsuan</a:t>
            </a:r>
            <a:r>
              <a:rPr lang="en-US" altLang="zh-TW" sz="1800" dirty="0">
                <a:latin typeface="Times New Roman" panose="02020603050405020304" pitchFamily="18" charset="0"/>
                <a:cs typeface="Times New Roman" panose="02020603050405020304" pitchFamily="18" charset="0"/>
              </a:rPr>
              <a:t>‑Tsung Chiu, Chang‑</a:t>
            </a:r>
            <a:r>
              <a:rPr lang="en-US" altLang="zh-TW" sz="1800" dirty="0" err="1">
                <a:latin typeface="Times New Roman" panose="02020603050405020304" pitchFamily="18" charset="0"/>
                <a:cs typeface="Times New Roman" panose="02020603050405020304" pitchFamily="18" charset="0"/>
              </a:rPr>
              <a:t>Biau</a:t>
            </a:r>
            <a:r>
              <a:rPr lang="en-US" altLang="zh-TW" sz="1800" dirty="0">
                <a:latin typeface="Times New Roman" panose="02020603050405020304" pitchFamily="18" charset="0"/>
                <a:cs typeface="Times New Roman" panose="02020603050405020304" pitchFamily="18" charset="0"/>
              </a:rPr>
              <a:t> Yang, Yung‑</a:t>
            </a:r>
            <a:r>
              <a:rPr lang="en-US" altLang="zh-TW" sz="1800" dirty="0" err="1">
                <a:latin typeface="Times New Roman" panose="02020603050405020304" pitchFamily="18" charset="0"/>
                <a:cs typeface="Times New Roman" panose="02020603050405020304" pitchFamily="18" charset="0"/>
              </a:rPr>
              <a:t>Hsing</a:t>
            </a:r>
            <a:r>
              <a:rPr lang="en-US" altLang="zh-TW" sz="1800" dirty="0">
                <a:latin typeface="Times New Roman" panose="02020603050405020304" pitchFamily="18" charset="0"/>
                <a:cs typeface="Times New Roman" panose="02020603050405020304" pitchFamily="18" charset="0"/>
              </a:rPr>
              <a:t> Peng</a:t>
            </a:r>
          </a:p>
          <a:p>
            <a:r>
              <a:rPr lang="en-US" altLang="zh-TW" sz="1800" dirty="0" err="1">
                <a:latin typeface="Times New Roman" panose="02020603050405020304" pitchFamily="18" charset="0"/>
                <a:cs typeface="Times New Roman" panose="02020603050405020304" pitchFamily="18" charset="0"/>
              </a:rPr>
              <a:t>Algorithmica</a:t>
            </a:r>
            <a:r>
              <a:rPr lang="en-US" altLang="zh-TW" sz="1800" dirty="0">
                <a:latin typeface="Times New Roman" panose="02020603050405020304" pitchFamily="18" charset="0"/>
                <a:cs typeface="Times New Roman" panose="02020603050405020304" pitchFamily="18" charset="0"/>
              </a:rPr>
              <a:t>, Vol. 82, pp. 2039-2062, 2020</a:t>
            </a:r>
            <a:endParaRPr lang="zh-TW" altLang="en-US" sz="1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E1655915-E405-4AC8-8937-CAC75AA3B069}"/>
              </a:ext>
            </a:extLst>
          </p:cNvPr>
          <p:cNvSpPr txBox="1">
            <a:spLocks/>
          </p:cNvSpPr>
          <p:nvPr/>
        </p:nvSpPr>
        <p:spPr>
          <a:xfrm>
            <a:off x="8783273" y="5308917"/>
            <a:ext cx="2471956" cy="820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1600" dirty="0">
                <a:latin typeface="微軟正黑體" pitchFamily="34" charset="-120"/>
                <a:ea typeface="微軟正黑體" pitchFamily="34" charset="-120"/>
              </a:rPr>
              <a:t>Presenter :</a:t>
            </a:r>
            <a:r>
              <a:rPr lang="zh-TW" altLang="en-US" sz="1600" dirty="0">
                <a:latin typeface="微軟正黑體" pitchFamily="34" charset="-120"/>
                <a:ea typeface="微軟正黑體" pitchFamily="34" charset="-120"/>
              </a:rPr>
              <a:t> </a:t>
            </a:r>
            <a:r>
              <a:rPr lang="en-US" altLang="zh-TW" sz="1600" dirty="0"/>
              <a:t>Yu-Ju Liao</a:t>
            </a:r>
          </a:p>
          <a:p>
            <a:r>
              <a:rPr lang="en-US" altLang="zh-TW" sz="1600" dirty="0">
                <a:latin typeface="微軟正黑體" pitchFamily="34" charset="-120"/>
                <a:ea typeface="微軟正黑體" pitchFamily="34" charset="-120"/>
              </a:rPr>
              <a:t>Date :</a:t>
            </a:r>
            <a:r>
              <a:rPr lang="zh-TW" altLang="en-US" sz="1600" dirty="0">
                <a:latin typeface="微軟正黑體" pitchFamily="34" charset="-120"/>
                <a:ea typeface="微軟正黑體" pitchFamily="34" charset="-120"/>
              </a:rPr>
              <a:t> </a:t>
            </a:r>
            <a:r>
              <a:rPr lang="en-US" altLang="zh-TW" sz="1600" dirty="0">
                <a:latin typeface="微軟正黑體" pitchFamily="34" charset="-120"/>
                <a:ea typeface="微軟正黑體" pitchFamily="34" charset="-120"/>
              </a:rPr>
              <a:t>Feb. </a:t>
            </a:r>
            <a:r>
              <a:rPr lang="en-US" altLang="zh-TW" sz="1600" dirty="0">
                <a:latin typeface="Times New Roman" panose="02020603050405020304" pitchFamily="18" charset="0"/>
                <a:ea typeface="微軟正黑體" pitchFamily="34" charset="-120"/>
                <a:cs typeface="Times New Roman" panose="02020603050405020304" pitchFamily="18" charset="0"/>
              </a:rPr>
              <a:t>23</a:t>
            </a:r>
            <a:r>
              <a:rPr lang="en-US" altLang="zh-TW" sz="1600" dirty="0">
                <a:latin typeface="Times New Roman" panose="02020603050405020304" pitchFamily="18" charset="0"/>
                <a:cs typeface="Times New Roman" panose="02020603050405020304" pitchFamily="18" charset="0"/>
              </a:rPr>
              <a:t>, 2021</a:t>
            </a:r>
            <a:endParaRPr lang="zh-TW" altLang="en-US" sz="1600" dirty="0"/>
          </a:p>
        </p:txBody>
      </p:sp>
    </p:spTree>
    <p:extLst>
      <p:ext uri="{BB962C8B-B14F-4D97-AF65-F5344CB8AC3E}">
        <p14:creationId xmlns:p14="http://schemas.microsoft.com/office/powerpoint/2010/main" val="183156912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E72612A-96E4-420B-9588-CF1E10768828}"/>
              </a:ext>
            </a:extLst>
          </p:cNvPr>
          <p:cNvSpPr>
            <a:spLocks noGrp="1"/>
          </p:cNvSpPr>
          <p:nvPr>
            <p:ph type="title"/>
          </p:nvPr>
        </p:nvSpPr>
        <p:spPr/>
        <p:txBody>
          <a:bodyPr>
            <a:normAutofit/>
          </a:bodyPr>
          <a:lstStyle/>
          <a:p>
            <a:pPr>
              <a:lnSpc>
                <a:spcPct val="80000"/>
              </a:lnSpc>
              <a:spcBef>
                <a:spcPts val="1000"/>
              </a:spcBef>
            </a:pPr>
            <a:r>
              <a:rPr lang="en-US" altLang="zh-TW" sz="3600" dirty="0">
                <a:latin typeface="Times New Roman" panose="02020603050405020304" pitchFamily="18" charset="0"/>
                <a:ea typeface="+mn-ea"/>
                <a:cs typeface="Times New Roman" panose="02020603050405020304" pitchFamily="18" charset="0"/>
              </a:rPr>
              <a:t>Abstract</a:t>
            </a:r>
            <a:endParaRPr lang="zh-TW" altLang="en-US" sz="3600" dirty="0">
              <a:latin typeface="Times New Roman" panose="02020603050405020304" pitchFamily="18" charset="0"/>
              <a:ea typeface="+mn-ea"/>
              <a:cs typeface="Times New Roman" panose="02020603050405020304" pitchFamily="18" charset="0"/>
            </a:endParaRPr>
          </a:p>
        </p:txBody>
      </p:sp>
      <p:sp>
        <p:nvSpPr>
          <p:cNvPr id="3" name="內容版面配置區 2">
            <a:extLst>
              <a:ext uri="{FF2B5EF4-FFF2-40B4-BE49-F238E27FC236}">
                <a16:creationId xmlns:a16="http://schemas.microsoft.com/office/drawing/2014/main" id="{C2C6D396-3CE1-48D5-AC84-43F4A00327D0}"/>
              </a:ext>
            </a:extLst>
          </p:cNvPr>
          <p:cNvSpPr>
            <a:spLocks noGrp="1"/>
          </p:cNvSpPr>
          <p:nvPr>
            <p:ph idx="1"/>
          </p:nvPr>
        </p:nvSpPr>
        <p:spPr/>
        <p:txBody>
          <a:bodyPr>
            <a:normAutofit fontScale="92500" lnSpcReduction="10000"/>
          </a:bodyPr>
          <a:lstStyle/>
          <a:p>
            <a:pPr marL="0" indent="0">
              <a:buNone/>
            </a:pPr>
            <a:r>
              <a:rPr lang="en-US" altLang="zh-TW" dirty="0">
                <a:latin typeface="Times New Roman" panose="02020603050405020304" pitchFamily="18" charset="0"/>
                <a:cs typeface="Times New Roman" panose="02020603050405020304" pitchFamily="18" charset="0"/>
              </a:rPr>
              <a:t>The similarity of two one-dimensional sequences is usually measured by the longest common subsequence (LCS) algorithms. However, these algorithms cannot be directly extended to solve the two or higher dimensional data. Thus, for the two-dimensional data, computing the similarity with an LCS-like approach remains worthy of investigation. In this paper, we utilize a systematic way to give the generalized definition of the two-dimensional largest common substructure (TLCS) problem by referring to the traditional LCS concept. With various matching rules, eight possible versions of TLCS problems may be defined. However, only four of them are shown to be valid. We prove that all of these four TLCS problems are NP-hard and APX-hard. To accomplish the proofs, two of the TLCS problems are reduced from the 3-satisfiability problem, and the other two are reduced from the 3-dimensional matching problem.</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495489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7AFCD-574A-4525-9F59-D0A9CB3F50E7}"/>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TLCS</a:t>
            </a:r>
            <a:endParaRPr lang="zh-TW" altLang="en-US" sz="3600" dirty="0">
              <a:latin typeface="Times New Roman" panose="02020603050405020304" pitchFamily="18" charset="0"/>
              <a:cs typeface="Times New Roman" panose="02020603050405020304" pitchFamily="18" charset="0"/>
            </a:endParaRPr>
          </a:p>
        </p:txBody>
      </p:sp>
      <p:pic>
        <p:nvPicPr>
          <p:cNvPr id="10" name="圖片 9">
            <a:extLst>
              <a:ext uri="{FF2B5EF4-FFF2-40B4-BE49-F238E27FC236}">
                <a16:creationId xmlns:a16="http://schemas.microsoft.com/office/drawing/2014/main" id="{BF86D766-CBB4-4D20-898F-13ED68541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9932" y="1928232"/>
            <a:ext cx="5473165" cy="3269983"/>
          </a:xfrm>
          <a:prstGeom prst="rect">
            <a:avLst/>
          </a:prstGeom>
        </p:spPr>
      </p:pic>
      <p:sp>
        <p:nvSpPr>
          <p:cNvPr id="11" name="橢圓 10">
            <a:extLst>
              <a:ext uri="{FF2B5EF4-FFF2-40B4-BE49-F238E27FC236}">
                <a16:creationId xmlns:a16="http://schemas.microsoft.com/office/drawing/2014/main" id="{3ED4721E-2A9C-466D-8D2A-A12BBC757911}"/>
              </a:ext>
            </a:extLst>
          </p:cNvPr>
          <p:cNvSpPr/>
          <p:nvPr/>
        </p:nvSpPr>
        <p:spPr>
          <a:xfrm>
            <a:off x="3271705" y="2843868"/>
            <a:ext cx="545285" cy="585132"/>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a:extLst>
              <a:ext uri="{FF2B5EF4-FFF2-40B4-BE49-F238E27FC236}">
                <a16:creationId xmlns:a16="http://schemas.microsoft.com/office/drawing/2014/main" id="{63A971CF-2DC2-4CEA-ACD0-BDA91D67B134}"/>
              </a:ext>
            </a:extLst>
          </p:cNvPr>
          <p:cNvSpPr/>
          <p:nvPr/>
        </p:nvSpPr>
        <p:spPr>
          <a:xfrm>
            <a:off x="3919055" y="3429000"/>
            <a:ext cx="545285" cy="585132"/>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a:extLst>
              <a:ext uri="{FF2B5EF4-FFF2-40B4-BE49-F238E27FC236}">
                <a16:creationId xmlns:a16="http://schemas.microsoft.com/office/drawing/2014/main" id="{2E903C75-0DDD-4A40-9997-25011F2278DF}"/>
              </a:ext>
            </a:extLst>
          </p:cNvPr>
          <p:cNvSpPr/>
          <p:nvPr/>
        </p:nvSpPr>
        <p:spPr>
          <a:xfrm>
            <a:off x="5732885" y="2803403"/>
            <a:ext cx="545285" cy="585132"/>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a:extLst>
              <a:ext uri="{FF2B5EF4-FFF2-40B4-BE49-F238E27FC236}">
                <a16:creationId xmlns:a16="http://schemas.microsoft.com/office/drawing/2014/main" id="{4B14340C-A8D9-49D3-B1D0-88CE19C0366E}"/>
              </a:ext>
            </a:extLst>
          </p:cNvPr>
          <p:cNvSpPr/>
          <p:nvPr/>
        </p:nvSpPr>
        <p:spPr>
          <a:xfrm>
            <a:off x="5732885" y="3435909"/>
            <a:ext cx="545285" cy="585132"/>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50670245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7AFCD-574A-4525-9F59-D0A9CB3F50E7}"/>
              </a:ext>
            </a:extLst>
          </p:cNvPr>
          <p:cNvSpPr>
            <a:spLocks noGrp="1"/>
          </p:cNvSpPr>
          <p:nvPr>
            <p:ph type="title"/>
          </p:nvPr>
        </p:nvSpPr>
        <p:spPr>
          <a:xfrm>
            <a:off x="838200" y="365126"/>
            <a:ext cx="10515600" cy="1136504"/>
          </a:xfrm>
        </p:spPr>
        <p:txBody>
          <a:bodyPr>
            <a:normAutofit/>
          </a:bodyPr>
          <a:lstStyle/>
          <a:p>
            <a:r>
              <a:rPr lang="en-US" altLang="zh-TW" sz="3600" dirty="0">
                <a:latin typeface="Times New Roman" panose="02020603050405020304" pitchFamily="18" charset="0"/>
                <a:cs typeface="Times New Roman" panose="02020603050405020304" pitchFamily="18" charset="0"/>
              </a:rPr>
              <a:t>Side</a:t>
            </a:r>
            <a:endParaRPr lang="zh-TW" altLang="en-US" sz="3600" dirty="0">
              <a:latin typeface="Times New Roman" panose="02020603050405020304" pitchFamily="18" charset="0"/>
              <a:cs typeface="Times New Roman" panose="02020603050405020304" pitchFamily="18" charset="0"/>
            </a:endParaRPr>
          </a:p>
        </p:txBody>
      </p:sp>
      <p:sp>
        <p:nvSpPr>
          <p:cNvPr id="10" name="標題 1">
            <a:extLst>
              <a:ext uri="{FF2B5EF4-FFF2-40B4-BE49-F238E27FC236}">
                <a16:creationId xmlns:a16="http://schemas.microsoft.com/office/drawing/2014/main" id="{04FE0941-2929-4DA3-B05A-67D971548A4A}"/>
              </a:ext>
            </a:extLst>
          </p:cNvPr>
          <p:cNvSpPr txBox="1">
            <a:spLocks/>
          </p:cNvSpPr>
          <p:nvPr/>
        </p:nvSpPr>
        <p:spPr>
          <a:xfrm>
            <a:off x="754224" y="3328357"/>
            <a:ext cx="10515600" cy="11365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Corner</a:t>
            </a:r>
            <a:endParaRPr lang="zh-TW" altLang="en-US" sz="3600" dirty="0">
              <a:latin typeface="Times New Roman" panose="02020603050405020304" pitchFamily="18" charset="0"/>
              <a:cs typeface="Times New Roman" panose="02020603050405020304" pitchFamily="18" charset="0"/>
            </a:endParaRPr>
          </a:p>
        </p:txBody>
      </p:sp>
      <p:pic>
        <p:nvPicPr>
          <p:cNvPr id="11" name="圖片 10" descr="一張含有 拉門 的圖片&#10;&#10;自動產生的描述">
            <a:extLst>
              <a:ext uri="{FF2B5EF4-FFF2-40B4-BE49-F238E27FC236}">
                <a16:creationId xmlns:a16="http://schemas.microsoft.com/office/drawing/2014/main" id="{B6532D2E-EE65-4A05-AE44-E9B4CEFED8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0120" y="1501630"/>
            <a:ext cx="1631760" cy="1579460"/>
          </a:xfrm>
          <a:prstGeom prst="rect">
            <a:avLst/>
          </a:prstGeom>
        </p:spPr>
      </p:pic>
      <p:pic>
        <p:nvPicPr>
          <p:cNvPr id="13" name="圖片 12" descr="一張含有 拉門, 填字遊戲 的圖片&#10;&#10;自動產生的描述">
            <a:extLst>
              <a:ext uri="{FF2B5EF4-FFF2-40B4-BE49-F238E27FC236}">
                <a16:creationId xmlns:a16="http://schemas.microsoft.com/office/drawing/2014/main" id="{14EB494A-400A-4276-83E4-7133E7EC06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3280" y="1441683"/>
            <a:ext cx="1631760" cy="1569794"/>
          </a:xfrm>
          <a:prstGeom prst="rect">
            <a:avLst/>
          </a:prstGeom>
        </p:spPr>
      </p:pic>
      <p:pic>
        <p:nvPicPr>
          <p:cNvPr id="15" name="圖片 14" descr="一張含有 桌 的圖片&#10;&#10;自動產生的描述">
            <a:extLst>
              <a:ext uri="{FF2B5EF4-FFF2-40B4-BE49-F238E27FC236}">
                <a16:creationId xmlns:a16="http://schemas.microsoft.com/office/drawing/2014/main" id="{75EE1F51-AD7E-4A95-9CE1-F027EFE4B962}"/>
              </a:ext>
            </a:extLst>
          </p:cNvPr>
          <p:cNvPicPr>
            <a:picLocks noChangeAspect="1"/>
          </p:cNvPicPr>
          <p:nvPr/>
        </p:nvPicPr>
        <p:blipFill rotWithShape="1">
          <a:blip r:embed="rId4">
            <a:extLst>
              <a:ext uri="{28A0092B-C50C-407E-A947-70E740481C1C}">
                <a14:useLocalDpi xmlns:a14="http://schemas.microsoft.com/office/drawing/2010/main" val="0"/>
              </a:ext>
            </a:extLst>
          </a:blip>
          <a:srcRect t="21715"/>
          <a:stretch/>
        </p:blipFill>
        <p:spPr>
          <a:xfrm>
            <a:off x="2388572" y="4630740"/>
            <a:ext cx="2376007" cy="1730745"/>
          </a:xfrm>
          <a:prstGeom prst="rect">
            <a:avLst/>
          </a:prstGeom>
        </p:spPr>
      </p:pic>
    </p:spTree>
    <p:extLst>
      <p:ext uri="{BB962C8B-B14F-4D97-AF65-F5344CB8AC3E}">
        <p14:creationId xmlns:p14="http://schemas.microsoft.com/office/powerpoint/2010/main" val="128358262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內容版面配置區 2">
            <a:extLst>
              <a:ext uri="{FF2B5EF4-FFF2-40B4-BE49-F238E27FC236}">
                <a16:creationId xmlns:a16="http://schemas.microsoft.com/office/drawing/2014/main" id="{89537CAF-174D-4CB5-9F28-233DE170F961}"/>
              </a:ext>
            </a:extLst>
          </p:cNvPr>
          <p:cNvSpPr>
            <a:spLocks noGrp="1"/>
          </p:cNvSpPr>
          <p:nvPr>
            <p:ph idx="1"/>
          </p:nvPr>
        </p:nvSpPr>
        <p:spPr>
          <a:xfrm>
            <a:off x="4790406" y="1377431"/>
            <a:ext cx="4444970" cy="5372894"/>
          </a:xfrm>
        </p:spPr>
        <p:txBody>
          <a:bodyPr/>
          <a:lstStyle/>
          <a:p>
            <a:r>
              <a:rPr lang="en-US" altLang="zh-TW" sz="2000" dirty="0"/>
              <a:t>And (N)</a:t>
            </a:r>
          </a:p>
          <a:p>
            <a:endParaRPr lang="en-US" altLang="zh-TW" dirty="0"/>
          </a:p>
          <a:p>
            <a:endParaRPr lang="en-US" altLang="zh-TW" dirty="0"/>
          </a:p>
          <a:p>
            <a:endParaRPr lang="en-US" altLang="zh-TW" dirty="0"/>
          </a:p>
          <a:p>
            <a:pPr marL="0" indent="0">
              <a:buNone/>
            </a:pPr>
            <a:endParaRPr lang="en-US" altLang="zh-TW" dirty="0"/>
          </a:p>
          <a:p>
            <a:r>
              <a:rPr lang="en-US" altLang="zh-TW" sz="2000" dirty="0"/>
              <a:t>Or (O)</a:t>
            </a:r>
            <a:endParaRPr lang="zh-TW" altLang="en-US" sz="2000" dirty="0"/>
          </a:p>
        </p:txBody>
      </p:sp>
      <p:sp>
        <p:nvSpPr>
          <p:cNvPr id="10" name="標題 1">
            <a:extLst>
              <a:ext uri="{FF2B5EF4-FFF2-40B4-BE49-F238E27FC236}">
                <a16:creationId xmlns:a16="http://schemas.microsoft.com/office/drawing/2014/main" id="{04FE0941-2929-4DA3-B05A-67D971548A4A}"/>
              </a:ext>
            </a:extLst>
          </p:cNvPr>
          <p:cNvSpPr txBox="1">
            <a:spLocks/>
          </p:cNvSpPr>
          <p:nvPr/>
        </p:nvSpPr>
        <p:spPr>
          <a:xfrm>
            <a:off x="754224" y="3328357"/>
            <a:ext cx="10515600" cy="11365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TW" altLang="en-US" dirty="0"/>
          </a:p>
        </p:txBody>
      </p:sp>
      <p:sp>
        <p:nvSpPr>
          <p:cNvPr id="4" name="標題 3">
            <a:extLst>
              <a:ext uri="{FF2B5EF4-FFF2-40B4-BE49-F238E27FC236}">
                <a16:creationId xmlns:a16="http://schemas.microsoft.com/office/drawing/2014/main" id="{D9FA8D50-1D37-490C-AB73-404AD603B45F}"/>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Corner</a:t>
            </a:r>
            <a:endParaRPr lang="zh-TW" altLang="en-US" sz="3600" dirty="0">
              <a:latin typeface="Times New Roman" panose="02020603050405020304" pitchFamily="18" charset="0"/>
              <a:cs typeface="Times New Roman" panose="02020603050405020304" pitchFamily="18" charset="0"/>
            </a:endParaRPr>
          </a:p>
        </p:txBody>
      </p:sp>
      <p:pic>
        <p:nvPicPr>
          <p:cNvPr id="6" name="圖片 5" descr="一張含有 桌 的圖片&#10;&#10;自動產生的描述">
            <a:extLst>
              <a:ext uri="{FF2B5EF4-FFF2-40B4-BE49-F238E27FC236}">
                <a16:creationId xmlns:a16="http://schemas.microsoft.com/office/drawing/2014/main" id="{3F1EEBAC-FC79-4024-B0D0-283920827A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559" y="2213724"/>
            <a:ext cx="2580385" cy="2400999"/>
          </a:xfrm>
          <a:prstGeom prst="rect">
            <a:avLst/>
          </a:prstGeom>
        </p:spPr>
      </p:pic>
      <p:pic>
        <p:nvPicPr>
          <p:cNvPr id="8" name="圖片 7" descr="一張含有 拉門, 填字遊戲 的圖片&#10;&#10;自動產生的描述">
            <a:extLst>
              <a:ext uri="{FF2B5EF4-FFF2-40B4-BE49-F238E27FC236}">
                <a16:creationId xmlns:a16="http://schemas.microsoft.com/office/drawing/2014/main" id="{CF7D36F7-AD25-4800-9701-620AE2B347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2210" y="1305467"/>
            <a:ext cx="4113868" cy="1816514"/>
          </a:xfrm>
          <a:prstGeom prst="rect">
            <a:avLst/>
          </a:prstGeom>
        </p:spPr>
      </p:pic>
      <p:pic>
        <p:nvPicPr>
          <p:cNvPr id="19" name="圖片 18" descr="一張含有 拉門, 填字遊戲 的圖片&#10;&#10;自動產生的描述">
            <a:extLst>
              <a:ext uri="{FF2B5EF4-FFF2-40B4-BE49-F238E27FC236}">
                <a16:creationId xmlns:a16="http://schemas.microsoft.com/office/drawing/2014/main" id="{1C34CC4D-59F9-43CD-B139-86E5EB8AF2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59151" y="4263967"/>
            <a:ext cx="4177325" cy="1838564"/>
          </a:xfrm>
          <a:prstGeom prst="rect">
            <a:avLst/>
          </a:prstGeom>
        </p:spPr>
      </p:pic>
      <p:sp>
        <p:nvSpPr>
          <p:cNvPr id="20" name="內容版面配置區 2">
            <a:extLst>
              <a:ext uri="{FF2B5EF4-FFF2-40B4-BE49-F238E27FC236}">
                <a16:creationId xmlns:a16="http://schemas.microsoft.com/office/drawing/2014/main" id="{F8680770-098C-4B93-B5D5-6B70003C21DD}"/>
              </a:ext>
            </a:extLst>
          </p:cNvPr>
          <p:cNvSpPr txBox="1">
            <a:spLocks/>
          </p:cNvSpPr>
          <p:nvPr/>
        </p:nvSpPr>
        <p:spPr>
          <a:xfrm>
            <a:off x="6605002" y="3178496"/>
            <a:ext cx="4444970" cy="686446"/>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2000" dirty="0"/>
              <a:t>       </a:t>
            </a:r>
            <a:r>
              <a:rPr lang="en-US" altLang="zh-TW" sz="2900" dirty="0"/>
              <a:t>(L)</a:t>
            </a:r>
            <a:r>
              <a:rPr lang="en-US" altLang="zh-TW" sz="2000" dirty="0"/>
              <a:t>		              </a:t>
            </a:r>
            <a:r>
              <a:rPr lang="en-US" altLang="zh-TW" sz="2900" dirty="0"/>
              <a:t> (E)</a:t>
            </a:r>
          </a:p>
          <a:p>
            <a:pPr marL="0" indent="0">
              <a:buNone/>
            </a:pPr>
            <a:r>
              <a:rPr lang="en-US" altLang="zh-TW" sz="2600" dirty="0"/>
              <a:t>Less than</a:t>
            </a:r>
            <a:r>
              <a:rPr lang="en-US" altLang="zh-TW" dirty="0"/>
              <a:t>		</a:t>
            </a:r>
            <a:r>
              <a:rPr lang="en-US" altLang="zh-TW" sz="2000" dirty="0">
                <a:latin typeface="Times New Roman" panose="02020603050405020304" pitchFamily="18" charset="0"/>
                <a:cs typeface="Times New Roman" panose="02020603050405020304" pitchFamily="18" charset="0"/>
              </a:rPr>
              <a:t> </a:t>
            </a:r>
            <a:r>
              <a:rPr lang="en-US" altLang="zh-TW" sz="2600" dirty="0">
                <a:latin typeface="Times New Roman" panose="02020603050405020304" pitchFamily="18" charset="0"/>
                <a:cs typeface="Times New Roman" panose="02020603050405020304" pitchFamily="18" charset="0"/>
              </a:rPr>
              <a:t>less than or Equal to</a:t>
            </a:r>
            <a:endParaRPr lang="zh-TW" altLang="en-US" sz="2600" dirty="0"/>
          </a:p>
        </p:txBody>
      </p:sp>
      <p:sp>
        <p:nvSpPr>
          <p:cNvPr id="21" name="內容版面配置區 2">
            <a:extLst>
              <a:ext uri="{FF2B5EF4-FFF2-40B4-BE49-F238E27FC236}">
                <a16:creationId xmlns:a16="http://schemas.microsoft.com/office/drawing/2014/main" id="{120DD9F5-8966-4A28-9687-F56C032B6E17}"/>
              </a:ext>
            </a:extLst>
          </p:cNvPr>
          <p:cNvSpPr txBox="1">
            <a:spLocks/>
          </p:cNvSpPr>
          <p:nvPr/>
        </p:nvSpPr>
        <p:spPr>
          <a:xfrm>
            <a:off x="7012891" y="6263477"/>
            <a:ext cx="3009290" cy="6864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2000" dirty="0"/>
              <a:t>(L)		    (E)</a:t>
            </a:r>
            <a:endParaRPr lang="zh-TW" altLang="en-US" sz="2000" dirty="0"/>
          </a:p>
        </p:txBody>
      </p:sp>
      <p:sp>
        <p:nvSpPr>
          <p:cNvPr id="11" name="文字方塊 10">
            <a:extLst>
              <a:ext uri="{FF2B5EF4-FFF2-40B4-BE49-F238E27FC236}">
                <a16:creationId xmlns:a16="http://schemas.microsoft.com/office/drawing/2014/main" id="{A13AC41E-AA39-45FC-9CB5-219C8CCD6E08}"/>
              </a:ext>
            </a:extLst>
          </p:cNvPr>
          <p:cNvSpPr txBox="1"/>
          <p:nvPr/>
        </p:nvSpPr>
        <p:spPr>
          <a:xfrm>
            <a:off x="7311837" y="580221"/>
            <a:ext cx="1287624" cy="461665"/>
          </a:xfrm>
          <a:prstGeom prst="rect">
            <a:avLst/>
          </a:prstGeom>
          <a:noFill/>
        </p:spPr>
        <p:txBody>
          <a:bodyPr wrap="square" rtlCol="0">
            <a:spAutoFit/>
          </a:bodyPr>
          <a:lstStyle/>
          <a:p>
            <a:r>
              <a:rPr lang="en-US" altLang="zh-TW" sz="2400" dirty="0"/>
              <a:t>Matrix B</a:t>
            </a:r>
            <a:endParaRPr lang="zh-TW" altLang="en-US" sz="2400" dirty="0"/>
          </a:p>
        </p:txBody>
      </p:sp>
    </p:spTree>
    <p:extLst>
      <p:ext uri="{BB962C8B-B14F-4D97-AF65-F5344CB8AC3E}">
        <p14:creationId xmlns:p14="http://schemas.microsoft.com/office/powerpoint/2010/main" val="381706647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7AFCD-574A-4525-9F59-D0A9CB3F50E7}"/>
              </a:ext>
            </a:extLst>
          </p:cNvPr>
          <p:cNvSpPr>
            <a:spLocks noGrp="1"/>
          </p:cNvSpPr>
          <p:nvPr>
            <p:ph type="title"/>
          </p:nvPr>
        </p:nvSpPr>
        <p:spPr>
          <a:xfrm>
            <a:off x="838200" y="365126"/>
            <a:ext cx="10515600" cy="1136504"/>
          </a:xfrm>
        </p:spPr>
        <p:txBody>
          <a:bodyPr/>
          <a:lstStyle/>
          <a:p>
            <a:r>
              <a:rPr lang="en-US" altLang="zh-TW" dirty="0">
                <a:latin typeface="Times New Roman" panose="02020603050405020304" pitchFamily="18" charset="0"/>
                <a:cs typeface="Times New Roman" panose="02020603050405020304" pitchFamily="18" charset="0"/>
              </a:rPr>
              <a:t>Side</a:t>
            </a:r>
            <a:endParaRPr lang="zh-TW" altLang="en-US" dirty="0">
              <a:latin typeface="Times New Roman" panose="02020603050405020304" pitchFamily="18" charset="0"/>
              <a:cs typeface="Times New Roman" panose="02020603050405020304" pitchFamily="18" charset="0"/>
            </a:endParaRPr>
          </a:p>
        </p:txBody>
      </p:sp>
      <p:pic>
        <p:nvPicPr>
          <p:cNvPr id="6" name="圖片 5" descr="一張含有 拉門 的圖片&#10;&#10;自動產生的描述">
            <a:extLst>
              <a:ext uri="{FF2B5EF4-FFF2-40B4-BE49-F238E27FC236}">
                <a16:creationId xmlns:a16="http://schemas.microsoft.com/office/drawing/2014/main" id="{752D9131-85AA-4686-962F-8775852C8A41}"/>
              </a:ext>
            </a:extLst>
          </p:cNvPr>
          <p:cNvPicPr>
            <a:picLocks noChangeAspect="1"/>
          </p:cNvPicPr>
          <p:nvPr/>
        </p:nvPicPr>
        <p:blipFill rotWithShape="1">
          <a:blip r:embed="rId2">
            <a:extLst>
              <a:ext uri="{28A0092B-C50C-407E-A947-70E740481C1C}">
                <a14:useLocalDpi xmlns:a14="http://schemas.microsoft.com/office/drawing/2010/main" val="0"/>
              </a:ext>
            </a:extLst>
          </a:blip>
          <a:srcRect t="3922" r="34848"/>
          <a:stretch/>
        </p:blipFill>
        <p:spPr>
          <a:xfrm>
            <a:off x="6302229" y="2709761"/>
            <a:ext cx="3625737" cy="1585401"/>
          </a:xfrm>
          <a:prstGeom prst="rect">
            <a:avLst/>
          </a:prstGeom>
        </p:spPr>
      </p:pic>
      <p:pic>
        <p:nvPicPr>
          <p:cNvPr id="12" name="圖片 11" descr="一張含有 拉門 的圖片&#10;&#10;自動產生的描述">
            <a:extLst>
              <a:ext uri="{FF2B5EF4-FFF2-40B4-BE49-F238E27FC236}">
                <a16:creationId xmlns:a16="http://schemas.microsoft.com/office/drawing/2014/main" id="{B314A735-665A-4944-8395-16ED1C1C97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6662" y="2628356"/>
            <a:ext cx="2176360" cy="2106605"/>
          </a:xfrm>
          <a:prstGeom prst="rect">
            <a:avLst/>
          </a:prstGeom>
        </p:spPr>
      </p:pic>
      <p:sp>
        <p:nvSpPr>
          <p:cNvPr id="16" name="內容版面配置區 2">
            <a:extLst>
              <a:ext uri="{FF2B5EF4-FFF2-40B4-BE49-F238E27FC236}">
                <a16:creationId xmlns:a16="http://schemas.microsoft.com/office/drawing/2014/main" id="{3D921AEE-7B9C-49E0-B77B-ED795B201098}"/>
              </a:ext>
            </a:extLst>
          </p:cNvPr>
          <p:cNvSpPr txBox="1">
            <a:spLocks/>
          </p:cNvSpPr>
          <p:nvPr/>
        </p:nvSpPr>
        <p:spPr>
          <a:xfrm>
            <a:off x="6957186" y="4575090"/>
            <a:ext cx="4780604" cy="6864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dirty="0"/>
              <a:t>(L)                 (E)	</a:t>
            </a:r>
            <a:endParaRPr lang="zh-TW" altLang="en-US" dirty="0"/>
          </a:p>
        </p:txBody>
      </p:sp>
      <p:sp>
        <p:nvSpPr>
          <p:cNvPr id="7" name="文字方塊 6">
            <a:extLst>
              <a:ext uri="{FF2B5EF4-FFF2-40B4-BE49-F238E27FC236}">
                <a16:creationId xmlns:a16="http://schemas.microsoft.com/office/drawing/2014/main" id="{1D869A55-D389-4727-A491-D7A3E2BE4604}"/>
              </a:ext>
            </a:extLst>
          </p:cNvPr>
          <p:cNvSpPr txBox="1"/>
          <p:nvPr/>
        </p:nvSpPr>
        <p:spPr>
          <a:xfrm>
            <a:off x="7471286" y="1968168"/>
            <a:ext cx="1287624" cy="461665"/>
          </a:xfrm>
          <a:prstGeom prst="rect">
            <a:avLst/>
          </a:prstGeom>
          <a:noFill/>
        </p:spPr>
        <p:txBody>
          <a:bodyPr wrap="square" rtlCol="0">
            <a:spAutoFit/>
          </a:bodyPr>
          <a:lstStyle/>
          <a:p>
            <a:r>
              <a:rPr lang="en-US" altLang="zh-TW" sz="2400" dirty="0"/>
              <a:t>Matrix B</a:t>
            </a:r>
            <a:endParaRPr lang="zh-TW" altLang="en-US" sz="2400" dirty="0"/>
          </a:p>
        </p:txBody>
      </p:sp>
      <p:sp>
        <p:nvSpPr>
          <p:cNvPr id="8" name="文字方塊 7">
            <a:extLst>
              <a:ext uri="{FF2B5EF4-FFF2-40B4-BE49-F238E27FC236}">
                <a16:creationId xmlns:a16="http://schemas.microsoft.com/office/drawing/2014/main" id="{30A7BB5A-731E-4DA7-BF1D-DA4E61B936C1}"/>
              </a:ext>
            </a:extLst>
          </p:cNvPr>
          <p:cNvSpPr txBox="1"/>
          <p:nvPr/>
        </p:nvSpPr>
        <p:spPr>
          <a:xfrm>
            <a:off x="2145468" y="1997846"/>
            <a:ext cx="1287624" cy="461665"/>
          </a:xfrm>
          <a:prstGeom prst="rect">
            <a:avLst/>
          </a:prstGeom>
          <a:noFill/>
        </p:spPr>
        <p:txBody>
          <a:bodyPr wrap="square" rtlCol="0">
            <a:spAutoFit/>
          </a:bodyPr>
          <a:lstStyle/>
          <a:p>
            <a:r>
              <a:rPr lang="en-US" altLang="zh-TW" sz="2400" dirty="0"/>
              <a:t>Matrix A</a:t>
            </a:r>
            <a:endParaRPr lang="zh-TW" altLang="en-US" sz="2400" dirty="0"/>
          </a:p>
        </p:txBody>
      </p:sp>
    </p:spTree>
    <p:extLst>
      <p:ext uri="{BB962C8B-B14F-4D97-AF65-F5344CB8AC3E}">
        <p14:creationId xmlns:p14="http://schemas.microsoft.com/office/powerpoint/2010/main" val="119940445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7AFCD-574A-4525-9F59-D0A9CB3F50E7}"/>
              </a:ext>
            </a:extLst>
          </p:cNvPr>
          <p:cNvSpPr>
            <a:spLocks noGrp="1"/>
          </p:cNvSpPr>
          <p:nvPr>
            <p:ph type="title"/>
          </p:nvPr>
        </p:nvSpPr>
        <p:spPr>
          <a:xfrm>
            <a:off x="838200" y="365126"/>
            <a:ext cx="10515600" cy="1136504"/>
          </a:xfrm>
        </p:spPr>
        <p:txBody>
          <a:bodyPr>
            <a:normAutofit/>
          </a:bodyPr>
          <a:lstStyle/>
          <a:p>
            <a:r>
              <a:rPr lang="en-US" altLang="zh-TW" sz="3600" dirty="0">
                <a:latin typeface="Times New Roman" panose="02020603050405020304" pitchFamily="18" charset="0"/>
                <a:cs typeface="Times New Roman" panose="02020603050405020304" pitchFamily="18" charset="0"/>
              </a:rPr>
              <a:t>P(corner, operator, side)</a:t>
            </a:r>
            <a:endParaRPr lang="zh-TW" altLang="en-US" sz="3600" dirty="0">
              <a:latin typeface="Times New Roman" panose="02020603050405020304" pitchFamily="18" charset="0"/>
              <a:cs typeface="Times New Roman" panose="02020603050405020304" pitchFamily="18" charset="0"/>
            </a:endParaRPr>
          </a:p>
        </p:txBody>
      </p:sp>
      <p:sp>
        <p:nvSpPr>
          <p:cNvPr id="3" name="文字方塊 2">
            <a:extLst>
              <a:ext uri="{FF2B5EF4-FFF2-40B4-BE49-F238E27FC236}">
                <a16:creationId xmlns:a16="http://schemas.microsoft.com/office/drawing/2014/main" id="{4C501838-EC4B-454D-91FE-48A6F48ED155}"/>
              </a:ext>
            </a:extLst>
          </p:cNvPr>
          <p:cNvSpPr txBox="1"/>
          <p:nvPr/>
        </p:nvSpPr>
        <p:spPr>
          <a:xfrm>
            <a:off x="1107347" y="1501630"/>
            <a:ext cx="8279934" cy="3046988"/>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P(LNL): P(</a:t>
            </a:r>
            <a:r>
              <a:rPr lang="en-US" altLang="zh-TW" sz="2400" dirty="0">
                <a:solidFill>
                  <a:srgbClr val="FF0000"/>
                </a:solidFill>
                <a:latin typeface="Times New Roman" panose="02020603050405020304" pitchFamily="18" charset="0"/>
                <a:cs typeface="Times New Roman" panose="02020603050405020304" pitchFamily="18" charset="0"/>
              </a:rPr>
              <a:t>L</a:t>
            </a:r>
            <a:r>
              <a:rPr lang="en-US" altLang="zh-TW" sz="2400" dirty="0">
                <a:latin typeface="Times New Roman" panose="02020603050405020304" pitchFamily="18" charset="0"/>
                <a:cs typeface="Times New Roman" panose="02020603050405020304" pitchFamily="18" charset="0"/>
              </a:rPr>
              <a:t>ess than, </a:t>
            </a:r>
            <a:r>
              <a:rPr lang="en-US" altLang="zh-TW" sz="2400" dirty="0" err="1">
                <a:latin typeface="Times New Roman" panose="02020603050405020304" pitchFamily="18" charset="0"/>
                <a:cs typeface="Times New Roman" panose="02020603050405020304" pitchFamily="18" charset="0"/>
              </a:rPr>
              <a:t>a</a:t>
            </a:r>
            <a:r>
              <a:rPr lang="en-US" altLang="zh-TW" sz="2400" dirty="0" err="1">
                <a:solidFill>
                  <a:srgbClr val="FF0000"/>
                </a:solidFill>
                <a:latin typeface="Times New Roman" panose="02020603050405020304" pitchFamily="18" charset="0"/>
                <a:cs typeface="Times New Roman" panose="02020603050405020304" pitchFamily="18" charset="0"/>
              </a:rPr>
              <a:t>N</a:t>
            </a:r>
            <a:r>
              <a:rPr lang="en-US" altLang="zh-TW" sz="2400" dirty="0" err="1">
                <a:latin typeface="Times New Roman" panose="02020603050405020304" pitchFamily="18" charset="0"/>
                <a:cs typeface="Times New Roman" panose="02020603050405020304" pitchFamily="18" charset="0"/>
              </a:rPr>
              <a:t>d</a:t>
            </a:r>
            <a:r>
              <a:rPr lang="en-US" altLang="zh-TW" sz="2400" dirty="0">
                <a:latin typeface="Times New Roman" panose="02020603050405020304" pitchFamily="18" charset="0"/>
                <a:cs typeface="Times New Roman" panose="02020603050405020304" pitchFamily="18" charset="0"/>
              </a:rPr>
              <a:t>, </a:t>
            </a:r>
            <a:r>
              <a:rPr lang="en-US" altLang="zh-TW" sz="2400" dirty="0">
                <a:solidFill>
                  <a:srgbClr val="FF0000"/>
                </a:solidFill>
                <a:latin typeface="Times New Roman" panose="02020603050405020304" pitchFamily="18" charset="0"/>
                <a:cs typeface="Times New Roman" panose="02020603050405020304" pitchFamily="18" charset="0"/>
              </a:rPr>
              <a:t>L</a:t>
            </a:r>
            <a:r>
              <a:rPr lang="en-US" altLang="zh-TW" sz="2400" dirty="0">
                <a:latin typeface="Times New Roman" panose="02020603050405020304" pitchFamily="18" charset="0"/>
                <a:cs typeface="Times New Roman" panose="02020603050405020304" pitchFamily="18" charset="0"/>
              </a:rPr>
              <a:t>ess than)</a:t>
            </a:r>
          </a:p>
          <a:p>
            <a:r>
              <a:rPr lang="en-US" altLang="zh-TW" sz="2400" dirty="0">
                <a:latin typeface="Times New Roman" panose="02020603050405020304" pitchFamily="18" charset="0"/>
                <a:cs typeface="Times New Roman" panose="02020603050405020304" pitchFamily="18" charset="0"/>
              </a:rPr>
              <a:t>P(LNE): P(</a:t>
            </a:r>
            <a:r>
              <a:rPr lang="en-US" altLang="zh-TW" sz="2400" dirty="0">
                <a:solidFill>
                  <a:srgbClr val="FF0000"/>
                </a:solidFill>
                <a:latin typeface="Times New Roman" panose="02020603050405020304" pitchFamily="18" charset="0"/>
                <a:cs typeface="Times New Roman" panose="02020603050405020304" pitchFamily="18" charset="0"/>
              </a:rPr>
              <a:t>L</a:t>
            </a:r>
            <a:r>
              <a:rPr lang="en-US" altLang="zh-TW" sz="2400" dirty="0">
                <a:latin typeface="Times New Roman" panose="02020603050405020304" pitchFamily="18" charset="0"/>
                <a:cs typeface="Times New Roman" panose="02020603050405020304" pitchFamily="18" charset="0"/>
              </a:rPr>
              <a:t>ess than, </a:t>
            </a:r>
            <a:r>
              <a:rPr lang="en-US" altLang="zh-TW" sz="2400" dirty="0" err="1">
                <a:latin typeface="Times New Roman" panose="02020603050405020304" pitchFamily="18" charset="0"/>
                <a:cs typeface="Times New Roman" panose="02020603050405020304" pitchFamily="18" charset="0"/>
              </a:rPr>
              <a:t>a</a:t>
            </a:r>
            <a:r>
              <a:rPr lang="en-US" altLang="zh-TW" sz="2400" dirty="0" err="1">
                <a:solidFill>
                  <a:srgbClr val="FF0000"/>
                </a:solidFill>
                <a:latin typeface="Times New Roman" panose="02020603050405020304" pitchFamily="18" charset="0"/>
                <a:cs typeface="Times New Roman" panose="02020603050405020304" pitchFamily="18" charset="0"/>
              </a:rPr>
              <a:t>N</a:t>
            </a:r>
            <a:r>
              <a:rPr lang="en-US" altLang="zh-TW" sz="2400" dirty="0" err="1">
                <a:latin typeface="Times New Roman" panose="02020603050405020304" pitchFamily="18" charset="0"/>
                <a:cs typeface="Times New Roman" panose="02020603050405020304" pitchFamily="18" charset="0"/>
              </a:rPr>
              <a:t>d</a:t>
            </a:r>
            <a:r>
              <a:rPr lang="en-US" altLang="zh-TW" sz="2400" dirty="0">
                <a:latin typeface="Times New Roman" panose="02020603050405020304" pitchFamily="18" charset="0"/>
                <a:cs typeface="Times New Roman" panose="02020603050405020304" pitchFamily="18" charset="0"/>
              </a:rPr>
              <a:t>, less than or </a:t>
            </a:r>
            <a:r>
              <a:rPr lang="en-US" altLang="zh-TW" sz="2400" dirty="0">
                <a:solidFill>
                  <a:srgbClr val="FF0000"/>
                </a:solidFill>
                <a:latin typeface="Times New Roman" panose="02020603050405020304" pitchFamily="18" charset="0"/>
                <a:cs typeface="Times New Roman" panose="02020603050405020304" pitchFamily="18" charset="0"/>
              </a:rPr>
              <a:t>E</a:t>
            </a:r>
            <a:r>
              <a:rPr lang="en-US" altLang="zh-TW" sz="2400" dirty="0">
                <a:latin typeface="Times New Roman" panose="02020603050405020304" pitchFamily="18" charset="0"/>
                <a:cs typeface="Times New Roman" panose="02020603050405020304" pitchFamily="18" charset="0"/>
              </a:rPr>
              <a:t>qual to)</a:t>
            </a:r>
          </a:p>
          <a:p>
            <a:r>
              <a:rPr lang="en-US" altLang="zh-TW" sz="2400" dirty="0">
                <a:latin typeface="Times New Roman" panose="02020603050405020304" pitchFamily="18" charset="0"/>
                <a:cs typeface="Times New Roman" panose="02020603050405020304" pitchFamily="18" charset="0"/>
              </a:rPr>
              <a:t>P(ENL): P(less than or </a:t>
            </a:r>
            <a:r>
              <a:rPr lang="en-US" altLang="zh-TW" sz="2400" dirty="0">
                <a:solidFill>
                  <a:srgbClr val="FF0000"/>
                </a:solidFill>
                <a:latin typeface="Times New Roman" panose="02020603050405020304" pitchFamily="18" charset="0"/>
                <a:cs typeface="Times New Roman" panose="02020603050405020304" pitchFamily="18" charset="0"/>
              </a:rPr>
              <a:t>E</a:t>
            </a:r>
            <a:r>
              <a:rPr lang="en-US" altLang="zh-TW" sz="2400" dirty="0">
                <a:latin typeface="Times New Roman" panose="02020603050405020304" pitchFamily="18" charset="0"/>
                <a:cs typeface="Times New Roman" panose="02020603050405020304" pitchFamily="18" charset="0"/>
              </a:rPr>
              <a:t>qual to, </a:t>
            </a:r>
            <a:r>
              <a:rPr lang="en-US" altLang="zh-TW" sz="2400" dirty="0" err="1">
                <a:latin typeface="Times New Roman" panose="02020603050405020304" pitchFamily="18" charset="0"/>
                <a:cs typeface="Times New Roman" panose="02020603050405020304" pitchFamily="18" charset="0"/>
              </a:rPr>
              <a:t>a</a:t>
            </a:r>
            <a:r>
              <a:rPr lang="en-US" altLang="zh-TW" sz="2400" dirty="0" err="1">
                <a:solidFill>
                  <a:srgbClr val="FF0000"/>
                </a:solidFill>
                <a:latin typeface="Times New Roman" panose="02020603050405020304" pitchFamily="18" charset="0"/>
                <a:cs typeface="Times New Roman" panose="02020603050405020304" pitchFamily="18" charset="0"/>
              </a:rPr>
              <a:t>N</a:t>
            </a:r>
            <a:r>
              <a:rPr lang="en-US" altLang="zh-TW" sz="2400" dirty="0" err="1">
                <a:latin typeface="Times New Roman" panose="02020603050405020304" pitchFamily="18" charset="0"/>
                <a:cs typeface="Times New Roman" panose="02020603050405020304" pitchFamily="18" charset="0"/>
              </a:rPr>
              <a:t>d</a:t>
            </a:r>
            <a:r>
              <a:rPr lang="en-US" altLang="zh-TW" sz="2400" dirty="0">
                <a:latin typeface="Times New Roman" panose="02020603050405020304" pitchFamily="18" charset="0"/>
                <a:cs typeface="Times New Roman" panose="02020603050405020304" pitchFamily="18" charset="0"/>
              </a:rPr>
              <a:t>, </a:t>
            </a:r>
            <a:r>
              <a:rPr lang="en-US" altLang="zh-TW" sz="2400" dirty="0">
                <a:solidFill>
                  <a:srgbClr val="FF0000"/>
                </a:solidFill>
                <a:latin typeface="Times New Roman" panose="02020603050405020304" pitchFamily="18" charset="0"/>
                <a:cs typeface="Times New Roman" panose="02020603050405020304" pitchFamily="18" charset="0"/>
              </a:rPr>
              <a:t>L</a:t>
            </a:r>
            <a:r>
              <a:rPr lang="en-US" altLang="zh-TW" sz="2400" dirty="0">
                <a:latin typeface="Times New Roman" panose="02020603050405020304" pitchFamily="18" charset="0"/>
                <a:cs typeface="Times New Roman" panose="02020603050405020304" pitchFamily="18" charset="0"/>
              </a:rPr>
              <a:t>ess than)</a:t>
            </a:r>
          </a:p>
          <a:p>
            <a:r>
              <a:rPr lang="en-US" altLang="zh-TW" sz="2400" dirty="0">
                <a:latin typeface="Times New Roman" panose="02020603050405020304" pitchFamily="18" charset="0"/>
                <a:cs typeface="Times New Roman" panose="02020603050405020304" pitchFamily="18" charset="0"/>
              </a:rPr>
              <a:t>P(ENE): P(less than or </a:t>
            </a:r>
            <a:r>
              <a:rPr lang="en-US" altLang="zh-TW" sz="2400" dirty="0">
                <a:solidFill>
                  <a:srgbClr val="FF0000"/>
                </a:solidFill>
                <a:latin typeface="Times New Roman" panose="02020603050405020304" pitchFamily="18" charset="0"/>
                <a:cs typeface="Times New Roman" panose="02020603050405020304" pitchFamily="18" charset="0"/>
              </a:rPr>
              <a:t>E</a:t>
            </a:r>
            <a:r>
              <a:rPr lang="en-US" altLang="zh-TW" sz="2400" dirty="0">
                <a:latin typeface="Times New Roman" panose="02020603050405020304" pitchFamily="18" charset="0"/>
                <a:cs typeface="Times New Roman" panose="02020603050405020304" pitchFamily="18" charset="0"/>
              </a:rPr>
              <a:t>qual to, </a:t>
            </a:r>
            <a:r>
              <a:rPr lang="en-US" altLang="zh-TW" sz="2400" dirty="0" err="1">
                <a:latin typeface="Times New Roman" panose="02020603050405020304" pitchFamily="18" charset="0"/>
                <a:cs typeface="Times New Roman" panose="02020603050405020304" pitchFamily="18" charset="0"/>
              </a:rPr>
              <a:t>a</a:t>
            </a:r>
            <a:r>
              <a:rPr lang="en-US" altLang="zh-TW" sz="2400" dirty="0" err="1">
                <a:solidFill>
                  <a:srgbClr val="FF0000"/>
                </a:solidFill>
                <a:latin typeface="Times New Roman" panose="02020603050405020304" pitchFamily="18" charset="0"/>
                <a:cs typeface="Times New Roman" panose="02020603050405020304" pitchFamily="18" charset="0"/>
              </a:rPr>
              <a:t>N</a:t>
            </a:r>
            <a:r>
              <a:rPr lang="en-US" altLang="zh-TW" sz="2400" dirty="0" err="1">
                <a:latin typeface="Times New Roman" panose="02020603050405020304" pitchFamily="18" charset="0"/>
                <a:cs typeface="Times New Roman" panose="02020603050405020304" pitchFamily="18" charset="0"/>
              </a:rPr>
              <a:t>d</a:t>
            </a:r>
            <a:r>
              <a:rPr lang="en-US" altLang="zh-TW" sz="2400" dirty="0">
                <a:latin typeface="Times New Roman" panose="02020603050405020304" pitchFamily="18" charset="0"/>
                <a:cs typeface="Times New Roman" panose="02020603050405020304" pitchFamily="18" charset="0"/>
              </a:rPr>
              <a:t>, less than or </a:t>
            </a:r>
            <a:r>
              <a:rPr lang="en-US" altLang="zh-TW" sz="2400" dirty="0">
                <a:solidFill>
                  <a:srgbClr val="FF0000"/>
                </a:solidFill>
                <a:latin typeface="Times New Roman" panose="02020603050405020304" pitchFamily="18" charset="0"/>
                <a:cs typeface="Times New Roman" panose="02020603050405020304" pitchFamily="18" charset="0"/>
              </a:rPr>
              <a:t>E</a:t>
            </a:r>
            <a:r>
              <a:rPr lang="en-US" altLang="zh-TW" sz="2400" dirty="0">
                <a:latin typeface="Times New Roman" panose="02020603050405020304" pitchFamily="18" charset="0"/>
                <a:cs typeface="Times New Roman" panose="02020603050405020304" pitchFamily="18" charset="0"/>
              </a:rPr>
              <a:t>qual to)</a:t>
            </a:r>
          </a:p>
          <a:p>
            <a:r>
              <a:rPr lang="en-US" altLang="zh-TW" sz="2400" dirty="0">
                <a:latin typeface="Times New Roman" panose="02020603050405020304" pitchFamily="18" charset="0"/>
                <a:cs typeface="Times New Roman" panose="02020603050405020304" pitchFamily="18" charset="0"/>
              </a:rPr>
              <a:t>P(LOL): P(</a:t>
            </a:r>
            <a:r>
              <a:rPr lang="en-US" altLang="zh-TW" sz="2400" dirty="0">
                <a:solidFill>
                  <a:srgbClr val="FF0000"/>
                </a:solidFill>
                <a:latin typeface="Times New Roman" panose="02020603050405020304" pitchFamily="18" charset="0"/>
                <a:cs typeface="Times New Roman" panose="02020603050405020304" pitchFamily="18" charset="0"/>
              </a:rPr>
              <a:t>L</a:t>
            </a:r>
            <a:r>
              <a:rPr lang="en-US" altLang="zh-TW" sz="2400" dirty="0">
                <a:latin typeface="Times New Roman" panose="02020603050405020304" pitchFamily="18" charset="0"/>
                <a:cs typeface="Times New Roman" panose="02020603050405020304" pitchFamily="18" charset="0"/>
              </a:rPr>
              <a:t>ess than, </a:t>
            </a:r>
            <a:r>
              <a:rPr lang="en-US" altLang="zh-TW" sz="2400" dirty="0">
                <a:solidFill>
                  <a:srgbClr val="FF0000"/>
                </a:solidFill>
                <a:latin typeface="Times New Roman" panose="02020603050405020304" pitchFamily="18" charset="0"/>
                <a:cs typeface="Times New Roman" panose="02020603050405020304" pitchFamily="18" charset="0"/>
              </a:rPr>
              <a:t>O</a:t>
            </a:r>
            <a:r>
              <a:rPr lang="en-US" altLang="zh-TW" sz="2400" dirty="0">
                <a:latin typeface="Times New Roman" panose="02020603050405020304" pitchFamily="18" charset="0"/>
                <a:cs typeface="Times New Roman" panose="02020603050405020304" pitchFamily="18" charset="0"/>
              </a:rPr>
              <a:t>r, </a:t>
            </a:r>
            <a:r>
              <a:rPr lang="en-US" altLang="zh-TW" sz="2400" dirty="0">
                <a:solidFill>
                  <a:srgbClr val="FF0000"/>
                </a:solidFill>
                <a:latin typeface="Times New Roman" panose="02020603050405020304" pitchFamily="18" charset="0"/>
                <a:cs typeface="Times New Roman" panose="02020603050405020304" pitchFamily="18" charset="0"/>
              </a:rPr>
              <a:t>L</a:t>
            </a:r>
            <a:r>
              <a:rPr lang="en-US" altLang="zh-TW" sz="2400" dirty="0">
                <a:latin typeface="Times New Roman" panose="02020603050405020304" pitchFamily="18" charset="0"/>
                <a:cs typeface="Times New Roman" panose="02020603050405020304" pitchFamily="18" charset="0"/>
              </a:rPr>
              <a:t>ess than)</a:t>
            </a:r>
          </a:p>
          <a:p>
            <a:r>
              <a:rPr lang="en-US" altLang="zh-TW" sz="2400" dirty="0">
                <a:latin typeface="Times New Roman" panose="02020603050405020304" pitchFamily="18" charset="0"/>
                <a:cs typeface="Times New Roman" panose="02020603050405020304" pitchFamily="18" charset="0"/>
              </a:rPr>
              <a:t>P(LOE): P(</a:t>
            </a:r>
            <a:r>
              <a:rPr lang="en-US" altLang="zh-TW" sz="2400" dirty="0">
                <a:solidFill>
                  <a:srgbClr val="FF0000"/>
                </a:solidFill>
                <a:latin typeface="Times New Roman" panose="02020603050405020304" pitchFamily="18" charset="0"/>
                <a:cs typeface="Times New Roman" panose="02020603050405020304" pitchFamily="18" charset="0"/>
              </a:rPr>
              <a:t>L</a:t>
            </a:r>
            <a:r>
              <a:rPr lang="en-US" altLang="zh-TW" sz="2400" dirty="0">
                <a:latin typeface="Times New Roman" panose="02020603050405020304" pitchFamily="18" charset="0"/>
                <a:cs typeface="Times New Roman" panose="02020603050405020304" pitchFamily="18" charset="0"/>
              </a:rPr>
              <a:t>ess than, </a:t>
            </a:r>
            <a:r>
              <a:rPr lang="en-US" altLang="zh-TW" sz="2400" dirty="0">
                <a:solidFill>
                  <a:srgbClr val="FF0000"/>
                </a:solidFill>
                <a:latin typeface="Times New Roman" panose="02020603050405020304" pitchFamily="18" charset="0"/>
                <a:cs typeface="Times New Roman" panose="02020603050405020304" pitchFamily="18" charset="0"/>
              </a:rPr>
              <a:t>O</a:t>
            </a:r>
            <a:r>
              <a:rPr lang="en-US" altLang="zh-TW" sz="2400" dirty="0">
                <a:latin typeface="Times New Roman" panose="02020603050405020304" pitchFamily="18" charset="0"/>
                <a:cs typeface="Times New Roman" panose="02020603050405020304" pitchFamily="18" charset="0"/>
              </a:rPr>
              <a:t>r, less than or </a:t>
            </a:r>
            <a:r>
              <a:rPr lang="en-US" altLang="zh-TW" sz="2400" dirty="0">
                <a:solidFill>
                  <a:srgbClr val="FF0000"/>
                </a:solidFill>
                <a:latin typeface="Times New Roman" panose="02020603050405020304" pitchFamily="18" charset="0"/>
                <a:cs typeface="Times New Roman" panose="02020603050405020304" pitchFamily="18" charset="0"/>
              </a:rPr>
              <a:t>E</a:t>
            </a:r>
            <a:r>
              <a:rPr lang="en-US" altLang="zh-TW" sz="2400" dirty="0">
                <a:latin typeface="Times New Roman" panose="02020603050405020304" pitchFamily="18" charset="0"/>
                <a:cs typeface="Times New Roman" panose="02020603050405020304" pitchFamily="18" charset="0"/>
              </a:rPr>
              <a:t>qual to)</a:t>
            </a:r>
          </a:p>
          <a:p>
            <a:r>
              <a:rPr lang="en-US" altLang="zh-TW" sz="2400" dirty="0">
                <a:latin typeface="Times New Roman" panose="02020603050405020304" pitchFamily="18" charset="0"/>
                <a:cs typeface="Times New Roman" panose="02020603050405020304" pitchFamily="18" charset="0"/>
              </a:rPr>
              <a:t>P(EOL): P(less than or </a:t>
            </a:r>
            <a:r>
              <a:rPr lang="en-US" altLang="zh-TW" sz="2400" dirty="0">
                <a:solidFill>
                  <a:srgbClr val="FF0000"/>
                </a:solidFill>
                <a:latin typeface="Times New Roman" panose="02020603050405020304" pitchFamily="18" charset="0"/>
                <a:cs typeface="Times New Roman" panose="02020603050405020304" pitchFamily="18" charset="0"/>
              </a:rPr>
              <a:t>E</a:t>
            </a:r>
            <a:r>
              <a:rPr lang="en-US" altLang="zh-TW" sz="2400" dirty="0">
                <a:latin typeface="Times New Roman" panose="02020603050405020304" pitchFamily="18" charset="0"/>
                <a:cs typeface="Times New Roman" panose="02020603050405020304" pitchFamily="18" charset="0"/>
              </a:rPr>
              <a:t>qual to, </a:t>
            </a:r>
            <a:r>
              <a:rPr lang="en-US" altLang="zh-TW" sz="2400" dirty="0">
                <a:solidFill>
                  <a:srgbClr val="FF0000"/>
                </a:solidFill>
                <a:latin typeface="Times New Roman" panose="02020603050405020304" pitchFamily="18" charset="0"/>
                <a:cs typeface="Times New Roman" panose="02020603050405020304" pitchFamily="18" charset="0"/>
              </a:rPr>
              <a:t>O</a:t>
            </a:r>
            <a:r>
              <a:rPr lang="en-US" altLang="zh-TW" sz="2400" dirty="0">
                <a:latin typeface="Times New Roman" panose="02020603050405020304" pitchFamily="18" charset="0"/>
                <a:cs typeface="Times New Roman" panose="02020603050405020304" pitchFamily="18" charset="0"/>
              </a:rPr>
              <a:t>r, </a:t>
            </a:r>
            <a:r>
              <a:rPr lang="en-US" altLang="zh-TW" sz="2400" dirty="0">
                <a:solidFill>
                  <a:srgbClr val="FF0000"/>
                </a:solidFill>
                <a:latin typeface="Times New Roman" panose="02020603050405020304" pitchFamily="18" charset="0"/>
                <a:cs typeface="Times New Roman" panose="02020603050405020304" pitchFamily="18" charset="0"/>
              </a:rPr>
              <a:t>L</a:t>
            </a:r>
            <a:r>
              <a:rPr lang="en-US" altLang="zh-TW" sz="2400" dirty="0">
                <a:latin typeface="Times New Roman" panose="02020603050405020304" pitchFamily="18" charset="0"/>
                <a:cs typeface="Times New Roman" panose="02020603050405020304" pitchFamily="18" charset="0"/>
              </a:rPr>
              <a:t>ess than)</a:t>
            </a:r>
          </a:p>
          <a:p>
            <a:r>
              <a:rPr lang="en-US" altLang="zh-TW" sz="2400" dirty="0">
                <a:latin typeface="Times New Roman" panose="02020603050405020304" pitchFamily="18" charset="0"/>
                <a:cs typeface="Times New Roman" panose="02020603050405020304" pitchFamily="18" charset="0"/>
              </a:rPr>
              <a:t>P(EOE): P(less than or </a:t>
            </a:r>
            <a:r>
              <a:rPr lang="en-US" altLang="zh-TW" sz="2400" dirty="0">
                <a:solidFill>
                  <a:srgbClr val="FF0000"/>
                </a:solidFill>
                <a:latin typeface="Times New Roman" panose="02020603050405020304" pitchFamily="18" charset="0"/>
                <a:cs typeface="Times New Roman" panose="02020603050405020304" pitchFamily="18" charset="0"/>
              </a:rPr>
              <a:t>E</a:t>
            </a:r>
            <a:r>
              <a:rPr lang="en-US" altLang="zh-TW" sz="2400" dirty="0">
                <a:latin typeface="Times New Roman" panose="02020603050405020304" pitchFamily="18" charset="0"/>
                <a:cs typeface="Times New Roman" panose="02020603050405020304" pitchFamily="18" charset="0"/>
              </a:rPr>
              <a:t>qual to, </a:t>
            </a:r>
            <a:r>
              <a:rPr lang="en-US" altLang="zh-TW" sz="2400" dirty="0">
                <a:solidFill>
                  <a:srgbClr val="FF0000"/>
                </a:solidFill>
                <a:latin typeface="Times New Roman" panose="02020603050405020304" pitchFamily="18" charset="0"/>
                <a:cs typeface="Times New Roman" panose="02020603050405020304" pitchFamily="18" charset="0"/>
              </a:rPr>
              <a:t>O</a:t>
            </a:r>
            <a:r>
              <a:rPr lang="en-US" altLang="zh-TW" sz="2400" dirty="0">
                <a:latin typeface="Times New Roman" panose="02020603050405020304" pitchFamily="18" charset="0"/>
                <a:cs typeface="Times New Roman" panose="02020603050405020304" pitchFamily="18" charset="0"/>
              </a:rPr>
              <a:t>r, less than or </a:t>
            </a:r>
            <a:r>
              <a:rPr lang="en-US" altLang="zh-TW" sz="2400" dirty="0">
                <a:solidFill>
                  <a:srgbClr val="FF0000"/>
                </a:solidFill>
                <a:latin typeface="Times New Roman" panose="02020603050405020304" pitchFamily="18" charset="0"/>
                <a:cs typeface="Times New Roman" panose="02020603050405020304" pitchFamily="18" charset="0"/>
              </a:rPr>
              <a:t>E</a:t>
            </a:r>
            <a:r>
              <a:rPr lang="en-US" altLang="zh-TW" sz="2400" dirty="0">
                <a:latin typeface="Times New Roman" panose="02020603050405020304" pitchFamily="18" charset="0"/>
                <a:cs typeface="Times New Roman" panose="02020603050405020304" pitchFamily="18" charset="0"/>
              </a:rPr>
              <a:t>qual to)</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097294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7AFCD-574A-4525-9F59-D0A9CB3F50E7}"/>
              </a:ext>
            </a:extLst>
          </p:cNvPr>
          <p:cNvSpPr>
            <a:spLocks noGrp="1"/>
          </p:cNvSpPr>
          <p:nvPr>
            <p:ph type="title"/>
          </p:nvPr>
        </p:nvSpPr>
        <p:spPr>
          <a:xfrm>
            <a:off x="838200" y="365126"/>
            <a:ext cx="10515600" cy="1136504"/>
          </a:xfrm>
        </p:spPr>
        <p:txBody>
          <a:bodyPr>
            <a:normAutofit/>
          </a:bodyPr>
          <a:lstStyle/>
          <a:p>
            <a:r>
              <a:rPr lang="en-US" altLang="zh-TW" sz="3600" dirty="0">
                <a:latin typeface="Times New Roman" panose="02020603050405020304" pitchFamily="18" charset="0"/>
                <a:cs typeface="Times New Roman" panose="02020603050405020304" pitchFamily="18" charset="0"/>
              </a:rPr>
              <a:t>Symmetric __P(ENL), P(ENE), P(LOL) , P(LOE)</a:t>
            </a:r>
            <a:endParaRPr lang="zh-TW" altLang="en-US" sz="3600" dirty="0">
              <a:latin typeface="Times New Roman" panose="02020603050405020304" pitchFamily="18" charset="0"/>
              <a:cs typeface="Times New Roman" panose="02020603050405020304" pitchFamily="18" charset="0"/>
            </a:endParaRPr>
          </a:p>
        </p:txBody>
      </p:sp>
      <p:sp>
        <p:nvSpPr>
          <p:cNvPr id="3" name="文字方塊 2">
            <a:extLst>
              <a:ext uri="{FF2B5EF4-FFF2-40B4-BE49-F238E27FC236}">
                <a16:creationId xmlns:a16="http://schemas.microsoft.com/office/drawing/2014/main" id="{4C501838-EC4B-454D-91FE-48A6F48ED155}"/>
              </a:ext>
            </a:extLst>
          </p:cNvPr>
          <p:cNvSpPr txBox="1"/>
          <p:nvPr/>
        </p:nvSpPr>
        <p:spPr>
          <a:xfrm>
            <a:off x="1107347" y="1501630"/>
            <a:ext cx="8279934"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P(ENL): P(less than or Equal to, </a:t>
            </a:r>
            <a:r>
              <a:rPr lang="en-US" altLang="zh-TW" sz="2400" dirty="0" err="1">
                <a:latin typeface="Times New Roman" panose="02020603050405020304" pitchFamily="18" charset="0"/>
                <a:cs typeface="Times New Roman" panose="02020603050405020304" pitchFamily="18" charset="0"/>
              </a:rPr>
              <a:t>aNd</a:t>
            </a:r>
            <a:r>
              <a:rPr lang="en-US" altLang="zh-TW" sz="2400" dirty="0">
                <a:latin typeface="Times New Roman" panose="02020603050405020304" pitchFamily="18" charset="0"/>
                <a:cs typeface="Times New Roman" panose="02020603050405020304" pitchFamily="18" charset="0"/>
              </a:rPr>
              <a:t>, Less than)</a:t>
            </a:r>
          </a:p>
        </p:txBody>
      </p:sp>
      <p:pic>
        <p:nvPicPr>
          <p:cNvPr id="10" name="圖片 9" descr="一張含有 文字, 拉門 的圖片&#10;&#10;自動產生的描述">
            <a:extLst>
              <a:ext uri="{FF2B5EF4-FFF2-40B4-BE49-F238E27FC236}">
                <a16:creationId xmlns:a16="http://schemas.microsoft.com/office/drawing/2014/main" id="{3B8C33C6-9A63-4B99-AA04-5F48F7E961D5}"/>
              </a:ext>
            </a:extLst>
          </p:cNvPr>
          <p:cNvPicPr>
            <a:picLocks noChangeAspect="1"/>
          </p:cNvPicPr>
          <p:nvPr/>
        </p:nvPicPr>
        <p:blipFill rotWithShape="1">
          <a:blip r:embed="rId2">
            <a:extLst>
              <a:ext uri="{28A0092B-C50C-407E-A947-70E740481C1C}">
                <a14:useLocalDpi xmlns:a14="http://schemas.microsoft.com/office/drawing/2010/main" val="0"/>
              </a:ext>
            </a:extLst>
          </a:blip>
          <a:srcRect r="50672"/>
          <a:stretch/>
        </p:blipFill>
        <p:spPr>
          <a:xfrm>
            <a:off x="3173792" y="2181360"/>
            <a:ext cx="3936136" cy="2084047"/>
          </a:xfrm>
          <a:prstGeom prst="rect">
            <a:avLst/>
          </a:prstGeom>
        </p:spPr>
      </p:pic>
      <p:pic>
        <p:nvPicPr>
          <p:cNvPr id="11" name="圖片 10" descr="一張含有 文字, 拉門 的圖片&#10;&#10;自動產生的描述">
            <a:extLst>
              <a:ext uri="{FF2B5EF4-FFF2-40B4-BE49-F238E27FC236}">
                <a16:creationId xmlns:a16="http://schemas.microsoft.com/office/drawing/2014/main" id="{6ACD8B03-5639-42AA-BC0C-74CE973CDE8B}"/>
              </a:ext>
            </a:extLst>
          </p:cNvPr>
          <p:cNvPicPr>
            <a:picLocks noChangeAspect="1"/>
          </p:cNvPicPr>
          <p:nvPr/>
        </p:nvPicPr>
        <p:blipFill rotWithShape="1">
          <a:blip r:embed="rId2">
            <a:extLst>
              <a:ext uri="{28A0092B-C50C-407E-A947-70E740481C1C}">
                <a14:useLocalDpi xmlns:a14="http://schemas.microsoft.com/office/drawing/2010/main" val="0"/>
              </a:ext>
            </a:extLst>
          </a:blip>
          <a:srcRect l="50672"/>
          <a:stretch/>
        </p:blipFill>
        <p:spPr>
          <a:xfrm>
            <a:off x="3173792" y="4483472"/>
            <a:ext cx="3936136" cy="2084047"/>
          </a:xfrm>
          <a:prstGeom prst="rect">
            <a:avLst/>
          </a:prstGeom>
        </p:spPr>
      </p:pic>
    </p:spTree>
    <p:extLst>
      <p:ext uri="{BB962C8B-B14F-4D97-AF65-F5344CB8AC3E}">
        <p14:creationId xmlns:p14="http://schemas.microsoft.com/office/powerpoint/2010/main" val="18087900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7AFCD-574A-4525-9F59-D0A9CB3F50E7}"/>
              </a:ext>
            </a:extLst>
          </p:cNvPr>
          <p:cNvSpPr>
            <a:spLocks noGrp="1"/>
          </p:cNvSpPr>
          <p:nvPr>
            <p:ph type="title"/>
          </p:nvPr>
        </p:nvSpPr>
        <p:spPr>
          <a:xfrm>
            <a:off x="838200" y="365126"/>
            <a:ext cx="10814108" cy="1136504"/>
          </a:xfrm>
        </p:spPr>
        <p:txBody>
          <a:bodyPr>
            <a:normAutofit/>
          </a:bodyPr>
          <a:lstStyle/>
          <a:p>
            <a:r>
              <a:rPr lang="en-US" altLang="zh-TW" sz="3600" dirty="0">
                <a:latin typeface="Times New Roman" panose="02020603050405020304" pitchFamily="18" charset="0"/>
                <a:cs typeface="Times New Roman" panose="02020603050405020304" pitchFamily="18" charset="0"/>
              </a:rPr>
              <a:t>Not Symmetric __P(LNL), P(LNE), P(EOL) and P(EOE)</a:t>
            </a:r>
            <a:endParaRPr lang="zh-TW" altLang="en-US" sz="36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985220B0-9946-48FE-87E0-91FB1174104B}"/>
              </a:ext>
            </a:extLst>
          </p:cNvPr>
          <p:cNvSpPr txBox="1"/>
          <p:nvPr/>
        </p:nvSpPr>
        <p:spPr>
          <a:xfrm>
            <a:off x="964735" y="1572733"/>
            <a:ext cx="8279934"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P(LNE): P(Less than, </a:t>
            </a:r>
            <a:r>
              <a:rPr lang="en-US" altLang="zh-TW" sz="2400" dirty="0" err="1">
                <a:latin typeface="Times New Roman" panose="02020603050405020304" pitchFamily="18" charset="0"/>
                <a:cs typeface="Times New Roman" panose="02020603050405020304" pitchFamily="18" charset="0"/>
              </a:rPr>
              <a:t>aNd</a:t>
            </a:r>
            <a:r>
              <a:rPr lang="en-US" altLang="zh-TW" sz="2400" dirty="0">
                <a:latin typeface="Times New Roman" panose="02020603050405020304" pitchFamily="18" charset="0"/>
                <a:cs typeface="Times New Roman" panose="02020603050405020304" pitchFamily="18" charset="0"/>
              </a:rPr>
              <a:t>, less than or Equal to)</a:t>
            </a:r>
          </a:p>
        </p:txBody>
      </p:sp>
      <p:pic>
        <p:nvPicPr>
          <p:cNvPr id="6" name="圖片 5" descr="一張含有 文字, 拉門, 填字遊戲 的圖片&#10;&#10;自動產生的描述">
            <a:extLst>
              <a:ext uri="{FF2B5EF4-FFF2-40B4-BE49-F238E27FC236}">
                <a16:creationId xmlns:a16="http://schemas.microsoft.com/office/drawing/2014/main" id="{AD963931-27B1-40A7-A8CB-C50B62DDA96C}"/>
              </a:ext>
            </a:extLst>
          </p:cNvPr>
          <p:cNvPicPr>
            <a:picLocks noChangeAspect="1"/>
          </p:cNvPicPr>
          <p:nvPr/>
        </p:nvPicPr>
        <p:blipFill rotWithShape="1">
          <a:blip r:embed="rId2">
            <a:extLst>
              <a:ext uri="{28A0092B-C50C-407E-A947-70E740481C1C}">
                <a14:useLocalDpi xmlns:a14="http://schemas.microsoft.com/office/drawing/2010/main" val="0"/>
              </a:ext>
            </a:extLst>
          </a:blip>
          <a:srcRect t="8823" r="50000" b="4795"/>
          <a:stretch/>
        </p:blipFill>
        <p:spPr>
          <a:xfrm>
            <a:off x="2576751" y="2105501"/>
            <a:ext cx="4368336" cy="2098156"/>
          </a:xfrm>
          <a:prstGeom prst="rect">
            <a:avLst/>
          </a:prstGeom>
        </p:spPr>
      </p:pic>
      <p:pic>
        <p:nvPicPr>
          <p:cNvPr id="8" name="圖片 7" descr="一張含有 文字, 拉門, 填字遊戲 的圖片&#10;&#10;自動產生的描述">
            <a:extLst>
              <a:ext uri="{FF2B5EF4-FFF2-40B4-BE49-F238E27FC236}">
                <a16:creationId xmlns:a16="http://schemas.microsoft.com/office/drawing/2014/main" id="{706290A3-4D42-4C28-AECA-988771199F65}"/>
              </a:ext>
            </a:extLst>
          </p:cNvPr>
          <p:cNvPicPr>
            <a:picLocks noChangeAspect="1"/>
          </p:cNvPicPr>
          <p:nvPr/>
        </p:nvPicPr>
        <p:blipFill rotWithShape="1">
          <a:blip r:embed="rId2">
            <a:extLst>
              <a:ext uri="{28A0092B-C50C-407E-A947-70E740481C1C}">
                <a14:useLocalDpi xmlns:a14="http://schemas.microsoft.com/office/drawing/2010/main" val="0"/>
              </a:ext>
            </a:extLst>
          </a:blip>
          <a:srcRect l="51708" t="8700" r="-1708" b="4917"/>
          <a:stretch/>
        </p:blipFill>
        <p:spPr>
          <a:xfrm>
            <a:off x="2576751" y="4454751"/>
            <a:ext cx="4368337" cy="2098156"/>
          </a:xfrm>
          <a:prstGeom prst="rect">
            <a:avLst/>
          </a:prstGeom>
        </p:spPr>
      </p:pic>
    </p:spTree>
    <p:extLst>
      <p:ext uri="{BB962C8B-B14F-4D97-AF65-F5344CB8AC3E}">
        <p14:creationId xmlns:p14="http://schemas.microsoft.com/office/powerpoint/2010/main" val="140978769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7AFCD-574A-4525-9F59-D0A9CB3F50E7}"/>
              </a:ext>
            </a:extLst>
          </p:cNvPr>
          <p:cNvSpPr>
            <a:spLocks noGrp="1"/>
          </p:cNvSpPr>
          <p:nvPr>
            <p:ph type="title"/>
          </p:nvPr>
        </p:nvSpPr>
        <p:spPr>
          <a:xfrm>
            <a:off x="838200" y="365126"/>
            <a:ext cx="10515600" cy="1136504"/>
          </a:xfrm>
        </p:spPr>
        <p:txBody>
          <a:bodyPr/>
          <a:lstStyle/>
          <a:p>
            <a:r>
              <a:rPr lang="en-US" altLang="zh-TW" sz="3600" dirty="0">
                <a:latin typeface="Times New Roman" panose="02020603050405020304" pitchFamily="18" charset="0"/>
                <a:cs typeface="Times New Roman" panose="02020603050405020304" pitchFamily="18" charset="0"/>
              </a:rPr>
              <a:t>P(corner, operator, side)</a:t>
            </a:r>
            <a:endParaRPr lang="zh-TW" altLang="en-US" sz="3600" dirty="0">
              <a:latin typeface="Times New Roman" panose="02020603050405020304" pitchFamily="18" charset="0"/>
              <a:cs typeface="Times New Roman" panose="02020603050405020304" pitchFamily="18" charset="0"/>
            </a:endParaRPr>
          </a:p>
        </p:txBody>
      </p:sp>
      <p:sp>
        <p:nvSpPr>
          <p:cNvPr id="3" name="文字方塊 2">
            <a:extLst>
              <a:ext uri="{FF2B5EF4-FFF2-40B4-BE49-F238E27FC236}">
                <a16:creationId xmlns:a16="http://schemas.microsoft.com/office/drawing/2014/main" id="{4C501838-EC4B-454D-91FE-48A6F48ED155}"/>
              </a:ext>
            </a:extLst>
          </p:cNvPr>
          <p:cNvSpPr txBox="1"/>
          <p:nvPr/>
        </p:nvSpPr>
        <p:spPr>
          <a:xfrm>
            <a:off x="1369893" y="1773233"/>
            <a:ext cx="8279934" cy="2419124"/>
          </a:xfrm>
          <a:prstGeom prst="rect">
            <a:avLst/>
          </a:prstGeom>
          <a:noFill/>
        </p:spPr>
        <p:txBody>
          <a:bodyPr wrap="square" rtlCol="0">
            <a:spAutoFit/>
          </a:bodyPr>
          <a:lstStyle/>
          <a:p>
            <a:pPr>
              <a:lnSpc>
                <a:spcPct val="90000"/>
              </a:lnSpc>
              <a:spcBef>
                <a:spcPct val="0"/>
              </a:spcBef>
            </a:pPr>
            <a:r>
              <a:rPr lang="en-US" altLang="zh-TW" sz="2400" dirty="0">
                <a:latin typeface="Times New Roman" panose="02020603050405020304" pitchFamily="18" charset="0"/>
                <a:ea typeface="+mj-ea"/>
                <a:cs typeface="Times New Roman" panose="02020603050405020304" pitchFamily="18" charset="0"/>
              </a:rPr>
              <a:t>P(ENL): P(less than or Equal to, </a:t>
            </a:r>
            <a:r>
              <a:rPr lang="en-US" altLang="zh-TW" sz="2400" dirty="0" err="1">
                <a:latin typeface="Times New Roman" panose="02020603050405020304" pitchFamily="18" charset="0"/>
                <a:ea typeface="+mj-ea"/>
                <a:cs typeface="Times New Roman" panose="02020603050405020304" pitchFamily="18" charset="0"/>
              </a:rPr>
              <a:t>aNd</a:t>
            </a:r>
            <a:r>
              <a:rPr lang="en-US" altLang="zh-TW" sz="2400" dirty="0">
                <a:latin typeface="Times New Roman" panose="02020603050405020304" pitchFamily="18" charset="0"/>
                <a:ea typeface="+mj-ea"/>
                <a:cs typeface="Times New Roman" panose="02020603050405020304" pitchFamily="18" charset="0"/>
              </a:rPr>
              <a:t>, Less than)</a:t>
            </a:r>
          </a:p>
          <a:p>
            <a:pPr>
              <a:lnSpc>
                <a:spcPct val="90000"/>
              </a:lnSpc>
              <a:spcBef>
                <a:spcPct val="0"/>
              </a:spcBef>
            </a:pPr>
            <a:endParaRPr lang="en-US" altLang="zh-TW" sz="2400" dirty="0">
              <a:latin typeface="Times New Roman" panose="02020603050405020304" pitchFamily="18" charset="0"/>
              <a:ea typeface="+mj-ea"/>
              <a:cs typeface="Times New Roman" panose="02020603050405020304" pitchFamily="18" charset="0"/>
            </a:endParaRPr>
          </a:p>
          <a:p>
            <a:pPr>
              <a:lnSpc>
                <a:spcPct val="90000"/>
              </a:lnSpc>
              <a:spcBef>
                <a:spcPct val="0"/>
              </a:spcBef>
            </a:pPr>
            <a:r>
              <a:rPr lang="en-US" altLang="zh-TW" sz="2400" dirty="0">
                <a:latin typeface="Times New Roman" panose="02020603050405020304" pitchFamily="18" charset="0"/>
                <a:ea typeface="+mj-ea"/>
                <a:cs typeface="Times New Roman" panose="02020603050405020304" pitchFamily="18" charset="0"/>
              </a:rPr>
              <a:t>P(ENE): P(less than or Equal to, </a:t>
            </a:r>
            <a:r>
              <a:rPr lang="en-US" altLang="zh-TW" sz="2400" dirty="0" err="1">
                <a:latin typeface="Times New Roman" panose="02020603050405020304" pitchFamily="18" charset="0"/>
                <a:ea typeface="+mj-ea"/>
                <a:cs typeface="Times New Roman" panose="02020603050405020304" pitchFamily="18" charset="0"/>
              </a:rPr>
              <a:t>aNd</a:t>
            </a:r>
            <a:r>
              <a:rPr lang="en-US" altLang="zh-TW" sz="2400" dirty="0">
                <a:latin typeface="Times New Roman" panose="02020603050405020304" pitchFamily="18" charset="0"/>
                <a:ea typeface="+mj-ea"/>
                <a:cs typeface="Times New Roman" panose="02020603050405020304" pitchFamily="18" charset="0"/>
              </a:rPr>
              <a:t>, less than or Equal to)</a:t>
            </a:r>
          </a:p>
          <a:p>
            <a:pPr>
              <a:lnSpc>
                <a:spcPct val="90000"/>
              </a:lnSpc>
              <a:spcBef>
                <a:spcPct val="0"/>
              </a:spcBef>
            </a:pPr>
            <a:endParaRPr lang="en-US" altLang="zh-TW" sz="2400" dirty="0">
              <a:latin typeface="Times New Roman" panose="02020603050405020304" pitchFamily="18" charset="0"/>
              <a:ea typeface="+mj-ea"/>
              <a:cs typeface="Times New Roman" panose="02020603050405020304" pitchFamily="18" charset="0"/>
            </a:endParaRPr>
          </a:p>
          <a:p>
            <a:pPr>
              <a:lnSpc>
                <a:spcPct val="90000"/>
              </a:lnSpc>
              <a:spcBef>
                <a:spcPct val="0"/>
              </a:spcBef>
            </a:pPr>
            <a:r>
              <a:rPr lang="en-US" altLang="zh-TW" sz="2400" dirty="0">
                <a:latin typeface="Times New Roman" panose="02020603050405020304" pitchFamily="18" charset="0"/>
                <a:ea typeface="+mj-ea"/>
                <a:cs typeface="Times New Roman" panose="02020603050405020304" pitchFamily="18" charset="0"/>
              </a:rPr>
              <a:t>P(LOL): P(Less than, Or, Less than)</a:t>
            </a:r>
          </a:p>
          <a:p>
            <a:pPr>
              <a:lnSpc>
                <a:spcPct val="90000"/>
              </a:lnSpc>
              <a:spcBef>
                <a:spcPct val="0"/>
              </a:spcBef>
            </a:pPr>
            <a:endParaRPr lang="en-US" altLang="zh-TW" sz="2400" dirty="0">
              <a:latin typeface="Times New Roman" panose="02020603050405020304" pitchFamily="18" charset="0"/>
              <a:ea typeface="+mj-ea"/>
              <a:cs typeface="Times New Roman" panose="02020603050405020304" pitchFamily="18" charset="0"/>
            </a:endParaRPr>
          </a:p>
          <a:p>
            <a:pPr>
              <a:lnSpc>
                <a:spcPct val="90000"/>
              </a:lnSpc>
              <a:spcBef>
                <a:spcPct val="0"/>
              </a:spcBef>
            </a:pPr>
            <a:r>
              <a:rPr lang="en-US" altLang="zh-TW" sz="2400" dirty="0">
                <a:latin typeface="Times New Roman" panose="02020603050405020304" pitchFamily="18" charset="0"/>
                <a:ea typeface="+mj-ea"/>
                <a:cs typeface="Times New Roman" panose="02020603050405020304" pitchFamily="18" charset="0"/>
              </a:rPr>
              <a:t>P(LOE): P(Less than, Or, less than or Equal to)</a:t>
            </a:r>
          </a:p>
        </p:txBody>
      </p:sp>
    </p:spTree>
    <p:extLst>
      <p:ext uri="{BB962C8B-B14F-4D97-AF65-F5344CB8AC3E}">
        <p14:creationId xmlns:p14="http://schemas.microsoft.com/office/powerpoint/2010/main" val="350997966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7AFCD-574A-4525-9F59-D0A9CB3F50E7}"/>
              </a:ext>
            </a:extLst>
          </p:cNvPr>
          <p:cNvSpPr>
            <a:spLocks noGrp="1"/>
          </p:cNvSpPr>
          <p:nvPr>
            <p:ph type="title"/>
          </p:nvPr>
        </p:nvSpPr>
        <p:spPr>
          <a:xfrm>
            <a:off x="838200" y="365126"/>
            <a:ext cx="10814108" cy="1136504"/>
          </a:xfrm>
        </p:spPr>
        <p:txBody>
          <a:bodyPr>
            <a:normAutofit/>
          </a:bodyPr>
          <a:lstStyle/>
          <a:p>
            <a:r>
              <a:rPr lang="en-US" altLang="zh-TW" sz="3600" dirty="0">
                <a:latin typeface="Times New Roman" panose="02020603050405020304" pitchFamily="18" charset="0"/>
                <a:cs typeface="Times New Roman" panose="02020603050405020304" pitchFamily="18" charset="0"/>
              </a:rPr>
              <a:t>NP‑Hardness of P(ENL) and P(ENE)</a:t>
            </a:r>
            <a:endParaRPr lang="zh-TW" altLang="en-US" sz="3600" dirty="0">
              <a:latin typeface="Times New Roman" panose="02020603050405020304" pitchFamily="18" charset="0"/>
              <a:cs typeface="Times New Roman" panose="02020603050405020304" pitchFamily="18" charset="0"/>
            </a:endParaRPr>
          </a:p>
        </p:txBody>
      </p:sp>
      <p:pic>
        <p:nvPicPr>
          <p:cNvPr id="4" name="圖片 3" descr="一張含有 文字 的圖片&#10;&#10;自動產生的描述">
            <a:extLst>
              <a:ext uri="{FF2B5EF4-FFF2-40B4-BE49-F238E27FC236}">
                <a16:creationId xmlns:a16="http://schemas.microsoft.com/office/drawing/2014/main" id="{9803E7B6-7BB0-485F-B42E-B14F31F427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1763" y="2100427"/>
            <a:ext cx="4194016" cy="3667987"/>
          </a:xfrm>
          <a:prstGeom prst="rect">
            <a:avLst/>
          </a:prstGeom>
        </p:spPr>
      </p:pic>
      <p:pic>
        <p:nvPicPr>
          <p:cNvPr id="11" name="圖片 10" descr="一張含有 文字 的圖片&#10;&#10;自動產生的描述">
            <a:extLst>
              <a:ext uri="{FF2B5EF4-FFF2-40B4-BE49-F238E27FC236}">
                <a16:creationId xmlns:a16="http://schemas.microsoft.com/office/drawing/2014/main" id="{91258496-71A2-4D73-B86F-7577ED62F7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3435" y="1593045"/>
            <a:ext cx="4179727" cy="1839988"/>
          </a:xfrm>
          <a:prstGeom prst="rect">
            <a:avLst/>
          </a:prstGeom>
        </p:spPr>
      </p:pic>
      <p:cxnSp>
        <p:nvCxnSpPr>
          <p:cNvPr id="13" name="直線接點 12">
            <a:extLst>
              <a:ext uri="{FF2B5EF4-FFF2-40B4-BE49-F238E27FC236}">
                <a16:creationId xmlns:a16="http://schemas.microsoft.com/office/drawing/2014/main" id="{D7F37376-8329-43D0-85AC-14C28AD7A9D1}"/>
              </a:ext>
            </a:extLst>
          </p:cNvPr>
          <p:cNvCxnSpPr/>
          <p:nvPr/>
        </p:nvCxnSpPr>
        <p:spPr>
          <a:xfrm>
            <a:off x="9091806" y="1934765"/>
            <a:ext cx="0" cy="4114800"/>
          </a:xfrm>
          <a:prstGeom prst="line">
            <a:avLst/>
          </a:prstGeom>
          <a:ln w="38100"/>
        </p:spPr>
        <p:style>
          <a:lnRef idx="1">
            <a:schemeClr val="accent4"/>
          </a:lnRef>
          <a:fillRef idx="0">
            <a:schemeClr val="accent4"/>
          </a:fillRef>
          <a:effectRef idx="0">
            <a:schemeClr val="accent4"/>
          </a:effectRef>
          <a:fontRef idx="minor">
            <a:schemeClr val="tx1"/>
          </a:fontRef>
        </p:style>
      </p:cxnSp>
      <p:cxnSp>
        <p:nvCxnSpPr>
          <p:cNvPr id="15" name="直線接點 14">
            <a:extLst>
              <a:ext uri="{FF2B5EF4-FFF2-40B4-BE49-F238E27FC236}">
                <a16:creationId xmlns:a16="http://schemas.microsoft.com/office/drawing/2014/main" id="{1E5048DE-CB1B-4C18-AD88-AEF3199DAE36}"/>
              </a:ext>
            </a:extLst>
          </p:cNvPr>
          <p:cNvCxnSpPr/>
          <p:nvPr/>
        </p:nvCxnSpPr>
        <p:spPr>
          <a:xfrm>
            <a:off x="10259275" y="1952941"/>
            <a:ext cx="0" cy="4114800"/>
          </a:xfrm>
          <a:prstGeom prst="line">
            <a:avLst/>
          </a:prstGeom>
          <a:ln w="38100"/>
        </p:spPr>
        <p:style>
          <a:lnRef idx="1">
            <a:schemeClr val="accent4"/>
          </a:lnRef>
          <a:fillRef idx="0">
            <a:schemeClr val="accent4"/>
          </a:fillRef>
          <a:effectRef idx="0">
            <a:schemeClr val="accent4"/>
          </a:effectRef>
          <a:fontRef idx="minor">
            <a:schemeClr val="tx1"/>
          </a:fontRef>
        </p:style>
      </p:cxnSp>
      <p:sp>
        <p:nvSpPr>
          <p:cNvPr id="16" name="文字方塊 15">
            <a:extLst>
              <a:ext uri="{FF2B5EF4-FFF2-40B4-BE49-F238E27FC236}">
                <a16:creationId xmlns:a16="http://schemas.microsoft.com/office/drawing/2014/main" id="{0C257DDD-F4AA-4A8A-A800-6F94A954AC25}"/>
              </a:ext>
            </a:extLst>
          </p:cNvPr>
          <p:cNvSpPr txBox="1"/>
          <p:nvPr/>
        </p:nvSpPr>
        <p:spPr>
          <a:xfrm>
            <a:off x="8340292" y="1362213"/>
            <a:ext cx="335560" cy="461665"/>
          </a:xfrm>
          <a:prstGeom prst="rect">
            <a:avLst/>
          </a:prstGeom>
          <a:noFill/>
        </p:spPr>
        <p:txBody>
          <a:bodyPr wrap="square" rtlCol="0">
            <a:spAutoFit/>
          </a:bodyPr>
          <a:lstStyle/>
          <a:p>
            <a:r>
              <a:rPr lang="en-US" altLang="zh-TW" sz="2400" b="1" dirty="0">
                <a:solidFill>
                  <a:srgbClr val="FFC000"/>
                </a:solidFill>
              </a:rPr>
              <a:t>1</a:t>
            </a:r>
            <a:endParaRPr lang="zh-TW" altLang="en-US" sz="2400" b="1" dirty="0">
              <a:solidFill>
                <a:srgbClr val="FFC000"/>
              </a:solidFill>
            </a:endParaRPr>
          </a:p>
        </p:txBody>
      </p:sp>
      <p:sp>
        <p:nvSpPr>
          <p:cNvPr id="17" name="文字方塊 16">
            <a:extLst>
              <a:ext uri="{FF2B5EF4-FFF2-40B4-BE49-F238E27FC236}">
                <a16:creationId xmlns:a16="http://schemas.microsoft.com/office/drawing/2014/main" id="{C9E31D94-10E2-42A4-8A5D-643D82C60E49}"/>
              </a:ext>
            </a:extLst>
          </p:cNvPr>
          <p:cNvSpPr txBox="1"/>
          <p:nvPr/>
        </p:nvSpPr>
        <p:spPr>
          <a:xfrm>
            <a:off x="9507761" y="1471210"/>
            <a:ext cx="335560" cy="461665"/>
          </a:xfrm>
          <a:prstGeom prst="rect">
            <a:avLst/>
          </a:prstGeom>
          <a:noFill/>
        </p:spPr>
        <p:txBody>
          <a:bodyPr wrap="square" rtlCol="0">
            <a:spAutoFit/>
          </a:bodyPr>
          <a:lstStyle/>
          <a:p>
            <a:r>
              <a:rPr lang="en-US" altLang="zh-TW" sz="2400" b="1" dirty="0">
                <a:solidFill>
                  <a:srgbClr val="FFC000"/>
                </a:solidFill>
              </a:rPr>
              <a:t>2</a:t>
            </a:r>
            <a:endParaRPr lang="zh-TW" altLang="en-US" sz="2400" b="1" dirty="0">
              <a:solidFill>
                <a:srgbClr val="FFC000"/>
              </a:solidFill>
            </a:endParaRPr>
          </a:p>
        </p:txBody>
      </p:sp>
      <p:sp>
        <p:nvSpPr>
          <p:cNvPr id="18" name="文字方塊 17">
            <a:extLst>
              <a:ext uri="{FF2B5EF4-FFF2-40B4-BE49-F238E27FC236}">
                <a16:creationId xmlns:a16="http://schemas.microsoft.com/office/drawing/2014/main" id="{185F0C87-2D68-4289-BAAC-B379AEC6DD06}"/>
              </a:ext>
            </a:extLst>
          </p:cNvPr>
          <p:cNvSpPr txBox="1"/>
          <p:nvPr/>
        </p:nvSpPr>
        <p:spPr>
          <a:xfrm>
            <a:off x="10675230" y="1485606"/>
            <a:ext cx="335560" cy="461665"/>
          </a:xfrm>
          <a:prstGeom prst="rect">
            <a:avLst/>
          </a:prstGeom>
          <a:noFill/>
        </p:spPr>
        <p:txBody>
          <a:bodyPr wrap="square" rtlCol="0">
            <a:spAutoFit/>
          </a:bodyPr>
          <a:lstStyle/>
          <a:p>
            <a:r>
              <a:rPr lang="en-US" altLang="zh-TW" sz="2400" b="1" dirty="0">
                <a:solidFill>
                  <a:srgbClr val="FFC000"/>
                </a:solidFill>
              </a:rPr>
              <a:t>3</a:t>
            </a:r>
            <a:endParaRPr lang="zh-TW" altLang="en-US" sz="2400" b="1" dirty="0">
              <a:solidFill>
                <a:srgbClr val="FFC000"/>
              </a:solidFill>
            </a:endParaRPr>
          </a:p>
        </p:txBody>
      </p:sp>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3B4B9DF0-2B43-4B9F-B9D6-81EAAFBDEBE6}"/>
                  </a:ext>
                </a:extLst>
              </p:cNvPr>
              <p:cNvSpPr txBox="1"/>
              <p:nvPr/>
            </p:nvSpPr>
            <p:spPr>
              <a:xfrm>
                <a:off x="7319665" y="2487018"/>
                <a:ext cx="380960" cy="39299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000" i="1" dirty="0" smtClean="0">
                              <a:solidFill>
                                <a:srgbClr val="FFC000"/>
                              </a:solidFill>
                              <a:latin typeface="Cambria Math" panose="02040503050406030204" pitchFamily="18" charset="0"/>
                            </a:rPr>
                          </m:ctrlPr>
                        </m:sSubPr>
                        <m:e>
                          <m:r>
                            <a:rPr lang="en-US" altLang="zh-TW" sz="2000" b="0" i="1" dirty="0" smtClean="0">
                              <a:solidFill>
                                <a:srgbClr val="FFC000"/>
                              </a:solidFill>
                              <a:latin typeface="Cambria Math" panose="02040503050406030204" pitchFamily="18" charset="0"/>
                            </a:rPr>
                            <m:t>𝑥</m:t>
                          </m:r>
                        </m:e>
                        <m:sub>
                          <m:r>
                            <a:rPr lang="en-US" altLang="zh-TW" sz="2000" b="0" i="0" dirty="0" smtClean="0">
                              <a:solidFill>
                                <a:srgbClr val="FFC000"/>
                              </a:solidFill>
                              <a:latin typeface="Cambria Math" panose="02040503050406030204" pitchFamily="18" charset="0"/>
                            </a:rPr>
                            <m:t>1</m:t>
                          </m:r>
                        </m:sub>
                      </m:sSub>
                    </m:oMath>
                  </m:oMathPara>
                </a14:m>
                <a:endParaRPr lang="zh-TW" altLang="en-US" sz="2000" baseline="-25000" dirty="0">
                  <a:solidFill>
                    <a:srgbClr val="FFC000"/>
                  </a:solidFill>
                </a:endParaRPr>
              </a:p>
            </p:txBody>
          </p:sp>
        </mc:Choice>
        <mc:Fallback xmlns="">
          <p:sp>
            <p:nvSpPr>
              <p:cNvPr id="19" name="文字方塊 18">
                <a:extLst>
                  <a:ext uri="{FF2B5EF4-FFF2-40B4-BE49-F238E27FC236}">
                    <a16:creationId xmlns:a16="http://schemas.microsoft.com/office/drawing/2014/main" id="{3B4B9DF0-2B43-4B9F-B9D6-81EAAFBDEBE6}"/>
                  </a:ext>
                </a:extLst>
              </p:cNvPr>
              <p:cNvSpPr txBox="1">
                <a:spLocks noRot="1" noChangeAspect="1" noMove="1" noResize="1" noEditPoints="1" noAdjustHandles="1" noChangeArrowheads="1" noChangeShapeType="1" noTextEdit="1"/>
              </p:cNvSpPr>
              <p:nvPr/>
            </p:nvSpPr>
            <p:spPr>
              <a:xfrm>
                <a:off x="7319665" y="2487018"/>
                <a:ext cx="380960" cy="392993"/>
              </a:xfrm>
              <a:prstGeom prst="rect">
                <a:avLst/>
              </a:prstGeom>
              <a:blipFill>
                <a:blip r:embed="rId4"/>
                <a:stretch>
                  <a:fillRect r="-3226" b="-3125"/>
                </a:stretch>
              </a:blipFill>
            </p:spPr>
            <p:txBody>
              <a:bodyPr/>
              <a:lstStyle/>
              <a:p>
                <a:r>
                  <a:rPr lang="zh-TW" altLang="en-US">
                    <a:noFill/>
                  </a:rPr>
                  <a:t> </a:t>
                </a:r>
              </a:p>
            </p:txBody>
          </p:sp>
        </mc:Fallback>
      </mc:AlternateContent>
      <p:sp>
        <p:nvSpPr>
          <p:cNvPr id="20" name="文字方塊 19">
            <a:extLst>
              <a:ext uri="{FF2B5EF4-FFF2-40B4-BE49-F238E27FC236}">
                <a16:creationId xmlns:a16="http://schemas.microsoft.com/office/drawing/2014/main" id="{B5355C74-C532-4B09-9EAB-EB9CCF938F02}"/>
              </a:ext>
            </a:extLst>
          </p:cNvPr>
          <p:cNvSpPr txBox="1"/>
          <p:nvPr/>
        </p:nvSpPr>
        <p:spPr>
          <a:xfrm>
            <a:off x="6898912" y="3369534"/>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2</a:t>
            </a:r>
            <a:endParaRPr lang="zh-TW" altLang="en-US" sz="2400" b="1" baseline="-25000" dirty="0">
              <a:solidFill>
                <a:srgbClr val="FFC000"/>
              </a:solidFill>
            </a:endParaRPr>
          </a:p>
        </p:txBody>
      </p:sp>
      <p:sp>
        <p:nvSpPr>
          <p:cNvPr id="21" name="文字方塊 20">
            <a:extLst>
              <a:ext uri="{FF2B5EF4-FFF2-40B4-BE49-F238E27FC236}">
                <a16:creationId xmlns:a16="http://schemas.microsoft.com/office/drawing/2014/main" id="{B034DBF4-10E3-4520-A928-8C43D8ABAFBB}"/>
              </a:ext>
            </a:extLst>
          </p:cNvPr>
          <p:cNvSpPr txBox="1"/>
          <p:nvPr/>
        </p:nvSpPr>
        <p:spPr>
          <a:xfrm>
            <a:off x="6898911" y="4081231"/>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3</a:t>
            </a:r>
            <a:endParaRPr lang="zh-TW" altLang="en-US" sz="2400" b="1" baseline="-25000" dirty="0">
              <a:solidFill>
                <a:srgbClr val="FFC000"/>
              </a:solidFill>
            </a:endParaRPr>
          </a:p>
        </p:txBody>
      </p:sp>
      <p:sp>
        <p:nvSpPr>
          <p:cNvPr id="22" name="文字方塊 21">
            <a:extLst>
              <a:ext uri="{FF2B5EF4-FFF2-40B4-BE49-F238E27FC236}">
                <a16:creationId xmlns:a16="http://schemas.microsoft.com/office/drawing/2014/main" id="{E5D38F54-FA9D-4519-A65A-8F6DBB2DA116}"/>
              </a:ext>
            </a:extLst>
          </p:cNvPr>
          <p:cNvSpPr txBox="1"/>
          <p:nvPr/>
        </p:nvSpPr>
        <p:spPr>
          <a:xfrm>
            <a:off x="6925387" y="4924822"/>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4</a:t>
            </a:r>
            <a:endParaRPr lang="zh-TW" altLang="en-US" sz="2400" b="1" baseline="-25000" dirty="0">
              <a:solidFill>
                <a:srgbClr val="FFC000"/>
              </a:solidFill>
            </a:endParaRPr>
          </a:p>
        </p:txBody>
      </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7830DB33-6D89-4BE4-BE29-7E31BEF76A04}"/>
                  </a:ext>
                </a:extLst>
              </p:cNvPr>
              <p:cNvSpPr txBox="1"/>
              <p:nvPr/>
            </p:nvSpPr>
            <p:spPr>
              <a:xfrm>
                <a:off x="7368043" y="2955321"/>
                <a:ext cx="30514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sz="2000" i="1" smtClean="0">
                              <a:solidFill>
                                <a:srgbClr val="FFC000"/>
                              </a:solidFill>
                              <a:latin typeface="Cambria Math" panose="02040503050406030204" pitchFamily="18" charset="0"/>
                            </a:rPr>
                          </m:ctrlPr>
                        </m:accPr>
                        <m:e>
                          <m:sSub>
                            <m:sSubPr>
                              <m:ctrlPr>
                                <a:rPr lang="zh-TW" altLang="en-US" sz="2000" i="1">
                                  <a:solidFill>
                                    <a:srgbClr val="FFC000"/>
                                  </a:solidFill>
                                  <a:latin typeface="Cambria Math" panose="02040503050406030204" pitchFamily="18" charset="0"/>
                                </a:rPr>
                              </m:ctrlPr>
                            </m:sSubPr>
                            <m:e>
                              <m:r>
                                <a:rPr lang="zh-TW" altLang="en-US" sz="2000" i="1">
                                  <a:solidFill>
                                    <a:srgbClr val="FFC000"/>
                                  </a:solidFill>
                                  <a:latin typeface="Cambria Math" panose="02040503050406030204" pitchFamily="18" charset="0"/>
                                </a:rPr>
                                <m:t>𝑥</m:t>
                              </m:r>
                            </m:e>
                            <m:sub>
                              <m:r>
                                <a:rPr lang="zh-TW" altLang="en-US" sz="2000" i="0">
                                  <a:solidFill>
                                    <a:srgbClr val="FFC000"/>
                                  </a:solidFill>
                                  <a:latin typeface="Cambria Math" panose="02040503050406030204" pitchFamily="18" charset="0"/>
                                </a:rPr>
                                <m:t>1</m:t>
                              </m:r>
                            </m:sub>
                          </m:sSub>
                        </m:e>
                      </m:acc>
                    </m:oMath>
                  </m:oMathPara>
                </a14:m>
                <a:endParaRPr lang="zh-TW" altLang="en-US" sz="2000" dirty="0"/>
              </a:p>
            </p:txBody>
          </p:sp>
        </mc:Choice>
        <mc:Fallback xmlns="">
          <p:sp>
            <p:nvSpPr>
              <p:cNvPr id="24" name="文字方塊 23">
                <a:extLst>
                  <a:ext uri="{FF2B5EF4-FFF2-40B4-BE49-F238E27FC236}">
                    <a16:creationId xmlns:a16="http://schemas.microsoft.com/office/drawing/2014/main" id="{7830DB33-6D89-4BE4-BE29-7E31BEF76A04}"/>
                  </a:ext>
                </a:extLst>
              </p:cNvPr>
              <p:cNvSpPr txBox="1">
                <a:spLocks noRot="1" noChangeAspect="1" noMove="1" noResize="1" noEditPoints="1" noAdjustHandles="1" noChangeArrowheads="1" noChangeShapeType="1" noTextEdit="1"/>
              </p:cNvSpPr>
              <p:nvPr/>
            </p:nvSpPr>
            <p:spPr>
              <a:xfrm>
                <a:off x="7368043" y="2955321"/>
                <a:ext cx="305147" cy="307777"/>
              </a:xfrm>
              <a:prstGeom prst="rect">
                <a:avLst/>
              </a:prstGeom>
              <a:blipFill>
                <a:blip r:embed="rId5"/>
                <a:stretch>
                  <a:fillRect l="-12000" r="-8000" b="-16000"/>
                </a:stretch>
              </a:blipFill>
            </p:spPr>
            <p:txBody>
              <a:bodyPr/>
              <a:lstStyle/>
              <a:p>
                <a:r>
                  <a:rPr lang="zh-TW" altLang="en-US">
                    <a:noFill/>
                  </a:rPr>
                  <a:t> </a:t>
                </a:r>
              </a:p>
            </p:txBody>
          </p:sp>
        </mc:Fallback>
      </mc:AlternateContent>
      <p:sp>
        <p:nvSpPr>
          <p:cNvPr id="25" name="文字方塊 24">
            <a:extLst>
              <a:ext uri="{FF2B5EF4-FFF2-40B4-BE49-F238E27FC236}">
                <a16:creationId xmlns:a16="http://schemas.microsoft.com/office/drawing/2014/main" id="{8305FB12-293B-4E8D-AB6E-6133ED6F0D0C}"/>
              </a:ext>
            </a:extLst>
          </p:cNvPr>
          <p:cNvSpPr txBox="1"/>
          <p:nvPr/>
        </p:nvSpPr>
        <p:spPr>
          <a:xfrm>
            <a:off x="6898912" y="2683514"/>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1</a:t>
            </a:r>
            <a:endParaRPr lang="zh-TW" altLang="en-US" sz="2400" b="1" baseline="-25000" dirty="0">
              <a:solidFill>
                <a:srgbClr val="FFC000"/>
              </a:solidFill>
            </a:endParaRPr>
          </a:p>
        </p:txBody>
      </p:sp>
      <p:sp>
        <p:nvSpPr>
          <p:cNvPr id="23" name="文字方塊 22">
            <a:extLst>
              <a:ext uri="{FF2B5EF4-FFF2-40B4-BE49-F238E27FC236}">
                <a16:creationId xmlns:a16="http://schemas.microsoft.com/office/drawing/2014/main" id="{7303E137-3F52-4D78-9EC6-DB5F3F0A1889}"/>
              </a:ext>
            </a:extLst>
          </p:cNvPr>
          <p:cNvSpPr txBox="1"/>
          <p:nvPr/>
        </p:nvSpPr>
        <p:spPr>
          <a:xfrm>
            <a:off x="7953683" y="1900372"/>
            <a:ext cx="335560" cy="400110"/>
          </a:xfrm>
          <a:prstGeom prst="rect">
            <a:avLst/>
          </a:prstGeom>
          <a:noFill/>
        </p:spPr>
        <p:txBody>
          <a:bodyPr wrap="square" rtlCol="0">
            <a:spAutoFit/>
          </a:bodyPr>
          <a:lstStyle/>
          <a:p>
            <a:r>
              <a:rPr lang="en-US" altLang="zh-TW" sz="2000" b="1" dirty="0">
                <a:solidFill>
                  <a:srgbClr val="FFC000"/>
                </a:solidFill>
              </a:rPr>
              <a:t>1</a:t>
            </a:r>
            <a:endParaRPr lang="zh-TW" altLang="en-US" sz="2000" b="1" dirty="0">
              <a:solidFill>
                <a:srgbClr val="FFC000"/>
              </a:solidFill>
            </a:endParaRPr>
          </a:p>
        </p:txBody>
      </p:sp>
      <p:sp>
        <p:nvSpPr>
          <p:cNvPr id="26" name="文字方塊 25">
            <a:extLst>
              <a:ext uri="{FF2B5EF4-FFF2-40B4-BE49-F238E27FC236}">
                <a16:creationId xmlns:a16="http://schemas.microsoft.com/office/drawing/2014/main" id="{18EFF8C5-72BF-440F-ACE0-9B78BDED1DE5}"/>
              </a:ext>
            </a:extLst>
          </p:cNvPr>
          <p:cNvSpPr txBox="1"/>
          <p:nvPr/>
        </p:nvSpPr>
        <p:spPr>
          <a:xfrm>
            <a:off x="8354964" y="1900372"/>
            <a:ext cx="335560" cy="400110"/>
          </a:xfrm>
          <a:prstGeom prst="rect">
            <a:avLst/>
          </a:prstGeom>
          <a:noFill/>
        </p:spPr>
        <p:txBody>
          <a:bodyPr wrap="square" rtlCol="0">
            <a:spAutoFit/>
          </a:bodyPr>
          <a:lstStyle/>
          <a:p>
            <a:r>
              <a:rPr lang="en-US" altLang="zh-TW" sz="2000" b="1" dirty="0">
                <a:solidFill>
                  <a:srgbClr val="FFC000"/>
                </a:solidFill>
              </a:rPr>
              <a:t>2</a:t>
            </a:r>
            <a:endParaRPr lang="zh-TW" altLang="en-US" sz="2000" b="1" dirty="0">
              <a:solidFill>
                <a:srgbClr val="FFC000"/>
              </a:solidFill>
            </a:endParaRPr>
          </a:p>
        </p:txBody>
      </p:sp>
      <p:sp>
        <p:nvSpPr>
          <p:cNvPr id="27" name="文字方塊 26">
            <a:extLst>
              <a:ext uri="{FF2B5EF4-FFF2-40B4-BE49-F238E27FC236}">
                <a16:creationId xmlns:a16="http://schemas.microsoft.com/office/drawing/2014/main" id="{4C9640A7-2F09-4CE1-9AB6-3546F968BC6F}"/>
              </a:ext>
            </a:extLst>
          </p:cNvPr>
          <p:cNvSpPr txBox="1"/>
          <p:nvPr/>
        </p:nvSpPr>
        <p:spPr>
          <a:xfrm>
            <a:off x="8752537" y="1900372"/>
            <a:ext cx="335560" cy="400110"/>
          </a:xfrm>
          <a:prstGeom prst="rect">
            <a:avLst/>
          </a:prstGeom>
          <a:noFill/>
        </p:spPr>
        <p:txBody>
          <a:bodyPr wrap="square" rtlCol="0">
            <a:spAutoFit/>
          </a:bodyPr>
          <a:lstStyle/>
          <a:p>
            <a:r>
              <a:rPr lang="en-US" altLang="zh-TW" sz="2000" b="1" dirty="0">
                <a:solidFill>
                  <a:srgbClr val="FFC000"/>
                </a:solidFill>
              </a:rPr>
              <a:t>3</a:t>
            </a:r>
            <a:endParaRPr lang="zh-TW" altLang="en-US" sz="2000" b="1" dirty="0">
              <a:solidFill>
                <a:srgbClr val="FFC000"/>
              </a:solidFill>
            </a:endParaRPr>
          </a:p>
        </p:txBody>
      </p:sp>
      <p:pic>
        <p:nvPicPr>
          <p:cNvPr id="6" name="圖片 5" descr="一張含有 文字 的圖片&#10;&#10;自動產生的描述">
            <a:extLst>
              <a:ext uri="{FF2B5EF4-FFF2-40B4-BE49-F238E27FC236}">
                <a16:creationId xmlns:a16="http://schemas.microsoft.com/office/drawing/2014/main" id="{2B1408AE-AF4D-4E70-89FC-A1945D092AE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9611" y="4215035"/>
            <a:ext cx="5829822" cy="1419574"/>
          </a:xfrm>
          <a:prstGeom prst="rect">
            <a:avLst/>
          </a:prstGeom>
        </p:spPr>
      </p:pic>
      <p:sp>
        <p:nvSpPr>
          <p:cNvPr id="7" name="文字方塊 6">
            <a:extLst>
              <a:ext uri="{FF2B5EF4-FFF2-40B4-BE49-F238E27FC236}">
                <a16:creationId xmlns:a16="http://schemas.microsoft.com/office/drawing/2014/main" id="{BDDA3802-9C1F-4BE6-A107-8539B2E53B7F}"/>
              </a:ext>
            </a:extLst>
          </p:cNvPr>
          <p:cNvSpPr txBox="1"/>
          <p:nvPr/>
        </p:nvSpPr>
        <p:spPr>
          <a:xfrm>
            <a:off x="679611" y="1400074"/>
            <a:ext cx="1026873"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3SAT:</a:t>
            </a:r>
            <a:endParaRPr lang="zh-TW" altLang="en-US" sz="2400" dirty="0">
              <a:latin typeface="Times New Roman" panose="02020603050405020304" pitchFamily="18" charset="0"/>
              <a:cs typeface="Times New Roman" panose="02020603050405020304" pitchFamily="18" charset="0"/>
            </a:endParaRPr>
          </a:p>
        </p:txBody>
      </p:sp>
      <p:sp>
        <p:nvSpPr>
          <p:cNvPr id="28" name="文字方塊 27">
            <a:extLst>
              <a:ext uri="{FF2B5EF4-FFF2-40B4-BE49-F238E27FC236}">
                <a16:creationId xmlns:a16="http://schemas.microsoft.com/office/drawing/2014/main" id="{412977F7-316E-4C84-ABC9-850D23B77122}"/>
              </a:ext>
            </a:extLst>
          </p:cNvPr>
          <p:cNvSpPr txBox="1"/>
          <p:nvPr/>
        </p:nvSpPr>
        <p:spPr>
          <a:xfrm>
            <a:off x="602910" y="3530500"/>
            <a:ext cx="1329814"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P(ENL): </a:t>
            </a:r>
            <a:endParaRPr lang="zh-TW" altLang="en-US" sz="24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BAD8040B-CADD-4F17-B0EF-4E6FB7CFA472}"/>
              </a:ext>
            </a:extLst>
          </p:cNvPr>
          <p:cNvSpPr txBox="1"/>
          <p:nvPr/>
        </p:nvSpPr>
        <p:spPr>
          <a:xfrm>
            <a:off x="9175008" y="6078425"/>
            <a:ext cx="1084261" cy="369332"/>
          </a:xfrm>
          <a:prstGeom prst="rect">
            <a:avLst/>
          </a:prstGeom>
          <a:noFill/>
        </p:spPr>
        <p:txBody>
          <a:bodyPr wrap="square" rtlCol="0">
            <a:spAutoFit/>
          </a:bodyPr>
          <a:lstStyle/>
          <a:p>
            <a:r>
              <a:rPr lang="en-US" altLang="zh-TW" dirty="0"/>
              <a:t>Matrix A</a:t>
            </a:r>
            <a:endParaRPr lang="zh-TW" altLang="en-US" dirty="0"/>
          </a:p>
        </p:txBody>
      </p:sp>
    </p:spTree>
    <p:extLst>
      <p:ext uri="{BB962C8B-B14F-4D97-AF65-F5344CB8AC3E}">
        <p14:creationId xmlns:p14="http://schemas.microsoft.com/office/powerpoint/2010/main" val="106718019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7AFCD-574A-4525-9F59-D0A9CB3F50E7}"/>
              </a:ext>
            </a:extLst>
          </p:cNvPr>
          <p:cNvSpPr>
            <a:spLocks noGrp="1"/>
          </p:cNvSpPr>
          <p:nvPr>
            <p:ph type="title"/>
          </p:nvPr>
        </p:nvSpPr>
        <p:spPr>
          <a:xfrm>
            <a:off x="838200" y="365126"/>
            <a:ext cx="10814108" cy="1136504"/>
          </a:xfrm>
        </p:spPr>
        <p:txBody>
          <a:bodyPr>
            <a:normAutofit/>
          </a:bodyPr>
          <a:lstStyle/>
          <a:p>
            <a:r>
              <a:rPr lang="en-US" altLang="zh-TW" sz="3600" dirty="0">
                <a:latin typeface="Times New Roman" panose="02020603050405020304" pitchFamily="18" charset="0"/>
                <a:cs typeface="Times New Roman" panose="02020603050405020304" pitchFamily="18" charset="0"/>
              </a:rPr>
              <a:t>NP‑Hardness of P(ENL) and P(ENE)</a:t>
            </a:r>
            <a:endParaRPr lang="zh-TW" altLang="en-US" sz="3600" dirty="0">
              <a:latin typeface="Times New Roman" panose="02020603050405020304" pitchFamily="18" charset="0"/>
              <a:cs typeface="Times New Roman" panose="02020603050405020304" pitchFamily="18" charset="0"/>
            </a:endParaRPr>
          </a:p>
        </p:txBody>
      </p:sp>
      <p:pic>
        <p:nvPicPr>
          <p:cNvPr id="4" name="圖片 3" descr="一張含有 文字 的圖片&#10;&#10;自動產生的描述">
            <a:extLst>
              <a:ext uri="{FF2B5EF4-FFF2-40B4-BE49-F238E27FC236}">
                <a16:creationId xmlns:a16="http://schemas.microsoft.com/office/drawing/2014/main" id="{9803E7B6-7BB0-485F-B42E-B14F31F427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0204" y="2209066"/>
            <a:ext cx="4194016" cy="3667987"/>
          </a:xfrm>
          <a:prstGeom prst="rect">
            <a:avLst/>
          </a:prstGeom>
        </p:spPr>
      </p:pic>
      <p:pic>
        <p:nvPicPr>
          <p:cNvPr id="11" name="圖片 10" descr="一張含有 文字 的圖片&#10;&#10;自動產生的描述">
            <a:extLst>
              <a:ext uri="{FF2B5EF4-FFF2-40B4-BE49-F238E27FC236}">
                <a16:creationId xmlns:a16="http://schemas.microsoft.com/office/drawing/2014/main" id="{91258496-71A2-4D73-B86F-7577ED62F7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194" y="1699573"/>
            <a:ext cx="4179727" cy="1839988"/>
          </a:xfrm>
          <a:prstGeom prst="rect">
            <a:avLst/>
          </a:prstGeom>
        </p:spPr>
      </p:pic>
      <p:cxnSp>
        <p:nvCxnSpPr>
          <p:cNvPr id="13" name="直線接點 12">
            <a:extLst>
              <a:ext uri="{FF2B5EF4-FFF2-40B4-BE49-F238E27FC236}">
                <a16:creationId xmlns:a16="http://schemas.microsoft.com/office/drawing/2014/main" id="{D7F37376-8329-43D0-85AC-14C28AD7A9D1}"/>
              </a:ext>
            </a:extLst>
          </p:cNvPr>
          <p:cNvCxnSpPr/>
          <p:nvPr/>
        </p:nvCxnSpPr>
        <p:spPr>
          <a:xfrm>
            <a:off x="8150247" y="2043404"/>
            <a:ext cx="0" cy="4114800"/>
          </a:xfrm>
          <a:prstGeom prst="line">
            <a:avLst/>
          </a:prstGeom>
          <a:ln w="38100"/>
        </p:spPr>
        <p:style>
          <a:lnRef idx="1">
            <a:schemeClr val="accent4"/>
          </a:lnRef>
          <a:fillRef idx="0">
            <a:schemeClr val="accent4"/>
          </a:fillRef>
          <a:effectRef idx="0">
            <a:schemeClr val="accent4"/>
          </a:effectRef>
          <a:fontRef idx="minor">
            <a:schemeClr val="tx1"/>
          </a:fontRef>
        </p:style>
      </p:cxnSp>
      <p:cxnSp>
        <p:nvCxnSpPr>
          <p:cNvPr id="15" name="直線接點 14">
            <a:extLst>
              <a:ext uri="{FF2B5EF4-FFF2-40B4-BE49-F238E27FC236}">
                <a16:creationId xmlns:a16="http://schemas.microsoft.com/office/drawing/2014/main" id="{1E5048DE-CB1B-4C18-AD88-AEF3199DAE36}"/>
              </a:ext>
            </a:extLst>
          </p:cNvPr>
          <p:cNvCxnSpPr/>
          <p:nvPr/>
        </p:nvCxnSpPr>
        <p:spPr>
          <a:xfrm>
            <a:off x="9317716" y="2061580"/>
            <a:ext cx="0" cy="4114800"/>
          </a:xfrm>
          <a:prstGeom prst="line">
            <a:avLst/>
          </a:prstGeom>
          <a:ln w="38100"/>
        </p:spPr>
        <p:style>
          <a:lnRef idx="1">
            <a:schemeClr val="accent4"/>
          </a:lnRef>
          <a:fillRef idx="0">
            <a:schemeClr val="accent4"/>
          </a:fillRef>
          <a:effectRef idx="0">
            <a:schemeClr val="accent4"/>
          </a:effectRef>
          <a:fontRef idx="minor">
            <a:schemeClr val="tx1"/>
          </a:fontRef>
        </p:style>
      </p:cxnSp>
      <p:sp>
        <p:nvSpPr>
          <p:cNvPr id="16" name="文字方塊 15">
            <a:extLst>
              <a:ext uri="{FF2B5EF4-FFF2-40B4-BE49-F238E27FC236}">
                <a16:creationId xmlns:a16="http://schemas.microsoft.com/office/drawing/2014/main" id="{0C257DDD-F4AA-4A8A-A800-6F94A954AC25}"/>
              </a:ext>
            </a:extLst>
          </p:cNvPr>
          <p:cNvSpPr txBox="1"/>
          <p:nvPr/>
        </p:nvSpPr>
        <p:spPr>
          <a:xfrm>
            <a:off x="7398733" y="1470852"/>
            <a:ext cx="335560" cy="461665"/>
          </a:xfrm>
          <a:prstGeom prst="rect">
            <a:avLst/>
          </a:prstGeom>
          <a:noFill/>
        </p:spPr>
        <p:txBody>
          <a:bodyPr wrap="square" rtlCol="0">
            <a:spAutoFit/>
          </a:bodyPr>
          <a:lstStyle/>
          <a:p>
            <a:r>
              <a:rPr lang="en-US" altLang="zh-TW" sz="2400" b="1" dirty="0">
                <a:solidFill>
                  <a:srgbClr val="FFC000"/>
                </a:solidFill>
              </a:rPr>
              <a:t>1</a:t>
            </a:r>
            <a:endParaRPr lang="zh-TW" altLang="en-US" sz="2400" b="1" dirty="0">
              <a:solidFill>
                <a:srgbClr val="FFC000"/>
              </a:solidFill>
            </a:endParaRPr>
          </a:p>
        </p:txBody>
      </p:sp>
      <p:sp>
        <p:nvSpPr>
          <p:cNvPr id="17" name="文字方塊 16">
            <a:extLst>
              <a:ext uri="{FF2B5EF4-FFF2-40B4-BE49-F238E27FC236}">
                <a16:creationId xmlns:a16="http://schemas.microsoft.com/office/drawing/2014/main" id="{C9E31D94-10E2-42A4-8A5D-643D82C60E49}"/>
              </a:ext>
            </a:extLst>
          </p:cNvPr>
          <p:cNvSpPr txBox="1"/>
          <p:nvPr/>
        </p:nvSpPr>
        <p:spPr>
          <a:xfrm>
            <a:off x="8566202" y="1579849"/>
            <a:ext cx="335560" cy="461665"/>
          </a:xfrm>
          <a:prstGeom prst="rect">
            <a:avLst/>
          </a:prstGeom>
          <a:noFill/>
        </p:spPr>
        <p:txBody>
          <a:bodyPr wrap="square" rtlCol="0">
            <a:spAutoFit/>
          </a:bodyPr>
          <a:lstStyle/>
          <a:p>
            <a:r>
              <a:rPr lang="en-US" altLang="zh-TW" sz="2400" b="1" dirty="0">
                <a:solidFill>
                  <a:srgbClr val="FFC000"/>
                </a:solidFill>
              </a:rPr>
              <a:t>2</a:t>
            </a:r>
            <a:endParaRPr lang="zh-TW" altLang="en-US" sz="2400" b="1" dirty="0">
              <a:solidFill>
                <a:srgbClr val="FFC000"/>
              </a:solidFill>
            </a:endParaRPr>
          </a:p>
        </p:txBody>
      </p:sp>
      <p:sp>
        <p:nvSpPr>
          <p:cNvPr id="18" name="文字方塊 17">
            <a:extLst>
              <a:ext uri="{FF2B5EF4-FFF2-40B4-BE49-F238E27FC236}">
                <a16:creationId xmlns:a16="http://schemas.microsoft.com/office/drawing/2014/main" id="{185F0C87-2D68-4289-BAAC-B379AEC6DD06}"/>
              </a:ext>
            </a:extLst>
          </p:cNvPr>
          <p:cNvSpPr txBox="1"/>
          <p:nvPr/>
        </p:nvSpPr>
        <p:spPr>
          <a:xfrm>
            <a:off x="9733671" y="1594245"/>
            <a:ext cx="335560" cy="461665"/>
          </a:xfrm>
          <a:prstGeom prst="rect">
            <a:avLst/>
          </a:prstGeom>
          <a:noFill/>
        </p:spPr>
        <p:txBody>
          <a:bodyPr wrap="square" rtlCol="0">
            <a:spAutoFit/>
          </a:bodyPr>
          <a:lstStyle/>
          <a:p>
            <a:r>
              <a:rPr lang="en-US" altLang="zh-TW" sz="2400" b="1" dirty="0">
                <a:solidFill>
                  <a:srgbClr val="FFC000"/>
                </a:solidFill>
              </a:rPr>
              <a:t>3</a:t>
            </a:r>
            <a:endParaRPr lang="zh-TW" altLang="en-US" sz="2400" b="1" dirty="0">
              <a:solidFill>
                <a:srgbClr val="FFC000"/>
              </a:solidFill>
            </a:endParaRPr>
          </a:p>
        </p:txBody>
      </p:sp>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3B4B9DF0-2B43-4B9F-B9D6-81EAAFBDEBE6}"/>
                  </a:ext>
                </a:extLst>
              </p:cNvPr>
              <p:cNvSpPr txBox="1"/>
              <p:nvPr/>
            </p:nvSpPr>
            <p:spPr>
              <a:xfrm>
                <a:off x="6378106" y="2595657"/>
                <a:ext cx="380960" cy="39299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000" i="1" dirty="0" smtClean="0">
                              <a:solidFill>
                                <a:srgbClr val="FFC000"/>
                              </a:solidFill>
                              <a:latin typeface="Cambria Math" panose="02040503050406030204" pitchFamily="18" charset="0"/>
                            </a:rPr>
                          </m:ctrlPr>
                        </m:sSubPr>
                        <m:e>
                          <m:r>
                            <a:rPr lang="en-US" altLang="zh-TW" sz="2000" b="0" i="1" dirty="0" smtClean="0">
                              <a:solidFill>
                                <a:srgbClr val="FFC000"/>
                              </a:solidFill>
                              <a:latin typeface="Cambria Math" panose="02040503050406030204" pitchFamily="18" charset="0"/>
                            </a:rPr>
                            <m:t>𝑥</m:t>
                          </m:r>
                        </m:e>
                        <m:sub>
                          <m:r>
                            <a:rPr lang="en-US" altLang="zh-TW" sz="2000" b="0" i="0" dirty="0" smtClean="0">
                              <a:solidFill>
                                <a:srgbClr val="FFC000"/>
                              </a:solidFill>
                              <a:latin typeface="Cambria Math" panose="02040503050406030204" pitchFamily="18" charset="0"/>
                            </a:rPr>
                            <m:t>1</m:t>
                          </m:r>
                        </m:sub>
                      </m:sSub>
                    </m:oMath>
                  </m:oMathPara>
                </a14:m>
                <a:endParaRPr lang="zh-TW" altLang="en-US" sz="2000" baseline="-25000" dirty="0">
                  <a:solidFill>
                    <a:srgbClr val="FFC000"/>
                  </a:solidFill>
                </a:endParaRPr>
              </a:p>
            </p:txBody>
          </p:sp>
        </mc:Choice>
        <mc:Fallback xmlns="">
          <p:sp>
            <p:nvSpPr>
              <p:cNvPr id="19" name="文字方塊 18">
                <a:extLst>
                  <a:ext uri="{FF2B5EF4-FFF2-40B4-BE49-F238E27FC236}">
                    <a16:creationId xmlns:a16="http://schemas.microsoft.com/office/drawing/2014/main" id="{3B4B9DF0-2B43-4B9F-B9D6-81EAAFBDEBE6}"/>
                  </a:ext>
                </a:extLst>
              </p:cNvPr>
              <p:cNvSpPr txBox="1">
                <a:spLocks noRot="1" noChangeAspect="1" noMove="1" noResize="1" noEditPoints="1" noAdjustHandles="1" noChangeArrowheads="1" noChangeShapeType="1" noTextEdit="1"/>
              </p:cNvSpPr>
              <p:nvPr/>
            </p:nvSpPr>
            <p:spPr>
              <a:xfrm>
                <a:off x="6378106" y="2595657"/>
                <a:ext cx="380960" cy="392993"/>
              </a:xfrm>
              <a:prstGeom prst="rect">
                <a:avLst/>
              </a:prstGeom>
              <a:blipFill>
                <a:blip r:embed="rId4"/>
                <a:stretch>
                  <a:fillRect r="-1587" b="-3125"/>
                </a:stretch>
              </a:blipFill>
            </p:spPr>
            <p:txBody>
              <a:bodyPr/>
              <a:lstStyle/>
              <a:p>
                <a:r>
                  <a:rPr lang="zh-TW" altLang="en-US">
                    <a:noFill/>
                  </a:rPr>
                  <a:t> </a:t>
                </a:r>
              </a:p>
            </p:txBody>
          </p:sp>
        </mc:Fallback>
      </mc:AlternateContent>
      <p:sp>
        <p:nvSpPr>
          <p:cNvPr id="20" name="文字方塊 19">
            <a:extLst>
              <a:ext uri="{FF2B5EF4-FFF2-40B4-BE49-F238E27FC236}">
                <a16:creationId xmlns:a16="http://schemas.microsoft.com/office/drawing/2014/main" id="{B5355C74-C532-4B09-9EAB-EB9CCF938F02}"/>
              </a:ext>
            </a:extLst>
          </p:cNvPr>
          <p:cNvSpPr txBox="1"/>
          <p:nvPr/>
        </p:nvSpPr>
        <p:spPr>
          <a:xfrm>
            <a:off x="5957353" y="3478173"/>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2</a:t>
            </a:r>
            <a:endParaRPr lang="zh-TW" altLang="en-US" sz="2400" b="1" baseline="-25000" dirty="0">
              <a:solidFill>
                <a:srgbClr val="FFC000"/>
              </a:solidFill>
            </a:endParaRPr>
          </a:p>
        </p:txBody>
      </p:sp>
      <p:sp>
        <p:nvSpPr>
          <p:cNvPr id="21" name="文字方塊 20">
            <a:extLst>
              <a:ext uri="{FF2B5EF4-FFF2-40B4-BE49-F238E27FC236}">
                <a16:creationId xmlns:a16="http://schemas.microsoft.com/office/drawing/2014/main" id="{B034DBF4-10E3-4520-A928-8C43D8ABAFBB}"/>
              </a:ext>
            </a:extLst>
          </p:cNvPr>
          <p:cNvSpPr txBox="1"/>
          <p:nvPr/>
        </p:nvSpPr>
        <p:spPr>
          <a:xfrm>
            <a:off x="5957352" y="4189870"/>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3</a:t>
            </a:r>
            <a:endParaRPr lang="zh-TW" altLang="en-US" sz="2400" b="1" baseline="-25000" dirty="0">
              <a:solidFill>
                <a:srgbClr val="FFC000"/>
              </a:solidFill>
            </a:endParaRPr>
          </a:p>
        </p:txBody>
      </p:sp>
      <p:sp>
        <p:nvSpPr>
          <p:cNvPr id="22" name="文字方塊 21">
            <a:extLst>
              <a:ext uri="{FF2B5EF4-FFF2-40B4-BE49-F238E27FC236}">
                <a16:creationId xmlns:a16="http://schemas.microsoft.com/office/drawing/2014/main" id="{E5D38F54-FA9D-4519-A65A-8F6DBB2DA116}"/>
              </a:ext>
            </a:extLst>
          </p:cNvPr>
          <p:cNvSpPr txBox="1"/>
          <p:nvPr/>
        </p:nvSpPr>
        <p:spPr>
          <a:xfrm>
            <a:off x="5983828" y="5033461"/>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4</a:t>
            </a:r>
            <a:endParaRPr lang="zh-TW" altLang="en-US" sz="2400" b="1" baseline="-25000" dirty="0">
              <a:solidFill>
                <a:srgbClr val="FFC000"/>
              </a:solidFill>
            </a:endParaRPr>
          </a:p>
        </p:txBody>
      </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7830DB33-6D89-4BE4-BE29-7E31BEF76A04}"/>
                  </a:ext>
                </a:extLst>
              </p:cNvPr>
              <p:cNvSpPr txBox="1"/>
              <p:nvPr/>
            </p:nvSpPr>
            <p:spPr>
              <a:xfrm>
                <a:off x="6426484" y="3063960"/>
                <a:ext cx="30514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sz="2000" i="1" smtClean="0">
                              <a:solidFill>
                                <a:srgbClr val="FFC000"/>
                              </a:solidFill>
                              <a:latin typeface="Cambria Math" panose="02040503050406030204" pitchFamily="18" charset="0"/>
                            </a:rPr>
                          </m:ctrlPr>
                        </m:accPr>
                        <m:e>
                          <m:sSub>
                            <m:sSubPr>
                              <m:ctrlPr>
                                <a:rPr lang="zh-TW" altLang="en-US" sz="2000" i="1">
                                  <a:solidFill>
                                    <a:srgbClr val="FFC000"/>
                                  </a:solidFill>
                                  <a:latin typeface="Cambria Math" panose="02040503050406030204" pitchFamily="18" charset="0"/>
                                </a:rPr>
                              </m:ctrlPr>
                            </m:sSubPr>
                            <m:e>
                              <m:r>
                                <a:rPr lang="zh-TW" altLang="en-US" sz="2000" i="1">
                                  <a:solidFill>
                                    <a:srgbClr val="FFC000"/>
                                  </a:solidFill>
                                  <a:latin typeface="Cambria Math" panose="02040503050406030204" pitchFamily="18" charset="0"/>
                                </a:rPr>
                                <m:t>𝑥</m:t>
                              </m:r>
                            </m:e>
                            <m:sub>
                              <m:r>
                                <a:rPr lang="zh-TW" altLang="en-US" sz="2000" i="0">
                                  <a:solidFill>
                                    <a:srgbClr val="FFC000"/>
                                  </a:solidFill>
                                  <a:latin typeface="Cambria Math" panose="02040503050406030204" pitchFamily="18" charset="0"/>
                                </a:rPr>
                                <m:t>1</m:t>
                              </m:r>
                            </m:sub>
                          </m:sSub>
                        </m:e>
                      </m:acc>
                    </m:oMath>
                  </m:oMathPara>
                </a14:m>
                <a:endParaRPr lang="zh-TW" altLang="en-US" sz="2000" dirty="0"/>
              </a:p>
            </p:txBody>
          </p:sp>
        </mc:Choice>
        <mc:Fallback xmlns="">
          <p:sp>
            <p:nvSpPr>
              <p:cNvPr id="24" name="文字方塊 23">
                <a:extLst>
                  <a:ext uri="{FF2B5EF4-FFF2-40B4-BE49-F238E27FC236}">
                    <a16:creationId xmlns:a16="http://schemas.microsoft.com/office/drawing/2014/main" id="{7830DB33-6D89-4BE4-BE29-7E31BEF76A04}"/>
                  </a:ext>
                </a:extLst>
              </p:cNvPr>
              <p:cNvSpPr txBox="1">
                <a:spLocks noRot="1" noChangeAspect="1" noMove="1" noResize="1" noEditPoints="1" noAdjustHandles="1" noChangeArrowheads="1" noChangeShapeType="1" noTextEdit="1"/>
              </p:cNvSpPr>
              <p:nvPr/>
            </p:nvSpPr>
            <p:spPr>
              <a:xfrm>
                <a:off x="6426484" y="3063960"/>
                <a:ext cx="305147" cy="307777"/>
              </a:xfrm>
              <a:prstGeom prst="rect">
                <a:avLst/>
              </a:prstGeom>
              <a:blipFill>
                <a:blip r:embed="rId6"/>
                <a:stretch>
                  <a:fillRect l="-10000" r="-8000" b="-16000"/>
                </a:stretch>
              </a:blipFill>
            </p:spPr>
            <p:txBody>
              <a:bodyPr/>
              <a:lstStyle/>
              <a:p>
                <a:r>
                  <a:rPr lang="zh-TW" altLang="en-US">
                    <a:noFill/>
                  </a:rPr>
                  <a:t> </a:t>
                </a:r>
              </a:p>
            </p:txBody>
          </p:sp>
        </mc:Fallback>
      </mc:AlternateContent>
      <p:sp>
        <p:nvSpPr>
          <p:cNvPr id="25" name="文字方塊 24">
            <a:extLst>
              <a:ext uri="{FF2B5EF4-FFF2-40B4-BE49-F238E27FC236}">
                <a16:creationId xmlns:a16="http://schemas.microsoft.com/office/drawing/2014/main" id="{8305FB12-293B-4E8D-AB6E-6133ED6F0D0C}"/>
              </a:ext>
            </a:extLst>
          </p:cNvPr>
          <p:cNvSpPr txBox="1"/>
          <p:nvPr/>
        </p:nvSpPr>
        <p:spPr>
          <a:xfrm>
            <a:off x="5957353" y="2792153"/>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1</a:t>
            </a:r>
            <a:endParaRPr lang="zh-TW" altLang="en-US" sz="2400" b="1" baseline="-25000" dirty="0">
              <a:solidFill>
                <a:srgbClr val="FFC000"/>
              </a:solidFill>
            </a:endParaRPr>
          </a:p>
        </p:txBody>
      </p:sp>
      <p:sp>
        <p:nvSpPr>
          <p:cNvPr id="23" name="文字方塊 22">
            <a:extLst>
              <a:ext uri="{FF2B5EF4-FFF2-40B4-BE49-F238E27FC236}">
                <a16:creationId xmlns:a16="http://schemas.microsoft.com/office/drawing/2014/main" id="{7303E137-3F52-4D78-9EC6-DB5F3F0A1889}"/>
              </a:ext>
            </a:extLst>
          </p:cNvPr>
          <p:cNvSpPr txBox="1"/>
          <p:nvPr/>
        </p:nvSpPr>
        <p:spPr>
          <a:xfrm>
            <a:off x="7012124" y="2009011"/>
            <a:ext cx="335560" cy="400110"/>
          </a:xfrm>
          <a:prstGeom prst="rect">
            <a:avLst/>
          </a:prstGeom>
          <a:noFill/>
        </p:spPr>
        <p:txBody>
          <a:bodyPr wrap="square" rtlCol="0">
            <a:spAutoFit/>
          </a:bodyPr>
          <a:lstStyle/>
          <a:p>
            <a:r>
              <a:rPr lang="en-US" altLang="zh-TW" sz="2000" b="1" dirty="0">
                <a:solidFill>
                  <a:srgbClr val="FFC000"/>
                </a:solidFill>
              </a:rPr>
              <a:t>1</a:t>
            </a:r>
            <a:endParaRPr lang="zh-TW" altLang="en-US" sz="2000" b="1" dirty="0">
              <a:solidFill>
                <a:srgbClr val="FFC000"/>
              </a:solidFill>
            </a:endParaRPr>
          </a:p>
        </p:txBody>
      </p:sp>
      <p:sp>
        <p:nvSpPr>
          <p:cNvPr id="26" name="文字方塊 25">
            <a:extLst>
              <a:ext uri="{FF2B5EF4-FFF2-40B4-BE49-F238E27FC236}">
                <a16:creationId xmlns:a16="http://schemas.microsoft.com/office/drawing/2014/main" id="{18EFF8C5-72BF-440F-ACE0-9B78BDED1DE5}"/>
              </a:ext>
            </a:extLst>
          </p:cNvPr>
          <p:cNvSpPr txBox="1"/>
          <p:nvPr/>
        </p:nvSpPr>
        <p:spPr>
          <a:xfrm>
            <a:off x="7413405" y="2009011"/>
            <a:ext cx="335560" cy="400110"/>
          </a:xfrm>
          <a:prstGeom prst="rect">
            <a:avLst/>
          </a:prstGeom>
          <a:noFill/>
        </p:spPr>
        <p:txBody>
          <a:bodyPr wrap="square" rtlCol="0">
            <a:spAutoFit/>
          </a:bodyPr>
          <a:lstStyle/>
          <a:p>
            <a:r>
              <a:rPr lang="en-US" altLang="zh-TW" sz="2000" b="1" dirty="0">
                <a:solidFill>
                  <a:srgbClr val="FFC000"/>
                </a:solidFill>
              </a:rPr>
              <a:t>2</a:t>
            </a:r>
            <a:endParaRPr lang="zh-TW" altLang="en-US" sz="2000" b="1" dirty="0">
              <a:solidFill>
                <a:srgbClr val="FFC000"/>
              </a:solidFill>
            </a:endParaRPr>
          </a:p>
        </p:txBody>
      </p:sp>
      <p:sp>
        <p:nvSpPr>
          <p:cNvPr id="27" name="文字方塊 26">
            <a:extLst>
              <a:ext uri="{FF2B5EF4-FFF2-40B4-BE49-F238E27FC236}">
                <a16:creationId xmlns:a16="http://schemas.microsoft.com/office/drawing/2014/main" id="{4C9640A7-2F09-4CE1-9AB6-3546F968BC6F}"/>
              </a:ext>
            </a:extLst>
          </p:cNvPr>
          <p:cNvSpPr txBox="1"/>
          <p:nvPr/>
        </p:nvSpPr>
        <p:spPr>
          <a:xfrm>
            <a:off x="7810978" y="2009011"/>
            <a:ext cx="335560" cy="400110"/>
          </a:xfrm>
          <a:prstGeom prst="rect">
            <a:avLst/>
          </a:prstGeom>
          <a:noFill/>
        </p:spPr>
        <p:txBody>
          <a:bodyPr wrap="square" rtlCol="0">
            <a:spAutoFit/>
          </a:bodyPr>
          <a:lstStyle/>
          <a:p>
            <a:r>
              <a:rPr lang="en-US" altLang="zh-TW" sz="2000" b="1" dirty="0">
                <a:solidFill>
                  <a:srgbClr val="FFC000"/>
                </a:solidFill>
              </a:rPr>
              <a:t>3</a:t>
            </a:r>
            <a:endParaRPr lang="zh-TW" altLang="en-US" sz="2000" b="1" dirty="0">
              <a:solidFill>
                <a:srgbClr val="FFC000"/>
              </a:solidFill>
            </a:endParaRPr>
          </a:p>
        </p:txBody>
      </p:sp>
      <p:sp>
        <p:nvSpPr>
          <p:cNvPr id="5" name="橢圓 4">
            <a:extLst>
              <a:ext uri="{FF2B5EF4-FFF2-40B4-BE49-F238E27FC236}">
                <a16:creationId xmlns:a16="http://schemas.microsoft.com/office/drawing/2014/main" id="{701A6ACB-B418-48F8-9052-A251707ED8BF}"/>
              </a:ext>
            </a:extLst>
          </p:cNvPr>
          <p:cNvSpPr/>
          <p:nvPr/>
        </p:nvSpPr>
        <p:spPr>
          <a:xfrm>
            <a:off x="2123374" y="2232836"/>
            <a:ext cx="506468" cy="50340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a:extLst>
              <a:ext uri="{FF2B5EF4-FFF2-40B4-BE49-F238E27FC236}">
                <a16:creationId xmlns:a16="http://schemas.microsoft.com/office/drawing/2014/main" id="{A3E649DA-9B38-474A-B312-9796D9D3CE5A}"/>
              </a:ext>
            </a:extLst>
          </p:cNvPr>
          <p:cNvSpPr/>
          <p:nvPr/>
        </p:nvSpPr>
        <p:spPr>
          <a:xfrm>
            <a:off x="6879679" y="2597160"/>
            <a:ext cx="506468" cy="50340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文字方塊 28">
            <a:extLst>
              <a:ext uri="{FF2B5EF4-FFF2-40B4-BE49-F238E27FC236}">
                <a16:creationId xmlns:a16="http://schemas.microsoft.com/office/drawing/2014/main" id="{46D78D6E-2F4F-4849-85A7-C07920113C44}"/>
              </a:ext>
            </a:extLst>
          </p:cNvPr>
          <p:cNvSpPr txBox="1"/>
          <p:nvPr/>
        </p:nvSpPr>
        <p:spPr>
          <a:xfrm>
            <a:off x="8233455" y="6268263"/>
            <a:ext cx="1084261" cy="369332"/>
          </a:xfrm>
          <a:prstGeom prst="rect">
            <a:avLst/>
          </a:prstGeom>
          <a:noFill/>
        </p:spPr>
        <p:txBody>
          <a:bodyPr wrap="square" rtlCol="0">
            <a:spAutoFit/>
          </a:bodyPr>
          <a:lstStyle/>
          <a:p>
            <a:r>
              <a:rPr lang="en-US" altLang="zh-TW" dirty="0"/>
              <a:t>Matrix A</a:t>
            </a:r>
            <a:endParaRPr lang="zh-TW" altLang="en-US" dirty="0"/>
          </a:p>
        </p:txBody>
      </p:sp>
      <p:pic>
        <p:nvPicPr>
          <p:cNvPr id="30" name="圖片 29" descr="一張含有 文字 的圖片&#10;&#10;自動產生的描述">
            <a:extLst>
              <a:ext uri="{FF2B5EF4-FFF2-40B4-BE49-F238E27FC236}">
                <a16:creationId xmlns:a16="http://schemas.microsoft.com/office/drawing/2014/main" id="{4133C54A-04BC-4293-9746-DA3EF842D5C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4006" y="3717793"/>
            <a:ext cx="5829822" cy="1419574"/>
          </a:xfrm>
          <a:prstGeom prst="rect">
            <a:avLst/>
          </a:prstGeom>
        </p:spPr>
      </p:pic>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641A74FD-BB45-4196-A763-6BDE892EC942}"/>
                  </a:ext>
                </a:extLst>
              </p:cNvPr>
              <p:cNvSpPr txBox="1"/>
              <p:nvPr/>
            </p:nvSpPr>
            <p:spPr>
              <a:xfrm>
                <a:off x="670063" y="5292948"/>
                <a:ext cx="5128331" cy="465192"/>
              </a:xfrm>
              <a:prstGeom prst="rect">
                <a:avLst/>
              </a:prstGeom>
              <a:noFill/>
            </p:spPr>
            <p:txBody>
              <a:bodyPr wrap="square" rtlCol="0">
                <a:spAutoFit/>
              </a:bodyPr>
              <a:lstStyle/>
              <a:p>
                <a14:m>
                  <m:oMath xmlns:m="http://schemas.openxmlformats.org/officeDocument/2006/math">
                    <m:sSubSup>
                      <m:sSubSupPr>
                        <m:ctrlPr>
                          <a:rPr lang="en-US" altLang="zh-TW" sz="2400" i="1" dirty="0" smtClean="0">
                            <a:solidFill>
                              <a:srgbClr val="FF0000"/>
                            </a:solidFill>
                            <a:latin typeface="Cambria Math" panose="02040503050406030204" pitchFamily="18" charset="0"/>
                          </a:rPr>
                        </m:ctrlPr>
                      </m:sSubSupPr>
                      <m:e>
                        <m:r>
                          <a:rPr lang="en-US" altLang="zh-TW" sz="2400" b="0" i="1" dirty="0" smtClean="0">
                            <a:solidFill>
                              <a:srgbClr val="FF0000"/>
                            </a:solidFill>
                            <a:latin typeface="Cambria Math" panose="02040503050406030204" pitchFamily="18" charset="0"/>
                          </a:rPr>
                          <m:t>𝑙</m:t>
                        </m:r>
                      </m:e>
                      <m:sub>
                        <m:r>
                          <a:rPr lang="en-US" altLang="zh-TW" sz="2400" b="0" i="1" dirty="0" smtClean="0">
                            <a:solidFill>
                              <a:srgbClr val="FF0000"/>
                            </a:solidFill>
                            <a:latin typeface="Cambria Math" panose="02040503050406030204" pitchFamily="18" charset="0"/>
                          </a:rPr>
                          <m:t>1</m:t>
                        </m:r>
                      </m:sub>
                      <m:sup>
                        <m:r>
                          <a:rPr lang="en-US" altLang="zh-TW" sz="2400" b="0" i="1" dirty="0" smtClean="0">
                            <a:solidFill>
                              <a:srgbClr val="FF0000"/>
                            </a:solidFill>
                            <a:latin typeface="Cambria Math" panose="02040503050406030204" pitchFamily="18" charset="0"/>
                          </a:rPr>
                          <m:t>1</m:t>
                        </m:r>
                      </m:sup>
                    </m:sSubSup>
                    <m:r>
                      <a:rPr lang="en-US" altLang="zh-TW" sz="2400" i="1" dirty="0">
                        <a:solidFill>
                          <a:srgbClr val="FF0000"/>
                        </a:solidFill>
                        <a:latin typeface="Cambria Math" panose="02040503050406030204" pitchFamily="18" charset="0"/>
                      </a:rPr>
                      <m:t>,  </m:t>
                    </m:r>
                    <m:r>
                      <a:rPr lang="en-US" altLang="zh-TW" sz="2400" i="1" dirty="0">
                        <a:solidFill>
                          <a:srgbClr val="FF0000"/>
                        </a:solidFill>
                        <a:latin typeface="Cambria Math" panose="02040503050406030204" pitchFamily="18" charset="0"/>
                      </a:rPr>
                      <m:t>𝑖</m:t>
                    </m:r>
                    <m:r>
                      <a:rPr lang="en-US" altLang="zh-TW" sz="2400" i="1" dirty="0">
                        <a:solidFill>
                          <a:srgbClr val="FF0000"/>
                        </a:solidFill>
                        <a:latin typeface="Cambria Math" panose="02040503050406030204" pitchFamily="18" charset="0"/>
                      </a:rPr>
                      <m:t>=2∗1−1</m:t>
                    </m:r>
                  </m:oMath>
                </a14:m>
                <a:r>
                  <a:rPr lang="en-US" altLang="zh-TW" sz="2400" dirty="0">
                    <a:solidFill>
                      <a:srgbClr val="FF0000"/>
                    </a:solidFill>
                  </a:rPr>
                  <a:t>,        j = 3*(1-1)+1 = 1</a:t>
                </a:r>
                <a:endParaRPr lang="zh-TW" altLang="en-US" sz="2400" dirty="0"/>
              </a:p>
            </p:txBody>
          </p:sp>
        </mc:Choice>
        <mc:Fallback xmlns="">
          <p:sp>
            <p:nvSpPr>
              <p:cNvPr id="31" name="文字方塊 30">
                <a:extLst>
                  <a:ext uri="{FF2B5EF4-FFF2-40B4-BE49-F238E27FC236}">
                    <a16:creationId xmlns:a16="http://schemas.microsoft.com/office/drawing/2014/main" id="{641A74FD-BB45-4196-A763-6BDE892EC942}"/>
                  </a:ext>
                </a:extLst>
              </p:cNvPr>
              <p:cNvSpPr txBox="1">
                <a:spLocks noRot="1" noChangeAspect="1" noMove="1" noResize="1" noEditPoints="1" noAdjustHandles="1" noChangeArrowheads="1" noChangeShapeType="1" noTextEdit="1"/>
              </p:cNvSpPr>
              <p:nvPr/>
            </p:nvSpPr>
            <p:spPr>
              <a:xfrm>
                <a:off x="670063" y="5292948"/>
                <a:ext cx="5128331" cy="465192"/>
              </a:xfrm>
              <a:prstGeom prst="rect">
                <a:avLst/>
              </a:prstGeom>
              <a:blipFill>
                <a:blip r:embed="rId8"/>
                <a:stretch>
                  <a:fillRect l="-357" t="-9091" b="-2857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07791856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7AFCD-574A-4525-9F59-D0A9CB3F50E7}"/>
              </a:ext>
            </a:extLst>
          </p:cNvPr>
          <p:cNvSpPr>
            <a:spLocks noGrp="1"/>
          </p:cNvSpPr>
          <p:nvPr>
            <p:ph type="title"/>
          </p:nvPr>
        </p:nvSpPr>
        <p:spPr>
          <a:xfrm>
            <a:off x="838200" y="365126"/>
            <a:ext cx="10814108" cy="1136504"/>
          </a:xfrm>
        </p:spPr>
        <p:txBody>
          <a:bodyPr>
            <a:normAutofit/>
          </a:bodyPr>
          <a:lstStyle/>
          <a:p>
            <a:r>
              <a:rPr lang="en-US" altLang="zh-TW" sz="3600" dirty="0">
                <a:latin typeface="Times New Roman" panose="02020603050405020304" pitchFamily="18" charset="0"/>
                <a:cs typeface="Times New Roman" panose="02020603050405020304" pitchFamily="18" charset="0"/>
              </a:rPr>
              <a:t>NP‑Hardness of P(ENL) and P(ENE)</a:t>
            </a:r>
            <a:endParaRPr lang="zh-TW" altLang="en-US" sz="3600" dirty="0">
              <a:latin typeface="Times New Roman" panose="02020603050405020304" pitchFamily="18" charset="0"/>
              <a:cs typeface="Times New Roman" panose="02020603050405020304" pitchFamily="18" charset="0"/>
            </a:endParaRPr>
          </a:p>
        </p:txBody>
      </p:sp>
      <p:pic>
        <p:nvPicPr>
          <p:cNvPr id="4" name="圖片 3" descr="一張含有 文字 的圖片&#10;&#10;自動產生的描述">
            <a:extLst>
              <a:ext uri="{FF2B5EF4-FFF2-40B4-BE49-F238E27FC236}">
                <a16:creationId xmlns:a16="http://schemas.microsoft.com/office/drawing/2014/main" id="{9803E7B6-7BB0-485F-B42E-B14F31F427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0204" y="2209066"/>
            <a:ext cx="4194016" cy="3667987"/>
          </a:xfrm>
          <a:prstGeom prst="rect">
            <a:avLst/>
          </a:prstGeom>
        </p:spPr>
      </p:pic>
      <p:pic>
        <p:nvPicPr>
          <p:cNvPr id="11" name="圖片 10" descr="一張含有 文字 的圖片&#10;&#10;自動產生的描述">
            <a:extLst>
              <a:ext uri="{FF2B5EF4-FFF2-40B4-BE49-F238E27FC236}">
                <a16:creationId xmlns:a16="http://schemas.microsoft.com/office/drawing/2014/main" id="{91258496-71A2-4D73-B86F-7577ED62F7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35" y="2278992"/>
            <a:ext cx="4179727" cy="1839988"/>
          </a:xfrm>
          <a:prstGeom prst="rect">
            <a:avLst/>
          </a:prstGeom>
        </p:spPr>
      </p:pic>
      <p:cxnSp>
        <p:nvCxnSpPr>
          <p:cNvPr id="13" name="直線接點 12">
            <a:extLst>
              <a:ext uri="{FF2B5EF4-FFF2-40B4-BE49-F238E27FC236}">
                <a16:creationId xmlns:a16="http://schemas.microsoft.com/office/drawing/2014/main" id="{D7F37376-8329-43D0-85AC-14C28AD7A9D1}"/>
              </a:ext>
            </a:extLst>
          </p:cNvPr>
          <p:cNvCxnSpPr/>
          <p:nvPr/>
        </p:nvCxnSpPr>
        <p:spPr>
          <a:xfrm>
            <a:off x="8150247" y="2043404"/>
            <a:ext cx="0" cy="4114800"/>
          </a:xfrm>
          <a:prstGeom prst="line">
            <a:avLst/>
          </a:prstGeom>
          <a:ln w="38100"/>
        </p:spPr>
        <p:style>
          <a:lnRef idx="1">
            <a:schemeClr val="accent4"/>
          </a:lnRef>
          <a:fillRef idx="0">
            <a:schemeClr val="accent4"/>
          </a:fillRef>
          <a:effectRef idx="0">
            <a:schemeClr val="accent4"/>
          </a:effectRef>
          <a:fontRef idx="minor">
            <a:schemeClr val="tx1"/>
          </a:fontRef>
        </p:style>
      </p:cxnSp>
      <p:cxnSp>
        <p:nvCxnSpPr>
          <p:cNvPr id="15" name="直線接點 14">
            <a:extLst>
              <a:ext uri="{FF2B5EF4-FFF2-40B4-BE49-F238E27FC236}">
                <a16:creationId xmlns:a16="http://schemas.microsoft.com/office/drawing/2014/main" id="{1E5048DE-CB1B-4C18-AD88-AEF3199DAE36}"/>
              </a:ext>
            </a:extLst>
          </p:cNvPr>
          <p:cNvCxnSpPr/>
          <p:nvPr/>
        </p:nvCxnSpPr>
        <p:spPr>
          <a:xfrm>
            <a:off x="9317716" y="2061580"/>
            <a:ext cx="0" cy="4114800"/>
          </a:xfrm>
          <a:prstGeom prst="line">
            <a:avLst/>
          </a:prstGeom>
          <a:ln w="38100"/>
        </p:spPr>
        <p:style>
          <a:lnRef idx="1">
            <a:schemeClr val="accent4"/>
          </a:lnRef>
          <a:fillRef idx="0">
            <a:schemeClr val="accent4"/>
          </a:fillRef>
          <a:effectRef idx="0">
            <a:schemeClr val="accent4"/>
          </a:effectRef>
          <a:fontRef idx="minor">
            <a:schemeClr val="tx1"/>
          </a:fontRef>
        </p:style>
      </p:cxnSp>
      <p:sp>
        <p:nvSpPr>
          <p:cNvPr id="16" name="文字方塊 15">
            <a:extLst>
              <a:ext uri="{FF2B5EF4-FFF2-40B4-BE49-F238E27FC236}">
                <a16:creationId xmlns:a16="http://schemas.microsoft.com/office/drawing/2014/main" id="{0C257DDD-F4AA-4A8A-A800-6F94A954AC25}"/>
              </a:ext>
            </a:extLst>
          </p:cNvPr>
          <p:cNvSpPr txBox="1"/>
          <p:nvPr/>
        </p:nvSpPr>
        <p:spPr>
          <a:xfrm>
            <a:off x="7398733" y="1470852"/>
            <a:ext cx="335560" cy="461665"/>
          </a:xfrm>
          <a:prstGeom prst="rect">
            <a:avLst/>
          </a:prstGeom>
          <a:noFill/>
        </p:spPr>
        <p:txBody>
          <a:bodyPr wrap="square" rtlCol="0">
            <a:spAutoFit/>
          </a:bodyPr>
          <a:lstStyle/>
          <a:p>
            <a:r>
              <a:rPr lang="en-US" altLang="zh-TW" sz="2400" b="1" dirty="0">
                <a:solidFill>
                  <a:srgbClr val="FFC000"/>
                </a:solidFill>
              </a:rPr>
              <a:t>1</a:t>
            </a:r>
            <a:endParaRPr lang="zh-TW" altLang="en-US" sz="2400" b="1" dirty="0">
              <a:solidFill>
                <a:srgbClr val="FFC000"/>
              </a:solidFill>
            </a:endParaRPr>
          </a:p>
        </p:txBody>
      </p:sp>
      <p:sp>
        <p:nvSpPr>
          <p:cNvPr id="17" name="文字方塊 16">
            <a:extLst>
              <a:ext uri="{FF2B5EF4-FFF2-40B4-BE49-F238E27FC236}">
                <a16:creationId xmlns:a16="http://schemas.microsoft.com/office/drawing/2014/main" id="{C9E31D94-10E2-42A4-8A5D-643D82C60E49}"/>
              </a:ext>
            </a:extLst>
          </p:cNvPr>
          <p:cNvSpPr txBox="1"/>
          <p:nvPr/>
        </p:nvSpPr>
        <p:spPr>
          <a:xfrm>
            <a:off x="8566202" y="1579849"/>
            <a:ext cx="335560" cy="461665"/>
          </a:xfrm>
          <a:prstGeom prst="rect">
            <a:avLst/>
          </a:prstGeom>
          <a:noFill/>
        </p:spPr>
        <p:txBody>
          <a:bodyPr wrap="square" rtlCol="0">
            <a:spAutoFit/>
          </a:bodyPr>
          <a:lstStyle/>
          <a:p>
            <a:r>
              <a:rPr lang="en-US" altLang="zh-TW" sz="2400" b="1" dirty="0">
                <a:solidFill>
                  <a:srgbClr val="FFC000"/>
                </a:solidFill>
              </a:rPr>
              <a:t>2</a:t>
            </a:r>
            <a:endParaRPr lang="zh-TW" altLang="en-US" sz="2400" b="1" dirty="0">
              <a:solidFill>
                <a:srgbClr val="FFC000"/>
              </a:solidFill>
            </a:endParaRPr>
          </a:p>
        </p:txBody>
      </p:sp>
      <p:sp>
        <p:nvSpPr>
          <p:cNvPr id="18" name="文字方塊 17">
            <a:extLst>
              <a:ext uri="{FF2B5EF4-FFF2-40B4-BE49-F238E27FC236}">
                <a16:creationId xmlns:a16="http://schemas.microsoft.com/office/drawing/2014/main" id="{185F0C87-2D68-4289-BAAC-B379AEC6DD06}"/>
              </a:ext>
            </a:extLst>
          </p:cNvPr>
          <p:cNvSpPr txBox="1"/>
          <p:nvPr/>
        </p:nvSpPr>
        <p:spPr>
          <a:xfrm>
            <a:off x="9733671" y="1594245"/>
            <a:ext cx="335560" cy="461665"/>
          </a:xfrm>
          <a:prstGeom prst="rect">
            <a:avLst/>
          </a:prstGeom>
          <a:noFill/>
        </p:spPr>
        <p:txBody>
          <a:bodyPr wrap="square" rtlCol="0">
            <a:spAutoFit/>
          </a:bodyPr>
          <a:lstStyle/>
          <a:p>
            <a:r>
              <a:rPr lang="en-US" altLang="zh-TW" sz="2400" b="1" dirty="0">
                <a:solidFill>
                  <a:srgbClr val="FFC000"/>
                </a:solidFill>
              </a:rPr>
              <a:t>3</a:t>
            </a:r>
            <a:endParaRPr lang="zh-TW" altLang="en-US" sz="2400" b="1" dirty="0">
              <a:solidFill>
                <a:srgbClr val="FFC000"/>
              </a:solidFill>
            </a:endParaRPr>
          </a:p>
        </p:txBody>
      </p:sp>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3B4B9DF0-2B43-4B9F-B9D6-81EAAFBDEBE6}"/>
                  </a:ext>
                </a:extLst>
              </p:cNvPr>
              <p:cNvSpPr txBox="1"/>
              <p:nvPr/>
            </p:nvSpPr>
            <p:spPr>
              <a:xfrm>
                <a:off x="6378106" y="2595657"/>
                <a:ext cx="380960" cy="39299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000" i="1" dirty="0" smtClean="0">
                              <a:solidFill>
                                <a:srgbClr val="FFC000"/>
                              </a:solidFill>
                              <a:latin typeface="Cambria Math" panose="02040503050406030204" pitchFamily="18" charset="0"/>
                            </a:rPr>
                          </m:ctrlPr>
                        </m:sSubPr>
                        <m:e>
                          <m:r>
                            <a:rPr lang="en-US" altLang="zh-TW" sz="2000" b="0" i="1" dirty="0" smtClean="0">
                              <a:solidFill>
                                <a:srgbClr val="FFC000"/>
                              </a:solidFill>
                              <a:latin typeface="Cambria Math" panose="02040503050406030204" pitchFamily="18" charset="0"/>
                            </a:rPr>
                            <m:t>𝑥</m:t>
                          </m:r>
                        </m:e>
                        <m:sub>
                          <m:r>
                            <a:rPr lang="en-US" altLang="zh-TW" sz="2000" b="0" i="0" dirty="0" smtClean="0">
                              <a:solidFill>
                                <a:srgbClr val="FFC000"/>
                              </a:solidFill>
                              <a:latin typeface="Cambria Math" panose="02040503050406030204" pitchFamily="18" charset="0"/>
                            </a:rPr>
                            <m:t>1</m:t>
                          </m:r>
                        </m:sub>
                      </m:sSub>
                    </m:oMath>
                  </m:oMathPara>
                </a14:m>
                <a:endParaRPr lang="zh-TW" altLang="en-US" sz="2000" baseline="-25000" dirty="0">
                  <a:solidFill>
                    <a:srgbClr val="FFC000"/>
                  </a:solidFill>
                </a:endParaRPr>
              </a:p>
            </p:txBody>
          </p:sp>
        </mc:Choice>
        <mc:Fallback xmlns="">
          <p:sp>
            <p:nvSpPr>
              <p:cNvPr id="19" name="文字方塊 18">
                <a:extLst>
                  <a:ext uri="{FF2B5EF4-FFF2-40B4-BE49-F238E27FC236}">
                    <a16:creationId xmlns:a16="http://schemas.microsoft.com/office/drawing/2014/main" id="{3B4B9DF0-2B43-4B9F-B9D6-81EAAFBDEBE6}"/>
                  </a:ext>
                </a:extLst>
              </p:cNvPr>
              <p:cNvSpPr txBox="1">
                <a:spLocks noRot="1" noChangeAspect="1" noMove="1" noResize="1" noEditPoints="1" noAdjustHandles="1" noChangeArrowheads="1" noChangeShapeType="1" noTextEdit="1"/>
              </p:cNvSpPr>
              <p:nvPr/>
            </p:nvSpPr>
            <p:spPr>
              <a:xfrm>
                <a:off x="6378106" y="2595657"/>
                <a:ext cx="380960" cy="392993"/>
              </a:xfrm>
              <a:prstGeom prst="rect">
                <a:avLst/>
              </a:prstGeom>
              <a:blipFill>
                <a:blip r:embed="rId4"/>
                <a:stretch>
                  <a:fillRect r="-1587" b="-3125"/>
                </a:stretch>
              </a:blipFill>
            </p:spPr>
            <p:txBody>
              <a:bodyPr/>
              <a:lstStyle/>
              <a:p>
                <a:r>
                  <a:rPr lang="zh-TW" altLang="en-US">
                    <a:noFill/>
                  </a:rPr>
                  <a:t> </a:t>
                </a:r>
              </a:p>
            </p:txBody>
          </p:sp>
        </mc:Fallback>
      </mc:AlternateContent>
      <p:sp>
        <p:nvSpPr>
          <p:cNvPr id="20" name="文字方塊 19">
            <a:extLst>
              <a:ext uri="{FF2B5EF4-FFF2-40B4-BE49-F238E27FC236}">
                <a16:creationId xmlns:a16="http://schemas.microsoft.com/office/drawing/2014/main" id="{B5355C74-C532-4B09-9EAB-EB9CCF938F02}"/>
              </a:ext>
            </a:extLst>
          </p:cNvPr>
          <p:cNvSpPr txBox="1"/>
          <p:nvPr/>
        </p:nvSpPr>
        <p:spPr>
          <a:xfrm>
            <a:off x="5957353" y="3478173"/>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2</a:t>
            </a:r>
            <a:endParaRPr lang="zh-TW" altLang="en-US" sz="2400" b="1" baseline="-25000" dirty="0">
              <a:solidFill>
                <a:srgbClr val="FFC000"/>
              </a:solidFill>
            </a:endParaRPr>
          </a:p>
        </p:txBody>
      </p:sp>
      <p:sp>
        <p:nvSpPr>
          <p:cNvPr id="21" name="文字方塊 20">
            <a:extLst>
              <a:ext uri="{FF2B5EF4-FFF2-40B4-BE49-F238E27FC236}">
                <a16:creationId xmlns:a16="http://schemas.microsoft.com/office/drawing/2014/main" id="{B034DBF4-10E3-4520-A928-8C43D8ABAFBB}"/>
              </a:ext>
            </a:extLst>
          </p:cNvPr>
          <p:cNvSpPr txBox="1"/>
          <p:nvPr/>
        </p:nvSpPr>
        <p:spPr>
          <a:xfrm>
            <a:off x="5957352" y="4189870"/>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3</a:t>
            </a:r>
            <a:endParaRPr lang="zh-TW" altLang="en-US" sz="2400" b="1" baseline="-25000" dirty="0">
              <a:solidFill>
                <a:srgbClr val="FFC000"/>
              </a:solidFill>
            </a:endParaRPr>
          </a:p>
        </p:txBody>
      </p:sp>
      <p:sp>
        <p:nvSpPr>
          <p:cNvPr id="22" name="文字方塊 21">
            <a:extLst>
              <a:ext uri="{FF2B5EF4-FFF2-40B4-BE49-F238E27FC236}">
                <a16:creationId xmlns:a16="http://schemas.microsoft.com/office/drawing/2014/main" id="{E5D38F54-FA9D-4519-A65A-8F6DBB2DA116}"/>
              </a:ext>
            </a:extLst>
          </p:cNvPr>
          <p:cNvSpPr txBox="1"/>
          <p:nvPr/>
        </p:nvSpPr>
        <p:spPr>
          <a:xfrm>
            <a:off x="5983828" y="5033461"/>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4</a:t>
            </a:r>
            <a:endParaRPr lang="zh-TW" altLang="en-US" sz="2400" b="1" baseline="-25000" dirty="0">
              <a:solidFill>
                <a:srgbClr val="FFC000"/>
              </a:solidFill>
            </a:endParaRPr>
          </a:p>
        </p:txBody>
      </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7830DB33-6D89-4BE4-BE29-7E31BEF76A04}"/>
                  </a:ext>
                </a:extLst>
              </p:cNvPr>
              <p:cNvSpPr txBox="1"/>
              <p:nvPr/>
            </p:nvSpPr>
            <p:spPr>
              <a:xfrm>
                <a:off x="6426484" y="3063960"/>
                <a:ext cx="30514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sz="2000" i="1" smtClean="0">
                              <a:solidFill>
                                <a:srgbClr val="FFC000"/>
                              </a:solidFill>
                              <a:latin typeface="Cambria Math" panose="02040503050406030204" pitchFamily="18" charset="0"/>
                            </a:rPr>
                          </m:ctrlPr>
                        </m:accPr>
                        <m:e>
                          <m:sSub>
                            <m:sSubPr>
                              <m:ctrlPr>
                                <a:rPr lang="zh-TW" altLang="en-US" sz="2000" i="1">
                                  <a:solidFill>
                                    <a:srgbClr val="FFC000"/>
                                  </a:solidFill>
                                  <a:latin typeface="Cambria Math" panose="02040503050406030204" pitchFamily="18" charset="0"/>
                                </a:rPr>
                              </m:ctrlPr>
                            </m:sSubPr>
                            <m:e>
                              <m:r>
                                <a:rPr lang="zh-TW" altLang="en-US" sz="2000" i="1">
                                  <a:solidFill>
                                    <a:srgbClr val="FFC000"/>
                                  </a:solidFill>
                                  <a:latin typeface="Cambria Math" panose="02040503050406030204" pitchFamily="18" charset="0"/>
                                </a:rPr>
                                <m:t>𝑥</m:t>
                              </m:r>
                            </m:e>
                            <m:sub>
                              <m:r>
                                <a:rPr lang="zh-TW" altLang="en-US" sz="2000" i="0">
                                  <a:solidFill>
                                    <a:srgbClr val="FFC000"/>
                                  </a:solidFill>
                                  <a:latin typeface="Cambria Math" panose="02040503050406030204" pitchFamily="18" charset="0"/>
                                </a:rPr>
                                <m:t>1</m:t>
                              </m:r>
                            </m:sub>
                          </m:sSub>
                        </m:e>
                      </m:acc>
                    </m:oMath>
                  </m:oMathPara>
                </a14:m>
                <a:endParaRPr lang="zh-TW" altLang="en-US" sz="2000" dirty="0"/>
              </a:p>
            </p:txBody>
          </p:sp>
        </mc:Choice>
        <mc:Fallback xmlns="">
          <p:sp>
            <p:nvSpPr>
              <p:cNvPr id="24" name="文字方塊 23">
                <a:extLst>
                  <a:ext uri="{FF2B5EF4-FFF2-40B4-BE49-F238E27FC236}">
                    <a16:creationId xmlns:a16="http://schemas.microsoft.com/office/drawing/2014/main" id="{7830DB33-6D89-4BE4-BE29-7E31BEF76A04}"/>
                  </a:ext>
                </a:extLst>
              </p:cNvPr>
              <p:cNvSpPr txBox="1">
                <a:spLocks noRot="1" noChangeAspect="1" noMove="1" noResize="1" noEditPoints="1" noAdjustHandles="1" noChangeArrowheads="1" noChangeShapeType="1" noTextEdit="1"/>
              </p:cNvSpPr>
              <p:nvPr/>
            </p:nvSpPr>
            <p:spPr>
              <a:xfrm>
                <a:off x="6426484" y="3063960"/>
                <a:ext cx="305147" cy="307777"/>
              </a:xfrm>
              <a:prstGeom prst="rect">
                <a:avLst/>
              </a:prstGeom>
              <a:blipFill>
                <a:blip r:embed="rId6"/>
                <a:stretch>
                  <a:fillRect l="-10000" r="-8000" b="-16000"/>
                </a:stretch>
              </a:blipFill>
            </p:spPr>
            <p:txBody>
              <a:bodyPr/>
              <a:lstStyle/>
              <a:p>
                <a:r>
                  <a:rPr lang="zh-TW" altLang="en-US">
                    <a:noFill/>
                  </a:rPr>
                  <a:t> </a:t>
                </a:r>
              </a:p>
            </p:txBody>
          </p:sp>
        </mc:Fallback>
      </mc:AlternateContent>
      <p:sp>
        <p:nvSpPr>
          <p:cNvPr id="25" name="文字方塊 24">
            <a:extLst>
              <a:ext uri="{FF2B5EF4-FFF2-40B4-BE49-F238E27FC236}">
                <a16:creationId xmlns:a16="http://schemas.microsoft.com/office/drawing/2014/main" id="{8305FB12-293B-4E8D-AB6E-6133ED6F0D0C}"/>
              </a:ext>
            </a:extLst>
          </p:cNvPr>
          <p:cNvSpPr txBox="1"/>
          <p:nvPr/>
        </p:nvSpPr>
        <p:spPr>
          <a:xfrm>
            <a:off x="5957353" y="2792153"/>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1</a:t>
            </a:r>
            <a:endParaRPr lang="zh-TW" altLang="en-US" sz="2400" b="1" baseline="-25000" dirty="0">
              <a:solidFill>
                <a:srgbClr val="FFC000"/>
              </a:solidFill>
            </a:endParaRPr>
          </a:p>
        </p:txBody>
      </p:sp>
      <p:sp>
        <p:nvSpPr>
          <p:cNvPr id="23" name="文字方塊 22">
            <a:extLst>
              <a:ext uri="{FF2B5EF4-FFF2-40B4-BE49-F238E27FC236}">
                <a16:creationId xmlns:a16="http://schemas.microsoft.com/office/drawing/2014/main" id="{7303E137-3F52-4D78-9EC6-DB5F3F0A1889}"/>
              </a:ext>
            </a:extLst>
          </p:cNvPr>
          <p:cNvSpPr txBox="1"/>
          <p:nvPr/>
        </p:nvSpPr>
        <p:spPr>
          <a:xfrm>
            <a:off x="7012124" y="2009011"/>
            <a:ext cx="335560" cy="400110"/>
          </a:xfrm>
          <a:prstGeom prst="rect">
            <a:avLst/>
          </a:prstGeom>
          <a:noFill/>
        </p:spPr>
        <p:txBody>
          <a:bodyPr wrap="square" rtlCol="0">
            <a:spAutoFit/>
          </a:bodyPr>
          <a:lstStyle/>
          <a:p>
            <a:r>
              <a:rPr lang="en-US" altLang="zh-TW" sz="2000" b="1" dirty="0">
                <a:solidFill>
                  <a:srgbClr val="FFC000"/>
                </a:solidFill>
              </a:rPr>
              <a:t>1</a:t>
            </a:r>
            <a:endParaRPr lang="zh-TW" altLang="en-US" sz="2000" b="1" dirty="0">
              <a:solidFill>
                <a:srgbClr val="FFC000"/>
              </a:solidFill>
            </a:endParaRPr>
          </a:p>
        </p:txBody>
      </p:sp>
      <p:sp>
        <p:nvSpPr>
          <p:cNvPr id="26" name="文字方塊 25">
            <a:extLst>
              <a:ext uri="{FF2B5EF4-FFF2-40B4-BE49-F238E27FC236}">
                <a16:creationId xmlns:a16="http://schemas.microsoft.com/office/drawing/2014/main" id="{18EFF8C5-72BF-440F-ACE0-9B78BDED1DE5}"/>
              </a:ext>
            </a:extLst>
          </p:cNvPr>
          <p:cNvSpPr txBox="1"/>
          <p:nvPr/>
        </p:nvSpPr>
        <p:spPr>
          <a:xfrm>
            <a:off x="7413405" y="2009011"/>
            <a:ext cx="335560" cy="400110"/>
          </a:xfrm>
          <a:prstGeom prst="rect">
            <a:avLst/>
          </a:prstGeom>
          <a:noFill/>
        </p:spPr>
        <p:txBody>
          <a:bodyPr wrap="square" rtlCol="0">
            <a:spAutoFit/>
          </a:bodyPr>
          <a:lstStyle/>
          <a:p>
            <a:r>
              <a:rPr lang="en-US" altLang="zh-TW" sz="2000" b="1" dirty="0">
                <a:solidFill>
                  <a:srgbClr val="FFC000"/>
                </a:solidFill>
              </a:rPr>
              <a:t>2</a:t>
            </a:r>
            <a:endParaRPr lang="zh-TW" altLang="en-US" sz="2000" b="1" dirty="0">
              <a:solidFill>
                <a:srgbClr val="FFC000"/>
              </a:solidFill>
            </a:endParaRPr>
          </a:p>
        </p:txBody>
      </p:sp>
      <p:sp>
        <p:nvSpPr>
          <p:cNvPr id="27" name="文字方塊 26">
            <a:extLst>
              <a:ext uri="{FF2B5EF4-FFF2-40B4-BE49-F238E27FC236}">
                <a16:creationId xmlns:a16="http://schemas.microsoft.com/office/drawing/2014/main" id="{4C9640A7-2F09-4CE1-9AB6-3546F968BC6F}"/>
              </a:ext>
            </a:extLst>
          </p:cNvPr>
          <p:cNvSpPr txBox="1"/>
          <p:nvPr/>
        </p:nvSpPr>
        <p:spPr>
          <a:xfrm>
            <a:off x="7810978" y="2009011"/>
            <a:ext cx="335560" cy="400110"/>
          </a:xfrm>
          <a:prstGeom prst="rect">
            <a:avLst/>
          </a:prstGeom>
          <a:noFill/>
        </p:spPr>
        <p:txBody>
          <a:bodyPr wrap="square" rtlCol="0">
            <a:spAutoFit/>
          </a:bodyPr>
          <a:lstStyle/>
          <a:p>
            <a:r>
              <a:rPr lang="en-US" altLang="zh-TW" sz="2000" b="1" dirty="0">
                <a:solidFill>
                  <a:srgbClr val="FFC000"/>
                </a:solidFill>
              </a:rPr>
              <a:t>3</a:t>
            </a:r>
            <a:endParaRPr lang="zh-TW" altLang="en-US" sz="2000" b="1" dirty="0">
              <a:solidFill>
                <a:srgbClr val="FFC000"/>
              </a:solidFill>
            </a:endParaRPr>
          </a:p>
        </p:txBody>
      </p:sp>
      <p:sp>
        <p:nvSpPr>
          <p:cNvPr id="5" name="橢圓 4">
            <a:extLst>
              <a:ext uri="{FF2B5EF4-FFF2-40B4-BE49-F238E27FC236}">
                <a16:creationId xmlns:a16="http://schemas.microsoft.com/office/drawing/2014/main" id="{701A6ACB-B418-48F8-9052-A251707ED8BF}"/>
              </a:ext>
            </a:extLst>
          </p:cNvPr>
          <p:cNvSpPr/>
          <p:nvPr/>
        </p:nvSpPr>
        <p:spPr>
          <a:xfrm>
            <a:off x="2367815" y="3457300"/>
            <a:ext cx="506468" cy="50340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a:extLst>
              <a:ext uri="{FF2B5EF4-FFF2-40B4-BE49-F238E27FC236}">
                <a16:creationId xmlns:a16="http://schemas.microsoft.com/office/drawing/2014/main" id="{A3E649DA-9B38-474A-B312-9796D9D3CE5A}"/>
              </a:ext>
            </a:extLst>
          </p:cNvPr>
          <p:cNvSpPr/>
          <p:nvPr/>
        </p:nvSpPr>
        <p:spPr>
          <a:xfrm>
            <a:off x="9287348" y="2985624"/>
            <a:ext cx="506468" cy="50340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文字方塊 28">
            <a:extLst>
              <a:ext uri="{FF2B5EF4-FFF2-40B4-BE49-F238E27FC236}">
                <a16:creationId xmlns:a16="http://schemas.microsoft.com/office/drawing/2014/main" id="{2F357367-7C17-4C45-B034-C89C0BD2E0A0}"/>
              </a:ext>
            </a:extLst>
          </p:cNvPr>
          <p:cNvSpPr txBox="1"/>
          <p:nvPr/>
        </p:nvSpPr>
        <p:spPr>
          <a:xfrm>
            <a:off x="8233455" y="6215157"/>
            <a:ext cx="1084261" cy="369332"/>
          </a:xfrm>
          <a:prstGeom prst="rect">
            <a:avLst/>
          </a:prstGeom>
          <a:noFill/>
        </p:spPr>
        <p:txBody>
          <a:bodyPr wrap="square" rtlCol="0">
            <a:spAutoFit/>
          </a:bodyPr>
          <a:lstStyle/>
          <a:p>
            <a:r>
              <a:rPr lang="en-US" altLang="zh-TW" dirty="0"/>
              <a:t>Matrix A</a:t>
            </a:r>
            <a:endParaRPr lang="zh-TW" altLang="en-US" dirty="0"/>
          </a:p>
        </p:txBody>
      </p:sp>
    </p:spTree>
    <p:extLst>
      <p:ext uri="{BB962C8B-B14F-4D97-AF65-F5344CB8AC3E}">
        <p14:creationId xmlns:p14="http://schemas.microsoft.com/office/powerpoint/2010/main" val="310525477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EB27BB4E-C0B8-471B-BADB-F8468928A24D}"/>
              </a:ext>
            </a:extLst>
          </p:cNvPr>
          <p:cNvPicPr>
            <a:picLocks noChangeAspect="1"/>
          </p:cNvPicPr>
          <p:nvPr/>
        </p:nvPicPr>
        <p:blipFill>
          <a:blip r:embed="rId2"/>
          <a:stretch>
            <a:fillRect/>
          </a:stretch>
        </p:blipFill>
        <p:spPr>
          <a:xfrm>
            <a:off x="6583308" y="2254760"/>
            <a:ext cx="4270437" cy="3550421"/>
          </a:xfrm>
          <a:prstGeom prst="rect">
            <a:avLst/>
          </a:prstGeom>
        </p:spPr>
      </p:pic>
      <p:pic>
        <p:nvPicPr>
          <p:cNvPr id="11" name="圖片 10" descr="一張含有 文字 的圖片&#10;&#10;自動產生的描述">
            <a:extLst>
              <a:ext uri="{FF2B5EF4-FFF2-40B4-BE49-F238E27FC236}">
                <a16:creationId xmlns:a16="http://schemas.microsoft.com/office/drawing/2014/main" id="{91258496-71A2-4D73-B86F-7577ED62F7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698" y="1665534"/>
            <a:ext cx="4179727" cy="1839988"/>
          </a:xfrm>
          <a:prstGeom prst="rect">
            <a:avLst/>
          </a:prstGeom>
        </p:spPr>
      </p:pic>
      <p:cxnSp>
        <p:nvCxnSpPr>
          <p:cNvPr id="13" name="直線接點 12">
            <a:extLst>
              <a:ext uri="{FF2B5EF4-FFF2-40B4-BE49-F238E27FC236}">
                <a16:creationId xmlns:a16="http://schemas.microsoft.com/office/drawing/2014/main" id="{D7F37376-8329-43D0-85AC-14C28AD7A9D1}"/>
              </a:ext>
            </a:extLst>
          </p:cNvPr>
          <p:cNvCxnSpPr/>
          <p:nvPr/>
        </p:nvCxnSpPr>
        <p:spPr>
          <a:xfrm>
            <a:off x="8150247" y="2043404"/>
            <a:ext cx="0" cy="4114800"/>
          </a:xfrm>
          <a:prstGeom prst="line">
            <a:avLst/>
          </a:prstGeom>
          <a:ln w="38100"/>
        </p:spPr>
        <p:style>
          <a:lnRef idx="1">
            <a:schemeClr val="accent4"/>
          </a:lnRef>
          <a:fillRef idx="0">
            <a:schemeClr val="accent4"/>
          </a:fillRef>
          <a:effectRef idx="0">
            <a:schemeClr val="accent4"/>
          </a:effectRef>
          <a:fontRef idx="minor">
            <a:schemeClr val="tx1"/>
          </a:fontRef>
        </p:style>
      </p:cxnSp>
      <p:cxnSp>
        <p:nvCxnSpPr>
          <p:cNvPr id="15" name="直線接點 14">
            <a:extLst>
              <a:ext uri="{FF2B5EF4-FFF2-40B4-BE49-F238E27FC236}">
                <a16:creationId xmlns:a16="http://schemas.microsoft.com/office/drawing/2014/main" id="{1E5048DE-CB1B-4C18-AD88-AEF3199DAE36}"/>
              </a:ext>
            </a:extLst>
          </p:cNvPr>
          <p:cNvCxnSpPr/>
          <p:nvPr/>
        </p:nvCxnSpPr>
        <p:spPr>
          <a:xfrm>
            <a:off x="9317716" y="2061580"/>
            <a:ext cx="0" cy="4114800"/>
          </a:xfrm>
          <a:prstGeom prst="line">
            <a:avLst/>
          </a:prstGeom>
          <a:ln w="38100"/>
        </p:spPr>
        <p:style>
          <a:lnRef idx="1">
            <a:schemeClr val="accent4"/>
          </a:lnRef>
          <a:fillRef idx="0">
            <a:schemeClr val="accent4"/>
          </a:fillRef>
          <a:effectRef idx="0">
            <a:schemeClr val="accent4"/>
          </a:effectRef>
          <a:fontRef idx="minor">
            <a:schemeClr val="tx1"/>
          </a:fontRef>
        </p:style>
      </p:cxnSp>
      <p:sp>
        <p:nvSpPr>
          <p:cNvPr id="16" name="文字方塊 15">
            <a:extLst>
              <a:ext uri="{FF2B5EF4-FFF2-40B4-BE49-F238E27FC236}">
                <a16:creationId xmlns:a16="http://schemas.microsoft.com/office/drawing/2014/main" id="{0C257DDD-F4AA-4A8A-A800-6F94A954AC25}"/>
              </a:ext>
            </a:extLst>
          </p:cNvPr>
          <p:cNvSpPr txBox="1"/>
          <p:nvPr/>
        </p:nvSpPr>
        <p:spPr>
          <a:xfrm>
            <a:off x="7398733" y="1470852"/>
            <a:ext cx="335560" cy="461665"/>
          </a:xfrm>
          <a:prstGeom prst="rect">
            <a:avLst/>
          </a:prstGeom>
          <a:noFill/>
        </p:spPr>
        <p:txBody>
          <a:bodyPr wrap="square" rtlCol="0">
            <a:spAutoFit/>
          </a:bodyPr>
          <a:lstStyle/>
          <a:p>
            <a:r>
              <a:rPr lang="en-US" altLang="zh-TW" sz="2400" b="1" dirty="0">
                <a:solidFill>
                  <a:srgbClr val="FFC000"/>
                </a:solidFill>
              </a:rPr>
              <a:t>1</a:t>
            </a:r>
            <a:endParaRPr lang="zh-TW" altLang="en-US" sz="2400" b="1" dirty="0">
              <a:solidFill>
                <a:srgbClr val="FFC000"/>
              </a:solidFill>
            </a:endParaRPr>
          </a:p>
        </p:txBody>
      </p:sp>
      <p:sp>
        <p:nvSpPr>
          <p:cNvPr id="17" name="文字方塊 16">
            <a:extLst>
              <a:ext uri="{FF2B5EF4-FFF2-40B4-BE49-F238E27FC236}">
                <a16:creationId xmlns:a16="http://schemas.microsoft.com/office/drawing/2014/main" id="{C9E31D94-10E2-42A4-8A5D-643D82C60E49}"/>
              </a:ext>
            </a:extLst>
          </p:cNvPr>
          <p:cNvSpPr txBox="1"/>
          <p:nvPr/>
        </p:nvSpPr>
        <p:spPr>
          <a:xfrm>
            <a:off x="8566202" y="1470851"/>
            <a:ext cx="335560" cy="461665"/>
          </a:xfrm>
          <a:prstGeom prst="rect">
            <a:avLst/>
          </a:prstGeom>
          <a:noFill/>
        </p:spPr>
        <p:txBody>
          <a:bodyPr wrap="square" rtlCol="0">
            <a:spAutoFit/>
          </a:bodyPr>
          <a:lstStyle/>
          <a:p>
            <a:r>
              <a:rPr lang="en-US" altLang="zh-TW" sz="2400" b="1" dirty="0">
                <a:solidFill>
                  <a:srgbClr val="FFC000"/>
                </a:solidFill>
              </a:rPr>
              <a:t>2</a:t>
            </a:r>
            <a:endParaRPr lang="zh-TW" altLang="en-US" sz="2400" b="1" dirty="0">
              <a:solidFill>
                <a:srgbClr val="FFC000"/>
              </a:solidFill>
            </a:endParaRPr>
          </a:p>
        </p:txBody>
      </p:sp>
      <p:sp>
        <p:nvSpPr>
          <p:cNvPr id="18" name="文字方塊 17">
            <a:extLst>
              <a:ext uri="{FF2B5EF4-FFF2-40B4-BE49-F238E27FC236}">
                <a16:creationId xmlns:a16="http://schemas.microsoft.com/office/drawing/2014/main" id="{185F0C87-2D68-4289-BAAC-B379AEC6DD06}"/>
              </a:ext>
            </a:extLst>
          </p:cNvPr>
          <p:cNvSpPr txBox="1"/>
          <p:nvPr/>
        </p:nvSpPr>
        <p:spPr>
          <a:xfrm>
            <a:off x="9778375" y="1466883"/>
            <a:ext cx="335560" cy="461665"/>
          </a:xfrm>
          <a:prstGeom prst="rect">
            <a:avLst/>
          </a:prstGeom>
          <a:noFill/>
        </p:spPr>
        <p:txBody>
          <a:bodyPr wrap="square" rtlCol="0">
            <a:spAutoFit/>
          </a:bodyPr>
          <a:lstStyle/>
          <a:p>
            <a:r>
              <a:rPr lang="en-US" altLang="zh-TW" sz="2400" b="1" dirty="0">
                <a:solidFill>
                  <a:srgbClr val="FFC000"/>
                </a:solidFill>
              </a:rPr>
              <a:t>3</a:t>
            </a:r>
            <a:endParaRPr lang="zh-TW" altLang="en-US" sz="2400" b="1" dirty="0">
              <a:solidFill>
                <a:srgbClr val="FFC000"/>
              </a:solidFill>
            </a:endParaRPr>
          </a:p>
        </p:txBody>
      </p:sp>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3B4B9DF0-2B43-4B9F-B9D6-81EAAFBDEBE6}"/>
                  </a:ext>
                </a:extLst>
              </p:cNvPr>
              <p:cNvSpPr txBox="1"/>
              <p:nvPr/>
            </p:nvSpPr>
            <p:spPr>
              <a:xfrm>
                <a:off x="6392830" y="2946905"/>
                <a:ext cx="380960" cy="39299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000" i="1" dirty="0" smtClean="0">
                              <a:solidFill>
                                <a:srgbClr val="FFC000"/>
                              </a:solidFill>
                              <a:latin typeface="Cambria Math" panose="02040503050406030204" pitchFamily="18" charset="0"/>
                            </a:rPr>
                          </m:ctrlPr>
                        </m:sSubPr>
                        <m:e>
                          <m:r>
                            <a:rPr lang="en-US" altLang="zh-TW" sz="2000" b="0" i="1" dirty="0" smtClean="0">
                              <a:solidFill>
                                <a:srgbClr val="FFC000"/>
                              </a:solidFill>
                              <a:latin typeface="Cambria Math" panose="02040503050406030204" pitchFamily="18" charset="0"/>
                            </a:rPr>
                            <m:t>𝑥</m:t>
                          </m:r>
                        </m:e>
                        <m:sub>
                          <m:r>
                            <a:rPr lang="en-US" altLang="zh-TW" sz="2000" b="0" i="0" dirty="0" smtClean="0">
                              <a:solidFill>
                                <a:srgbClr val="FFC000"/>
                              </a:solidFill>
                              <a:latin typeface="Cambria Math" panose="02040503050406030204" pitchFamily="18" charset="0"/>
                            </a:rPr>
                            <m:t>1</m:t>
                          </m:r>
                        </m:sub>
                      </m:sSub>
                    </m:oMath>
                  </m:oMathPara>
                </a14:m>
                <a:endParaRPr lang="zh-TW" altLang="en-US" sz="2000" baseline="-25000" dirty="0">
                  <a:solidFill>
                    <a:srgbClr val="FFC000"/>
                  </a:solidFill>
                </a:endParaRPr>
              </a:p>
            </p:txBody>
          </p:sp>
        </mc:Choice>
        <mc:Fallback xmlns="">
          <p:sp>
            <p:nvSpPr>
              <p:cNvPr id="19" name="文字方塊 18">
                <a:extLst>
                  <a:ext uri="{FF2B5EF4-FFF2-40B4-BE49-F238E27FC236}">
                    <a16:creationId xmlns:a16="http://schemas.microsoft.com/office/drawing/2014/main" id="{3B4B9DF0-2B43-4B9F-B9D6-81EAAFBDEBE6}"/>
                  </a:ext>
                </a:extLst>
              </p:cNvPr>
              <p:cNvSpPr txBox="1">
                <a:spLocks noRot="1" noChangeAspect="1" noMove="1" noResize="1" noEditPoints="1" noAdjustHandles="1" noChangeArrowheads="1" noChangeShapeType="1" noTextEdit="1"/>
              </p:cNvSpPr>
              <p:nvPr/>
            </p:nvSpPr>
            <p:spPr>
              <a:xfrm>
                <a:off x="6392830" y="2946905"/>
                <a:ext cx="380960" cy="392993"/>
              </a:xfrm>
              <a:prstGeom prst="rect">
                <a:avLst/>
              </a:prstGeom>
              <a:blipFill>
                <a:blip r:embed="rId4"/>
                <a:stretch>
                  <a:fillRect r="-3226" b="-3077"/>
                </a:stretch>
              </a:blipFill>
            </p:spPr>
            <p:txBody>
              <a:bodyPr/>
              <a:lstStyle/>
              <a:p>
                <a:r>
                  <a:rPr lang="zh-TW" altLang="en-US">
                    <a:noFill/>
                  </a:rPr>
                  <a:t> </a:t>
                </a:r>
              </a:p>
            </p:txBody>
          </p:sp>
        </mc:Fallback>
      </mc:AlternateContent>
      <p:sp>
        <p:nvSpPr>
          <p:cNvPr id="20" name="文字方塊 19">
            <a:extLst>
              <a:ext uri="{FF2B5EF4-FFF2-40B4-BE49-F238E27FC236}">
                <a16:creationId xmlns:a16="http://schemas.microsoft.com/office/drawing/2014/main" id="{B5355C74-C532-4B09-9EAB-EB9CCF938F02}"/>
              </a:ext>
            </a:extLst>
          </p:cNvPr>
          <p:cNvSpPr txBox="1"/>
          <p:nvPr/>
        </p:nvSpPr>
        <p:spPr>
          <a:xfrm>
            <a:off x="5957353" y="3478173"/>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2</a:t>
            </a:r>
            <a:endParaRPr lang="zh-TW" altLang="en-US" sz="2400" b="1" baseline="-25000" dirty="0">
              <a:solidFill>
                <a:srgbClr val="FFC000"/>
              </a:solidFill>
            </a:endParaRPr>
          </a:p>
        </p:txBody>
      </p:sp>
      <p:sp>
        <p:nvSpPr>
          <p:cNvPr id="21" name="文字方塊 20">
            <a:extLst>
              <a:ext uri="{FF2B5EF4-FFF2-40B4-BE49-F238E27FC236}">
                <a16:creationId xmlns:a16="http://schemas.microsoft.com/office/drawing/2014/main" id="{B034DBF4-10E3-4520-A928-8C43D8ABAFBB}"/>
              </a:ext>
            </a:extLst>
          </p:cNvPr>
          <p:cNvSpPr txBox="1"/>
          <p:nvPr/>
        </p:nvSpPr>
        <p:spPr>
          <a:xfrm>
            <a:off x="5957352" y="4189870"/>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3</a:t>
            </a:r>
            <a:endParaRPr lang="zh-TW" altLang="en-US" sz="2400" b="1" baseline="-25000" dirty="0">
              <a:solidFill>
                <a:srgbClr val="FFC000"/>
              </a:solidFill>
            </a:endParaRPr>
          </a:p>
        </p:txBody>
      </p:sp>
      <p:sp>
        <p:nvSpPr>
          <p:cNvPr id="22" name="文字方塊 21">
            <a:extLst>
              <a:ext uri="{FF2B5EF4-FFF2-40B4-BE49-F238E27FC236}">
                <a16:creationId xmlns:a16="http://schemas.microsoft.com/office/drawing/2014/main" id="{E5D38F54-FA9D-4519-A65A-8F6DBB2DA116}"/>
              </a:ext>
            </a:extLst>
          </p:cNvPr>
          <p:cNvSpPr txBox="1"/>
          <p:nvPr/>
        </p:nvSpPr>
        <p:spPr>
          <a:xfrm>
            <a:off x="5983828" y="5033461"/>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4</a:t>
            </a:r>
            <a:endParaRPr lang="zh-TW" altLang="en-US" sz="2400" b="1" baseline="-25000" dirty="0">
              <a:solidFill>
                <a:srgbClr val="FFC000"/>
              </a:solidFill>
            </a:endParaRPr>
          </a:p>
        </p:txBody>
      </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7830DB33-6D89-4BE4-BE29-7E31BEF76A04}"/>
                  </a:ext>
                </a:extLst>
              </p:cNvPr>
              <p:cNvSpPr txBox="1"/>
              <p:nvPr/>
            </p:nvSpPr>
            <p:spPr>
              <a:xfrm>
                <a:off x="6430736" y="2629385"/>
                <a:ext cx="30514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sz="2000" i="1" smtClean="0">
                              <a:solidFill>
                                <a:srgbClr val="FFC000"/>
                              </a:solidFill>
                              <a:latin typeface="Cambria Math" panose="02040503050406030204" pitchFamily="18" charset="0"/>
                            </a:rPr>
                          </m:ctrlPr>
                        </m:accPr>
                        <m:e>
                          <m:sSub>
                            <m:sSubPr>
                              <m:ctrlPr>
                                <a:rPr lang="zh-TW" altLang="en-US" sz="2000" i="1">
                                  <a:solidFill>
                                    <a:srgbClr val="FFC000"/>
                                  </a:solidFill>
                                  <a:latin typeface="Cambria Math" panose="02040503050406030204" pitchFamily="18" charset="0"/>
                                </a:rPr>
                              </m:ctrlPr>
                            </m:sSubPr>
                            <m:e>
                              <m:r>
                                <a:rPr lang="zh-TW" altLang="en-US" sz="2000" i="1">
                                  <a:solidFill>
                                    <a:srgbClr val="FFC000"/>
                                  </a:solidFill>
                                  <a:latin typeface="Cambria Math" panose="02040503050406030204" pitchFamily="18" charset="0"/>
                                </a:rPr>
                                <m:t>𝑥</m:t>
                              </m:r>
                            </m:e>
                            <m:sub>
                              <m:r>
                                <a:rPr lang="zh-TW" altLang="en-US" sz="2000" i="0">
                                  <a:solidFill>
                                    <a:srgbClr val="FFC000"/>
                                  </a:solidFill>
                                  <a:latin typeface="Cambria Math" panose="02040503050406030204" pitchFamily="18" charset="0"/>
                                </a:rPr>
                                <m:t>1</m:t>
                              </m:r>
                            </m:sub>
                          </m:sSub>
                        </m:e>
                      </m:acc>
                    </m:oMath>
                  </m:oMathPara>
                </a14:m>
                <a:endParaRPr lang="zh-TW" altLang="en-US" sz="2000" dirty="0"/>
              </a:p>
            </p:txBody>
          </p:sp>
        </mc:Choice>
        <mc:Fallback xmlns="">
          <p:sp>
            <p:nvSpPr>
              <p:cNvPr id="24" name="文字方塊 23">
                <a:extLst>
                  <a:ext uri="{FF2B5EF4-FFF2-40B4-BE49-F238E27FC236}">
                    <a16:creationId xmlns:a16="http://schemas.microsoft.com/office/drawing/2014/main" id="{7830DB33-6D89-4BE4-BE29-7E31BEF76A04}"/>
                  </a:ext>
                </a:extLst>
              </p:cNvPr>
              <p:cNvSpPr txBox="1">
                <a:spLocks noRot="1" noChangeAspect="1" noMove="1" noResize="1" noEditPoints="1" noAdjustHandles="1" noChangeArrowheads="1" noChangeShapeType="1" noTextEdit="1"/>
              </p:cNvSpPr>
              <p:nvPr/>
            </p:nvSpPr>
            <p:spPr>
              <a:xfrm>
                <a:off x="6430736" y="2629385"/>
                <a:ext cx="305147" cy="307777"/>
              </a:xfrm>
              <a:prstGeom prst="rect">
                <a:avLst/>
              </a:prstGeom>
              <a:blipFill>
                <a:blip r:embed="rId6"/>
                <a:stretch>
                  <a:fillRect l="-12000" r="-8000" b="-13725"/>
                </a:stretch>
              </a:blipFill>
            </p:spPr>
            <p:txBody>
              <a:bodyPr/>
              <a:lstStyle/>
              <a:p>
                <a:r>
                  <a:rPr lang="zh-TW" altLang="en-US">
                    <a:noFill/>
                  </a:rPr>
                  <a:t> </a:t>
                </a:r>
              </a:p>
            </p:txBody>
          </p:sp>
        </mc:Fallback>
      </mc:AlternateContent>
      <p:sp>
        <p:nvSpPr>
          <p:cNvPr id="25" name="文字方塊 24">
            <a:extLst>
              <a:ext uri="{FF2B5EF4-FFF2-40B4-BE49-F238E27FC236}">
                <a16:creationId xmlns:a16="http://schemas.microsoft.com/office/drawing/2014/main" id="{8305FB12-293B-4E8D-AB6E-6133ED6F0D0C}"/>
              </a:ext>
            </a:extLst>
          </p:cNvPr>
          <p:cNvSpPr txBox="1"/>
          <p:nvPr/>
        </p:nvSpPr>
        <p:spPr>
          <a:xfrm>
            <a:off x="5957353" y="2792153"/>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1</a:t>
            </a:r>
            <a:endParaRPr lang="zh-TW" altLang="en-US" sz="2400" b="1" baseline="-25000" dirty="0">
              <a:solidFill>
                <a:srgbClr val="FFC000"/>
              </a:solidFill>
            </a:endParaRPr>
          </a:p>
        </p:txBody>
      </p:sp>
      <p:sp>
        <p:nvSpPr>
          <p:cNvPr id="23" name="文字方塊 22">
            <a:extLst>
              <a:ext uri="{FF2B5EF4-FFF2-40B4-BE49-F238E27FC236}">
                <a16:creationId xmlns:a16="http://schemas.microsoft.com/office/drawing/2014/main" id="{7303E137-3F52-4D78-9EC6-DB5F3F0A1889}"/>
              </a:ext>
            </a:extLst>
          </p:cNvPr>
          <p:cNvSpPr txBox="1"/>
          <p:nvPr/>
        </p:nvSpPr>
        <p:spPr>
          <a:xfrm>
            <a:off x="7012124" y="2009011"/>
            <a:ext cx="335560" cy="400110"/>
          </a:xfrm>
          <a:prstGeom prst="rect">
            <a:avLst/>
          </a:prstGeom>
          <a:noFill/>
        </p:spPr>
        <p:txBody>
          <a:bodyPr wrap="square" rtlCol="0">
            <a:spAutoFit/>
          </a:bodyPr>
          <a:lstStyle/>
          <a:p>
            <a:r>
              <a:rPr lang="en-US" altLang="zh-TW" sz="2000" b="1" dirty="0">
                <a:solidFill>
                  <a:srgbClr val="FFC000"/>
                </a:solidFill>
              </a:rPr>
              <a:t>3</a:t>
            </a:r>
            <a:endParaRPr lang="zh-TW" altLang="en-US" sz="2000" b="1" dirty="0">
              <a:solidFill>
                <a:srgbClr val="FFC000"/>
              </a:solidFill>
            </a:endParaRPr>
          </a:p>
        </p:txBody>
      </p:sp>
      <p:sp>
        <p:nvSpPr>
          <p:cNvPr id="26" name="文字方塊 25">
            <a:extLst>
              <a:ext uri="{FF2B5EF4-FFF2-40B4-BE49-F238E27FC236}">
                <a16:creationId xmlns:a16="http://schemas.microsoft.com/office/drawing/2014/main" id="{18EFF8C5-72BF-440F-ACE0-9B78BDED1DE5}"/>
              </a:ext>
            </a:extLst>
          </p:cNvPr>
          <p:cNvSpPr txBox="1"/>
          <p:nvPr/>
        </p:nvSpPr>
        <p:spPr>
          <a:xfrm>
            <a:off x="7413405" y="2009011"/>
            <a:ext cx="335560" cy="400110"/>
          </a:xfrm>
          <a:prstGeom prst="rect">
            <a:avLst/>
          </a:prstGeom>
          <a:noFill/>
        </p:spPr>
        <p:txBody>
          <a:bodyPr wrap="square" rtlCol="0">
            <a:spAutoFit/>
          </a:bodyPr>
          <a:lstStyle/>
          <a:p>
            <a:r>
              <a:rPr lang="en-US" altLang="zh-TW" sz="2000" b="1" dirty="0">
                <a:solidFill>
                  <a:srgbClr val="FFC000"/>
                </a:solidFill>
              </a:rPr>
              <a:t>2</a:t>
            </a:r>
            <a:endParaRPr lang="zh-TW" altLang="en-US" sz="2000" b="1" dirty="0">
              <a:solidFill>
                <a:srgbClr val="FFC000"/>
              </a:solidFill>
            </a:endParaRPr>
          </a:p>
        </p:txBody>
      </p:sp>
      <p:sp>
        <p:nvSpPr>
          <p:cNvPr id="27" name="文字方塊 26">
            <a:extLst>
              <a:ext uri="{FF2B5EF4-FFF2-40B4-BE49-F238E27FC236}">
                <a16:creationId xmlns:a16="http://schemas.microsoft.com/office/drawing/2014/main" id="{4C9640A7-2F09-4CE1-9AB6-3546F968BC6F}"/>
              </a:ext>
            </a:extLst>
          </p:cNvPr>
          <p:cNvSpPr txBox="1"/>
          <p:nvPr/>
        </p:nvSpPr>
        <p:spPr>
          <a:xfrm>
            <a:off x="7810978" y="2009011"/>
            <a:ext cx="335560" cy="400110"/>
          </a:xfrm>
          <a:prstGeom prst="rect">
            <a:avLst/>
          </a:prstGeom>
          <a:noFill/>
        </p:spPr>
        <p:txBody>
          <a:bodyPr wrap="square" rtlCol="0">
            <a:spAutoFit/>
          </a:bodyPr>
          <a:lstStyle/>
          <a:p>
            <a:r>
              <a:rPr lang="en-US" altLang="zh-TW" sz="2000" b="1" dirty="0">
                <a:solidFill>
                  <a:srgbClr val="FFC000"/>
                </a:solidFill>
              </a:rPr>
              <a:t>1</a:t>
            </a:r>
            <a:endParaRPr lang="zh-TW" altLang="en-US" sz="2000" b="1" dirty="0">
              <a:solidFill>
                <a:srgbClr val="FFC000"/>
              </a:solidFill>
            </a:endParaRPr>
          </a:p>
        </p:txBody>
      </p:sp>
      <p:sp>
        <p:nvSpPr>
          <p:cNvPr id="28" name="橢圓 27">
            <a:extLst>
              <a:ext uri="{FF2B5EF4-FFF2-40B4-BE49-F238E27FC236}">
                <a16:creationId xmlns:a16="http://schemas.microsoft.com/office/drawing/2014/main" id="{D0C247B4-5E41-410B-9AEE-FCA455702A2E}"/>
              </a:ext>
            </a:extLst>
          </p:cNvPr>
          <p:cNvSpPr/>
          <p:nvPr/>
        </p:nvSpPr>
        <p:spPr>
          <a:xfrm>
            <a:off x="1987569" y="2238197"/>
            <a:ext cx="506468" cy="50340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28">
            <a:extLst>
              <a:ext uri="{FF2B5EF4-FFF2-40B4-BE49-F238E27FC236}">
                <a16:creationId xmlns:a16="http://schemas.microsoft.com/office/drawing/2014/main" id="{EF0332FB-3878-4158-8BDE-8AD550FFFD35}"/>
              </a:ext>
            </a:extLst>
          </p:cNvPr>
          <p:cNvSpPr/>
          <p:nvPr/>
        </p:nvSpPr>
        <p:spPr>
          <a:xfrm>
            <a:off x="7688024" y="3002113"/>
            <a:ext cx="506468" cy="50340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文字方塊 29">
            <a:extLst>
              <a:ext uri="{FF2B5EF4-FFF2-40B4-BE49-F238E27FC236}">
                <a16:creationId xmlns:a16="http://schemas.microsoft.com/office/drawing/2014/main" id="{D559D86D-B69C-4F5A-A17E-5BE290228A33}"/>
              </a:ext>
            </a:extLst>
          </p:cNvPr>
          <p:cNvSpPr txBox="1"/>
          <p:nvPr/>
        </p:nvSpPr>
        <p:spPr>
          <a:xfrm>
            <a:off x="8233455" y="6203070"/>
            <a:ext cx="1084261" cy="369332"/>
          </a:xfrm>
          <a:prstGeom prst="rect">
            <a:avLst/>
          </a:prstGeom>
          <a:noFill/>
        </p:spPr>
        <p:txBody>
          <a:bodyPr wrap="square" rtlCol="0">
            <a:spAutoFit/>
          </a:bodyPr>
          <a:lstStyle/>
          <a:p>
            <a:r>
              <a:rPr lang="en-US" altLang="zh-TW" dirty="0"/>
              <a:t>Matrix B</a:t>
            </a:r>
            <a:endParaRPr lang="zh-TW" altLang="en-US" dirty="0"/>
          </a:p>
        </p:txBody>
      </p:sp>
      <p:sp>
        <p:nvSpPr>
          <p:cNvPr id="31" name="標題 1">
            <a:extLst>
              <a:ext uri="{FF2B5EF4-FFF2-40B4-BE49-F238E27FC236}">
                <a16:creationId xmlns:a16="http://schemas.microsoft.com/office/drawing/2014/main" id="{57C74321-CD66-4441-88DE-BA8CA527CD8E}"/>
              </a:ext>
            </a:extLst>
          </p:cNvPr>
          <p:cNvSpPr>
            <a:spLocks noGrp="1"/>
          </p:cNvSpPr>
          <p:nvPr>
            <p:ph type="title"/>
          </p:nvPr>
        </p:nvSpPr>
        <p:spPr>
          <a:xfrm>
            <a:off x="838200" y="365126"/>
            <a:ext cx="10814108" cy="1136504"/>
          </a:xfrm>
        </p:spPr>
        <p:txBody>
          <a:bodyPr>
            <a:normAutofit/>
          </a:bodyPr>
          <a:lstStyle/>
          <a:p>
            <a:r>
              <a:rPr lang="en-US" altLang="zh-TW" sz="3600" dirty="0">
                <a:latin typeface="Times New Roman" panose="02020603050405020304" pitchFamily="18" charset="0"/>
                <a:cs typeface="Times New Roman" panose="02020603050405020304" pitchFamily="18" charset="0"/>
              </a:rPr>
              <a:t>NP‑Hardness of P(ENL) and P(ENE)</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0C6AAFD4-26AD-4634-9128-930A55CDDB94}"/>
                  </a:ext>
                </a:extLst>
              </p:cNvPr>
              <p:cNvSpPr txBox="1"/>
              <p:nvPr/>
            </p:nvSpPr>
            <p:spPr>
              <a:xfrm>
                <a:off x="932783" y="5189054"/>
                <a:ext cx="5128331" cy="465192"/>
              </a:xfrm>
              <a:prstGeom prst="rect">
                <a:avLst/>
              </a:prstGeom>
              <a:noFill/>
            </p:spPr>
            <p:txBody>
              <a:bodyPr wrap="square" rtlCol="0">
                <a:spAutoFit/>
              </a:bodyPr>
              <a:lstStyle/>
              <a:p>
                <a14:m>
                  <m:oMath xmlns:m="http://schemas.openxmlformats.org/officeDocument/2006/math">
                    <m:sSubSup>
                      <m:sSubSupPr>
                        <m:ctrlPr>
                          <a:rPr lang="en-US" altLang="zh-TW" sz="2400" i="1" dirty="0" smtClean="0">
                            <a:solidFill>
                              <a:srgbClr val="FF0000"/>
                            </a:solidFill>
                            <a:latin typeface="Cambria Math" panose="02040503050406030204" pitchFamily="18" charset="0"/>
                          </a:rPr>
                        </m:ctrlPr>
                      </m:sSubSupPr>
                      <m:e>
                        <m:r>
                          <a:rPr lang="en-US" altLang="zh-TW" sz="2400" b="0" i="1" dirty="0" smtClean="0">
                            <a:solidFill>
                              <a:srgbClr val="FF0000"/>
                            </a:solidFill>
                            <a:latin typeface="Cambria Math" panose="02040503050406030204" pitchFamily="18" charset="0"/>
                          </a:rPr>
                          <m:t>𝑙</m:t>
                        </m:r>
                      </m:e>
                      <m:sub>
                        <m:r>
                          <a:rPr lang="en-US" altLang="zh-TW" sz="2400" b="0" i="1" dirty="0" smtClean="0">
                            <a:solidFill>
                              <a:srgbClr val="FF0000"/>
                            </a:solidFill>
                            <a:latin typeface="Cambria Math" panose="02040503050406030204" pitchFamily="18" charset="0"/>
                          </a:rPr>
                          <m:t>1</m:t>
                        </m:r>
                      </m:sub>
                      <m:sup>
                        <m:r>
                          <a:rPr lang="en-US" altLang="zh-TW" sz="2400" b="0" i="1" dirty="0" smtClean="0">
                            <a:solidFill>
                              <a:srgbClr val="FF0000"/>
                            </a:solidFill>
                            <a:latin typeface="Cambria Math" panose="02040503050406030204" pitchFamily="18" charset="0"/>
                          </a:rPr>
                          <m:t>1</m:t>
                        </m:r>
                      </m:sup>
                    </m:sSubSup>
                    <m:r>
                      <a:rPr lang="en-US" altLang="zh-TW" sz="2400" i="1" dirty="0">
                        <a:solidFill>
                          <a:srgbClr val="FF0000"/>
                        </a:solidFill>
                        <a:latin typeface="Cambria Math" panose="02040503050406030204" pitchFamily="18" charset="0"/>
                      </a:rPr>
                      <m:t>,  </m:t>
                    </m:r>
                    <m:r>
                      <a:rPr lang="en-US" altLang="zh-TW" sz="2400" i="1" dirty="0">
                        <a:solidFill>
                          <a:srgbClr val="FF0000"/>
                        </a:solidFill>
                        <a:latin typeface="Cambria Math" panose="02040503050406030204" pitchFamily="18" charset="0"/>
                      </a:rPr>
                      <m:t>𝑖</m:t>
                    </m:r>
                    <m:r>
                      <a:rPr lang="en-US" altLang="zh-TW" sz="2400" i="1" dirty="0">
                        <a:solidFill>
                          <a:srgbClr val="FF0000"/>
                        </a:solidFill>
                        <a:latin typeface="Cambria Math" panose="02040503050406030204" pitchFamily="18" charset="0"/>
                      </a:rPr>
                      <m:t>=2∗1=2</m:t>
                    </m:r>
                  </m:oMath>
                </a14:m>
                <a:r>
                  <a:rPr lang="en-US" altLang="zh-TW" sz="2400" dirty="0">
                    <a:solidFill>
                      <a:srgbClr val="FF0000"/>
                    </a:solidFill>
                  </a:rPr>
                  <a:t>,        j = 3*1+1-1 = 3</a:t>
                </a:r>
                <a:endParaRPr lang="zh-TW" altLang="en-US" sz="2400" dirty="0"/>
              </a:p>
            </p:txBody>
          </p:sp>
        </mc:Choice>
        <mc:Fallback xmlns="">
          <p:sp>
            <p:nvSpPr>
              <p:cNvPr id="33" name="文字方塊 32">
                <a:extLst>
                  <a:ext uri="{FF2B5EF4-FFF2-40B4-BE49-F238E27FC236}">
                    <a16:creationId xmlns:a16="http://schemas.microsoft.com/office/drawing/2014/main" id="{0C6AAFD4-26AD-4634-9128-930A55CDDB94}"/>
                  </a:ext>
                </a:extLst>
              </p:cNvPr>
              <p:cNvSpPr txBox="1">
                <a:spLocks noRot="1" noChangeAspect="1" noMove="1" noResize="1" noEditPoints="1" noAdjustHandles="1" noChangeArrowheads="1" noChangeShapeType="1" noTextEdit="1"/>
              </p:cNvSpPr>
              <p:nvPr/>
            </p:nvSpPr>
            <p:spPr>
              <a:xfrm>
                <a:off x="932783" y="5189054"/>
                <a:ext cx="5128331" cy="465192"/>
              </a:xfrm>
              <a:prstGeom prst="rect">
                <a:avLst/>
              </a:prstGeom>
              <a:blipFill>
                <a:blip r:embed="rId7"/>
                <a:stretch>
                  <a:fillRect l="-357" t="-9091" b="-28571"/>
                </a:stretch>
              </a:blipFill>
            </p:spPr>
            <p:txBody>
              <a:bodyPr/>
              <a:lstStyle/>
              <a:p>
                <a:r>
                  <a:rPr lang="zh-TW" altLang="en-US">
                    <a:noFill/>
                  </a:rPr>
                  <a:t> </a:t>
                </a:r>
              </a:p>
            </p:txBody>
          </p:sp>
        </mc:Fallback>
      </mc:AlternateContent>
      <p:pic>
        <p:nvPicPr>
          <p:cNvPr id="4" name="圖片 3" descr="一張含有 文字 的圖片&#10;&#10;自動產生的描述">
            <a:extLst>
              <a:ext uri="{FF2B5EF4-FFF2-40B4-BE49-F238E27FC236}">
                <a16:creationId xmlns:a16="http://schemas.microsoft.com/office/drawing/2014/main" id="{BC593C74-FE22-4723-8864-607C06BBC95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02855" y="3738542"/>
            <a:ext cx="5005838" cy="1220431"/>
          </a:xfrm>
          <a:prstGeom prst="rect">
            <a:avLst/>
          </a:prstGeom>
        </p:spPr>
      </p:pic>
    </p:spTree>
    <p:extLst>
      <p:ext uri="{BB962C8B-B14F-4D97-AF65-F5344CB8AC3E}">
        <p14:creationId xmlns:p14="http://schemas.microsoft.com/office/powerpoint/2010/main" val="137631807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EB27BB4E-C0B8-471B-BADB-F8468928A24D}"/>
              </a:ext>
            </a:extLst>
          </p:cNvPr>
          <p:cNvPicPr>
            <a:picLocks noChangeAspect="1"/>
          </p:cNvPicPr>
          <p:nvPr/>
        </p:nvPicPr>
        <p:blipFill>
          <a:blip r:embed="rId2"/>
          <a:stretch>
            <a:fillRect/>
          </a:stretch>
        </p:blipFill>
        <p:spPr>
          <a:xfrm>
            <a:off x="6583308" y="2254760"/>
            <a:ext cx="4270437" cy="3550421"/>
          </a:xfrm>
          <a:prstGeom prst="rect">
            <a:avLst/>
          </a:prstGeom>
        </p:spPr>
      </p:pic>
      <p:sp>
        <p:nvSpPr>
          <p:cNvPr id="2" name="標題 1">
            <a:extLst>
              <a:ext uri="{FF2B5EF4-FFF2-40B4-BE49-F238E27FC236}">
                <a16:creationId xmlns:a16="http://schemas.microsoft.com/office/drawing/2014/main" id="{0F57AFCD-574A-4525-9F59-D0A9CB3F50E7}"/>
              </a:ext>
            </a:extLst>
          </p:cNvPr>
          <p:cNvSpPr>
            <a:spLocks noGrp="1"/>
          </p:cNvSpPr>
          <p:nvPr>
            <p:ph type="title"/>
          </p:nvPr>
        </p:nvSpPr>
        <p:spPr>
          <a:xfrm>
            <a:off x="838200" y="365126"/>
            <a:ext cx="10814108" cy="1136504"/>
          </a:xfrm>
        </p:spPr>
        <p:txBody>
          <a:bodyPr>
            <a:normAutofit/>
          </a:bodyPr>
          <a:lstStyle/>
          <a:p>
            <a:r>
              <a:rPr lang="en-US" altLang="zh-TW" sz="3600" dirty="0">
                <a:latin typeface="Times New Roman" panose="02020603050405020304" pitchFamily="18" charset="0"/>
                <a:cs typeface="Times New Roman" panose="02020603050405020304" pitchFamily="18" charset="0"/>
              </a:rPr>
              <a:t>NP‑Hardness of P(ENL) and P(ENE)</a:t>
            </a:r>
            <a:endParaRPr lang="zh-TW" altLang="en-US" sz="3600" dirty="0">
              <a:latin typeface="Times New Roman" panose="02020603050405020304" pitchFamily="18" charset="0"/>
              <a:cs typeface="Times New Roman" panose="02020603050405020304" pitchFamily="18" charset="0"/>
            </a:endParaRPr>
          </a:p>
        </p:txBody>
      </p:sp>
      <p:pic>
        <p:nvPicPr>
          <p:cNvPr id="11" name="圖片 10" descr="一張含有 文字 的圖片&#10;&#10;自動產生的描述">
            <a:extLst>
              <a:ext uri="{FF2B5EF4-FFF2-40B4-BE49-F238E27FC236}">
                <a16:creationId xmlns:a16="http://schemas.microsoft.com/office/drawing/2014/main" id="{91258496-71A2-4D73-B86F-7577ED62F7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35" y="2278992"/>
            <a:ext cx="4179727" cy="1839988"/>
          </a:xfrm>
          <a:prstGeom prst="rect">
            <a:avLst/>
          </a:prstGeom>
        </p:spPr>
      </p:pic>
      <p:cxnSp>
        <p:nvCxnSpPr>
          <p:cNvPr id="13" name="直線接點 12">
            <a:extLst>
              <a:ext uri="{FF2B5EF4-FFF2-40B4-BE49-F238E27FC236}">
                <a16:creationId xmlns:a16="http://schemas.microsoft.com/office/drawing/2014/main" id="{D7F37376-8329-43D0-85AC-14C28AD7A9D1}"/>
              </a:ext>
            </a:extLst>
          </p:cNvPr>
          <p:cNvCxnSpPr/>
          <p:nvPr/>
        </p:nvCxnSpPr>
        <p:spPr>
          <a:xfrm>
            <a:off x="8150247" y="2043404"/>
            <a:ext cx="0" cy="4114800"/>
          </a:xfrm>
          <a:prstGeom prst="line">
            <a:avLst/>
          </a:prstGeom>
          <a:ln w="38100"/>
        </p:spPr>
        <p:style>
          <a:lnRef idx="1">
            <a:schemeClr val="accent4"/>
          </a:lnRef>
          <a:fillRef idx="0">
            <a:schemeClr val="accent4"/>
          </a:fillRef>
          <a:effectRef idx="0">
            <a:schemeClr val="accent4"/>
          </a:effectRef>
          <a:fontRef idx="minor">
            <a:schemeClr val="tx1"/>
          </a:fontRef>
        </p:style>
      </p:cxnSp>
      <p:cxnSp>
        <p:nvCxnSpPr>
          <p:cNvPr id="15" name="直線接點 14">
            <a:extLst>
              <a:ext uri="{FF2B5EF4-FFF2-40B4-BE49-F238E27FC236}">
                <a16:creationId xmlns:a16="http://schemas.microsoft.com/office/drawing/2014/main" id="{1E5048DE-CB1B-4C18-AD88-AEF3199DAE36}"/>
              </a:ext>
            </a:extLst>
          </p:cNvPr>
          <p:cNvCxnSpPr/>
          <p:nvPr/>
        </p:nvCxnSpPr>
        <p:spPr>
          <a:xfrm>
            <a:off x="9317716" y="2061580"/>
            <a:ext cx="0" cy="4114800"/>
          </a:xfrm>
          <a:prstGeom prst="line">
            <a:avLst/>
          </a:prstGeom>
          <a:ln w="38100"/>
        </p:spPr>
        <p:style>
          <a:lnRef idx="1">
            <a:schemeClr val="accent4"/>
          </a:lnRef>
          <a:fillRef idx="0">
            <a:schemeClr val="accent4"/>
          </a:fillRef>
          <a:effectRef idx="0">
            <a:schemeClr val="accent4"/>
          </a:effectRef>
          <a:fontRef idx="minor">
            <a:schemeClr val="tx1"/>
          </a:fontRef>
        </p:style>
      </p:cxnSp>
      <p:sp>
        <p:nvSpPr>
          <p:cNvPr id="16" name="文字方塊 15">
            <a:extLst>
              <a:ext uri="{FF2B5EF4-FFF2-40B4-BE49-F238E27FC236}">
                <a16:creationId xmlns:a16="http://schemas.microsoft.com/office/drawing/2014/main" id="{0C257DDD-F4AA-4A8A-A800-6F94A954AC25}"/>
              </a:ext>
            </a:extLst>
          </p:cNvPr>
          <p:cNvSpPr txBox="1"/>
          <p:nvPr/>
        </p:nvSpPr>
        <p:spPr>
          <a:xfrm>
            <a:off x="7398733" y="1470852"/>
            <a:ext cx="335560" cy="461665"/>
          </a:xfrm>
          <a:prstGeom prst="rect">
            <a:avLst/>
          </a:prstGeom>
          <a:noFill/>
        </p:spPr>
        <p:txBody>
          <a:bodyPr wrap="square" rtlCol="0">
            <a:spAutoFit/>
          </a:bodyPr>
          <a:lstStyle/>
          <a:p>
            <a:r>
              <a:rPr lang="en-US" altLang="zh-TW" sz="2400" b="1" dirty="0">
                <a:solidFill>
                  <a:srgbClr val="FFC000"/>
                </a:solidFill>
              </a:rPr>
              <a:t>1</a:t>
            </a:r>
            <a:endParaRPr lang="zh-TW" altLang="en-US" sz="2400" b="1" dirty="0">
              <a:solidFill>
                <a:srgbClr val="FFC000"/>
              </a:solidFill>
            </a:endParaRPr>
          </a:p>
        </p:txBody>
      </p:sp>
      <p:sp>
        <p:nvSpPr>
          <p:cNvPr id="17" name="文字方塊 16">
            <a:extLst>
              <a:ext uri="{FF2B5EF4-FFF2-40B4-BE49-F238E27FC236}">
                <a16:creationId xmlns:a16="http://schemas.microsoft.com/office/drawing/2014/main" id="{C9E31D94-10E2-42A4-8A5D-643D82C60E49}"/>
              </a:ext>
            </a:extLst>
          </p:cNvPr>
          <p:cNvSpPr txBox="1"/>
          <p:nvPr/>
        </p:nvSpPr>
        <p:spPr>
          <a:xfrm>
            <a:off x="8566202" y="1470851"/>
            <a:ext cx="335560" cy="461665"/>
          </a:xfrm>
          <a:prstGeom prst="rect">
            <a:avLst/>
          </a:prstGeom>
          <a:noFill/>
        </p:spPr>
        <p:txBody>
          <a:bodyPr wrap="square" rtlCol="0">
            <a:spAutoFit/>
          </a:bodyPr>
          <a:lstStyle/>
          <a:p>
            <a:r>
              <a:rPr lang="en-US" altLang="zh-TW" sz="2400" b="1" dirty="0">
                <a:solidFill>
                  <a:srgbClr val="FFC000"/>
                </a:solidFill>
              </a:rPr>
              <a:t>2</a:t>
            </a:r>
            <a:endParaRPr lang="zh-TW" altLang="en-US" sz="2400" b="1" dirty="0">
              <a:solidFill>
                <a:srgbClr val="FFC000"/>
              </a:solidFill>
            </a:endParaRPr>
          </a:p>
        </p:txBody>
      </p:sp>
      <p:sp>
        <p:nvSpPr>
          <p:cNvPr id="18" name="文字方塊 17">
            <a:extLst>
              <a:ext uri="{FF2B5EF4-FFF2-40B4-BE49-F238E27FC236}">
                <a16:creationId xmlns:a16="http://schemas.microsoft.com/office/drawing/2014/main" id="{185F0C87-2D68-4289-BAAC-B379AEC6DD06}"/>
              </a:ext>
            </a:extLst>
          </p:cNvPr>
          <p:cNvSpPr txBox="1"/>
          <p:nvPr/>
        </p:nvSpPr>
        <p:spPr>
          <a:xfrm>
            <a:off x="9778375" y="1466883"/>
            <a:ext cx="335560" cy="461665"/>
          </a:xfrm>
          <a:prstGeom prst="rect">
            <a:avLst/>
          </a:prstGeom>
          <a:noFill/>
        </p:spPr>
        <p:txBody>
          <a:bodyPr wrap="square" rtlCol="0">
            <a:spAutoFit/>
          </a:bodyPr>
          <a:lstStyle/>
          <a:p>
            <a:r>
              <a:rPr lang="en-US" altLang="zh-TW" sz="2400" b="1" dirty="0">
                <a:solidFill>
                  <a:srgbClr val="FFC000"/>
                </a:solidFill>
              </a:rPr>
              <a:t>3</a:t>
            </a:r>
            <a:endParaRPr lang="zh-TW" altLang="en-US" sz="2400" b="1" dirty="0">
              <a:solidFill>
                <a:srgbClr val="FFC000"/>
              </a:solidFill>
            </a:endParaRPr>
          </a:p>
        </p:txBody>
      </p:sp>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3B4B9DF0-2B43-4B9F-B9D6-81EAAFBDEBE6}"/>
                  </a:ext>
                </a:extLst>
              </p:cNvPr>
              <p:cNvSpPr txBox="1"/>
              <p:nvPr/>
            </p:nvSpPr>
            <p:spPr>
              <a:xfrm>
                <a:off x="6392830" y="2946905"/>
                <a:ext cx="380960" cy="39299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000" i="1" dirty="0" smtClean="0">
                              <a:solidFill>
                                <a:srgbClr val="FFC000"/>
                              </a:solidFill>
                              <a:latin typeface="Cambria Math" panose="02040503050406030204" pitchFamily="18" charset="0"/>
                            </a:rPr>
                          </m:ctrlPr>
                        </m:sSubPr>
                        <m:e>
                          <m:r>
                            <a:rPr lang="en-US" altLang="zh-TW" sz="2000" b="0" i="1" dirty="0" smtClean="0">
                              <a:solidFill>
                                <a:srgbClr val="FFC000"/>
                              </a:solidFill>
                              <a:latin typeface="Cambria Math" panose="02040503050406030204" pitchFamily="18" charset="0"/>
                            </a:rPr>
                            <m:t>𝑥</m:t>
                          </m:r>
                        </m:e>
                        <m:sub>
                          <m:r>
                            <a:rPr lang="en-US" altLang="zh-TW" sz="2000" b="0" i="0" dirty="0" smtClean="0">
                              <a:solidFill>
                                <a:srgbClr val="FFC000"/>
                              </a:solidFill>
                              <a:latin typeface="Cambria Math" panose="02040503050406030204" pitchFamily="18" charset="0"/>
                            </a:rPr>
                            <m:t>1</m:t>
                          </m:r>
                        </m:sub>
                      </m:sSub>
                    </m:oMath>
                  </m:oMathPara>
                </a14:m>
                <a:endParaRPr lang="zh-TW" altLang="en-US" sz="2000" baseline="-25000" dirty="0">
                  <a:solidFill>
                    <a:srgbClr val="FFC000"/>
                  </a:solidFill>
                </a:endParaRPr>
              </a:p>
            </p:txBody>
          </p:sp>
        </mc:Choice>
        <mc:Fallback xmlns="">
          <p:sp>
            <p:nvSpPr>
              <p:cNvPr id="19" name="文字方塊 18">
                <a:extLst>
                  <a:ext uri="{FF2B5EF4-FFF2-40B4-BE49-F238E27FC236}">
                    <a16:creationId xmlns:a16="http://schemas.microsoft.com/office/drawing/2014/main" id="{3B4B9DF0-2B43-4B9F-B9D6-81EAAFBDEBE6}"/>
                  </a:ext>
                </a:extLst>
              </p:cNvPr>
              <p:cNvSpPr txBox="1">
                <a:spLocks noRot="1" noChangeAspect="1" noMove="1" noResize="1" noEditPoints="1" noAdjustHandles="1" noChangeArrowheads="1" noChangeShapeType="1" noTextEdit="1"/>
              </p:cNvSpPr>
              <p:nvPr/>
            </p:nvSpPr>
            <p:spPr>
              <a:xfrm>
                <a:off x="6392830" y="2946905"/>
                <a:ext cx="380960" cy="392993"/>
              </a:xfrm>
              <a:prstGeom prst="rect">
                <a:avLst/>
              </a:prstGeom>
              <a:blipFill>
                <a:blip r:embed="rId4"/>
                <a:stretch>
                  <a:fillRect r="-3226" b="-3077"/>
                </a:stretch>
              </a:blipFill>
            </p:spPr>
            <p:txBody>
              <a:bodyPr/>
              <a:lstStyle/>
              <a:p>
                <a:r>
                  <a:rPr lang="zh-TW" altLang="en-US">
                    <a:noFill/>
                  </a:rPr>
                  <a:t> </a:t>
                </a:r>
              </a:p>
            </p:txBody>
          </p:sp>
        </mc:Fallback>
      </mc:AlternateContent>
      <p:sp>
        <p:nvSpPr>
          <p:cNvPr id="20" name="文字方塊 19">
            <a:extLst>
              <a:ext uri="{FF2B5EF4-FFF2-40B4-BE49-F238E27FC236}">
                <a16:creationId xmlns:a16="http://schemas.microsoft.com/office/drawing/2014/main" id="{B5355C74-C532-4B09-9EAB-EB9CCF938F02}"/>
              </a:ext>
            </a:extLst>
          </p:cNvPr>
          <p:cNvSpPr txBox="1"/>
          <p:nvPr/>
        </p:nvSpPr>
        <p:spPr>
          <a:xfrm>
            <a:off x="5957353" y="3478173"/>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2</a:t>
            </a:r>
            <a:endParaRPr lang="zh-TW" altLang="en-US" sz="2400" b="1" baseline="-25000" dirty="0">
              <a:solidFill>
                <a:srgbClr val="FFC000"/>
              </a:solidFill>
            </a:endParaRPr>
          </a:p>
        </p:txBody>
      </p:sp>
      <p:sp>
        <p:nvSpPr>
          <p:cNvPr id="21" name="文字方塊 20">
            <a:extLst>
              <a:ext uri="{FF2B5EF4-FFF2-40B4-BE49-F238E27FC236}">
                <a16:creationId xmlns:a16="http://schemas.microsoft.com/office/drawing/2014/main" id="{B034DBF4-10E3-4520-A928-8C43D8ABAFBB}"/>
              </a:ext>
            </a:extLst>
          </p:cNvPr>
          <p:cNvSpPr txBox="1"/>
          <p:nvPr/>
        </p:nvSpPr>
        <p:spPr>
          <a:xfrm>
            <a:off x="5957352" y="4189870"/>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3</a:t>
            </a:r>
            <a:endParaRPr lang="zh-TW" altLang="en-US" sz="2400" b="1" baseline="-25000" dirty="0">
              <a:solidFill>
                <a:srgbClr val="FFC000"/>
              </a:solidFill>
            </a:endParaRPr>
          </a:p>
        </p:txBody>
      </p:sp>
      <p:sp>
        <p:nvSpPr>
          <p:cNvPr id="22" name="文字方塊 21">
            <a:extLst>
              <a:ext uri="{FF2B5EF4-FFF2-40B4-BE49-F238E27FC236}">
                <a16:creationId xmlns:a16="http://schemas.microsoft.com/office/drawing/2014/main" id="{E5D38F54-FA9D-4519-A65A-8F6DBB2DA116}"/>
              </a:ext>
            </a:extLst>
          </p:cNvPr>
          <p:cNvSpPr txBox="1"/>
          <p:nvPr/>
        </p:nvSpPr>
        <p:spPr>
          <a:xfrm>
            <a:off x="5983828" y="5033461"/>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4</a:t>
            </a:r>
            <a:endParaRPr lang="zh-TW" altLang="en-US" sz="2400" b="1" baseline="-25000" dirty="0">
              <a:solidFill>
                <a:srgbClr val="FFC000"/>
              </a:solidFill>
            </a:endParaRPr>
          </a:p>
        </p:txBody>
      </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7830DB33-6D89-4BE4-BE29-7E31BEF76A04}"/>
                  </a:ext>
                </a:extLst>
              </p:cNvPr>
              <p:cNvSpPr txBox="1"/>
              <p:nvPr/>
            </p:nvSpPr>
            <p:spPr>
              <a:xfrm>
                <a:off x="6430736" y="2629385"/>
                <a:ext cx="30514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sz="2000" i="1" smtClean="0">
                              <a:solidFill>
                                <a:srgbClr val="FFC000"/>
                              </a:solidFill>
                              <a:latin typeface="Cambria Math" panose="02040503050406030204" pitchFamily="18" charset="0"/>
                            </a:rPr>
                          </m:ctrlPr>
                        </m:accPr>
                        <m:e>
                          <m:sSub>
                            <m:sSubPr>
                              <m:ctrlPr>
                                <a:rPr lang="zh-TW" altLang="en-US" sz="2000" i="1">
                                  <a:solidFill>
                                    <a:srgbClr val="FFC000"/>
                                  </a:solidFill>
                                  <a:latin typeface="Cambria Math" panose="02040503050406030204" pitchFamily="18" charset="0"/>
                                </a:rPr>
                              </m:ctrlPr>
                            </m:sSubPr>
                            <m:e>
                              <m:r>
                                <a:rPr lang="zh-TW" altLang="en-US" sz="2000" i="1">
                                  <a:solidFill>
                                    <a:srgbClr val="FFC000"/>
                                  </a:solidFill>
                                  <a:latin typeface="Cambria Math" panose="02040503050406030204" pitchFamily="18" charset="0"/>
                                </a:rPr>
                                <m:t>𝑥</m:t>
                              </m:r>
                            </m:e>
                            <m:sub>
                              <m:r>
                                <a:rPr lang="zh-TW" altLang="en-US" sz="2000" i="0">
                                  <a:solidFill>
                                    <a:srgbClr val="FFC000"/>
                                  </a:solidFill>
                                  <a:latin typeface="Cambria Math" panose="02040503050406030204" pitchFamily="18" charset="0"/>
                                </a:rPr>
                                <m:t>1</m:t>
                              </m:r>
                            </m:sub>
                          </m:sSub>
                        </m:e>
                      </m:acc>
                    </m:oMath>
                  </m:oMathPara>
                </a14:m>
                <a:endParaRPr lang="zh-TW" altLang="en-US" sz="2000" dirty="0"/>
              </a:p>
            </p:txBody>
          </p:sp>
        </mc:Choice>
        <mc:Fallback xmlns="">
          <p:sp>
            <p:nvSpPr>
              <p:cNvPr id="24" name="文字方塊 23">
                <a:extLst>
                  <a:ext uri="{FF2B5EF4-FFF2-40B4-BE49-F238E27FC236}">
                    <a16:creationId xmlns:a16="http://schemas.microsoft.com/office/drawing/2014/main" id="{7830DB33-6D89-4BE4-BE29-7E31BEF76A04}"/>
                  </a:ext>
                </a:extLst>
              </p:cNvPr>
              <p:cNvSpPr txBox="1">
                <a:spLocks noRot="1" noChangeAspect="1" noMove="1" noResize="1" noEditPoints="1" noAdjustHandles="1" noChangeArrowheads="1" noChangeShapeType="1" noTextEdit="1"/>
              </p:cNvSpPr>
              <p:nvPr/>
            </p:nvSpPr>
            <p:spPr>
              <a:xfrm>
                <a:off x="6430736" y="2629385"/>
                <a:ext cx="305147" cy="307777"/>
              </a:xfrm>
              <a:prstGeom prst="rect">
                <a:avLst/>
              </a:prstGeom>
              <a:blipFill>
                <a:blip r:embed="rId6"/>
                <a:stretch>
                  <a:fillRect l="-12000" r="-8000" b="-13725"/>
                </a:stretch>
              </a:blipFill>
            </p:spPr>
            <p:txBody>
              <a:bodyPr/>
              <a:lstStyle/>
              <a:p>
                <a:r>
                  <a:rPr lang="zh-TW" altLang="en-US">
                    <a:noFill/>
                  </a:rPr>
                  <a:t> </a:t>
                </a:r>
              </a:p>
            </p:txBody>
          </p:sp>
        </mc:Fallback>
      </mc:AlternateContent>
      <p:sp>
        <p:nvSpPr>
          <p:cNvPr id="25" name="文字方塊 24">
            <a:extLst>
              <a:ext uri="{FF2B5EF4-FFF2-40B4-BE49-F238E27FC236}">
                <a16:creationId xmlns:a16="http://schemas.microsoft.com/office/drawing/2014/main" id="{8305FB12-293B-4E8D-AB6E-6133ED6F0D0C}"/>
              </a:ext>
            </a:extLst>
          </p:cNvPr>
          <p:cNvSpPr txBox="1"/>
          <p:nvPr/>
        </p:nvSpPr>
        <p:spPr>
          <a:xfrm>
            <a:off x="5957353" y="2792153"/>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1</a:t>
            </a:r>
            <a:endParaRPr lang="zh-TW" altLang="en-US" sz="2400" b="1" baseline="-25000" dirty="0">
              <a:solidFill>
                <a:srgbClr val="FFC000"/>
              </a:solidFill>
            </a:endParaRPr>
          </a:p>
        </p:txBody>
      </p:sp>
      <p:sp>
        <p:nvSpPr>
          <p:cNvPr id="23" name="文字方塊 22">
            <a:extLst>
              <a:ext uri="{FF2B5EF4-FFF2-40B4-BE49-F238E27FC236}">
                <a16:creationId xmlns:a16="http://schemas.microsoft.com/office/drawing/2014/main" id="{7303E137-3F52-4D78-9EC6-DB5F3F0A1889}"/>
              </a:ext>
            </a:extLst>
          </p:cNvPr>
          <p:cNvSpPr txBox="1"/>
          <p:nvPr/>
        </p:nvSpPr>
        <p:spPr>
          <a:xfrm>
            <a:off x="7012124" y="2009011"/>
            <a:ext cx="335560" cy="400110"/>
          </a:xfrm>
          <a:prstGeom prst="rect">
            <a:avLst/>
          </a:prstGeom>
          <a:noFill/>
        </p:spPr>
        <p:txBody>
          <a:bodyPr wrap="square" rtlCol="0">
            <a:spAutoFit/>
          </a:bodyPr>
          <a:lstStyle/>
          <a:p>
            <a:r>
              <a:rPr lang="en-US" altLang="zh-TW" sz="2000" b="1" dirty="0">
                <a:solidFill>
                  <a:srgbClr val="FFC000"/>
                </a:solidFill>
              </a:rPr>
              <a:t>3</a:t>
            </a:r>
            <a:endParaRPr lang="zh-TW" altLang="en-US" sz="2000" b="1" dirty="0">
              <a:solidFill>
                <a:srgbClr val="FFC000"/>
              </a:solidFill>
            </a:endParaRPr>
          </a:p>
        </p:txBody>
      </p:sp>
      <p:sp>
        <p:nvSpPr>
          <p:cNvPr id="26" name="文字方塊 25">
            <a:extLst>
              <a:ext uri="{FF2B5EF4-FFF2-40B4-BE49-F238E27FC236}">
                <a16:creationId xmlns:a16="http://schemas.microsoft.com/office/drawing/2014/main" id="{18EFF8C5-72BF-440F-ACE0-9B78BDED1DE5}"/>
              </a:ext>
            </a:extLst>
          </p:cNvPr>
          <p:cNvSpPr txBox="1"/>
          <p:nvPr/>
        </p:nvSpPr>
        <p:spPr>
          <a:xfrm>
            <a:off x="7413405" y="2009011"/>
            <a:ext cx="335560" cy="400110"/>
          </a:xfrm>
          <a:prstGeom prst="rect">
            <a:avLst/>
          </a:prstGeom>
          <a:noFill/>
        </p:spPr>
        <p:txBody>
          <a:bodyPr wrap="square" rtlCol="0">
            <a:spAutoFit/>
          </a:bodyPr>
          <a:lstStyle/>
          <a:p>
            <a:r>
              <a:rPr lang="en-US" altLang="zh-TW" sz="2000" b="1" dirty="0">
                <a:solidFill>
                  <a:srgbClr val="FFC000"/>
                </a:solidFill>
              </a:rPr>
              <a:t>2</a:t>
            </a:r>
            <a:endParaRPr lang="zh-TW" altLang="en-US" sz="2000" b="1" dirty="0">
              <a:solidFill>
                <a:srgbClr val="FFC000"/>
              </a:solidFill>
            </a:endParaRPr>
          </a:p>
        </p:txBody>
      </p:sp>
      <p:sp>
        <p:nvSpPr>
          <p:cNvPr id="27" name="文字方塊 26">
            <a:extLst>
              <a:ext uri="{FF2B5EF4-FFF2-40B4-BE49-F238E27FC236}">
                <a16:creationId xmlns:a16="http://schemas.microsoft.com/office/drawing/2014/main" id="{4C9640A7-2F09-4CE1-9AB6-3546F968BC6F}"/>
              </a:ext>
            </a:extLst>
          </p:cNvPr>
          <p:cNvSpPr txBox="1"/>
          <p:nvPr/>
        </p:nvSpPr>
        <p:spPr>
          <a:xfrm>
            <a:off x="7810978" y="2009011"/>
            <a:ext cx="335560" cy="400110"/>
          </a:xfrm>
          <a:prstGeom prst="rect">
            <a:avLst/>
          </a:prstGeom>
          <a:noFill/>
        </p:spPr>
        <p:txBody>
          <a:bodyPr wrap="square" rtlCol="0">
            <a:spAutoFit/>
          </a:bodyPr>
          <a:lstStyle/>
          <a:p>
            <a:r>
              <a:rPr lang="en-US" altLang="zh-TW" sz="2000" b="1" dirty="0">
                <a:solidFill>
                  <a:srgbClr val="FFC000"/>
                </a:solidFill>
              </a:rPr>
              <a:t>1</a:t>
            </a:r>
            <a:endParaRPr lang="zh-TW" altLang="en-US" sz="2000" b="1" dirty="0">
              <a:solidFill>
                <a:srgbClr val="FFC000"/>
              </a:solidFill>
            </a:endParaRPr>
          </a:p>
        </p:txBody>
      </p:sp>
      <p:sp>
        <p:nvSpPr>
          <p:cNvPr id="28" name="橢圓 27">
            <a:extLst>
              <a:ext uri="{FF2B5EF4-FFF2-40B4-BE49-F238E27FC236}">
                <a16:creationId xmlns:a16="http://schemas.microsoft.com/office/drawing/2014/main" id="{D0C247B4-5E41-410B-9AEE-FCA455702A2E}"/>
              </a:ext>
            </a:extLst>
          </p:cNvPr>
          <p:cNvSpPr/>
          <p:nvPr/>
        </p:nvSpPr>
        <p:spPr>
          <a:xfrm>
            <a:off x="2438625" y="3508387"/>
            <a:ext cx="506468" cy="50340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28">
            <a:extLst>
              <a:ext uri="{FF2B5EF4-FFF2-40B4-BE49-F238E27FC236}">
                <a16:creationId xmlns:a16="http://schemas.microsoft.com/office/drawing/2014/main" id="{EF0332FB-3878-4158-8BDE-8AD550FFFD35}"/>
              </a:ext>
            </a:extLst>
          </p:cNvPr>
          <p:cNvSpPr/>
          <p:nvPr/>
        </p:nvSpPr>
        <p:spPr>
          <a:xfrm>
            <a:off x="9988758" y="2597215"/>
            <a:ext cx="506468" cy="50340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文字方塊 29">
            <a:extLst>
              <a:ext uri="{FF2B5EF4-FFF2-40B4-BE49-F238E27FC236}">
                <a16:creationId xmlns:a16="http://schemas.microsoft.com/office/drawing/2014/main" id="{1BEDE591-5BB6-4E03-BC55-B5D58BFC9B43}"/>
              </a:ext>
            </a:extLst>
          </p:cNvPr>
          <p:cNvSpPr txBox="1"/>
          <p:nvPr/>
        </p:nvSpPr>
        <p:spPr>
          <a:xfrm>
            <a:off x="8233455" y="6203070"/>
            <a:ext cx="1084261" cy="369332"/>
          </a:xfrm>
          <a:prstGeom prst="rect">
            <a:avLst/>
          </a:prstGeom>
          <a:noFill/>
        </p:spPr>
        <p:txBody>
          <a:bodyPr wrap="square" rtlCol="0">
            <a:spAutoFit/>
          </a:bodyPr>
          <a:lstStyle/>
          <a:p>
            <a:r>
              <a:rPr lang="en-US" altLang="zh-TW" dirty="0"/>
              <a:t>Matrix B</a:t>
            </a:r>
            <a:endParaRPr lang="zh-TW" altLang="en-US" dirty="0"/>
          </a:p>
        </p:txBody>
      </p:sp>
    </p:spTree>
    <p:extLst>
      <p:ext uri="{BB962C8B-B14F-4D97-AF65-F5344CB8AC3E}">
        <p14:creationId xmlns:p14="http://schemas.microsoft.com/office/powerpoint/2010/main" val="272618105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7AFCD-574A-4525-9F59-D0A9CB3F50E7}"/>
              </a:ext>
            </a:extLst>
          </p:cNvPr>
          <p:cNvSpPr>
            <a:spLocks noGrp="1"/>
          </p:cNvSpPr>
          <p:nvPr>
            <p:ph type="title"/>
          </p:nvPr>
        </p:nvSpPr>
        <p:spPr>
          <a:xfrm>
            <a:off x="838200" y="365126"/>
            <a:ext cx="10814108" cy="1136504"/>
          </a:xfrm>
        </p:spPr>
        <p:txBody>
          <a:bodyPr>
            <a:normAutofit/>
          </a:bodyPr>
          <a:lstStyle/>
          <a:p>
            <a:r>
              <a:rPr lang="en-US" altLang="zh-TW" sz="3600" dirty="0">
                <a:latin typeface="Times New Roman" panose="02020603050405020304" pitchFamily="18" charset="0"/>
                <a:cs typeface="Times New Roman" panose="02020603050405020304" pitchFamily="18" charset="0"/>
              </a:rPr>
              <a:t>NP‑Hardness of P(ENL) and P(ENE)</a:t>
            </a:r>
            <a:endParaRPr lang="zh-TW" altLang="en-US" sz="3600" dirty="0">
              <a:latin typeface="Times New Roman" panose="02020603050405020304" pitchFamily="18" charset="0"/>
              <a:cs typeface="Times New Roman" panose="02020603050405020304" pitchFamily="18" charset="0"/>
            </a:endParaRPr>
          </a:p>
        </p:txBody>
      </p:sp>
      <p:pic>
        <p:nvPicPr>
          <p:cNvPr id="11" name="圖片 10" descr="一張含有 文字 的圖片&#10;&#10;自動產生的描述">
            <a:extLst>
              <a:ext uri="{FF2B5EF4-FFF2-40B4-BE49-F238E27FC236}">
                <a16:creationId xmlns:a16="http://schemas.microsoft.com/office/drawing/2014/main" id="{91258496-71A2-4D73-B86F-7577ED62F7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9130" y="1234905"/>
            <a:ext cx="2597841" cy="1143614"/>
          </a:xfrm>
          <a:prstGeom prst="rect">
            <a:avLst/>
          </a:prstGeom>
        </p:spPr>
      </p:pic>
      <p:pic>
        <p:nvPicPr>
          <p:cNvPr id="5" name="圖片 4" descr="一張含有 文字 的圖片&#10;&#10;自動產生的描述">
            <a:extLst>
              <a:ext uri="{FF2B5EF4-FFF2-40B4-BE49-F238E27FC236}">
                <a16:creationId xmlns:a16="http://schemas.microsoft.com/office/drawing/2014/main" id="{5381E2D4-1093-44A9-8802-40E645F084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0684" y="2378519"/>
            <a:ext cx="3994519" cy="3493512"/>
          </a:xfrm>
          <a:prstGeom prst="rect">
            <a:avLst/>
          </a:prstGeom>
        </p:spPr>
      </p:pic>
      <p:pic>
        <p:nvPicPr>
          <p:cNvPr id="8" name="圖片 7" descr="一張含有 文字 的圖片&#10;&#10;自動產生的描述">
            <a:extLst>
              <a:ext uri="{FF2B5EF4-FFF2-40B4-BE49-F238E27FC236}">
                <a16:creationId xmlns:a16="http://schemas.microsoft.com/office/drawing/2014/main" id="{D771074B-BD7F-4B25-B41E-42DA3FAD41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5215" y="2224609"/>
            <a:ext cx="4280903" cy="3565081"/>
          </a:xfrm>
          <a:prstGeom prst="rect">
            <a:avLst/>
          </a:prstGeom>
        </p:spPr>
      </p:pic>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5F629130-26D9-438B-9B26-3E3BEF6C884C}"/>
                  </a:ext>
                </a:extLst>
              </p:cNvPr>
              <p:cNvSpPr txBox="1"/>
              <p:nvPr/>
            </p:nvSpPr>
            <p:spPr>
              <a:xfrm>
                <a:off x="1758110" y="3131761"/>
                <a:ext cx="30514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sz="2000" i="1" smtClean="0">
                              <a:solidFill>
                                <a:srgbClr val="FFC000"/>
                              </a:solidFill>
                              <a:latin typeface="Cambria Math" panose="02040503050406030204" pitchFamily="18" charset="0"/>
                            </a:rPr>
                          </m:ctrlPr>
                        </m:accPr>
                        <m:e>
                          <m:sSub>
                            <m:sSubPr>
                              <m:ctrlPr>
                                <a:rPr lang="zh-TW" altLang="en-US" sz="2000" i="1">
                                  <a:solidFill>
                                    <a:srgbClr val="FFC000"/>
                                  </a:solidFill>
                                  <a:latin typeface="Cambria Math" panose="02040503050406030204" pitchFamily="18" charset="0"/>
                                </a:rPr>
                              </m:ctrlPr>
                            </m:sSubPr>
                            <m:e>
                              <m:r>
                                <a:rPr lang="zh-TW" altLang="en-US" sz="2000" i="1">
                                  <a:solidFill>
                                    <a:srgbClr val="FFC000"/>
                                  </a:solidFill>
                                  <a:latin typeface="Cambria Math" panose="02040503050406030204" pitchFamily="18" charset="0"/>
                                </a:rPr>
                                <m:t>𝑥</m:t>
                              </m:r>
                            </m:e>
                            <m:sub>
                              <m:r>
                                <a:rPr lang="zh-TW" altLang="en-US" sz="2000" i="0">
                                  <a:solidFill>
                                    <a:srgbClr val="FFC000"/>
                                  </a:solidFill>
                                  <a:latin typeface="Cambria Math" panose="02040503050406030204" pitchFamily="18" charset="0"/>
                                </a:rPr>
                                <m:t>1</m:t>
                              </m:r>
                            </m:sub>
                          </m:sSub>
                        </m:e>
                      </m:acc>
                    </m:oMath>
                  </m:oMathPara>
                </a14:m>
                <a:endParaRPr lang="zh-TW" altLang="en-US" sz="2000" dirty="0"/>
              </a:p>
            </p:txBody>
          </p:sp>
        </mc:Choice>
        <mc:Fallback xmlns="">
          <p:sp>
            <p:nvSpPr>
              <p:cNvPr id="28" name="文字方塊 27">
                <a:extLst>
                  <a:ext uri="{FF2B5EF4-FFF2-40B4-BE49-F238E27FC236}">
                    <a16:creationId xmlns:a16="http://schemas.microsoft.com/office/drawing/2014/main" id="{5F629130-26D9-438B-9B26-3E3BEF6C884C}"/>
                  </a:ext>
                </a:extLst>
              </p:cNvPr>
              <p:cNvSpPr txBox="1">
                <a:spLocks noRot="1" noChangeAspect="1" noMove="1" noResize="1" noEditPoints="1" noAdjustHandles="1" noChangeArrowheads="1" noChangeShapeType="1" noTextEdit="1"/>
              </p:cNvSpPr>
              <p:nvPr/>
            </p:nvSpPr>
            <p:spPr>
              <a:xfrm>
                <a:off x="1758110" y="3131761"/>
                <a:ext cx="305147" cy="307777"/>
              </a:xfrm>
              <a:prstGeom prst="rect">
                <a:avLst/>
              </a:prstGeom>
              <a:blipFill>
                <a:blip r:embed="rId5"/>
                <a:stretch>
                  <a:fillRect l="-10000" r="-8000" b="-16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0B7481CF-98B4-4564-99C0-77D1ED3705EA}"/>
                  </a:ext>
                </a:extLst>
              </p:cNvPr>
              <p:cNvSpPr txBox="1"/>
              <p:nvPr/>
            </p:nvSpPr>
            <p:spPr>
              <a:xfrm>
                <a:off x="1720204" y="2712532"/>
                <a:ext cx="380960" cy="39299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000" i="1" dirty="0" smtClean="0">
                              <a:solidFill>
                                <a:srgbClr val="FFC000"/>
                              </a:solidFill>
                              <a:latin typeface="Cambria Math" panose="02040503050406030204" pitchFamily="18" charset="0"/>
                            </a:rPr>
                          </m:ctrlPr>
                        </m:sSubPr>
                        <m:e>
                          <m:r>
                            <a:rPr lang="en-US" altLang="zh-TW" sz="2000" b="0" i="1" dirty="0" smtClean="0">
                              <a:solidFill>
                                <a:srgbClr val="FFC000"/>
                              </a:solidFill>
                              <a:latin typeface="Cambria Math" panose="02040503050406030204" pitchFamily="18" charset="0"/>
                            </a:rPr>
                            <m:t>𝑥</m:t>
                          </m:r>
                        </m:e>
                        <m:sub>
                          <m:r>
                            <a:rPr lang="en-US" altLang="zh-TW" sz="2000" b="0" i="0" dirty="0" smtClean="0">
                              <a:solidFill>
                                <a:srgbClr val="FFC000"/>
                              </a:solidFill>
                              <a:latin typeface="Cambria Math" panose="02040503050406030204" pitchFamily="18" charset="0"/>
                            </a:rPr>
                            <m:t>1</m:t>
                          </m:r>
                        </m:sub>
                      </m:sSub>
                    </m:oMath>
                  </m:oMathPara>
                </a14:m>
                <a:endParaRPr lang="zh-TW" altLang="en-US" sz="2000" baseline="-25000" dirty="0">
                  <a:solidFill>
                    <a:srgbClr val="FFC000"/>
                  </a:solidFill>
                </a:endParaRPr>
              </a:p>
            </p:txBody>
          </p:sp>
        </mc:Choice>
        <mc:Fallback xmlns="">
          <p:sp>
            <p:nvSpPr>
              <p:cNvPr id="29" name="文字方塊 28">
                <a:extLst>
                  <a:ext uri="{FF2B5EF4-FFF2-40B4-BE49-F238E27FC236}">
                    <a16:creationId xmlns:a16="http://schemas.microsoft.com/office/drawing/2014/main" id="{0B7481CF-98B4-4564-99C0-77D1ED3705EA}"/>
                  </a:ext>
                </a:extLst>
              </p:cNvPr>
              <p:cNvSpPr txBox="1">
                <a:spLocks noRot="1" noChangeAspect="1" noMove="1" noResize="1" noEditPoints="1" noAdjustHandles="1" noChangeArrowheads="1" noChangeShapeType="1" noTextEdit="1"/>
              </p:cNvSpPr>
              <p:nvPr/>
            </p:nvSpPr>
            <p:spPr>
              <a:xfrm>
                <a:off x="1720204" y="2712532"/>
                <a:ext cx="380960" cy="392993"/>
              </a:xfrm>
              <a:prstGeom prst="rect">
                <a:avLst/>
              </a:prstGeom>
              <a:blipFill>
                <a:blip r:embed="rId6"/>
                <a:stretch>
                  <a:fillRect r="-1587" b="-3125"/>
                </a:stretch>
              </a:blipFill>
            </p:spPr>
            <p:txBody>
              <a:bodyPr/>
              <a:lstStyle/>
              <a:p>
                <a:r>
                  <a:rPr lang="zh-TW" altLang="en-US">
                    <a:noFill/>
                  </a:rPr>
                  <a:t> </a:t>
                </a:r>
              </a:p>
            </p:txBody>
          </p:sp>
        </mc:Fallback>
      </mc:AlternateContent>
      <p:sp>
        <p:nvSpPr>
          <p:cNvPr id="9" name="橢圓 8">
            <a:extLst>
              <a:ext uri="{FF2B5EF4-FFF2-40B4-BE49-F238E27FC236}">
                <a16:creationId xmlns:a16="http://schemas.microsoft.com/office/drawing/2014/main" id="{3173026E-C73A-4375-9418-5A3DE3166A91}"/>
              </a:ext>
            </a:extLst>
          </p:cNvPr>
          <p:cNvSpPr/>
          <p:nvPr/>
        </p:nvSpPr>
        <p:spPr>
          <a:xfrm>
            <a:off x="2332653" y="2698642"/>
            <a:ext cx="458523" cy="535766"/>
          </a:xfrm>
          <a:prstGeom prst="ellipse">
            <a:avLst/>
          </a:prstGeom>
          <a:noFill/>
          <a:ln w="28575">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30" name="橢圓 29">
            <a:extLst>
              <a:ext uri="{FF2B5EF4-FFF2-40B4-BE49-F238E27FC236}">
                <a16:creationId xmlns:a16="http://schemas.microsoft.com/office/drawing/2014/main" id="{F819950F-73A1-4CCF-8CDF-3F55E323FF41}"/>
              </a:ext>
            </a:extLst>
          </p:cNvPr>
          <p:cNvSpPr/>
          <p:nvPr/>
        </p:nvSpPr>
        <p:spPr>
          <a:xfrm>
            <a:off x="4602570" y="3131761"/>
            <a:ext cx="458523" cy="468185"/>
          </a:xfrm>
          <a:prstGeom prst="ellipse">
            <a:avLst/>
          </a:prstGeom>
          <a:noFill/>
          <a:ln w="28575">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31" name="橢圓 30">
            <a:extLst>
              <a:ext uri="{FF2B5EF4-FFF2-40B4-BE49-F238E27FC236}">
                <a16:creationId xmlns:a16="http://schemas.microsoft.com/office/drawing/2014/main" id="{544E512F-65EB-4D65-A77C-3AC3CF2E3491}"/>
              </a:ext>
            </a:extLst>
          </p:cNvPr>
          <p:cNvSpPr/>
          <p:nvPr/>
        </p:nvSpPr>
        <p:spPr>
          <a:xfrm>
            <a:off x="1703887" y="1501630"/>
            <a:ext cx="333453" cy="369323"/>
          </a:xfrm>
          <a:prstGeom prst="ellipse">
            <a:avLst/>
          </a:prstGeom>
          <a:noFill/>
          <a:ln w="28575">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33" name="橢圓 32">
            <a:extLst>
              <a:ext uri="{FF2B5EF4-FFF2-40B4-BE49-F238E27FC236}">
                <a16:creationId xmlns:a16="http://schemas.microsoft.com/office/drawing/2014/main" id="{E4A4E0B8-0148-4926-99EE-FBB4C3EB4A93}"/>
              </a:ext>
            </a:extLst>
          </p:cNvPr>
          <p:cNvSpPr/>
          <p:nvPr/>
        </p:nvSpPr>
        <p:spPr>
          <a:xfrm>
            <a:off x="1754839" y="1991541"/>
            <a:ext cx="333453" cy="369323"/>
          </a:xfrm>
          <a:prstGeom prst="ellipse">
            <a:avLst/>
          </a:prstGeom>
          <a:noFill/>
          <a:ln w="28575">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34" name="橢圓 33">
            <a:extLst>
              <a:ext uri="{FF2B5EF4-FFF2-40B4-BE49-F238E27FC236}">
                <a16:creationId xmlns:a16="http://schemas.microsoft.com/office/drawing/2014/main" id="{7714B709-ABDB-4CA0-9C9C-8EFBBB8B4513}"/>
              </a:ext>
            </a:extLst>
          </p:cNvPr>
          <p:cNvSpPr/>
          <p:nvPr/>
        </p:nvSpPr>
        <p:spPr>
          <a:xfrm>
            <a:off x="7752979" y="2931696"/>
            <a:ext cx="458523" cy="535766"/>
          </a:xfrm>
          <a:prstGeom prst="ellipse">
            <a:avLst/>
          </a:prstGeom>
          <a:noFill/>
          <a:ln w="28575">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35" name="橢圓 34">
            <a:extLst>
              <a:ext uri="{FF2B5EF4-FFF2-40B4-BE49-F238E27FC236}">
                <a16:creationId xmlns:a16="http://schemas.microsoft.com/office/drawing/2014/main" id="{50ED9179-5C0E-4C8F-96F0-4E6B1C411887}"/>
              </a:ext>
            </a:extLst>
          </p:cNvPr>
          <p:cNvSpPr/>
          <p:nvPr/>
        </p:nvSpPr>
        <p:spPr>
          <a:xfrm>
            <a:off x="10052054" y="2571659"/>
            <a:ext cx="458523" cy="535766"/>
          </a:xfrm>
          <a:prstGeom prst="ellipse">
            <a:avLst/>
          </a:prstGeom>
          <a:noFill/>
          <a:ln w="28575">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E5531768-0B29-4068-ACB4-260BB6FE3D48}"/>
                  </a:ext>
                </a:extLst>
              </p:cNvPr>
              <p:cNvSpPr txBox="1"/>
              <p:nvPr/>
            </p:nvSpPr>
            <p:spPr>
              <a:xfrm>
                <a:off x="6442641" y="2643839"/>
                <a:ext cx="30514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sz="2000" i="1" smtClean="0">
                              <a:solidFill>
                                <a:srgbClr val="FFC000"/>
                              </a:solidFill>
                              <a:latin typeface="Cambria Math" panose="02040503050406030204" pitchFamily="18" charset="0"/>
                            </a:rPr>
                          </m:ctrlPr>
                        </m:accPr>
                        <m:e>
                          <m:sSub>
                            <m:sSubPr>
                              <m:ctrlPr>
                                <a:rPr lang="zh-TW" altLang="en-US" sz="2000" i="1">
                                  <a:solidFill>
                                    <a:srgbClr val="FFC000"/>
                                  </a:solidFill>
                                  <a:latin typeface="Cambria Math" panose="02040503050406030204" pitchFamily="18" charset="0"/>
                                </a:rPr>
                              </m:ctrlPr>
                            </m:sSubPr>
                            <m:e>
                              <m:r>
                                <a:rPr lang="zh-TW" altLang="en-US" sz="2000" i="1">
                                  <a:solidFill>
                                    <a:srgbClr val="FFC000"/>
                                  </a:solidFill>
                                  <a:latin typeface="Cambria Math" panose="02040503050406030204" pitchFamily="18" charset="0"/>
                                </a:rPr>
                                <m:t>𝑥</m:t>
                              </m:r>
                            </m:e>
                            <m:sub>
                              <m:r>
                                <a:rPr lang="zh-TW" altLang="en-US" sz="2000" i="0">
                                  <a:solidFill>
                                    <a:srgbClr val="FFC000"/>
                                  </a:solidFill>
                                  <a:latin typeface="Cambria Math" panose="02040503050406030204" pitchFamily="18" charset="0"/>
                                </a:rPr>
                                <m:t>1</m:t>
                              </m:r>
                            </m:sub>
                          </m:sSub>
                        </m:e>
                      </m:acc>
                    </m:oMath>
                  </m:oMathPara>
                </a14:m>
                <a:endParaRPr lang="zh-TW" altLang="en-US" sz="2000" dirty="0"/>
              </a:p>
            </p:txBody>
          </p:sp>
        </mc:Choice>
        <mc:Fallback xmlns="">
          <p:sp>
            <p:nvSpPr>
              <p:cNvPr id="36" name="文字方塊 35">
                <a:extLst>
                  <a:ext uri="{FF2B5EF4-FFF2-40B4-BE49-F238E27FC236}">
                    <a16:creationId xmlns:a16="http://schemas.microsoft.com/office/drawing/2014/main" id="{E5531768-0B29-4068-ACB4-260BB6FE3D48}"/>
                  </a:ext>
                </a:extLst>
              </p:cNvPr>
              <p:cNvSpPr txBox="1">
                <a:spLocks noRot="1" noChangeAspect="1" noMove="1" noResize="1" noEditPoints="1" noAdjustHandles="1" noChangeArrowheads="1" noChangeShapeType="1" noTextEdit="1"/>
              </p:cNvSpPr>
              <p:nvPr/>
            </p:nvSpPr>
            <p:spPr>
              <a:xfrm>
                <a:off x="6442641" y="2643839"/>
                <a:ext cx="305147" cy="307777"/>
              </a:xfrm>
              <a:prstGeom prst="rect">
                <a:avLst/>
              </a:prstGeom>
              <a:blipFill>
                <a:blip r:embed="rId7"/>
                <a:stretch>
                  <a:fillRect l="-12000" r="-8000" b="-16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ED956460-8C48-499A-945B-B17135FE9089}"/>
                  </a:ext>
                </a:extLst>
              </p:cNvPr>
              <p:cNvSpPr txBox="1"/>
              <p:nvPr/>
            </p:nvSpPr>
            <p:spPr>
              <a:xfrm>
                <a:off x="6366828" y="2950134"/>
                <a:ext cx="380960" cy="39299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000" i="1" dirty="0" smtClean="0">
                              <a:solidFill>
                                <a:srgbClr val="FFC000"/>
                              </a:solidFill>
                              <a:latin typeface="Cambria Math" panose="02040503050406030204" pitchFamily="18" charset="0"/>
                            </a:rPr>
                          </m:ctrlPr>
                        </m:sSubPr>
                        <m:e>
                          <m:r>
                            <a:rPr lang="en-US" altLang="zh-TW" sz="2000" b="0" i="1" dirty="0" smtClean="0">
                              <a:solidFill>
                                <a:srgbClr val="FFC000"/>
                              </a:solidFill>
                              <a:latin typeface="Cambria Math" panose="02040503050406030204" pitchFamily="18" charset="0"/>
                            </a:rPr>
                            <m:t>𝑥</m:t>
                          </m:r>
                        </m:e>
                        <m:sub>
                          <m:r>
                            <a:rPr lang="en-US" altLang="zh-TW" sz="2000" b="0" i="0" dirty="0" smtClean="0">
                              <a:solidFill>
                                <a:srgbClr val="FFC000"/>
                              </a:solidFill>
                              <a:latin typeface="Cambria Math" panose="02040503050406030204" pitchFamily="18" charset="0"/>
                            </a:rPr>
                            <m:t>1</m:t>
                          </m:r>
                        </m:sub>
                      </m:sSub>
                    </m:oMath>
                  </m:oMathPara>
                </a14:m>
                <a:endParaRPr lang="zh-TW" altLang="en-US" sz="2000" baseline="-25000" dirty="0">
                  <a:solidFill>
                    <a:srgbClr val="FFC000"/>
                  </a:solidFill>
                </a:endParaRPr>
              </a:p>
            </p:txBody>
          </p:sp>
        </mc:Choice>
        <mc:Fallback xmlns="">
          <p:sp>
            <p:nvSpPr>
              <p:cNvPr id="37" name="文字方塊 36">
                <a:extLst>
                  <a:ext uri="{FF2B5EF4-FFF2-40B4-BE49-F238E27FC236}">
                    <a16:creationId xmlns:a16="http://schemas.microsoft.com/office/drawing/2014/main" id="{ED956460-8C48-499A-945B-B17135FE9089}"/>
                  </a:ext>
                </a:extLst>
              </p:cNvPr>
              <p:cNvSpPr txBox="1">
                <a:spLocks noRot="1" noChangeAspect="1" noMove="1" noResize="1" noEditPoints="1" noAdjustHandles="1" noChangeArrowheads="1" noChangeShapeType="1" noTextEdit="1"/>
              </p:cNvSpPr>
              <p:nvPr/>
            </p:nvSpPr>
            <p:spPr>
              <a:xfrm>
                <a:off x="6366828" y="2950134"/>
                <a:ext cx="380960" cy="392993"/>
              </a:xfrm>
              <a:prstGeom prst="rect">
                <a:avLst/>
              </a:prstGeom>
              <a:blipFill>
                <a:blip r:embed="rId8"/>
                <a:stretch>
                  <a:fillRect r="-1587" b="-3125"/>
                </a:stretch>
              </a:blipFill>
            </p:spPr>
            <p:txBody>
              <a:bodyPr/>
              <a:lstStyle/>
              <a:p>
                <a:r>
                  <a:rPr lang="zh-TW" altLang="en-US">
                    <a:noFill/>
                  </a:rPr>
                  <a:t> </a:t>
                </a:r>
              </a:p>
            </p:txBody>
          </p:sp>
        </mc:Fallback>
      </mc:AlternateContent>
      <p:sp>
        <p:nvSpPr>
          <p:cNvPr id="16" name="文字方塊 15">
            <a:extLst>
              <a:ext uri="{FF2B5EF4-FFF2-40B4-BE49-F238E27FC236}">
                <a16:creationId xmlns:a16="http://schemas.microsoft.com/office/drawing/2014/main" id="{B7BC4B8C-F6E6-4DE7-AC85-D57BE7B9DE94}"/>
              </a:ext>
            </a:extLst>
          </p:cNvPr>
          <p:cNvSpPr txBox="1"/>
          <p:nvPr/>
        </p:nvSpPr>
        <p:spPr>
          <a:xfrm>
            <a:off x="8211502" y="6040108"/>
            <a:ext cx="1084261" cy="369332"/>
          </a:xfrm>
          <a:prstGeom prst="rect">
            <a:avLst/>
          </a:prstGeom>
          <a:noFill/>
        </p:spPr>
        <p:txBody>
          <a:bodyPr wrap="square" rtlCol="0">
            <a:spAutoFit/>
          </a:bodyPr>
          <a:lstStyle/>
          <a:p>
            <a:r>
              <a:rPr lang="en-US" altLang="zh-TW" dirty="0"/>
              <a:t>Matrix B</a:t>
            </a:r>
            <a:endParaRPr lang="zh-TW" altLang="en-US" dirty="0"/>
          </a:p>
        </p:txBody>
      </p:sp>
      <p:sp>
        <p:nvSpPr>
          <p:cNvPr id="17" name="文字方塊 16">
            <a:extLst>
              <a:ext uri="{FF2B5EF4-FFF2-40B4-BE49-F238E27FC236}">
                <a16:creationId xmlns:a16="http://schemas.microsoft.com/office/drawing/2014/main" id="{BDB0F644-A14D-43AF-B341-B064475487FA}"/>
              </a:ext>
            </a:extLst>
          </p:cNvPr>
          <p:cNvSpPr txBox="1"/>
          <p:nvPr/>
        </p:nvSpPr>
        <p:spPr>
          <a:xfrm>
            <a:off x="3438368" y="6040108"/>
            <a:ext cx="1084261" cy="369332"/>
          </a:xfrm>
          <a:prstGeom prst="rect">
            <a:avLst/>
          </a:prstGeom>
          <a:noFill/>
        </p:spPr>
        <p:txBody>
          <a:bodyPr wrap="square" rtlCol="0">
            <a:spAutoFit/>
          </a:bodyPr>
          <a:lstStyle/>
          <a:p>
            <a:r>
              <a:rPr lang="en-US" altLang="zh-TW" dirty="0"/>
              <a:t>Matrix A</a:t>
            </a:r>
            <a:endParaRPr lang="zh-TW" altLang="en-US" dirty="0"/>
          </a:p>
        </p:txBody>
      </p:sp>
    </p:spTree>
    <p:extLst>
      <p:ext uri="{BB962C8B-B14F-4D97-AF65-F5344CB8AC3E}">
        <p14:creationId xmlns:p14="http://schemas.microsoft.com/office/powerpoint/2010/main" val="35190488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7AFCD-574A-4525-9F59-D0A9CB3F50E7}"/>
              </a:ext>
            </a:extLst>
          </p:cNvPr>
          <p:cNvSpPr>
            <a:spLocks noGrp="1"/>
          </p:cNvSpPr>
          <p:nvPr>
            <p:ph type="title"/>
          </p:nvPr>
        </p:nvSpPr>
        <p:spPr>
          <a:xfrm>
            <a:off x="838200" y="365126"/>
            <a:ext cx="10814108" cy="1136504"/>
          </a:xfrm>
        </p:spPr>
        <p:txBody>
          <a:bodyPr>
            <a:normAutofit/>
          </a:bodyPr>
          <a:lstStyle/>
          <a:p>
            <a:r>
              <a:rPr lang="en-US" altLang="zh-TW" sz="3600" dirty="0">
                <a:latin typeface="Times New Roman" panose="02020603050405020304" pitchFamily="18" charset="0"/>
                <a:cs typeface="Times New Roman" panose="02020603050405020304" pitchFamily="18" charset="0"/>
              </a:rPr>
              <a:t>NP‑Hardness of P(ENL) and P(ENE)</a:t>
            </a:r>
            <a:endParaRPr lang="zh-TW" altLang="en-US" sz="3600" dirty="0">
              <a:latin typeface="Times New Roman" panose="02020603050405020304" pitchFamily="18" charset="0"/>
              <a:cs typeface="Times New Roman" panose="02020603050405020304" pitchFamily="18" charset="0"/>
            </a:endParaRPr>
          </a:p>
        </p:txBody>
      </p:sp>
      <p:pic>
        <p:nvPicPr>
          <p:cNvPr id="11" name="圖片 10" descr="一張含有 文字 的圖片&#10;&#10;自動產生的描述">
            <a:extLst>
              <a:ext uri="{FF2B5EF4-FFF2-40B4-BE49-F238E27FC236}">
                <a16:creationId xmlns:a16="http://schemas.microsoft.com/office/drawing/2014/main" id="{91258496-71A2-4D73-B86F-7577ED62F7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8391" y="1357304"/>
            <a:ext cx="2787392" cy="1227058"/>
          </a:xfrm>
          <a:prstGeom prst="rect">
            <a:avLst/>
          </a:prstGeom>
        </p:spPr>
      </p:pic>
      <p:pic>
        <p:nvPicPr>
          <p:cNvPr id="5" name="圖片 4" descr="一張含有 文字 的圖片&#10;&#10;自動產生的描述">
            <a:extLst>
              <a:ext uri="{FF2B5EF4-FFF2-40B4-BE49-F238E27FC236}">
                <a16:creationId xmlns:a16="http://schemas.microsoft.com/office/drawing/2014/main" id="{5381E2D4-1093-44A9-8802-40E645F084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4651" y="2778873"/>
            <a:ext cx="3994519" cy="3493512"/>
          </a:xfrm>
          <a:prstGeom prst="rect">
            <a:avLst/>
          </a:prstGeom>
        </p:spPr>
      </p:pic>
      <p:pic>
        <p:nvPicPr>
          <p:cNvPr id="8" name="圖片 7" descr="一張含有 文字 的圖片&#10;&#10;自動產生的描述">
            <a:extLst>
              <a:ext uri="{FF2B5EF4-FFF2-40B4-BE49-F238E27FC236}">
                <a16:creationId xmlns:a16="http://schemas.microsoft.com/office/drawing/2014/main" id="{D771074B-BD7F-4B25-B41E-42DA3FAD41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2225" y="2707304"/>
            <a:ext cx="4280903" cy="3565081"/>
          </a:xfrm>
          <a:prstGeom prst="rect">
            <a:avLst/>
          </a:prstGeom>
        </p:spPr>
      </p:pic>
      <p:sp>
        <p:nvSpPr>
          <p:cNvPr id="9" name="橢圓 8">
            <a:extLst>
              <a:ext uri="{FF2B5EF4-FFF2-40B4-BE49-F238E27FC236}">
                <a16:creationId xmlns:a16="http://schemas.microsoft.com/office/drawing/2014/main" id="{3173026E-C73A-4375-9418-5A3DE3166A91}"/>
              </a:ext>
            </a:extLst>
          </p:cNvPr>
          <p:cNvSpPr/>
          <p:nvPr/>
        </p:nvSpPr>
        <p:spPr>
          <a:xfrm>
            <a:off x="2367706" y="3132451"/>
            <a:ext cx="458523" cy="535766"/>
          </a:xfrm>
          <a:prstGeom prst="ellipse">
            <a:avLst/>
          </a:prstGeom>
          <a:noFill/>
          <a:ln w="28575">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30" name="橢圓 29">
            <a:extLst>
              <a:ext uri="{FF2B5EF4-FFF2-40B4-BE49-F238E27FC236}">
                <a16:creationId xmlns:a16="http://schemas.microsoft.com/office/drawing/2014/main" id="{F819950F-73A1-4CCF-8CDF-3F55E323FF41}"/>
              </a:ext>
            </a:extLst>
          </p:cNvPr>
          <p:cNvSpPr/>
          <p:nvPr/>
        </p:nvSpPr>
        <p:spPr>
          <a:xfrm>
            <a:off x="2748603" y="3926965"/>
            <a:ext cx="458523" cy="468185"/>
          </a:xfrm>
          <a:prstGeom prst="ellipse">
            <a:avLst/>
          </a:prstGeom>
          <a:noFill/>
          <a:ln w="28575">
            <a:solidFill>
              <a:srgbClr val="00B05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solidFill>
                <a:schemeClr val="accent1">
                  <a:lumMod val="50000"/>
                </a:schemeClr>
              </a:solidFill>
            </a:endParaRPr>
          </a:p>
        </p:txBody>
      </p:sp>
      <p:sp>
        <p:nvSpPr>
          <p:cNvPr id="34" name="橢圓 33">
            <a:extLst>
              <a:ext uri="{FF2B5EF4-FFF2-40B4-BE49-F238E27FC236}">
                <a16:creationId xmlns:a16="http://schemas.microsoft.com/office/drawing/2014/main" id="{7714B709-ABDB-4CA0-9C9C-8EFBBB8B4513}"/>
              </a:ext>
            </a:extLst>
          </p:cNvPr>
          <p:cNvSpPr/>
          <p:nvPr/>
        </p:nvSpPr>
        <p:spPr>
          <a:xfrm>
            <a:off x="7526477" y="3391199"/>
            <a:ext cx="458523" cy="535766"/>
          </a:xfrm>
          <a:prstGeom prst="ellipse">
            <a:avLst/>
          </a:prstGeom>
          <a:noFill/>
          <a:ln w="28575">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35" name="橢圓 34">
            <a:extLst>
              <a:ext uri="{FF2B5EF4-FFF2-40B4-BE49-F238E27FC236}">
                <a16:creationId xmlns:a16="http://schemas.microsoft.com/office/drawing/2014/main" id="{50ED9179-5C0E-4C8F-96F0-4E6B1C411887}"/>
              </a:ext>
            </a:extLst>
          </p:cNvPr>
          <p:cNvSpPr/>
          <p:nvPr/>
        </p:nvSpPr>
        <p:spPr>
          <a:xfrm>
            <a:off x="3089191" y="4611171"/>
            <a:ext cx="458523" cy="535766"/>
          </a:xfrm>
          <a:prstGeom prst="ellipse">
            <a:avLst/>
          </a:prstGeom>
          <a:noFill/>
          <a:ln w="28575">
            <a:solidFill>
              <a:srgbClr val="0070C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16" name="文字方塊 15">
            <a:extLst>
              <a:ext uri="{FF2B5EF4-FFF2-40B4-BE49-F238E27FC236}">
                <a16:creationId xmlns:a16="http://schemas.microsoft.com/office/drawing/2014/main" id="{B9C8441D-C297-473E-9811-DC36482CDEF5}"/>
              </a:ext>
            </a:extLst>
          </p:cNvPr>
          <p:cNvSpPr txBox="1"/>
          <p:nvPr/>
        </p:nvSpPr>
        <p:spPr>
          <a:xfrm>
            <a:off x="3150672" y="2502580"/>
            <a:ext cx="335560" cy="400110"/>
          </a:xfrm>
          <a:prstGeom prst="rect">
            <a:avLst/>
          </a:prstGeom>
          <a:noFill/>
        </p:spPr>
        <p:txBody>
          <a:bodyPr wrap="square" rtlCol="0">
            <a:spAutoFit/>
          </a:bodyPr>
          <a:lstStyle/>
          <a:p>
            <a:r>
              <a:rPr lang="en-US" altLang="zh-TW" sz="2000" b="1" dirty="0">
                <a:solidFill>
                  <a:srgbClr val="FFC000"/>
                </a:solidFill>
              </a:rPr>
              <a:t>3</a:t>
            </a:r>
            <a:endParaRPr lang="zh-TW" altLang="en-US" sz="2000" b="1" dirty="0">
              <a:solidFill>
                <a:srgbClr val="FFC000"/>
              </a:solidFill>
            </a:endParaRPr>
          </a:p>
        </p:txBody>
      </p:sp>
      <p:sp>
        <p:nvSpPr>
          <p:cNvPr id="17" name="文字方塊 16">
            <a:extLst>
              <a:ext uri="{FF2B5EF4-FFF2-40B4-BE49-F238E27FC236}">
                <a16:creationId xmlns:a16="http://schemas.microsoft.com/office/drawing/2014/main" id="{A25B5A28-9B19-46E8-A1F5-1534E43D6A40}"/>
              </a:ext>
            </a:extLst>
          </p:cNvPr>
          <p:cNvSpPr txBox="1"/>
          <p:nvPr/>
        </p:nvSpPr>
        <p:spPr>
          <a:xfrm>
            <a:off x="2810084" y="2518924"/>
            <a:ext cx="335560" cy="400110"/>
          </a:xfrm>
          <a:prstGeom prst="rect">
            <a:avLst/>
          </a:prstGeom>
          <a:noFill/>
        </p:spPr>
        <p:txBody>
          <a:bodyPr wrap="square" rtlCol="0">
            <a:spAutoFit/>
          </a:bodyPr>
          <a:lstStyle/>
          <a:p>
            <a:r>
              <a:rPr lang="en-US" altLang="zh-TW" sz="2000" b="1" dirty="0">
                <a:solidFill>
                  <a:srgbClr val="FFC000"/>
                </a:solidFill>
              </a:rPr>
              <a:t>2</a:t>
            </a:r>
            <a:endParaRPr lang="zh-TW" altLang="en-US" sz="2000" b="1" dirty="0">
              <a:solidFill>
                <a:srgbClr val="FFC000"/>
              </a:solidFill>
            </a:endParaRPr>
          </a:p>
        </p:txBody>
      </p:sp>
      <p:sp>
        <p:nvSpPr>
          <p:cNvPr id="18" name="文字方塊 17">
            <a:extLst>
              <a:ext uri="{FF2B5EF4-FFF2-40B4-BE49-F238E27FC236}">
                <a16:creationId xmlns:a16="http://schemas.microsoft.com/office/drawing/2014/main" id="{456703CF-D579-43EA-905B-57F87B776689}"/>
              </a:ext>
            </a:extLst>
          </p:cNvPr>
          <p:cNvSpPr txBox="1"/>
          <p:nvPr/>
        </p:nvSpPr>
        <p:spPr>
          <a:xfrm>
            <a:off x="2429187" y="2502580"/>
            <a:ext cx="335560" cy="400110"/>
          </a:xfrm>
          <a:prstGeom prst="rect">
            <a:avLst/>
          </a:prstGeom>
          <a:noFill/>
        </p:spPr>
        <p:txBody>
          <a:bodyPr wrap="square" rtlCol="0">
            <a:spAutoFit/>
          </a:bodyPr>
          <a:lstStyle/>
          <a:p>
            <a:r>
              <a:rPr lang="en-US" altLang="zh-TW" sz="2000" b="1" dirty="0">
                <a:solidFill>
                  <a:srgbClr val="FFC000"/>
                </a:solidFill>
              </a:rPr>
              <a:t>1</a:t>
            </a:r>
            <a:endParaRPr lang="zh-TW" altLang="en-US" sz="2000" b="1" dirty="0">
              <a:solidFill>
                <a:srgbClr val="FFC000"/>
              </a:solidFill>
            </a:endParaRPr>
          </a:p>
        </p:txBody>
      </p:sp>
      <p:sp>
        <p:nvSpPr>
          <p:cNvPr id="19" name="文字方塊 18">
            <a:extLst>
              <a:ext uri="{FF2B5EF4-FFF2-40B4-BE49-F238E27FC236}">
                <a16:creationId xmlns:a16="http://schemas.microsoft.com/office/drawing/2014/main" id="{3E95C304-8F09-430A-8A15-2A7F4858E29B}"/>
              </a:ext>
            </a:extLst>
          </p:cNvPr>
          <p:cNvSpPr txBox="1"/>
          <p:nvPr/>
        </p:nvSpPr>
        <p:spPr>
          <a:xfrm>
            <a:off x="7589909" y="2465339"/>
            <a:ext cx="335560" cy="400110"/>
          </a:xfrm>
          <a:prstGeom prst="rect">
            <a:avLst/>
          </a:prstGeom>
          <a:noFill/>
        </p:spPr>
        <p:txBody>
          <a:bodyPr wrap="square" rtlCol="0">
            <a:spAutoFit/>
          </a:bodyPr>
          <a:lstStyle/>
          <a:p>
            <a:r>
              <a:rPr lang="en-US" altLang="zh-TW" sz="2000" b="1" dirty="0">
                <a:solidFill>
                  <a:srgbClr val="FFC000"/>
                </a:solidFill>
              </a:rPr>
              <a:t>1</a:t>
            </a:r>
            <a:endParaRPr lang="zh-TW" altLang="en-US" sz="2000" b="1" dirty="0">
              <a:solidFill>
                <a:srgbClr val="FFC000"/>
              </a:solidFill>
            </a:endParaRPr>
          </a:p>
        </p:txBody>
      </p:sp>
      <p:sp>
        <p:nvSpPr>
          <p:cNvPr id="20" name="文字方塊 19">
            <a:extLst>
              <a:ext uri="{FF2B5EF4-FFF2-40B4-BE49-F238E27FC236}">
                <a16:creationId xmlns:a16="http://schemas.microsoft.com/office/drawing/2014/main" id="{24A221DB-578E-41A2-B1C9-877F3CF335CC}"/>
              </a:ext>
            </a:extLst>
          </p:cNvPr>
          <p:cNvSpPr txBox="1"/>
          <p:nvPr/>
        </p:nvSpPr>
        <p:spPr>
          <a:xfrm>
            <a:off x="7169386" y="2491004"/>
            <a:ext cx="335560" cy="400110"/>
          </a:xfrm>
          <a:prstGeom prst="rect">
            <a:avLst/>
          </a:prstGeom>
          <a:noFill/>
        </p:spPr>
        <p:txBody>
          <a:bodyPr wrap="square" rtlCol="0">
            <a:spAutoFit/>
          </a:bodyPr>
          <a:lstStyle/>
          <a:p>
            <a:r>
              <a:rPr lang="en-US" altLang="zh-TW" sz="2000" b="1" dirty="0">
                <a:solidFill>
                  <a:srgbClr val="FFC000"/>
                </a:solidFill>
              </a:rPr>
              <a:t>2</a:t>
            </a:r>
            <a:endParaRPr lang="zh-TW" altLang="en-US" sz="2000" b="1" dirty="0">
              <a:solidFill>
                <a:srgbClr val="FFC000"/>
              </a:solidFill>
            </a:endParaRPr>
          </a:p>
        </p:txBody>
      </p:sp>
      <p:sp>
        <p:nvSpPr>
          <p:cNvPr id="21" name="文字方塊 20">
            <a:extLst>
              <a:ext uri="{FF2B5EF4-FFF2-40B4-BE49-F238E27FC236}">
                <a16:creationId xmlns:a16="http://schemas.microsoft.com/office/drawing/2014/main" id="{DD0D6D9E-462D-49FE-8856-D7A537FEAE12}"/>
              </a:ext>
            </a:extLst>
          </p:cNvPr>
          <p:cNvSpPr txBox="1"/>
          <p:nvPr/>
        </p:nvSpPr>
        <p:spPr>
          <a:xfrm>
            <a:off x="6813965" y="2465339"/>
            <a:ext cx="335560" cy="400110"/>
          </a:xfrm>
          <a:prstGeom prst="rect">
            <a:avLst/>
          </a:prstGeom>
          <a:noFill/>
        </p:spPr>
        <p:txBody>
          <a:bodyPr wrap="square" rtlCol="0">
            <a:spAutoFit/>
          </a:bodyPr>
          <a:lstStyle/>
          <a:p>
            <a:r>
              <a:rPr lang="en-US" altLang="zh-TW" sz="2000" b="1" dirty="0">
                <a:solidFill>
                  <a:srgbClr val="FFC000"/>
                </a:solidFill>
              </a:rPr>
              <a:t>3</a:t>
            </a:r>
            <a:endParaRPr lang="zh-TW" altLang="en-US" sz="2000" b="1" dirty="0">
              <a:solidFill>
                <a:srgbClr val="FFC000"/>
              </a:solidFill>
            </a:endParaRPr>
          </a:p>
        </p:txBody>
      </p:sp>
      <p:sp>
        <p:nvSpPr>
          <p:cNvPr id="22" name="橢圓 21">
            <a:extLst>
              <a:ext uri="{FF2B5EF4-FFF2-40B4-BE49-F238E27FC236}">
                <a16:creationId xmlns:a16="http://schemas.microsoft.com/office/drawing/2014/main" id="{F8C15366-3B20-473C-A5FE-860969D8359C}"/>
              </a:ext>
            </a:extLst>
          </p:cNvPr>
          <p:cNvSpPr/>
          <p:nvPr/>
        </p:nvSpPr>
        <p:spPr>
          <a:xfrm>
            <a:off x="7118501" y="4218622"/>
            <a:ext cx="458523" cy="468185"/>
          </a:xfrm>
          <a:prstGeom prst="ellipse">
            <a:avLst/>
          </a:prstGeom>
          <a:noFill/>
          <a:ln w="28575">
            <a:solidFill>
              <a:srgbClr val="00B05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solidFill>
                <a:schemeClr val="accent1">
                  <a:lumMod val="50000"/>
                </a:schemeClr>
              </a:solidFill>
            </a:endParaRPr>
          </a:p>
        </p:txBody>
      </p:sp>
      <p:sp>
        <p:nvSpPr>
          <p:cNvPr id="23" name="橢圓 22">
            <a:extLst>
              <a:ext uri="{FF2B5EF4-FFF2-40B4-BE49-F238E27FC236}">
                <a16:creationId xmlns:a16="http://schemas.microsoft.com/office/drawing/2014/main" id="{1C64E015-4A08-49B9-850F-5FEB6B4685D0}"/>
              </a:ext>
            </a:extLst>
          </p:cNvPr>
          <p:cNvSpPr/>
          <p:nvPr/>
        </p:nvSpPr>
        <p:spPr>
          <a:xfrm>
            <a:off x="6752483" y="4978464"/>
            <a:ext cx="458523" cy="535766"/>
          </a:xfrm>
          <a:prstGeom prst="ellipse">
            <a:avLst/>
          </a:prstGeom>
          <a:noFill/>
          <a:ln w="28575">
            <a:solidFill>
              <a:srgbClr val="0070C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cxnSp>
        <p:nvCxnSpPr>
          <p:cNvPr id="4" name="直線接點 3">
            <a:extLst>
              <a:ext uri="{FF2B5EF4-FFF2-40B4-BE49-F238E27FC236}">
                <a16:creationId xmlns:a16="http://schemas.microsoft.com/office/drawing/2014/main" id="{5F704CD6-D905-4ECD-9450-8578202632F5}"/>
              </a:ext>
            </a:extLst>
          </p:cNvPr>
          <p:cNvCxnSpPr/>
          <p:nvPr/>
        </p:nvCxnSpPr>
        <p:spPr>
          <a:xfrm>
            <a:off x="1836917" y="1979278"/>
            <a:ext cx="1184540" cy="0"/>
          </a:xfrm>
          <a:prstGeom prst="line">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sp>
        <p:nvSpPr>
          <p:cNvPr id="24" name="文字方塊 23">
            <a:extLst>
              <a:ext uri="{FF2B5EF4-FFF2-40B4-BE49-F238E27FC236}">
                <a16:creationId xmlns:a16="http://schemas.microsoft.com/office/drawing/2014/main" id="{69645D9F-6C9C-4908-9A80-8D8B846AEAD4}"/>
              </a:ext>
            </a:extLst>
          </p:cNvPr>
          <p:cNvSpPr txBox="1"/>
          <p:nvPr/>
        </p:nvSpPr>
        <p:spPr>
          <a:xfrm>
            <a:off x="8259366" y="6282130"/>
            <a:ext cx="1084261" cy="369332"/>
          </a:xfrm>
          <a:prstGeom prst="rect">
            <a:avLst/>
          </a:prstGeom>
          <a:noFill/>
        </p:spPr>
        <p:txBody>
          <a:bodyPr wrap="square" rtlCol="0">
            <a:spAutoFit/>
          </a:bodyPr>
          <a:lstStyle/>
          <a:p>
            <a:r>
              <a:rPr lang="en-US" altLang="zh-TW" dirty="0"/>
              <a:t>Matrix B</a:t>
            </a:r>
            <a:endParaRPr lang="zh-TW" altLang="en-US" dirty="0"/>
          </a:p>
        </p:txBody>
      </p:sp>
      <p:sp>
        <p:nvSpPr>
          <p:cNvPr id="25" name="文字方塊 24">
            <a:extLst>
              <a:ext uri="{FF2B5EF4-FFF2-40B4-BE49-F238E27FC236}">
                <a16:creationId xmlns:a16="http://schemas.microsoft.com/office/drawing/2014/main" id="{35CD35B8-E9AF-40EE-B66B-3615AC47F8ED}"/>
              </a:ext>
            </a:extLst>
          </p:cNvPr>
          <p:cNvSpPr txBox="1"/>
          <p:nvPr/>
        </p:nvSpPr>
        <p:spPr>
          <a:xfrm>
            <a:off x="3486232" y="6282130"/>
            <a:ext cx="1084261" cy="369332"/>
          </a:xfrm>
          <a:prstGeom prst="rect">
            <a:avLst/>
          </a:prstGeom>
          <a:noFill/>
        </p:spPr>
        <p:txBody>
          <a:bodyPr wrap="square" rtlCol="0">
            <a:spAutoFit/>
          </a:bodyPr>
          <a:lstStyle/>
          <a:p>
            <a:r>
              <a:rPr lang="en-US" altLang="zh-TW" dirty="0"/>
              <a:t>Matrix A</a:t>
            </a:r>
            <a:endParaRPr lang="zh-TW" altLang="en-US" dirty="0"/>
          </a:p>
        </p:txBody>
      </p:sp>
    </p:spTree>
    <p:extLst>
      <p:ext uri="{BB962C8B-B14F-4D97-AF65-F5344CB8AC3E}">
        <p14:creationId xmlns:p14="http://schemas.microsoft.com/office/powerpoint/2010/main" val="409140731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7AFCD-574A-4525-9F59-D0A9CB3F50E7}"/>
              </a:ext>
            </a:extLst>
          </p:cNvPr>
          <p:cNvSpPr>
            <a:spLocks noGrp="1"/>
          </p:cNvSpPr>
          <p:nvPr>
            <p:ph type="title"/>
          </p:nvPr>
        </p:nvSpPr>
        <p:spPr>
          <a:xfrm>
            <a:off x="838200" y="365126"/>
            <a:ext cx="10814108" cy="1136504"/>
          </a:xfrm>
        </p:spPr>
        <p:txBody>
          <a:bodyPr>
            <a:normAutofit/>
          </a:bodyPr>
          <a:lstStyle/>
          <a:p>
            <a:r>
              <a:rPr lang="en-US" altLang="zh-TW" sz="3600" dirty="0">
                <a:latin typeface="Times New Roman" panose="02020603050405020304" pitchFamily="18" charset="0"/>
                <a:cs typeface="Times New Roman" panose="02020603050405020304" pitchFamily="18" charset="0"/>
              </a:rPr>
              <a:t>NP‑Hardness of P(ENL) and P(ENE)</a:t>
            </a:r>
            <a:endParaRPr lang="zh-TW" altLang="en-US" sz="3600" dirty="0">
              <a:latin typeface="Times New Roman" panose="02020603050405020304" pitchFamily="18" charset="0"/>
              <a:cs typeface="Times New Roman" panose="02020603050405020304" pitchFamily="18" charset="0"/>
            </a:endParaRPr>
          </a:p>
        </p:txBody>
      </p:sp>
      <p:pic>
        <p:nvPicPr>
          <p:cNvPr id="11" name="圖片 10" descr="一張含有 文字 的圖片&#10;&#10;自動產生的描述">
            <a:extLst>
              <a:ext uri="{FF2B5EF4-FFF2-40B4-BE49-F238E27FC236}">
                <a16:creationId xmlns:a16="http://schemas.microsoft.com/office/drawing/2014/main" id="{91258496-71A2-4D73-B86F-7577ED62F7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0527" y="1526558"/>
            <a:ext cx="2907608" cy="1279979"/>
          </a:xfrm>
          <a:prstGeom prst="rect">
            <a:avLst/>
          </a:prstGeom>
        </p:spPr>
      </p:pic>
      <p:pic>
        <p:nvPicPr>
          <p:cNvPr id="5" name="圖片 4" descr="一張含有 文字 的圖片&#10;&#10;自動產生的描述">
            <a:extLst>
              <a:ext uri="{FF2B5EF4-FFF2-40B4-BE49-F238E27FC236}">
                <a16:creationId xmlns:a16="http://schemas.microsoft.com/office/drawing/2014/main" id="{5381E2D4-1093-44A9-8802-40E645F084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4651" y="2778873"/>
            <a:ext cx="3994519" cy="3493512"/>
          </a:xfrm>
          <a:prstGeom prst="rect">
            <a:avLst/>
          </a:prstGeom>
        </p:spPr>
      </p:pic>
      <p:pic>
        <p:nvPicPr>
          <p:cNvPr id="8" name="圖片 7" descr="一張含有 文字 的圖片&#10;&#10;自動產生的描述">
            <a:extLst>
              <a:ext uri="{FF2B5EF4-FFF2-40B4-BE49-F238E27FC236}">
                <a16:creationId xmlns:a16="http://schemas.microsoft.com/office/drawing/2014/main" id="{D771074B-BD7F-4B25-B41E-42DA3FAD41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13835" y="2670173"/>
            <a:ext cx="4280903" cy="3565081"/>
          </a:xfrm>
          <a:prstGeom prst="rect">
            <a:avLst/>
          </a:prstGeom>
        </p:spPr>
      </p:pic>
      <p:sp>
        <p:nvSpPr>
          <p:cNvPr id="9" name="橢圓 8">
            <a:extLst>
              <a:ext uri="{FF2B5EF4-FFF2-40B4-BE49-F238E27FC236}">
                <a16:creationId xmlns:a16="http://schemas.microsoft.com/office/drawing/2014/main" id="{3173026E-C73A-4375-9418-5A3DE3166A91}"/>
              </a:ext>
            </a:extLst>
          </p:cNvPr>
          <p:cNvSpPr/>
          <p:nvPr/>
        </p:nvSpPr>
        <p:spPr>
          <a:xfrm>
            <a:off x="2367706" y="3132451"/>
            <a:ext cx="458523" cy="535766"/>
          </a:xfrm>
          <a:prstGeom prst="ellipse">
            <a:avLst/>
          </a:prstGeom>
          <a:noFill/>
          <a:ln w="28575">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34" name="橢圓 33">
            <a:extLst>
              <a:ext uri="{FF2B5EF4-FFF2-40B4-BE49-F238E27FC236}">
                <a16:creationId xmlns:a16="http://schemas.microsoft.com/office/drawing/2014/main" id="{7714B709-ABDB-4CA0-9C9C-8EFBBB8B4513}"/>
              </a:ext>
            </a:extLst>
          </p:cNvPr>
          <p:cNvSpPr/>
          <p:nvPr/>
        </p:nvSpPr>
        <p:spPr>
          <a:xfrm>
            <a:off x="7631881" y="3391199"/>
            <a:ext cx="458523" cy="535766"/>
          </a:xfrm>
          <a:prstGeom prst="ellipse">
            <a:avLst/>
          </a:prstGeom>
          <a:noFill/>
          <a:ln w="28575">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24" name="橢圓 23">
            <a:extLst>
              <a:ext uri="{FF2B5EF4-FFF2-40B4-BE49-F238E27FC236}">
                <a16:creationId xmlns:a16="http://schemas.microsoft.com/office/drawing/2014/main" id="{0A96A704-F1D5-45A8-A0B3-B973F953F904}"/>
              </a:ext>
            </a:extLst>
          </p:cNvPr>
          <p:cNvSpPr/>
          <p:nvPr/>
        </p:nvSpPr>
        <p:spPr>
          <a:xfrm>
            <a:off x="3440894" y="3106878"/>
            <a:ext cx="458523" cy="535766"/>
          </a:xfrm>
          <a:prstGeom prst="ellipse">
            <a:avLst/>
          </a:prstGeom>
          <a:noFill/>
          <a:ln w="28575">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25" name="橢圓 24">
            <a:extLst>
              <a:ext uri="{FF2B5EF4-FFF2-40B4-BE49-F238E27FC236}">
                <a16:creationId xmlns:a16="http://schemas.microsoft.com/office/drawing/2014/main" id="{047112E5-4BA3-448E-96B5-8F526E8C5EF2}"/>
              </a:ext>
            </a:extLst>
          </p:cNvPr>
          <p:cNvSpPr/>
          <p:nvPr/>
        </p:nvSpPr>
        <p:spPr>
          <a:xfrm>
            <a:off x="8832905" y="3391199"/>
            <a:ext cx="458523" cy="535766"/>
          </a:xfrm>
          <a:prstGeom prst="ellipse">
            <a:avLst/>
          </a:prstGeom>
          <a:noFill/>
          <a:ln w="28575">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27" name="橢圓 26">
            <a:extLst>
              <a:ext uri="{FF2B5EF4-FFF2-40B4-BE49-F238E27FC236}">
                <a16:creationId xmlns:a16="http://schemas.microsoft.com/office/drawing/2014/main" id="{1BEF88D4-6571-4B3B-B03F-7EB167FC085E}"/>
              </a:ext>
            </a:extLst>
          </p:cNvPr>
          <p:cNvSpPr/>
          <p:nvPr/>
        </p:nvSpPr>
        <p:spPr>
          <a:xfrm>
            <a:off x="4936930" y="4257746"/>
            <a:ext cx="458523" cy="535766"/>
          </a:xfrm>
          <a:prstGeom prst="ellipse">
            <a:avLst/>
          </a:prstGeom>
          <a:noFill/>
          <a:ln w="28575">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28" name="橢圓 27">
            <a:extLst>
              <a:ext uri="{FF2B5EF4-FFF2-40B4-BE49-F238E27FC236}">
                <a16:creationId xmlns:a16="http://schemas.microsoft.com/office/drawing/2014/main" id="{6A5D316F-12CE-46E5-B687-8B54F1200C43}"/>
              </a:ext>
            </a:extLst>
          </p:cNvPr>
          <p:cNvSpPr/>
          <p:nvPr/>
        </p:nvSpPr>
        <p:spPr>
          <a:xfrm>
            <a:off x="9605388" y="3721980"/>
            <a:ext cx="458523" cy="535766"/>
          </a:xfrm>
          <a:prstGeom prst="ellipse">
            <a:avLst/>
          </a:prstGeom>
          <a:noFill/>
          <a:ln w="28575">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1AD90E79-93F7-4B5E-81BF-B4F603512810}"/>
              </a:ext>
            </a:extLst>
          </p:cNvPr>
          <p:cNvSpPr txBox="1"/>
          <p:nvPr/>
        </p:nvSpPr>
        <p:spPr>
          <a:xfrm>
            <a:off x="8211502" y="6248335"/>
            <a:ext cx="1084261" cy="369332"/>
          </a:xfrm>
          <a:prstGeom prst="rect">
            <a:avLst/>
          </a:prstGeom>
          <a:noFill/>
        </p:spPr>
        <p:txBody>
          <a:bodyPr wrap="square" rtlCol="0">
            <a:spAutoFit/>
          </a:bodyPr>
          <a:lstStyle/>
          <a:p>
            <a:r>
              <a:rPr lang="en-US" altLang="zh-TW" dirty="0"/>
              <a:t>Matrix B</a:t>
            </a:r>
            <a:endParaRPr lang="zh-TW" altLang="en-US" dirty="0"/>
          </a:p>
        </p:txBody>
      </p:sp>
      <p:sp>
        <p:nvSpPr>
          <p:cNvPr id="13" name="文字方塊 12">
            <a:extLst>
              <a:ext uri="{FF2B5EF4-FFF2-40B4-BE49-F238E27FC236}">
                <a16:creationId xmlns:a16="http://schemas.microsoft.com/office/drawing/2014/main" id="{9705083C-2DD3-48C7-8762-E929CB3B4128}"/>
              </a:ext>
            </a:extLst>
          </p:cNvPr>
          <p:cNvSpPr txBox="1"/>
          <p:nvPr/>
        </p:nvSpPr>
        <p:spPr>
          <a:xfrm>
            <a:off x="3438368" y="6248335"/>
            <a:ext cx="1084261" cy="369332"/>
          </a:xfrm>
          <a:prstGeom prst="rect">
            <a:avLst/>
          </a:prstGeom>
          <a:noFill/>
        </p:spPr>
        <p:txBody>
          <a:bodyPr wrap="square" rtlCol="0">
            <a:spAutoFit/>
          </a:bodyPr>
          <a:lstStyle/>
          <a:p>
            <a:r>
              <a:rPr lang="en-US" altLang="zh-TW" dirty="0"/>
              <a:t>Matrix A</a:t>
            </a:r>
            <a:endParaRPr lang="zh-TW" altLang="en-US" dirty="0"/>
          </a:p>
        </p:txBody>
      </p:sp>
    </p:spTree>
    <p:extLst>
      <p:ext uri="{BB962C8B-B14F-4D97-AF65-F5344CB8AC3E}">
        <p14:creationId xmlns:p14="http://schemas.microsoft.com/office/powerpoint/2010/main" val="2972969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F47209-6EEB-2948-B5A0-F9A8C643688C}"/>
              </a:ext>
            </a:extLst>
          </p:cNvPr>
          <p:cNvSpPr>
            <a:spLocks noGrp="1"/>
          </p:cNvSpPr>
          <p:nvPr>
            <p:ph type="title"/>
          </p:nvPr>
        </p:nvSpPr>
        <p:spPr/>
        <p:txBody>
          <a:bodyPr/>
          <a:lstStyle/>
          <a:p>
            <a:r>
              <a:rPr lang="en-US" altLang="zh-TW" sz="3600" dirty="0">
                <a:latin typeface="Times New Roman" panose="02020603050405020304" pitchFamily="18" charset="0"/>
                <a:cs typeface="Times New Roman" panose="02020603050405020304" pitchFamily="18" charset="0"/>
              </a:rPr>
              <a:t>APX‑Hardness of P(ENL) and P(ENE)_MAX 3SAT-3 </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CD0B5B1A-C491-DE4A-B8D8-39CE3FCD5B23}"/>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X={x1,x2,x3,x4} </a:t>
                </a:r>
              </a:p>
              <a:p>
                <a:r>
                  <a:rPr lang="en-US" altLang="zh-TW" dirty="0">
                    <a:latin typeface="Times New Roman" panose="02020603050405020304" pitchFamily="18" charset="0"/>
                    <a:cs typeface="Times New Roman" panose="02020603050405020304" pitchFamily="18" charset="0"/>
                  </a:rPr>
                  <a:t>C=(</a:t>
                </a:r>
                <a:r>
                  <a:rPr lang="en-US" altLang="zh-TW" dirty="0">
                    <a:solidFill>
                      <a:srgbClr val="FF0000"/>
                    </a:solidFill>
                    <a:latin typeface="Times New Roman" panose="02020603050405020304" pitchFamily="18" charset="0"/>
                    <a:cs typeface="Times New Roman" panose="02020603050405020304" pitchFamily="18" charset="0"/>
                  </a:rPr>
                  <a:t>x1</a:t>
                </a:r>
                <a:r>
                  <a:rPr lang="en-US" altLang="zh-TW" dirty="0">
                    <a:latin typeface="Times New Roman" panose="02020603050405020304" pitchFamily="18" charset="0"/>
                    <a:cs typeface="Times New Roman" panose="02020603050405020304" pitchFamily="18" charset="0"/>
                  </a:rPr>
                  <a:t> ∨</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x2 ∨</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x3)∧</a:t>
                </a:r>
              </a:p>
              <a:p>
                <a:pPr marL="0" indent="0">
                  <a:buNone/>
                </a:pP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en-US" altLang="zh-TW" dirty="0">
                    <a:solidFill>
                      <a:srgbClr val="FF0000"/>
                    </a:solidFill>
                    <a:latin typeface="Times New Roman" panose="02020603050405020304" pitchFamily="18" charset="0"/>
                    <a:cs typeface="Times New Roman" panose="02020603050405020304" pitchFamily="18" charset="0"/>
                  </a:rPr>
                  <a:t>x1</a:t>
                </a:r>
                <a:r>
                  <a:rPr lang="en-US" altLang="zh-TW" dirty="0">
                    <a:latin typeface="Times New Roman" panose="02020603050405020304" pitchFamily="18" charset="0"/>
                    <a:cs typeface="Times New Roman" panose="02020603050405020304" pitchFamily="18" charset="0"/>
                  </a:rPr>
                  <a:t> ∨</a:t>
                </a:r>
                <a:r>
                  <a:rPr lang="zh-TW" altLang="en-US" dirty="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altLang="zh-TW" i="1" dirty="0">
                            <a:latin typeface="Cambria Math" panose="02040503050406030204" pitchFamily="18" charset="0"/>
                          </a:rPr>
                        </m:ctrlPr>
                      </m:accPr>
                      <m:e>
                        <m:r>
                          <m:rPr>
                            <m:sty m:val="p"/>
                          </m:rPr>
                          <a:rPr lang="en-US" altLang="zh-TW" i="0" dirty="0" smtClean="0">
                            <a:latin typeface="Cambria Math" panose="02040503050406030204" pitchFamily="18" charset="0"/>
                          </a:rPr>
                          <m:t>x</m:t>
                        </m:r>
                        <m:r>
                          <a:rPr lang="en-US" altLang="zh-TW" i="0" dirty="0" smtClean="0">
                            <a:latin typeface="Cambria Math" panose="02040503050406030204" pitchFamily="18" charset="0"/>
                          </a:rPr>
                          <m:t>3</m:t>
                        </m:r>
                      </m:e>
                    </m:acc>
                  </m:oMath>
                </a14:m>
                <a:r>
                  <a:rPr lang="en-US" altLang="zh-TW" dirty="0">
                    <a:latin typeface="Times New Roman" panose="02020603050405020304" pitchFamily="18" charset="0"/>
                    <a:cs typeface="Times New Roman" panose="02020603050405020304" pitchFamily="18" charset="0"/>
                  </a:rPr>
                  <a:t> ∨</a:t>
                </a:r>
                <a:r>
                  <a:rPr lang="zh-TW" altLang="en-US" dirty="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altLang="zh-TW" i="1" dirty="0">
                            <a:latin typeface="Cambria Math" panose="02040503050406030204" pitchFamily="18" charset="0"/>
                          </a:rPr>
                        </m:ctrlPr>
                      </m:accPr>
                      <m:e>
                        <m:r>
                          <m:rPr>
                            <m:sty m:val="p"/>
                          </m:rPr>
                          <a:rPr lang="en-US" altLang="zh-TW" i="0" dirty="0" smtClean="0">
                            <a:latin typeface="Cambria Math" panose="02040503050406030204" pitchFamily="18" charset="0"/>
                          </a:rPr>
                          <m:t>x</m:t>
                        </m:r>
                        <m:r>
                          <a:rPr lang="en-US" altLang="zh-TW" i="0" dirty="0" smtClean="0">
                            <a:latin typeface="Cambria Math" panose="02040503050406030204" pitchFamily="18" charset="0"/>
                          </a:rPr>
                          <m:t>2</m:t>
                        </m:r>
                      </m:e>
                    </m:acc>
                  </m:oMath>
                </a14:m>
                <a:r>
                  <a:rPr lang="en-US" altLang="zh-TW" dirty="0">
                    <a:latin typeface="Times New Roman" panose="02020603050405020304" pitchFamily="18" charset="0"/>
                    <a:cs typeface="Times New Roman" panose="02020603050405020304" pitchFamily="18" charset="0"/>
                  </a:rPr>
                  <a:t>)∧</a:t>
                </a:r>
              </a:p>
              <a:p>
                <a:pPr marL="0" indent="0">
                  <a:buNone/>
                </a:pP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en-US" altLang="zh-TW" i="1" dirty="0" smtClean="0">
                            <a:solidFill>
                              <a:srgbClr val="FF0000"/>
                            </a:solidFill>
                            <a:latin typeface="Cambria Math" panose="02040503050406030204" pitchFamily="18" charset="0"/>
                          </a:rPr>
                        </m:ctrlPr>
                      </m:accPr>
                      <m:e>
                        <m:r>
                          <m:rPr>
                            <m:nor/>
                          </m:rPr>
                          <a:rPr lang="en-US" altLang="zh-TW" dirty="0">
                            <a:solidFill>
                              <a:srgbClr val="FF0000"/>
                            </a:solidFill>
                            <a:latin typeface="Times New Roman" panose="02020603050405020304" pitchFamily="18" charset="0"/>
                            <a:cs typeface="Times New Roman" panose="02020603050405020304" pitchFamily="18" charset="0"/>
                          </a:rPr>
                          <m:t>x</m:t>
                        </m:r>
                        <m:r>
                          <m:rPr>
                            <m:nor/>
                          </m:rPr>
                          <a:rPr lang="en-US" altLang="zh-TW" dirty="0">
                            <a:solidFill>
                              <a:srgbClr val="FF0000"/>
                            </a:solidFill>
                            <a:latin typeface="Times New Roman" panose="02020603050405020304" pitchFamily="18" charset="0"/>
                            <a:cs typeface="Times New Roman" panose="02020603050405020304" pitchFamily="18" charset="0"/>
                          </a:rPr>
                          <m:t>1</m:t>
                        </m:r>
                      </m:e>
                    </m:acc>
                  </m:oMath>
                </a14:m>
                <a:r>
                  <a:rPr lang="en-US" altLang="zh-TW" dirty="0">
                    <a:solidFill>
                      <a:srgbClr val="FF0000"/>
                    </a:solidFill>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14:m>
                  <m:oMath xmlns:m="http://schemas.openxmlformats.org/officeDocument/2006/math">
                    <m:r>
                      <a:rPr lang="zh-TW" altLang="en-US" b="0" i="0" dirty="0" smtClean="0">
                        <a:latin typeface="Cambria Math" panose="02040503050406030204" pitchFamily="18" charset="0"/>
                      </a:rPr>
                      <m:t> </m:t>
                    </m:r>
                    <m:acc>
                      <m:accPr>
                        <m:chr m:val="̅"/>
                        <m:ctrlPr>
                          <a:rPr lang="en-US" altLang="zh-TW" i="1" dirty="0">
                            <a:latin typeface="Cambria Math" panose="02040503050406030204" pitchFamily="18" charset="0"/>
                          </a:rPr>
                        </m:ctrlPr>
                      </m:accPr>
                      <m:e>
                        <m:r>
                          <m:rPr>
                            <m:sty m:val="p"/>
                          </m:rPr>
                          <a:rPr lang="en-US" altLang="zh-TW" i="0" dirty="0" smtClean="0">
                            <a:latin typeface="Cambria Math" panose="02040503050406030204" pitchFamily="18" charset="0"/>
                          </a:rPr>
                          <m:t>x</m:t>
                        </m:r>
                        <m:r>
                          <a:rPr lang="en-US" altLang="zh-TW" i="0" dirty="0" smtClean="0">
                            <a:latin typeface="Cambria Math" panose="02040503050406030204" pitchFamily="18" charset="0"/>
                          </a:rPr>
                          <m:t>2</m:t>
                        </m:r>
                      </m:e>
                    </m:acc>
                  </m:oMath>
                </a14:m>
                <a:r>
                  <a:rPr lang="en-US" altLang="zh-TW" dirty="0">
                    <a:latin typeface="Times New Roman" panose="02020603050405020304" pitchFamily="18" charset="0"/>
                    <a:cs typeface="Times New Roman" panose="02020603050405020304" pitchFamily="18" charset="0"/>
                  </a:rPr>
                  <a:t> ∨</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x4) </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{x1, </a:t>
                </a:r>
                <a14:m>
                  <m:oMath xmlns:m="http://schemas.openxmlformats.org/officeDocument/2006/math">
                    <m:acc>
                      <m:accPr>
                        <m:chr m:val="̅"/>
                        <m:ctrlPr>
                          <a:rPr lang="en-US" altLang="zh-TW" i="1" dirty="0" smtClean="0">
                            <a:latin typeface="Cambria Math" panose="02040503050406030204" pitchFamily="18" charset="0"/>
                          </a:rPr>
                        </m:ctrlPr>
                      </m:accPr>
                      <m:e>
                        <m:r>
                          <m:rPr>
                            <m:sty m:val="p"/>
                          </m:rPr>
                          <a:rPr lang="en-US" altLang="zh-TW" i="0" dirty="0" smtClean="0">
                            <a:latin typeface="Cambria Math" panose="02040503050406030204" pitchFamily="18" charset="0"/>
                          </a:rPr>
                          <m:t>x</m:t>
                        </m:r>
                        <m:r>
                          <a:rPr lang="en-US" altLang="zh-TW" i="0" dirty="0" smtClean="0">
                            <a:latin typeface="Cambria Math" panose="02040503050406030204" pitchFamily="18" charset="0"/>
                          </a:rPr>
                          <m:t>2</m:t>
                        </m:r>
                      </m:e>
                    </m:acc>
                    <m:r>
                      <a:rPr lang="en-US" altLang="zh-TW" b="0" i="0" dirty="0" smtClean="0">
                        <a:latin typeface="Cambria Math" panose="02040503050406030204" pitchFamily="18" charset="0"/>
                      </a:rPr>
                      <m:t>,  </m:t>
                    </m:r>
                    <m:acc>
                      <m:accPr>
                        <m:chr m:val="̅"/>
                        <m:ctrlPr>
                          <a:rPr lang="en-US" altLang="zh-TW" i="1" dirty="0" smtClean="0">
                            <a:latin typeface="Cambria Math" panose="02040503050406030204" pitchFamily="18" charset="0"/>
                          </a:rPr>
                        </m:ctrlPr>
                      </m:accPr>
                      <m:e>
                        <m:r>
                          <m:rPr>
                            <m:sty m:val="p"/>
                          </m:rPr>
                          <a:rPr lang="en-US" altLang="zh-TW" i="0" dirty="0" smtClean="0">
                            <a:latin typeface="Cambria Math" panose="02040503050406030204" pitchFamily="18" charset="0"/>
                          </a:rPr>
                          <m:t>x</m:t>
                        </m:r>
                        <m:r>
                          <a:rPr lang="en-US" altLang="zh-TW" i="0" dirty="0" smtClean="0">
                            <a:latin typeface="Cambria Math" panose="02040503050406030204" pitchFamily="18" charset="0"/>
                          </a:rPr>
                          <m:t>3</m:t>
                        </m:r>
                      </m:e>
                    </m:acc>
                  </m:oMath>
                </a14:m>
                <a:r>
                  <a:rPr lang="en-US" altLang="zh-TW" dirty="0">
                    <a:latin typeface="Times New Roman" panose="02020603050405020304" pitchFamily="18" charset="0"/>
                    <a:cs typeface="Times New Roman" panose="02020603050405020304" pitchFamily="18" charset="0"/>
                  </a:rPr>
                  <a:t>, x4}, number of satisfied clauses is </a:t>
                </a:r>
                <a:r>
                  <a:rPr lang="en-US" altLang="zh-TW" u="sng" dirty="0">
                    <a:latin typeface="Times New Roman" panose="02020603050405020304" pitchFamily="18" charset="0"/>
                    <a:cs typeface="Times New Roman" panose="02020603050405020304" pitchFamily="18" charset="0"/>
                  </a:rPr>
                  <a:t>3 </a:t>
                </a:r>
              </a:p>
              <a:p>
                <a:endParaRPr kumimoji="1" lang="zh-TW" altLang="en-US" dirty="0"/>
              </a:p>
            </p:txBody>
          </p:sp>
        </mc:Choice>
        <mc:Fallback xmlns="">
          <p:sp>
            <p:nvSpPr>
              <p:cNvPr id="3" name="內容版面配置區 2">
                <a:extLst>
                  <a:ext uri="{FF2B5EF4-FFF2-40B4-BE49-F238E27FC236}">
                    <a16:creationId xmlns:a16="http://schemas.microsoft.com/office/drawing/2014/main" id="{CD0B5B1A-C491-DE4A-B8D8-39CE3FCD5B23}"/>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16355871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F47209-6EEB-2948-B5A0-F9A8C643688C}"/>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3DM </a:t>
            </a:r>
          </a:p>
        </p:txBody>
      </p:sp>
      <p:sp>
        <p:nvSpPr>
          <p:cNvPr id="3" name="內容版面配置區 2">
            <a:extLst>
              <a:ext uri="{FF2B5EF4-FFF2-40B4-BE49-F238E27FC236}">
                <a16:creationId xmlns:a16="http://schemas.microsoft.com/office/drawing/2014/main" id="{CD0B5B1A-C491-DE4A-B8D8-39CE3FCD5B23}"/>
              </a:ext>
            </a:extLst>
          </p:cNvPr>
          <p:cNvSpPr>
            <a:spLocks noGrp="1"/>
          </p:cNvSpPr>
          <p:nvPr>
            <p:ph idx="1"/>
          </p:nvPr>
        </p:nvSpPr>
        <p:spPr/>
        <p:txBody>
          <a:bodyPr>
            <a:normAutofit lnSpcReduction="10000"/>
          </a:bodyPr>
          <a:lstStyle/>
          <a:p>
            <a:r>
              <a:rPr lang="en-US" altLang="zh-TW" dirty="0">
                <a:latin typeface="Times New Roman" panose="02020603050405020304" pitchFamily="18" charset="0"/>
                <a:cs typeface="Times New Roman" panose="02020603050405020304" pitchFamily="18" charset="0"/>
              </a:rPr>
              <a:t>X = {x1, x2, x3}</a:t>
            </a:r>
          </a:p>
          <a:p>
            <a:pPr marL="0" indent="0">
              <a:buNone/>
            </a:pPr>
            <a:r>
              <a:rPr lang="en-US" altLang="zh-TW" dirty="0">
                <a:latin typeface="Times New Roman" panose="02020603050405020304" pitchFamily="18" charset="0"/>
                <a:cs typeface="Times New Roman" panose="02020603050405020304" pitchFamily="18" charset="0"/>
              </a:rPr>
              <a:t>   Y = {y1, y2, y3}</a:t>
            </a:r>
          </a:p>
          <a:p>
            <a:pPr marL="0" indent="0">
              <a:buNone/>
            </a:pPr>
            <a:r>
              <a:rPr lang="en-US" altLang="zh-TW" dirty="0">
                <a:latin typeface="Times New Roman" panose="02020603050405020304" pitchFamily="18" charset="0"/>
                <a:cs typeface="Times New Roman" panose="02020603050405020304" pitchFamily="18" charset="0"/>
              </a:rPr>
              <a:t>   Z = {z1, z2, z3}</a:t>
            </a:r>
          </a:p>
          <a:p>
            <a:pPr marL="0" indent="0">
              <a:buNone/>
            </a:pPr>
            <a:r>
              <a:rPr lang="en-US" altLang="zh-TW" dirty="0">
                <a:latin typeface="Times New Roman" panose="02020603050405020304" pitchFamily="18" charset="0"/>
                <a:cs typeface="Times New Roman" panose="02020603050405020304" pitchFamily="18" charset="0"/>
              </a:rPr>
              <a:t>   k=3</a:t>
            </a:r>
          </a:p>
          <a:p>
            <a:pPr marL="0" indent="0">
              <a:buNone/>
            </a:pPr>
            <a:r>
              <a:rPr lang="en-US" altLang="zh-TW" dirty="0">
                <a:latin typeface="Times New Roman" panose="02020603050405020304" pitchFamily="18" charset="0"/>
                <a:cs typeface="Times New Roman" panose="02020603050405020304" pitchFamily="18" charset="0"/>
              </a:rPr>
              <a:t> (M ⊆ X × Y × Z )</a:t>
            </a:r>
          </a:p>
          <a:p>
            <a:pPr marL="0" indent="0">
              <a:buNone/>
            </a:pPr>
            <a:r>
              <a:rPr lang="en-US" altLang="zh-TW" dirty="0">
                <a:latin typeface="Times New Roman" panose="02020603050405020304" pitchFamily="18" charset="0"/>
                <a:cs typeface="Times New Roman" panose="02020603050405020304" pitchFamily="18" charset="0"/>
              </a:rPr>
              <a:t>  =&gt;M = {(x1, y1, z1), (x1, </a:t>
            </a:r>
            <a:r>
              <a:rPr lang="en-US" altLang="zh-TW" dirty="0">
                <a:solidFill>
                  <a:srgbClr val="FF0000"/>
                </a:solidFill>
                <a:latin typeface="Times New Roman" panose="02020603050405020304" pitchFamily="18" charset="0"/>
                <a:cs typeface="Times New Roman" panose="02020603050405020304" pitchFamily="18" charset="0"/>
              </a:rPr>
              <a:t>y3</a:t>
            </a:r>
            <a:r>
              <a:rPr lang="en-US" altLang="zh-TW" dirty="0">
                <a:latin typeface="Times New Roman" panose="02020603050405020304" pitchFamily="18" charset="0"/>
                <a:cs typeface="Times New Roman" panose="02020603050405020304" pitchFamily="18" charset="0"/>
              </a:rPr>
              <a:t>, z3), (x2, </a:t>
            </a:r>
            <a:r>
              <a:rPr lang="en-US" altLang="zh-TW" dirty="0">
                <a:solidFill>
                  <a:srgbClr val="FF0000"/>
                </a:solidFill>
                <a:latin typeface="Times New Roman" panose="02020603050405020304" pitchFamily="18" charset="0"/>
                <a:cs typeface="Times New Roman" panose="02020603050405020304" pitchFamily="18" charset="0"/>
              </a:rPr>
              <a:t>y3</a:t>
            </a:r>
            <a:r>
              <a:rPr lang="en-US" altLang="zh-TW" dirty="0">
                <a:latin typeface="Times New Roman" panose="02020603050405020304" pitchFamily="18" charset="0"/>
                <a:cs typeface="Times New Roman" panose="02020603050405020304" pitchFamily="18" charset="0"/>
              </a:rPr>
              <a:t>, z2), (x3, y2, z4), (x1, y2, z2)} </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M’={(x1,y1,z1),(x2,y3,z2),(x3,y2,z4)} </a:t>
            </a:r>
          </a:p>
          <a:p>
            <a:endParaRPr kumimoji="1" lang="zh-TW" altLang="en-US" dirty="0"/>
          </a:p>
        </p:txBody>
      </p:sp>
    </p:spTree>
    <p:extLst>
      <p:ext uri="{BB962C8B-B14F-4D97-AF65-F5344CB8AC3E}">
        <p14:creationId xmlns:p14="http://schemas.microsoft.com/office/powerpoint/2010/main" val="17151690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7AFCD-574A-4525-9F59-D0A9CB3F50E7}"/>
              </a:ext>
            </a:extLst>
          </p:cNvPr>
          <p:cNvSpPr>
            <a:spLocks noGrp="1"/>
          </p:cNvSpPr>
          <p:nvPr>
            <p:ph type="title"/>
          </p:nvPr>
        </p:nvSpPr>
        <p:spPr>
          <a:xfrm>
            <a:off x="838200" y="365126"/>
            <a:ext cx="10814108" cy="1136504"/>
          </a:xfrm>
        </p:spPr>
        <p:txBody>
          <a:bodyPr>
            <a:normAutofit/>
          </a:bodyPr>
          <a:lstStyle/>
          <a:p>
            <a:r>
              <a:rPr lang="en-US" altLang="zh-TW" sz="3600" dirty="0">
                <a:latin typeface="Times New Roman" panose="02020603050405020304" pitchFamily="18" charset="0"/>
                <a:cs typeface="Times New Roman" panose="02020603050405020304" pitchFamily="18" charset="0"/>
              </a:rPr>
              <a:t>NP‑Hardness of P(LOL) and P(LOE)</a:t>
            </a:r>
            <a:endParaRPr lang="zh-TW" altLang="en-US" sz="3600" dirty="0">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B5355C74-C532-4B09-9EAB-EB9CCF938F02}"/>
              </a:ext>
            </a:extLst>
          </p:cNvPr>
          <p:cNvSpPr txBox="1"/>
          <p:nvPr/>
        </p:nvSpPr>
        <p:spPr>
          <a:xfrm>
            <a:off x="8629805" y="3883044"/>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2</a:t>
            </a:r>
            <a:endParaRPr lang="zh-TW" altLang="en-US" sz="2400" b="1" baseline="-25000" dirty="0">
              <a:solidFill>
                <a:srgbClr val="FFC000"/>
              </a:solidFill>
            </a:endParaRPr>
          </a:p>
        </p:txBody>
      </p:sp>
      <p:sp>
        <p:nvSpPr>
          <p:cNvPr id="25" name="文字方塊 24">
            <a:extLst>
              <a:ext uri="{FF2B5EF4-FFF2-40B4-BE49-F238E27FC236}">
                <a16:creationId xmlns:a16="http://schemas.microsoft.com/office/drawing/2014/main" id="{8305FB12-293B-4E8D-AB6E-6133ED6F0D0C}"/>
              </a:ext>
            </a:extLst>
          </p:cNvPr>
          <p:cNvSpPr txBox="1"/>
          <p:nvPr/>
        </p:nvSpPr>
        <p:spPr>
          <a:xfrm>
            <a:off x="8331636" y="3879323"/>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1</a:t>
            </a:r>
            <a:endParaRPr lang="zh-TW" altLang="en-US" sz="2400" b="1" baseline="-25000" dirty="0">
              <a:solidFill>
                <a:srgbClr val="FFC000"/>
              </a:solidFill>
            </a:endParaRPr>
          </a:p>
        </p:txBody>
      </p:sp>
      <p:sp>
        <p:nvSpPr>
          <p:cNvPr id="23" name="文字方塊 22">
            <a:extLst>
              <a:ext uri="{FF2B5EF4-FFF2-40B4-BE49-F238E27FC236}">
                <a16:creationId xmlns:a16="http://schemas.microsoft.com/office/drawing/2014/main" id="{7303E137-3F52-4D78-9EC6-DB5F3F0A1889}"/>
              </a:ext>
            </a:extLst>
          </p:cNvPr>
          <p:cNvSpPr txBox="1"/>
          <p:nvPr/>
        </p:nvSpPr>
        <p:spPr>
          <a:xfrm>
            <a:off x="5814777" y="4584432"/>
            <a:ext cx="335560" cy="400110"/>
          </a:xfrm>
          <a:prstGeom prst="rect">
            <a:avLst/>
          </a:prstGeom>
          <a:noFill/>
        </p:spPr>
        <p:txBody>
          <a:bodyPr wrap="square" rtlCol="0">
            <a:spAutoFit/>
          </a:bodyPr>
          <a:lstStyle/>
          <a:p>
            <a:r>
              <a:rPr lang="en-US" altLang="zh-TW" sz="2000" b="1" dirty="0">
                <a:solidFill>
                  <a:srgbClr val="FFC000"/>
                </a:solidFill>
              </a:rPr>
              <a:t>1</a:t>
            </a:r>
            <a:endParaRPr lang="zh-TW" altLang="en-US" sz="2000" b="1" dirty="0">
              <a:solidFill>
                <a:srgbClr val="FFC000"/>
              </a:solidFill>
            </a:endParaRPr>
          </a:p>
        </p:txBody>
      </p:sp>
      <p:sp>
        <p:nvSpPr>
          <p:cNvPr id="26" name="文字方塊 25">
            <a:extLst>
              <a:ext uri="{FF2B5EF4-FFF2-40B4-BE49-F238E27FC236}">
                <a16:creationId xmlns:a16="http://schemas.microsoft.com/office/drawing/2014/main" id="{18EFF8C5-72BF-440F-ACE0-9B78BDED1DE5}"/>
              </a:ext>
            </a:extLst>
          </p:cNvPr>
          <p:cNvSpPr txBox="1"/>
          <p:nvPr/>
        </p:nvSpPr>
        <p:spPr>
          <a:xfrm>
            <a:off x="5809915" y="4950772"/>
            <a:ext cx="335560" cy="400110"/>
          </a:xfrm>
          <a:prstGeom prst="rect">
            <a:avLst/>
          </a:prstGeom>
          <a:noFill/>
        </p:spPr>
        <p:txBody>
          <a:bodyPr wrap="square" rtlCol="0">
            <a:spAutoFit/>
          </a:bodyPr>
          <a:lstStyle/>
          <a:p>
            <a:r>
              <a:rPr lang="en-US" altLang="zh-TW" sz="2000" b="1" dirty="0">
                <a:solidFill>
                  <a:srgbClr val="FFC000"/>
                </a:solidFill>
              </a:rPr>
              <a:t>2</a:t>
            </a:r>
            <a:endParaRPr lang="zh-TW" altLang="en-US" sz="2000" b="1" dirty="0">
              <a:solidFill>
                <a:srgbClr val="FFC000"/>
              </a:solidFill>
            </a:endParaRPr>
          </a:p>
        </p:txBody>
      </p:sp>
      <p:sp>
        <p:nvSpPr>
          <p:cNvPr id="27" name="文字方塊 26">
            <a:extLst>
              <a:ext uri="{FF2B5EF4-FFF2-40B4-BE49-F238E27FC236}">
                <a16:creationId xmlns:a16="http://schemas.microsoft.com/office/drawing/2014/main" id="{4C9640A7-2F09-4CE1-9AB6-3546F968BC6F}"/>
              </a:ext>
            </a:extLst>
          </p:cNvPr>
          <p:cNvSpPr txBox="1"/>
          <p:nvPr/>
        </p:nvSpPr>
        <p:spPr>
          <a:xfrm>
            <a:off x="5809915" y="5305787"/>
            <a:ext cx="335560" cy="400110"/>
          </a:xfrm>
          <a:prstGeom prst="rect">
            <a:avLst/>
          </a:prstGeom>
          <a:noFill/>
        </p:spPr>
        <p:txBody>
          <a:bodyPr wrap="square" rtlCol="0">
            <a:spAutoFit/>
          </a:bodyPr>
          <a:lstStyle/>
          <a:p>
            <a:r>
              <a:rPr lang="en-US" altLang="zh-TW" sz="2000" b="1" dirty="0">
                <a:solidFill>
                  <a:srgbClr val="FFC000"/>
                </a:solidFill>
              </a:rPr>
              <a:t>3</a:t>
            </a:r>
            <a:endParaRPr lang="zh-TW" altLang="en-US" sz="2000" b="1" dirty="0">
              <a:solidFill>
                <a:srgbClr val="FFC000"/>
              </a:solidFill>
            </a:endParaRPr>
          </a:p>
        </p:txBody>
      </p:sp>
      <p:pic>
        <p:nvPicPr>
          <p:cNvPr id="6" name="圖片 5" descr="一張含有 文字, 填字遊戲 的圖片&#10;&#10;自動產生的描述">
            <a:extLst>
              <a:ext uri="{FF2B5EF4-FFF2-40B4-BE49-F238E27FC236}">
                <a16:creationId xmlns:a16="http://schemas.microsoft.com/office/drawing/2014/main" id="{167944EB-524C-4FF6-9181-DCABECC861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7117" y="4285028"/>
            <a:ext cx="4368389" cy="1563306"/>
          </a:xfrm>
          <a:prstGeom prst="rect">
            <a:avLst/>
          </a:prstGeom>
        </p:spPr>
      </p:pic>
      <p:pic>
        <p:nvPicPr>
          <p:cNvPr id="8" name="圖片 7" descr="一張含有 文字 的圖片&#10;&#10;自動產生的描述">
            <a:extLst>
              <a:ext uri="{FF2B5EF4-FFF2-40B4-BE49-F238E27FC236}">
                <a16:creationId xmlns:a16="http://schemas.microsoft.com/office/drawing/2014/main" id="{51E5D6A0-619A-47D7-9312-1E16EFF46B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685" y="2795113"/>
            <a:ext cx="3713148" cy="1489915"/>
          </a:xfrm>
          <a:prstGeom prst="rect">
            <a:avLst/>
          </a:prstGeom>
        </p:spPr>
      </p:pic>
      <p:sp>
        <p:nvSpPr>
          <p:cNvPr id="28" name="文字方塊 27">
            <a:extLst>
              <a:ext uri="{FF2B5EF4-FFF2-40B4-BE49-F238E27FC236}">
                <a16:creationId xmlns:a16="http://schemas.microsoft.com/office/drawing/2014/main" id="{A452B8AB-9C68-417A-AA2A-4AC08423BAAD}"/>
              </a:ext>
            </a:extLst>
          </p:cNvPr>
          <p:cNvSpPr txBox="1"/>
          <p:nvPr/>
        </p:nvSpPr>
        <p:spPr>
          <a:xfrm>
            <a:off x="9326315" y="3873259"/>
            <a:ext cx="522851" cy="461665"/>
          </a:xfrm>
          <a:prstGeom prst="rect">
            <a:avLst/>
          </a:prstGeom>
          <a:noFill/>
        </p:spPr>
        <p:txBody>
          <a:bodyPr wrap="square" rtlCol="0">
            <a:spAutoFit/>
          </a:bodyPr>
          <a:lstStyle/>
          <a:p>
            <a:r>
              <a:rPr lang="en-US" altLang="zh-TW" sz="2400" b="1" dirty="0">
                <a:solidFill>
                  <a:srgbClr val="FFC000"/>
                </a:solidFill>
              </a:rPr>
              <a:t>y</a:t>
            </a:r>
            <a:r>
              <a:rPr lang="en-US" altLang="zh-TW" sz="2400" b="1" baseline="-25000" dirty="0">
                <a:solidFill>
                  <a:srgbClr val="FFC000"/>
                </a:solidFill>
              </a:rPr>
              <a:t>2</a:t>
            </a:r>
            <a:endParaRPr lang="zh-TW" altLang="en-US" sz="2400" b="1" baseline="-25000" dirty="0">
              <a:solidFill>
                <a:srgbClr val="FFC000"/>
              </a:solidFill>
            </a:endParaRPr>
          </a:p>
        </p:txBody>
      </p:sp>
      <p:sp>
        <p:nvSpPr>
          <p:cNvPr id="29" name="文字方塊 28">
            <a:extLst>
              <a:ext uri="{FF2B5EF4-FFF2-40B4-BE49-F238E27FC236}">
                <a16:creationId xmlns:a16="http://schemas.microsoft.com/office/drawing/2014/main" id="{C94FDCBE-0EA3-452B-B58C-76C0ACDF5065}"/>
              </a:ext>
            </a:extLst>
          </p:cNvPr>
          <p:cNvSpPr txBox="1"/>
          <p:nvPr/>
        </p:nvSpPr>
        <p:spPr>
          <a:xfrm>
            <a:off x="8978060" y="3875743"/>
            <a:ext cx="522851" cy="461665"/>
          </a:xfrm>
          <a:prstGeom prst="rect">
            <a:avLst/>
          </a:prstGeom>
          <a:noFill/>
        </p:spPr>
        <p:txBody>
          <a:bodyPr wrap="square" rtlCol="0">
            <a:spAutoFit/>
          </a:bodyPr>
          <a:lstStyle/>
          <a:p>
            <a:r>
              <a:rPr lang="en-US" altLang="zh-TW" sz="2400" b="1" dirty="0">
                <a:solidFill>
                  <a:srgbClr val="FFC000"/>
                </a:solidFill>
              </a:rPr>
              <a:t>y</a:t>
            </a:r>
            <a:r>
              <a:rPr lang="en-US" altLang="zh-TW" sz="2400" b="1" baseline="-25000" dirty="0">
                <a:solidFill>
                  <a:srgbClr val="FFC000"/>
                </a:solidFill>
              </a:rPr>
              <a:t>1</a:t>
            </a:r>
            <a:endParaRPr lang="zh-TW" altLang="en-US" sz="2400" b="1" baseline="-25000" dirty="0">
              <a:solidFill>
                <a:srgbClr val="FFC000"/>
              </a:solidFill>
            </a:endParaRPr>
          </a:p>
        </p:txBody>
      </p:sp>
      <p:sp>
        <p:nvSpPr>
          <p:cNvPr id="30" name="文字方塊 29">
            <a:extLst>
              <a:ext uri="{FF2B5EF4-FFF2-40B4-BE49-F238E27FC236}">
                <a16:creationId xmlns:a16="http://schemas.microsoft.com/office/drawing/2014/main" id="{00A83DE1-18D6-4746-BBFD-B1DF962E16A5}"/>
              </a:ext>
            </a:extLst>
          </p:cNvPr>
          <p:cNvSpPr txBox="1"/>
          <p:nvPr/>
        </p:nvSpPr>
        <p:spPr>
          <a:xfrm>
            <a:off x="9624484" y="3889935"/>
            <a:ext cx="522851" cy="461665"/>
          </a:xfrm>
          <a:prstGeom prst="rect">
            <a:avLst/>
          </a:prstGeom>
          <a:noFill/>
        </p:spPr>
        <p:txBody>
          <a:bodyPr wrap="square" rtlCol="0">
            <a:spAutoFit/>
          </a:bodyPr>
          <a:lstStyle/>
          <a:p>
            <a:r>
              <a:rPr lang="en-US" altLang="zh-TW" sz="2400" b="1" dirty="0">
                <a:solidFill>
                  <a:srgbClr val="FFC000"/>
                </a:solidFill>
              </a:rPr>
              <a:t>z</a:t>
            </a:r>
            <a:r>
              <a:rPr lang="en-US" altLang="zh-TW" sz="2400" b="1" baseline="-25000" dirty="0">
                <a:solidFill>
                  <a:srgbClr val="FFC000"/>
                </a:solidFill>
              </a:rPr>
              <a:t>1</a:t>
            </a:r>
            <a:endParaRPr lang="zh-TW" altLang="en-US" sz="2400" b="1" baseline="-25000" dirty="0">
              <a:solidFill>
                <a:srgbClr val="FFC000"/>
              </a:solidFill>
            </a:endParaRPr>
          </a:p>
        </p:txBody>
      </p:sp>
      <p:sp>
        <p:nvSpPr>
          <p:cNvPr id="31" name="文字方塊 30">
            <a:extLst>
              <a:ext uri="{FF2B5EF4-FFF2-40B4-BE49-F238E27FC236}">
                <a16:creationId xmlns:a16="http://schemas.microsoft.com/office/drawing/2014/main" id="{9C8946DC-088E-4390-A979-6B113C16C757}"/>
              </a:ext>
            </a:extLst>
          </p:cNvPr>
          <p:cNvSpPr txBox="1"/>
          <p:nvPr/>
        </p:nvSpPr>
        <p:spPr>
          <a:xfrm>
            <a:off x="9922653" y="3883043"/>
            <a:ext cx="522851" cy="461665"/>
          </a:xfrm>
          <a:prstGeom prst="rect">
            <a:avLst/>
          </a:prstGeom>
          <a:noFill/>
        </p:spPr>
        <p:txBody>
          <a:bodyPr wrap="square" rtlCol="0">
            <a:spAutoFit/>
          </a:bodyPr>
          <a:lstStyle/>
          <a:p>
            <a:r>
              <a:rPr lang="en-US" altLang="zh-TW" sz="2400" b="1" dirty="0">
                <a:solidFill>
                  <a:srgbClr val="FFC000"/>
                </a:solidFill>
              </a:rPr>
              <a:t>z</a:t>
            </a:r>
            <a:r>
              <a:rPr lang="en-US" altLang="zh-TW" sz="2400" b="1" baseline="-25000" dirty="0">
                <a:solidFill>
                  <a:srgbClr val="FFC000"/>
                </a:solidFill>
              </a:rPr>
              <a:t>2</a:t>
            </a:r>
            <a:endParaRPr lang="zh-TW" altLang="en-US" sz="2400" b="1" baseline="-25000" dirty="0">
              <a:solidFill>
                <a:srgbClr val="FFC000"/>
              </a:solidFill>
            </a:endParaRPr>
          </a:p>
        </p:txBody>
      </p:sp>
      <p:pic>
        <p:nvPicPr>
          <p:cNvPr id="10" name="圖片 9" descr="一張含有 文字 的圖片&#10;&#10;自動產生的描述">
            <a:extLst>
              <a:ext uri="{FF2B5EF4-FFF2-40B4-BE49-F238E27FC236}">
                <a16:creationId xmlns:a16="http://schemas.microsoft.com/office/drawing/2014/main" id="{CEDC8B62-880E-49A2-8AF4-846BFA058A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11845" y="1997222"/>
            <a:ext cx="5291011" cy="1839215"/>
          </a:xfrm>
          <a:prstGeom prst="rect">
            <a:avLst/>
          </a:prstGeom>
        </p:spPr>
      </p:pic>
      <p:cxnSp>
        <p:nvCxnSpPr>
          <p:cNvPr id="14" name="直線接點 13">
            <a:extLst>
              <a:ext uri="{FF2B5EF4-FFF2-40B4-BE49-F238E27FC236}">
                <a16:creationId xmlns:a16="http://schemas.microsoft.com/office/drawing/2014/main" id="{D5ED8A2B-6425-4179-AF1F-91E602CCD1A3}"/>
              </a:ext>
            </a:extLst>
          </p:cNvPr>
          <p:cNvCxnSpPr>
            <a:cxnSpLocks/>
          </p:cNvCxnSpPr>
          <p:nvPr/>
        </p:nvCxnSpPr>
        <p:spPr>
          <a:xfrm flipV="1">
            <a:off x="6451134" y="2507361"/>
            <a:ext cx="3471519" cy="8548"/>
          </a:xfrm>
          <a:prstGeom prst="line">
            <a:avLst/>
          </a:prstGeom>
          <a:ln w="28575">
            <a:solidFill>
              <a:srgbClr val="FF0000"/>
            </a:solidFill>
          </a:ln>
        </p:spPr>
        <p:style>
          <a:lnRef idx="1">
            <a:schemeClr val="accent4"/>
          </a:lnRef>
          <a:fillRef idx="0">
            <a:schemeClr val="accent4"/>
          </a:fillRef>
          <a:effectRef idx="0">
            <a:schemeClr val="accent4"/>
          </a:effectRef>
          <a:fontRef idx="minor">
            <a:schemeClr val="tx1"/>
          </a:fontRef>
        </p:style>
      </p:cxnSp>
      <p:sp>
        <p:nvSpPr>
          <p:cNvPr id="33" name="橢圓 32">
            <a:extLst>
              <a:ext uri="{FF2B5EF4-FFF2-40B4-BE49-F238E27FC236}">
                <a16:creationId xmlns:a16="http://schemas.microsoft.com/office/drawing/2014/main" id="{20F418E5-5D07-4354-8922-3D8BD67BBDC8}"/>
              </a:ext>
            </a:extLst>
          </p:cNvPr>
          <p:cNvSpPr/>
          <p:nvPr/>
        </p:nvSpPr>
        <p:spPr>
          <a:xfrm>
            <a:off x="5977695" y="2199674"/>
            <a:ext cx="305659" cy="34151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橢圓 2">
            <a:extLst>
              <a:ext uri="{FF2B5EF4-FFF2-40B4-BE49-F238E27FC236}">
                <a16:creationId xmlns:a16="http://schemas.microsoft.com/office/drawing/2014/main" id="{0D7A8E10-F1B2-4CE3-9F11-DAA6DA1C318D}"/>
              </a:ext>
            </a:extLst>
          </p:cNvPr>
          <p:cNvSpPr/>
          <p:nvPr/>
        </p:nvSpPr>
        <p:spPr>
          <a:xfrm>
            <a:off x="6283354" y="4584432"/>
            <a:ext cx="887467" cy="40011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方塊 18">
            <a:extLst>
              <a:ext uri="{FF2B5EF4-FFF2-40B4-BE49-F238E27FC236}">
                <a16:creationId xmlns:a16="http://schemas.microsoft.com/office/drawing/2014/main" id="{BAC89CAB-C9BD-4941-8FA0-D70859618325}"/>
              </a:ext>
            </a:extLst>
          </p:cNvPr>
          <p:cNvSpPr txBox="1"/>
          <p:nvPr/>
        </p:nvSpPr>
        <p:spPr>
          <a:xfrm>
            <a:off x="7545544" y="5888287"/>
            <a:ext cx="1084261" cy="369332"/>
          </a:xfrm>
          <a:prstGeom prst="rect">
            <a:avLst/>
          </a:prstGeom>
          <a:noFill/>
        </p:spPr>
        <p:txBody>
          <a:bodyPr wrap="square" rtlCol="0">
            <a:spAutoFit/>
          </a:bodyPr>
          <a:lstStyle/>
          <a:p>
            <a:r>
              <a:rPr lang="en-US" altLang="zh-TW" dirty="0"/>
              <a:t>Matrix A</a:t>
            </a:r>
            <a:endParaRPr lang="zh-TW" altLang="en-US" dirty="0"/>
          </a:p>
        </p:txBody>
      </p:sp>
      <p:sp>
        <p:nvSpPr>
          <p:cNvPr id="21" name="文字方塊 20">
            <a:extLst>
              <a:ext uri="{FF2B5EF4-FFF2-40B4-BE49-F238E27FC236}">
                <a16:creationId xmlns:a16="http://schemas.microsoft.com/office/drawing/2014/main" id="{353719B3-BA9D-4F19-98B0-E288C5BBDE4A}"/>
              </a:ext>
            </a:extLst>
          </p:cNvPr>
          <p:cNvSpPr txBox="1"/>
          <p:nvPr/>
        </p:nvSpPr>
        <p:spPr>
          <a:xfrm>
            <a:off x="838200" y="2200831"/>
            <a:ext cx="1026873"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3DM:</a:t>
            </a:r>
            <a:endParaRPr lang="zh-TW" altLang="en-US" sz="2400" dirty="0">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4F58AD29-C3B5-45EB-B3B6-58E79D9DF429}"/>
              </a:ext>
            </a:extLst>
          </p:cNvPr>
          <p:cNvSpPr txBox="1"/>
          <p:nvPr/>
        </p:nvSpPr>
        <p:spPr>
          <a:xfrm>
            <a:off x="5049895" y="1359840"/>
            <a:ext cx="1233110"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P(LOL) :</a:t>
            </a:r>
            <a:endParaRPr lang="zh-TW" alt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BEAB6089-C90D-458A-AE36-C580FB8585CC}"/>
                  </a:ext>
                </a:extLst>
              </p:cNvPr>
              <p:cNvSpPr txBox="1"/>
              <p:nvPr/>
            </p:nvSpPr>
            <p:spPr>
              <a:xfrm>
                <a:off x="6420473" y="1747950"/>
                <a:ext cx="3471519" cy="465192"/>
              </a:xfrm>
              <a:prstGeom prst="rect">
                <a:avLst/>
              </a:prstGeom>
              <a:noFill/>
            </p:spPr>
            <p:txBody>
              <a:bodyPr wrap="square" rtlCol="0">
                <a:spAutoFit/>
              </a:bodyPr>
              <a:lstStyle/>
              <a:p>
                <a14:m>
                  <m:oMath xmlns:m="http://schemas.openxmlformats.org/officeDocument/2006/math">
                    <m:sSubSup>
                      <m:sSubSupPr>
                        <m:ctrlPr>
                          <a:rPr lang="en-US" altLang="zh-TW" sz="2400" i="1" dirty="0" smtClean="0">
                            <a:solidFill>
                              <a:srgbClr val="FF0000"/>
                            </a:solidFill>
                            <a:latin typeface="Cambria Math" panose="02040503050406030204" pitchFamily="18" charset="0"/>
                          </a:rPr>
                        </m:ctrlPr>
                      </m:sSubSupPr>
                      <m:e>
                        <m:r>
                          <a:rPr lang="en-US" altLang="zh-TW" sz="2400" b="0" i="1" dirty="0" smtClean="0">
                            <a:solidFill>
                              <a:srgbClr val="FF0000"/>
                            </a:solidFill>
                            <a:latin typeface="Cambria Math" panose="02040503050406030204" pitchFamily="18" charset="0"/>
                          </a:rPr>
                          <m:t>𝑙</m:t>
                        </m:r>
                      </m:e>
                      <m:sub>
                        <m:r>
                          <a:rPr lang="en-US" altLang="zh-TW" sz="2400" b="0" i="1" dirty="0" smtClean="0">
                            <a:solidFill>
                              <a:srgbClr val="FF0000"/>
                            </a:solidFill>
                            <a:latin typeface="Cambria Math" panose="02040503050406030204" pitchFamily="18" charset="0"/>
                          </a:rPr>
                          <m:t>1</m:t>
                        </m:r>
                      </m:sub>
                      <m:sup>
                        <m:r>
                          <a:rPr lang="en-US" altLang="zh-TW" sz="2400" b="0" i="1" dirty="0" smtClean="0">
                            <a:solidFill>
                              <a:srgbClr val="FF0000"/>
                            </a:solidFill>
                            <a:latin typeface="Cambria Math" panose="02040503050406030204" pitchFamily="18" charset="0"/>
                          </a:rPr>
                          <m:t>1</m:t>
                        </m:r>
                      </m:sup>
                    </m:sSubSup>
                    <m:r>
                      <a:rPr lang="en-US" altLang="zh-TW" sz="2400" b="0" i="1" dirty="0" smtClean="0">
                        <a:solidFill>
                          <a:srgbClr val="FF0000"/>
                        </a:solidFill>
                        <a:latin typeface="Cambria Math" panose="02040503050406030204" pitchFamily="18" charset="0"/>
                      </a:rPr>
                      <m:t>,  </m:t>
                    </m:r>
                    <m:r>
                      <a:rPr lang="en-US" altLang="zh-TW" sz="2400" b="0" i="1" dirty="0" smtClean="0">
                        <a:solidFill>
                          <a:srgbClr val="FF0000"/>
                        </a:solidFill>
                        <a:latin typeface="Cambria Math" panose="02040503050406030204" pitchFamily="18" charset="0"/>
                      </a:rPr>
                      <m:t>𝑖</m:t>
                    </m:r>
                    <m:r>
                      <a:rPr lang="en-US" altLang="zh-TW" sz="2400" b="0" i="1" dirty="0" smtClean="0">
                        <a:solidFill>
                          <a:srgbClr val="FF0000"/>
                        </a:solidFill>
                        <a:latin typeface="Cambria Math" panose="02040503050406030204" pitchFamily="18" charset="0"/>
                      </a:rPr>
                      <m:t>=1</m:t>
                    </m:r>
                  </m:oMath>
                </a14:m>
                <a:r>
                  <a:rPr lang="en-US" altLang="zh-TW" sz="2400" dirty="0">
                    <a:solidFill>
                      <a:srgbClr val="FF0000"/>
                    </a:solidFill>
                  </a:rPr>
                  <a:t>,     j=2(1-1)+1 =1</a:t>
                </a:r>
                <a:endParaRPr lang="zh-TW" altLang="en-US" sz="2400" dirty="0"/>
              </a:p>
            </p:txBody>
          </p:sp>
        </mc:Choice>
        <mc:Fallback xmlns="">
          <p:sp>
            <p:nvSpPr>
              <p:cNvPr id="4" name="文字方塊 3">
                <a:extLst>
                  <a:ext uri="{FF2B5EF4-FFF2-40B4-BE49-F238E27FC236}">
                    <a16:creationId xmlns:a16="http://schemas.microsoft.com/office/drawing/2014/main" id="{BEAB6089-C90D-458A-AE36-C580FB8585CC}"/>
                  </a:ext>
                </a:extLst>
              </p:cNvPr>
              <p:cNvSpPr txBox="1">
                <a:spLocks noRot="1" noChangeAspect="1" noMove="1" noResize="1" noEditPoints="1" noAdjustHandles="1" noChangeArrowheads="1" noChangeShapeType="1" noTextEdit="1"/>
              </p:cNvSpPr>
              <p:nvPr/>
            </p:nvSpPr>
            <p:spPr>
              <a:xfrm>
                <a:off x="6420473" y="1747950"/>
                <a:ext cx="3471519" cy="465192"/>
              </a:xfrm>
              <a:prstGeom prst="rect">
                <a:avLst/>
              </a:prstGeom>
              <a:blipFill>
                <a:blip r:embed="rId5"/>
                <a:stretch>
                  <a:fillRect l="-526" t="-9211" b="-3026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7923758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7AFCD-574A-4525-9F59-D0A9CB3F50E7}"/>
              </a:ext>
            </a:extLst>
          </p:cNvPr>
          <p:cNvSpPr>
            <a:spLocks noGrp="1"/>
          </p:cNvSpPr>
          <p:nvPr>
            <p:ph type="title"/>
          </p:nvPr>
        </p:nvSpPr>
        <p:spPr>
          <a:xfrm>
            <a:off x="838200" y="365126"/>
            <a:ext cx="10814108" cy="1136504"/>
          </a:xfrm>
        </p:spPr>
        <p:txBody>
          <a:bodyPr>
            <a:normAutofit/>
          </a:bodyPr>
          <a:lstStyle/>
          <a:p>
            <a:r>
              <a:rPr lang="en-US" altLang="zh-TW" sz="3600" dirty="0">
                <a:latin typeface="Times New Roman" panose="02020603050405020304" pitchFamily="18" charset="0"/>
                <a:cs typeface="Times New Roman" panose="02020603050405020304" pitchFamily="18" charset="0"/>
              </a:rPr>
              <a:t>NP‑Hardness of P(LOL) and P(LOE)</a:t>
            </a:r>
            <a:endParaRPr lang="zh-TW" altLang="en-US" sz="3600" dirty="0">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B5355C74-C532-4B09-9EAB-EB9CCF938F02}"/>
              </a:ext>
            </a:extLst>
          </p:cNvPr>
          <p:cNvSpPr txBox="1"/>
          <p:nvPr/>
        </p:nvSpPr>
        <p:spPr>
          <a:xfrm>
            <a:off x="8629805" y="3883044"/>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2</a:t>
            </a:r>
            <a:endParaRPr lang="zh-TW" altLang="en-US" sz="2400" b="1" baseline="-25000" dirty="0">
              <a:solidFill>
                <a:srgbClr val="FFC000"/>
              </a:solidFill>
            </a:endParaRPr>
          </a:p>
        </p:txBody>
      </p:sp>
      <p:sp>
        <p:nvSpPr>
          <p:cNvPr id="25" name="文字方塊 24">
            <a:extLst>
              <a:ext uri="{FF2B5EF4-FFF2-40B4-BE49-F238E27FC236}">
                <a16:creationId xmlns:a16="http://schemas.microsoft.com/office/drawing/2014/main" id="{8305FB12-293B-4E8D-AB6E-6133ED6F0D0C}"/>
              </a:ext>
            </a:extLst>
          </p:cNvPr>
          <p:cNvSpPr txBox="1"/>
          <p:nvPr/>
        </p:nvSpPr>
        <p:spPr>
          <a:xfrm>
            <a:off x="8331636" y="3879323"/>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1</a:t>
            </a:r>
            <a:endParaRPr lang="zh-TW" altLang="en-US" sz="2400" b="1" baseline="-25000" dirty="0">
              <a:solidFill>
                <a:srgbClr val="FFC000"/>
              </a:solidFill>
            </a:endParaRPr>
          </a:p>
        </p:txBody>
      </p:sp>
      <p:sp>
        <p:nvSpPr>
          <p:cNvPr id="23" name="文字方塊 22">
            <a:extLst>
              <a:ext uri="{FF2B5EF4-FFF2-40B4-BE49-F238E27FC236}">
                <a16:creationId xmlns:a16="http://schemas.microsoft.com/office/drawing/2014/main" id="{7303E137-3F52-4D78-9EC6-DB5F3F0A1889}"/>
              </a:ext>
            </a:extLst>
          </p:cNvPr>
          <p:cNvSpPr txBox="1"/>
          <p:nvPr/>
        </p:nvSpPr>
        <p:spPr>
          <a:xfrm>
            <a:off x="5814777" y="4584432"/>
            <a:ext cx="335560" cy="400110"/>
          </a:xfrm>
          <a:prstGeom prst="rect">
            <a:avLst/>
          </a:prstGeom>
          <a:noFill/>
        </p:spPr>
        <p:txBody>
          <a:bodyPr wrap="square" rtlCol="0">
            <a:spAutoFit/>
          </a:bodyPr>
          <a:lstStyle/>
          <a:p>
            <a:r>
              <a:rPr lang="en-US" altLang="zh-TW" sz="2000" b="1" dirty="0">
                <a:solidFill>
                  <a:srgbClr val="FFC000"/>
                </a:solidFill>
              </a:rPr>
              <a:t>1</a:t>
            </a:r>
            <a:endParaRPr lang="zh-TW" altLang="en-US" sz="2000" b="1" dirty="0">
              <a:solidFill>
                <a:srgbClr val="FFC000"/>
              </a:solidFill>
            </a:endParaRPr>
          </a:p>
        </p:txBody>
      </p:sp>
      <p:sp>
        <p:nvSpPr>
          <p:cNvPr id="26" name="文字方塊 25">
            <a:extLst>
              <a:ext uri="{FF2B5EF4-FFF2-40B4-BE49-F238E27FC236}">
                <a16:creationId xmlns:a16="http://schemas.microsoft.com/office/drawing/2014/main" id="{18EFF8C5-72BF-440F-ACE0-9B78BDED1DE5}"/>
              </a:ext>
            </a:extLst>
          </p:cNvPr>
          <p:cNvSpPr txBox="1"/>
          <p:nvPr/>
        </p:nvSpPr>
        <p:spPr>
          <a:xfrm>
            <a:off x="5809915" y="4950772"/>
            <a:ext cx="335560" cy="400110"/>
          </a:xfrm>
          <a:prstGeom prst="rect">
            <a:avLst/>
          </a:prstGeom>
          <a:noFill/>
        </p:spPr>
        <p:txBody>
          <a:bodyPr wrap="square" rtlCol="0">
            <a:spAutoFit/>
          </a:bodyPr>
          <a:lstStyle/>
          <a:p>
            <a:r>
              <a:rPr lang="en-US" altLang="zh-TW" sz="2000" b="1" dirty="0">
                <a:solidFill>
                  <a:srgbClr val="FFC000"/>
                </a:solidFill>
              </a:rPr>
              <a:t>2</a:t>
            </a:r>
            <a:endParaRPr lang="zh-TW" altLang="en-US" sz="2000" b="1" dirty="0">
              <a:solidFill>
                <a:srgbClr val="FFC000"/>
              </a:solidFill>
            </a:endParaRPr>
          </a:p>
        </p:txBody>
      </p:sp>
      <p:sp>
        <p:nvSpPr>
          <p:cNvPr id="27" name="文字方塊 26">
            <a:extLst>
              <a:ext uri="{FF2B5EF4-FFF2-40B4-BE49-F238E27FC236}">
                <a16:creationId xmlns:a16="http://schemas.microsoft.com/office/drawing/2014/main" id="{4C9640A7-2F09-4CE1-9AB6-3546F968BC6F}"/>
              </a:ext>
            </a:extLst>
          </p:cNvPr>
          <p:cNvSpPr txBox="1"/>
          <p:nvPr/>
        </p:nvSpPr>
        <p:spPr>
          <a:xfrm>
            <a:off x="5809915" y="5305787"/>
            <a:ext cx="335560" cy="400110"/>
          </a:xfrm>
          <a:prstGeom prst="rect">
            <a:avLst/>
          </a:prstGeom>
          <a:noFill/>
        </p:spPr>
        <p:txBody>
          <a:bodyPr wrap="square" rtlCol="0">
            <a:spAutoFit/>
          </a:bodyPr>
          <a:lstStyle/>
          <a:p>
            <a:r>
              <a:rPr lang="en-US" altLang="zh-TW" sz="2000" b="1" dirty="0">
                <a:solidFill>
                  <a:srgbClr val="FFC000"/>
                </a:solidFill>
              </a:rPr>
              <a:t>3</a:t>
            </a:r>
            <a:endParaRPr lang="zh-TW" altLang="en-US" sz="2000" b="1" dirty="0">
              <a:solidFill>
                <a:srgbClr val="FFC000"/>
              </a:solidFill>
            </a:endParaRPr>
          </a:p>
        </p:txBody>
      </p:sp>
      <p:pic>
        <p:nvPicPr>
          <p:cNvPr id="6" name="圖片 5" descr="一張含有 文字, 填字遊戲 的圖片&#10;&#10;自動產生的描述">
            <a:extLst>
              <a:ext uri="{FF2B5EF4-FFF2-40B4-BE49-F238E27FC236}">
                <a16:creationId xmlns:a16="http://schemas.microsoft.com/office/drawing/2014/main" id="{167944EB-524C-4FF6-9181-DCABECC861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7117" y="4285028"/>
            <a:ext cx="4368389" cy="1563306"/>
          </a:xfrm>
          <a:prstGeom prst="rect">
            <a:avLst/>
          </a:prstGeom>
        </p:spPr>
      </p:pic>
      <p:pic>
        <p:nvPicPr>
          <p:cNvPr id="8" name="圖片 7" descr="一張含有 文字 的圖片&#10;&#10;自動產生的描述">
            <a:extLst>
              <a:ext uri="{FF2B5EF4-FFF2-40B4-BE49-F238E27FC236}">
                <a16:creationId xmlns:a16="http://schemas.microsoft.com/office/drawing/2014/main" id="{51E5D6A0-619A-47D7-9312-1E16EFF46B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525" y="2961174"/>
            <a:ext cx="3713148" cy="1489915"/>
          </a:xfrm>
          <a:prstGeom prst="rect">
            <a:avLst/>
          </a:prstGeom>
        </p:spPr>
      </p:pic>
      <p:sp>
        <p:nvSpPr>
          <p:cNvPr id="28" name="文字方塊 27">
            <a:extLst>
              <a:ext uri="{FF2B5EF4-FFF2-40B4-BE49-F238E27FC236}">
                <a16:creationId xmlns:a16="http://schemas.microsoft.com/office/drawing/2014/main" id="{A452B8AB-9C68-417A-AA2A-4AC08423BAAD}"/>
              </a:ext>
            </a:extLst>
          </p:cNvPr>
          <p:cNvSpPr txBox="1"/>
          <p:nvPr/>
        </p:nvSpPr>
        <p:spPr>
          <a:xfrm>
            <a:off x="9326315" y="3873259"/>
            <a:ext cx="522851" cy="461665"/>
          </a:xfrm>
          <a:prstGeom prst="rect">
            <a:avLst/>
          </a:prstGeom>
          <a:noFill/>
        </p:spPr>
        <p:txBody>
          <a:bodyPr wrap="square" rtlCol="0">
            <a:spAutoFit/>
          </a:bodyPr>
          <a:lstStyle/>
          <a:p>
            <a:r>
              <a:rPr lang="en-US" altLang="zh-TW" sz="2400" b="1" dirty="0">
                <a:solidFill>
                  <a:srgbClr val="FFC000"/>
                </a:solidFill>
              </a:rPr>
              <a:t>y</a:t>
            </a:r>
            <a:r>
              <a:rPr lang="en-US" altLang="zh-TW" sz="2400" b="1" baseline="-25000" dirty="0">
                <a:solidFill>
                  <a:srgbClr val="FFC000"/>
                </a:solidFill>
              </a:rPr>
              <a:t>2</a:t>
            </a:r>
            <a:endParaRPr lang="zh-TW" altLang="en-US" sz="2400" b="1" baseline="-25000" dirty="0">
              <a:solidFill>
                <a:srgbClr val="FFC000"/>
              </a:solidFill>
            </a:endParaRPr>
          </a:p>
        </p:txBody>
      </p:sp>
      <p:sp>
        <p:nvSpPr>
          <p:cNvPr id="29" name="文字方塊 28">
            <a:extLst>
              <a:ext uri="{FF2B5EF4-FFF2-40B4-BE49-F238E27FC236}">
                <a16:creationId xmlns:a16="http://schemas.microsoft.com/office/drawing/2014/main" id="{C94FDCBE-0EA3-452B-B58C-76C0ACDF5065}"/>
              </a:ext>
            </a:extLst>
          </p:cNvPr>
          <p:cNvSpPr txBox="1"/>
          <p:nvPr/>
        </p:nvSpPr>
        <p:spPr>
          <a:xfrm>
            <a:off x="8978060" y="3875743"/>
            <a:ext cx="522851" cy="461665"/>
          </a:xfrm>
          <a:prstGeom prst="rect">
            <a:avLst/>
          </a:prstGeom>
          <a:noFill/>
        </p:spPr>
        <p:txBody>
          <a:bodyPr wrap="square" rtlCol="0">
            <a:spAutoFit/>
          </a:bodyPr>
          <a:lstStyle/>
          <a:p>
            <a:r>
              <a:rPr lang="en-US" altLang="zh-TW" sz="2400" b="1" dirty="0">
                <a:solidFill>
                  <a:srgbClr val="FFC000"/>
                </a:solidFill>
              </a:rPr>
              <a:t>y</a:t>
            </a:r>
            <a:r>
              <a:rPr lang="en-US" altLang="zh-TW" sz="2400" b="1" baseline="-25000" dirty="0">
                <a:solidFill>
                  <a:srgbClr val="FFC000"/>
                </a:solidFill>
              </a:rPr>
              <a:t>1</a:t>
            </a:r>
            <a:endParaRPr lang="zh-TW" altLang="en-US" sz="2400" b="1" baseline="-25000" dirty="0">
              <a:solidFill>
                <a:srgbClr val="FFC000"/>
              </a:solidFill>
            </a:endParaRPr>
          </a:p>
        </p:txBody>
      </p:sp>
      <p:sp>
        <p:nvSpPr>
          <p:cNvPr id="30" name="文字方塊 29">
            <a:extLst>
              <a:ext uri="{FF2B5EF4-FFF2-40B4-BE49-F238E27FC236}">
                <a16:creationId xmlns:a16="http://schemas.microsoft.com/office/drawing/2014/main" id="{00A83DE1-18D6-4746-BBFD-B1DF962E16A5}"/>
              </a:ext>
            </a:extLst>
          </p:cNvPr>
          <p:cNvSpPr txBox="1"/>
          <p:nvPr/>
        </p:nvSpPr>
        <p:spPr>
          <a:xfrm>
            <a:off x="9624484" y="3889935"/>
            <a:ext cx="522851" cy="461665"/>
          </a:xfrm>
          <a:prstGeom prst="rect">
            <a:avLst/>
          </a:prstGeom>
          <a:noFill/>
        </p:spPr>
        <p:txBody>
          <a:bodyPr wrap="square" rtlCol="0">
            <a:spAutoFit/>
          </a:bodyPr>
          <a:lstStyle/>
          <a:p>
            <a:r>
              <a:rPr lang="en-US" altLang="zh-TW" sz="2400" b="1" dirty="0">
                <a:solidFill>
                  <a:srgbClr val="FFC000"/>
                </a:solidFill>
              </a:rPr>
              <a:t>z</a:t>
            </a:r>
            <a:r>
              <a:rPr lang="en-US" altLang="zh-TW" sz="2400" b="1" baseline="-25000" dirty="0">
                <a:solidFill>
                  <a:srgbClr val="FFC000"/>
                </a:solidFill>
              </a:rPr>
              <a:t>1</a:t>
            </a:r>
            <a:endParaRPr lang="zh-TW" altLang="en-US" sz="2400" b="1" baseline="-25000" dirty="0">
              <a:solidFill>
                <a:srgbClr val="FFC000"/>
              </a:solidFill>
            </a:endParaRPr>
          </a:p>
        </p:txBody>
      </p:sp>
      <p:sp>
        <p:nvSpPr>
          <p:cNvPr id="31" name="文字方塊 30">
            <a:extLst>
              <a:ext uri="{FF2B5EF4-FFF2-40B4-BE49-F238E27FC236}">
                <a16:creationId xmlns:a16="http://schemas.microsoft.com/office/drawing/2014/main" id="{9C8946DC-088E-4390-A979-6B113C16C757}"/>
              </a:ext>
            </a:extLst>
          </p:cNvPr>
          <p:cNvSpPr txBox="1"/>
          <p:nvPr/>
        </p:nvSpPr>
        <p:spPr>
          <a:xfrm>
            <a:off x="9922653" y="3883043"/>
            <a:ext cx="522851" cy="461665"/>
          </a:xfrm>
          <a:prstGeom prst="rect">
            <a:avLst/>
          </a:prstGeom>
          <a:noFill/>
        </p:spPr>
        <p:txBody>
          <a:bodyPr wrap="square" rtlCol="0">
            <a:spAutoFit/>
          </a:bodyPr>
          <a:lstStyle/>
          <a:p>
            <a:r>
              <a:rPr lang="en-US" altLang="zh-TW" sz="2400" b="1" dirty="0">
                <a:solidFill>
                  <a:srgbClr val="FFC000"/>
                </a:solidFill>
              </a:rPr>
              <a:t>z</a:t>
            </a:r>
            <a:r>
              <a:rPr lang="en-US" altLang="zh-TW" sz="2400" b="1" baseline="-25000" dirty="0">
                <a:solidFill>
                  <a:srgbClr val="FFC000"/>
                </a:solidFill>
              </a:rPr>
              <a:t>2</a:t>
            </a:r>
            <a:endParaRPr lang="zh-TW" altLang="en-US" sz="2400" b="1" baseline="-25000" dirty="0">
              <a:solidFill>
                <a:srgbClr val="FFC000"/>
              </a:solidFill>
            </a:endParaRPr>
          </a:p>
        </p:txBody>
      </p:sp>
      <p:pic>
        <p:nvPicPr>
          <p:cNvPr id="10" name="圖片 9" descr="一張含有 文字 的圖片&#10;&#10;自動產生的描述">
            <a:extLst>
              <a:ext uri="{FF2B5EF4-FFF2-40B4-BE49-F238E27FC236}">
                <a16:creationId xmlns:a16="http://schemas.microsoft.com/office/drawing/2014/main" id="{CEDC8B62-880E-49A2-8AF4-846BFA058A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38823" y="2106535"/>
            <a:ext cx="5291011" cy="1839215"/>
          </a:xfrm>
          <a:prstGeom prst="rect">
            <a:avLst/>
          </a:prstGeom>
        </p:spPr>
      </p:pic>
      <p:cxnSp>
        <p:nvCxnSpPr>
          <p:cNvPr id="14" name="直線接點 13">
            <a:extLst>
              <a:ext uri="{FF2B5EF4-FFF2-40B4-BE49-F238E27FC236}">
                <a16:creationId xmlns:a16="http://schemas.microsoft.com/office/drawing/2014/main" id="{D5ED8A2B-6425-4179-AF1F-91E602CCD1A3}"/>
              </a:ext>
            </a:extLst>
          </p:cNvPr>
          <p:cNvCxnSpPr>
            <a:cxnSpLocks/>
          </p:cNvCxnSpPr>
          <p:nvPr/>
        </p:nvCxnSpPr>
        <p:spPr>
          <a:xfrm flipV="1">
            <a:off x="6525551" y="2884913"/>
            <a:ext cx="2284400" cy="8548"/>
          </a:xfrm>
          <a:prstGeom prst="line">
            <a:avLst/>
          </a:prstGeom>
          <a:ln w="28575">
            <a:solidFill>
              <a:srgbClr val="FF0000"/>
            </a:solidFill>
          </a:ln>
        </p:spPr>
        <p:style>
          <a:lnRef idx="1">
            <a:schemeClr val="accent4"/>
          </a:lnRef>
          <a:fillRef idx="0">
            <a:schemeClr val="accent4"/>
          </a:fillRef>
          <a:effectRef idx="0">
            <a:schemeClr val="accent4"/>
          </a:effectRef>
          <a:fontRef idx="minor">
            <a:schemeClr val="tx1"/>
          </a:fontRef>
        </p:style>
      </p:cxnSp>
      <p:sp>
        <p:nvSpPr>
          <p:cNvPr id="33" name="橢圓 32">
            <a:extLst>
              <a:ext uri="{FF2B5EF4-FFF2-40B4-BE49-F238E27FC236}">
                <a16:creationId xmlns:a16="http://schemas.microsoft.com/office/drawing/2014/main" id="{20F418E5-5D07-4354-8922-3D8BD67BBDC8}"/>
              </a:ext>
            </a:extLst>
          </p:cNvPr>
          <p:cNvSpPr/>
          <p:nvPr/>
        </p:nvSpPr>
        <p:spPr>
          <a:xfrm>
            <a:off x="6145475" y="2616674"/>
            <a:ext cx="305659" cy="34151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橢圓 16">
            <a:extLst>
              <a:ext uri="{FF2B5EF4-FFF2-40B4-BE49-F238E27FC236}">
                <a16:creationId xmlns:a16="http://schemas.microsoft.com/office/drawing/2014/main" id="{5052A676-37CF-4490-927B-F473521E46BD}"/>
              </a:ext>
            </a:extLst>
          </p:cNvPr>
          <p:cNvSpPr/>
          <p:nvPr/>
        </p:nvSpPr>
        <p:spPr>
          <a:xfrm>
            <a:off x="8261311" y="4584432"/>
            <a:ext cx="548640" cy="40011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橢圓 17">
            <a:extLst>
              <a:ext uri="{FF2B5EF4-FFF2-40B4-BE49-F238E27FC236}">
                <a16:creationId xmlns:a16="http://schemas.microsoft.com/office/drawing/2014/main" id="{726FFD53-5F08-4492-91D9-4AC953D8AED2}"/>
              </a:ext>
            </a:extLst>
          </p:cNvPr>
          <p:cNvSpPr/>
          <p:nvPr/>
        </p:nvSpPr>
        <p:spPr>
          <a:xfrm>
            <a:off x="2109163" y="3158289"/>
            <a:ext cx="548640" cy="40011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方塊 18">
            <a:extLst>
              <a:ext uri="{FF2B5EF4-FFF2-40B4-BE49-F238E27FC236}">
                <a16:creationId xmlns:a16="http://schemas.microsoft.com/office/drawing/2014/main" id="{BD557BA1-A8F5-49F0-85F4-785736177561}"/>
              </a:ext>
            </a:extLst>
          </p:cNvPr>
          <p:cNvSpPr txBox="1"/>
          <p:nvPr/>
        </p:nvSpPr>
        <p:spPr>
          <a:xfrm>
            <a:off x="7545544" y="5888287"/>
            <a:ext cx="1084261" cy="369332"/>
          </a:xfrm>
          <a:prstGeom prst="rect">
            <a:avLst/>
          </a:prstGeom>
          <a:noFill/>
        </p:spPr>
        <p:txBody>
          <a:bodyPr wrap="square" rtlCol="0">
            <a:spAutoFit/>
          </a:bodyPr>
          <a:lstStyle/>
          <a:p>
            <a:r>
              <a:rPr lang="en-US" altLang="zh-TW" dirty="0"/>
              <a:t>Matrix A</a:t>
            </a:r>
            <a:endParaRPr lang="zh-TW" altLang="en-US" dirty="0"/>
          </a:p>
        </p:txBody>
      </p:sp>
      <p:sp>
        <p:nvSpPr>
          <p:cNvPr id="21" name="文字方塊 20">
            <a:extLst>
              <a:ext uri="{FF2B5EF4-FFF2-40B4-BE49-F238E27FC236}">
                <a16:creationId xmlns:a16="http://schemas.microsoft.com/office/drawing/2014/main" id="{AFFB02B7-639A-4651-9A4A-9BB733F64890}"/>
              </a:ext>
            </a:extLst>
          </p:cNvPr>
          <p:cNvSpPr txBox="1"/>
          <p:nvPr/>
        </p:nvSpPr>
        <p:spPr>
          <a:xfrm>
            <a:off x="838200" y="2200831"/>
            <a:ext cx="1026873"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3DM:</a:t>
            </a:r>
            <a:endParaRPr lang="zh-TW" altLang="en-US" sz="2400" dirty="0">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12317E2F-A1C4-4332-8521-1238A8711BCB}"/>
              </a:ext>
            </a:extLst>
          </p:cNvPr>
          <p:cNvSpPr txBox="1"/>
          <p:nvPr/>
        </p:nvSpPr>
        <p:spPr>
          <a:xfrm>
            <a:off x="5050244" y="1394980"/>
            <a:ext cx="1233110"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P(LOL) :</a:t>
            </a:r>
            <a:endParaRPr lang="zh-TW" alt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5B459F1B-43C8-4974-8F94-A5B875174146}"/>
                  </a:ext>
                </a:extLst>
              </p:cNvPr>
              <p:cNvSpPr txBox="1"/>
              <p:nvPr/>
            </p:nvSpPr>
            <p:spPr>
              <a:xfrm>
                <a:off x="6339309" y="1789390"/>
                <a:ext cx="4119008" cy="461665"/>
              </a:xfrm>
              <a:prstGeom prst="rect">
                <a:avLst/>
              </a:prstGeom>
              <a:noFill/>
            </p:spPr>
            <p:txBody>
              <a:bodyPr wrap="square" rtlCol="0">
                <a:spAutoFit/>
              </a:bodyPr>
              <a:lstStyle/>
              <a:p>
                <a14:m>
                  <m:oMath xmlns:m="http://schemas.openxmlformats.org/officeDocument/2006/math">
                    <m:sSubSup>
                      <m:sSubSupPr>
                        <m:ctrlPr>
                          <a:rPr lang="en-US" altLang="zh-TW" sz="2400" i="1" dirty="0" smtClean="0">
                            <a:solidFill>
                              <a:srgbClr val="FF0000"/>
                            </a:solidFill>
                            <a:latin typeface="Cambria Math" panose="02040503050406030204" pitchFamily="18" charset="0"/>
                          </a:rPr>
                        </m:ctrlPr>
                      </m:sSubSupPr>
                      <m:e>
                        <m:r>
                          <a:rPr lang="en-US" altLang="zh-TW" sz="2400" b="0" i="1" dirty="0" smtClean="0">
                            <a:solidFill>
                              <a:srgbClr val="FF0000"/>
                            </a:solidFill>
                            <a:latin typeface="Cambria Math" panose="02040503050406030204" pitchFamily="18" charset="0"/>
                          </a:rPr>
                          <m:t>𝑙</m:t>
                        </m:r>
                      </m:e>
                      <m:sub>
                        <m:r>
                          <a:rPr lang="en-US" altLang="zh-TW" sz="2400" b="0" i="1" dirty="0" smtClean="0">
                            <a:solidFill>
                              <a:srgbClr val="FF0000"/>
                            </a:solidFill>
                            <a:latin typeface="Cambria Math" panose="02040503050406030204" pitchFamily="18" charset="0"/>
                          </a:rPr>
                          <m:t>𝑥</m:t>
                        </m:r>
                      </m:sub>
                      <m:sup>
                        <m:r>
                          <a:rPr lang="en-US" altLang="zh-TW" sz="2400" b="0" i="1" dirty="0" smtClean="0">
                            <a:solidFill>
                              <a:srgbClr val="FF0000"/>
                            </a:solidFill>
                            <a:latin typeface="Cambria Math" panose="02040503050406030204" pitchFamily="18" charset="0"/>
                          </a:rPr>
                          <m:t>1</m:t>
                        </m:r>
                      </m:sup>
                    </m:sSubSup>
                    <m:r>
                      <a:rPr lang="en-US" altLang="zh-TW" sz="2400" i="1" dirty="0">
                        <a:solidFill>
                          <a:srgbClr val="FF0000"/>
                        </a:solidFill>
                        <a:latin typeface="Cambria Math" panose="02040503050406030204" pitchFamily="18" charset="0"/>
                      </a:rPr>
                      <m:t>,  </m:t>
                    </m:r>
                    <m:r>
                      <a:rPr lang="en-US" altLang="zh-TW" sz="2400" i="1" dirty="0">
                        <a:solidFill>
                          <a:srgbClr val="FF0000"/>
                        </a:solidFill>
                        <a:latin typeface="Cambria Math" panose="02040503050406030204" pitchFamily="18" charset="0"/>
                      </a:rPr>
                      <m:t>𝑖</m:t>
                    </m:r>
                    <m:r>
                      <a:rPr lang="en-US" altLang="zh-TW" sz="2400" i="1" dirty="0">
                        <a:solidFill>
                          <a:srgbClr val="FF0000"/>
                        </a:solidFill>
                        <a:latin typeface="Cambria Math" panose="02040503050406030204" pitchFamily="18" charset="0"/>
                      </a:rPr>
                      <m:t>=1</m:t>
                    </m:r>
                  </m:oMath>
                </a14:m>
                <a:r>
                  <a:rPr lang="en-US" altLang="zh-TW" sz="2400" dirty="0">
                    <a:solidFill>
                      <a:srgbClr val="FF0000"/>
                    </a:solidFill>
                  </a:rPr>
                  <a:t>,        j = 2*3+1 = 7</a:t>
                </a:r>
                <a:endParaRPr lang="zh-TW" altLang="en-US" sz="2400" dirty="0"/>
              </a:p>
            </p:txBody>
          </p:sp>
        </mc:Choice>
        <mc:Fallback xmlns="">
          <p:sp>
            <p:nvSpPr>
              <p:cNvPr id="24" name="文字方塊 23">
                <a:extLst>
                  <a:ext uri="{FF2B5EF4-FFF2-40B4-BE49-F238E27FC236}">
                    <a16:creationId xmlns:a16="http://schemas.microsoft.com/office/drawing/2014/main" id="{5B459F1B-43C8-4974-8F94-A5B875174146}"/>
                  </a:ext>
                </a:extLst>
              </p:cNvPr>
              <p:cNvSpPr txBox="1">
                <a:spLocks noRot="1" noChangeAspect="1" noMove="1" noResize="1" noEditPoints="1" noAdjustHandles="1" noChangeArrowheads="1" noChangeShapeType="1" noTextEdit="1"/>
              </p:cNvSpPr>
              <p:nvPr/>
            </p:nvSpPr>
            <p:spPr>
              <a:xfrm>
                <a:off x="6339309" y="1789390"/>
                <a:ext cx="4119008" cy="461665"/>
              </a:xfrm>
              <a:prstGeom prst="rect">
                <a:avLst/>
              </a:prstGeom>
              <a:blipFill>
                <a:blip r:embed="rId5"/>
                <a:stretch>
                  <a:fillRect l="-444" t="-10667" b="-3066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2584589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7AFCD-574A-4525-9F59-D0A9CB3F50E7}"/>
              </a:ext>
            </a:extLst>
          </p:cNvPr>
          <p:cNvSpPr>
            <a:spLocks noGrp="1"/>
          </p:cNvSpPr>
          <p:nvPr>
            <p:ph type="title"/>
          </p:nvPr>
        </p:nvSpPr>
        <p:spPr>
          <a:xfrm>
            <a:off x="838200" y="365126"/>
            <a:ext cx="10814108" cy="1136504"/>
          </a:xfrm>
        </p:spPr>
        <p:txBody>
          <a:bodyPr>
            <a:normAutofit/>
          </a:bodyPr>
          <a:lstStyle/>
          <a:p>
            <a:r>
              <a:rPr lang="en-US" altLang="zh-TW" sz="3600" dirty="0">
                <a:latin typeface="Times New Roman" panose="02020603050405020304" pitchFamily="18" charset="0"/>
                <a:cs typeface="Times New Roman" panose="02020603050405020304" pitchFamily="18" charset="0"/>
              </a:rPr>
              <a:t>NP‑Hardness of P(LOL) and P(LOE)</a:t>
            </a:r>
            <a:endParaRPr lang="zh-TW" altLang="en-US" sz="3600" dirty="0">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B5355C74-C532-4B09-9EAB-EB9CCF938F02}"/>
              </a:ext>
            </a:extLst>
          </p:cNvPr>
          <p:cNvSpPr txBox="1"/>
          <p:nvPr/>
        </p:nvSpPr>
        <p:spPr>
          <a:xfrm>
            <a:off x="8629805" y="3883044"/>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2</a:t>
            </a:r>
            <a:endParaRPr lang="zh-TW" altLang="en-US" sz="2400" b="1" baseline="-25000" dirty="0">
              <a:solidFill>
                <a:srgbClr val="FFC000"/>
              </a:solidFill>
            </a:endParaRPr>
          </a:p>
        </p:txBody>
      </p:sp>
      <p:sp>
        <p:nvSpPr>
          <p:cNvPr id="25" name="文字方塊 24">
            <a:extLst>
              <a:ext uri="{FF2B5EF4-FFF2-40B4-BE49-F238E27FC236}">
                <a16:creationId xmlns:a16="http://schemas.microsoft.com/office/drawing/2014/main" id="{8305FB12-293B-4E8D-AB6E-6133ED6F0D0C}"/>
              </a:ext>
            </a:extLst>
          </p:cNvPr>
          <p:cNvSpPr txBox="1"/>
          <p:nvPr/>
        </p:nvSpPr>
        <p:spPr>
          <a:xfrm>
            <a:off x="8331636" y="3879323"/>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1</a:t>
            </a:r>
            <a:endParaRPr lang="zh-TW" altLang="en-US" sz="2400" b="1" baseline="-25000" dirty="0">
              <a:solidFill>
                <a:srgbClr val="FFC000"/>
              </a:solidFill>
            </a:endParaRPr>
          </a:p>
        </p:txBody>
      </p:sp>
      <p:sp>
        <p:nvSpPr>
          <p:cNvPr id="23" name="文字方塊 22">
            <a:extLst>
              <a:ext uri="{FF2B5EF4-FFF2-40B4-BE49-F238E27FC236}">
                <a16:creationId xmlns:a16="http://schemas.microsoft.com/office/drawing/2014/main" id="{7303E137-3F52-4D78-9EC6-DB5F3F0A1889}"/>
              </a:ext>
            </a:extLst>
          </p:cNvPr>
          <p:cNvSpPr txBox="1"/>
          <p:nvPr/>
        </p:nvSpPr>
        <p:spPr>
          <a:xfrm>
            <a:off x="5814777" y="4584432"/>
            <a:ext cx="335560" cy="400110"/>
          </a:xfrm>
          <a:prstGeom prst="rect">
            <a:avLst/>
          </a:prstGeom>
          <a:noFill/>
        </p:spPr>
        <p:txBody>
          <a:bodyPr wrap="square" rtlCol="0">
            <a:spAutoFit/>
          </a:bodyPr>
          <a:lstStyle/>
          <a:p>
            <a:r>
              <a:rPr lang="en-US" altLang="zh-TW" sz="2000" b="1" dirty="0">
                <a:solidFill>
                  <a:srgbClr val="FFC000"/>
                </a:solidFill>
              </a:rPr>
              <a:t>1</a:t>
            </a:r>
            <a:endParaRPr lang="zh-TW" altLang="en-US" sz="2000" b="1" dirty="0">
              <a:solidFill>
                <a:srgbClr val="FFC000"/>
              </a:solidFill>
            </a:endParaRPr>
          </a:p>
        </p:txBody>
      </p:sp>
      <p:sp>
        <p:nvSpPr>
          <p:cNvPr id="26" name="文字方塊 25">
            <a:extLst>
              <a:ext uri="{FF2B5EF4-FFF2-40B4-BE49-F238E27FC236}">
                <a16:creationId xmlns:a16="http://schemas.microsoft.com/office/drawing/2014/main" id="{18EFF8C5-72BF-440F-ACE0-9B78BDED1DE5}"/>
              </a:ext>
            </a:extLst>
          </p:cNvPr>
          <p:cNvSpPr txBox="1"/>
          <p:nvPr/>
        </p:nvSpPr>
        <p:spPr>
          <a:xfrm>
            <a:off x="5809915" y="4950772"/>
            <a:ext cx="335560" cy="400110"/>
          </a:xfrm>
          <a:prstGeom prst="rect">
            <a:avLst/>
          </a:prstGeom>
          <a:noFill/>
        </p:spPr>
        <p:txBody>
          <a:bodyPr wrap="square" rtlCol="0">
            <a:spAutoFit/>
          </a:bodyPr>
          <a:lstStyle/>
          <a:p>
            <a:r>
              <a:rPr lang="en-US" altLang="zh-TW" sz="2000" b="1" dirty="0">
                <a:solidFill>
                  <a:srgbClr val="FFC000"/>
                </a:solidFill>
              </a:rPr>
              <a:t>2</a:t>
            </a:r>
            <a:endParaRPr lang="zh-TW" altLang="en-US" sz="2000" b="1" dirty="0">
              <a:solidFill>
                <a:srgbClr val="FFC000"/>
              </a:solidFill>
            </a:endParaRPr>
          </a:p>
        </p:txBody>
      </p:sp>
      <p:sp>
        <p:nvSpPr>
          <p:cNvPr id="27" name="文字方塊 26">
            <a:extLst>
              <a:ext uri="{FF2B5EF4-FFF2-40B4-BE49-F238E27FC236}">
                <a16:creationId xmlns:a16="http://schemas.microsoft.com/office/drawing/2014/main" id="{4C9640A7-2F09-4CE1-9AB6-3546F968BC6F}"/>
              </a:ext>
            </a:extLst>
          </p:cNvPr>
          <p:cNvSpPr txBox="1"/>
          <p:nvPr/>
        </p:nvSpPr>
        <p:spPr>
          <a:xfrm>
            <a:off x="5809915" y="5305787"/>
            <a:ext cx="335560" cy="400110"/>
          </a:xfrm>
          <a:prstGeom prst="rect">
            <a:avLst/>
          </a:prstGeom>
          <a:noFill/>
        </p:spPr>
        <p:txBody>
          <a:bodyPr wrap="square" rtlCol="0">
            <a:spAutoFit/>
          </a:bodyPr>
          <a:lstStyle/>
          <a:p>
            <a:r>
              <a:rPr lang="en-US" altLang="zh-TW" sz="2000" b="1" dirty="0">
                <a:solidFill>
                  <a:srgbClr val="FFC000"/>
                </a:solidFill>
              </a:rPr>
              <a:t>3</a:t>
            </a:r>
            <a:endParaRPr lang="zh-TW" altLang="en-US" sz="2000" b="1" dirty="0">
              <a:solidFill>
                <a:srgbClr val="FFC000"/>
              </a:solidFill>
            </a:endParaRPr>
          </a:p>
        </p:txBody>
      </p:sp>
      <p:pic>
        <p:nvPicPr>
          <p:cNvPr id="6" name="圖片 5" descr="一張含有 文字, 填字遊戲 的圖片&#10;&#10;自動產生的描述">
            <a:extLst>
              <a:ext uri="{FF2B5EF4-FFF2-40B4-BE49-F238E27FC236}">
                <a16:creationId xmlns:a16="http://schemas.microsoft.com/office/drawing/2014/main" id="{167944EB-524C-4FF6-9181-DCABECC861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7117" y="4285028"/>
            <a:ext cx="4368389" cy="1563306"/>
          </a:xfrm>
          <a:prstGeom prst="rect">
            <a:avLst/>
          </a:prstGeom>
        </p:spPr>
      </p:pic>
      <p:pic>
        <p:nvPicPr>
          <p:cNvPr id="8" name="圖片 7" descr="一張含有 文字 的圖片&#10;&#10;自動產生的描述">
            <a:extLst>
              <a:ext uri="{FF2B5EF4-FFF2-40B4-BE49-F238E27FC236}">
                <a16:creationId xmlns:a16="http://schemas.microsoft.com/office/drawing/2014/main" id="{51E5D6A0-619A-47D7-9312-1E16EFF46B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525" y="2961174"/>
            <a:ext cx="3713148" cy="1489915"/>
          </a:xfrm>
          <a:prstGeom prst="rect">
            <a:avLst/>
          </a:prstGeom>
        </p:spPr>
      </p:pic>
      <p:sp>
        <p:nvSpPr>
          <p:cNvPr id="28" name="文字方塊 27">
            <a:extLst>
              <a:ext uri="{FF2B5EF4-FFF2-40B4-BE49-F238E27FC236}">
                <a16:creationId xmlns:a16="http://schemas.microsoft.com/office/drawing/2014/main" id="{A452B8AB-9C68-417A-AA2A-4AC08423BAAD}"/>
              </a:ext>
            </a:extLst>
          </p:cNvPr>
          <p:cNvSpPr txBox="1"/>
          <p:nvPr/>
        </p:nvSpPr>
        <p:spPr>
          <a:xfrm>
            <a:off x="9326315" y="3873259"/>
            <a:ext cx="522851" cy="461665"/>
          </a:xfrm>
          <a:prstGeom prst="rect">
            <a:avLst/>
          </a:prstGeom>
          <a:noFill/>
        </p:spPr>
        <p:txBody>
          <a:bodyPr wrap="square" rtlCol="0">
            <a:spAutoFit/>
          </a:bodyPr>
          <a:lstStyle/>
          <a:p>
            <a:r>
              <a:rPr lang="en-US" altLang="zh-TW" sz="2400" b="1" dirty="0">
                <a:solidFill>
                  <a:srgbClr val="FFC000"/>
                </a:solidFill>
              </a:rPr>
              <a:t>y</a:t>
            </a:r>
            <a:r>
              <a:rPr lang="en-US" altLang="zh-TW" sz="2400" b="1" baseline="-25000" dirty="0">
                <a:solidFill>
                  <a:srgbClr val="FFC000"/>
                </a:solidFill>
              </a:rPr>
              <a:t>2</a:t>
            </a:r>
            <a:endParaRPr lang="zh-TW" altLang="en-US" sz="2400" b="1" baseline="-25000" dirty="0">
              <a:solidFill>
                <a:srgbClr val="FFC000"/>
              </a:solidFill>
            </a:endParaRPr>
          </a:p>
        </p:txBody>
      </p:sp>
      <p:sp>
        <p:nvSpPr>
          <p:cNvPr id="29" name="文字方塊 28">
            <a:extLst>
              <a:ext uri="{FF2B5EF4-FFF2-40B4-BE49-F238E27FC236}">
                <a16:creationId xmlns:a16="http://schemas.microsoft.com/office/drawing/2014/main" id="{C94FDCBE-0EA3-452B-B58C-76C0ACDF5065}"/>
              </a:ext>
            </a:extLst>
          </p:cNvPr>
          <p:cNvSpPr txBox="1"/>
          <p:nvPr/>
        </p:nvSpPr>
        <p:spPr>
          <a:xfrm>
            <a:off x="8978060" y="3875743"/>
            <a:ext cx="522851" cy="461665"/>
          </a:xfrm>
          <a:prstGeom prst="rect">
            <a:avLst/>
          </a:prstGeom>
          <a:noFill/>
        </p:spPr>
        <p:txBody>
          <a:bodyPr wrap="square" rtlCol="0">
            <a:spAutoFit/>
          </a:bodyPr>
          <a:lstStyle/>
          <a:p>
            <a:r>
              <a:rPr lang="en-US" altLang="zh-TW" sz="2400" b="1" dirty="0">
                <a:solidFill>
                  <a:srgbClr val="FFC000"/>
                </a:solidFill>
              </a:rPr>
              <a:t>y</a:t>
            </a:r>
            <a:r>
              <a:rPr lang="en-US" altLang="zh-TW" sz="2400" b="1" baseline="-25000" dirty="0">
                <a:solidFill>
                  <a:srgbClr val="FFC000"/>
                </a:solidFill>
              </a:rPr>
              <a:t>1</a:t>
            </a:r>
            <a:endParaRPr lang="zh-TW" altLang="en-US" sz="2400" b="1" baseline="-25000" dirty="0">
              <a:solidFill>
                <a:srgbClr val="FFC000"/>
              </a:solidFill>
            </a:endParaRPr>
          </a:p>
        </p:txBody>
      </p:sp>
      <p:sp>
        <p:nvSpPr>
          <p:cNvPr id="30" name="文字方塊 29">
            <a:extLst>
              <a:ext uri="{FF2B5EF4-FFF2-40B4-BE49-F238E27FC236}">
                <a16:creationId xmlns:a16="http://schemas.microsoft.com/office/drawing/2014/main" id="{00A83DE1-18D6-4746-BBFD-B1DF962E16A5}"/>
              </a:ext>
            </a:extLst>
          </p:cNvPr>
          <p:cNvSpPr txBox="1"/>
          <p:nvPr/>
        </p:nvSpPr>
        <p:spPr>
          <a:xfrm>
            <a:off x="9624484" y="3889935"/>
            <a:ext cx="522851" cy="461665"/>
          </a:xfrm>
          <a:prstGeom prst="rect">
            <a:avLst/>
          </a:prstGeom>
          <a:noFill/>
        </p:spPr>
        <p:txBody>
          <a:bodyPr wrap="square" rtlCol="0">
            <a:spAutoFit/>
          </a:bodyPr>
          <a:lstStyle/>
          <a:p>
            <a:r>
              <a:rPr lang="en-US" altLang="zh-TW" sz="2400" b="1" dirty="0">
                <a:solidFill>
                  <a:srgbClr val="FFC000"/>
                </a:solidFill>
              </a:rPr>
              <a:t>z</a:t>
            </a:r>
            <a:r>
              <a:rPr lang="en-US" altLang="zh-TW" sz="2400" b="1" baseline="-25000" dirty="0">
                <a:solidFill>
                  <a:srgbClr val="FFC000"/>
                </a:solidFill>
              </a:rPr>
              <a:t>1</a:t>
            </a:r>
            <a:endParaRPr lang="zh-TW" altLang="en-US" sz="2400" b="1" baseline="-25000" dirty="0">
              <a:solidFill>
                <a:srgbClr val="FFC000"/>
              </a:solidFill>
            </a:endParaRPr>
          </a:p>
        </p:txBody>
      </p:sp>
      <p:sp>
        <p:nvSpPr>
          <p:cNvPr id="31" name="文字方塊 30">
            <a:extLst>
              <a:ext uri="{FF2B5EF4-FFF2-40B4-BE49-F238E27FC236}">
                <a16:creationId xmlns:a16="http://schemas.microsoft.com/office/drawing/2014/main" id="{9C8946DC-088E-4390-A979-6B113C16C757}"/>
              </a:ext>
            </a:extLst>
          </p:cNvPr>
          <p:cNvSpPr txBox="1"/>
          <p:nvPr/>
        </p:nvSpPr>
        <p:spPr>
          <a:xfrm>
            <a:off x="9922653" y="3883043"/>
            <a:ext cx="522851" cy="461665"/>
          </a:xfrm>
          <a:prstGeom prst="rect">
            <a:avLst/>
          </a:prstGeom>
          <a:noFill/>
        </p:spPr>
        <p:txBody>
          <a:bodyPr wrap="square" rtlCol="0">
            <a:spAutoFit/>
          </a:bodyPr>
          <a:lstStyle/>
          <a:p>
            <a:r>
              <a:rPr lang="en-US" altLang="zh-TW" sz="2400" b="1" dirty="0">
                <a:solidFill>
                  <a:srgbClr val="FFC000"/>
                </a:solidFill>
              </a:rPr>
              <a:t>z</a:t>
            </a:r>
            <a:r>
              <a:rPr lang="en-US" altLang="zh-TW" sz="2400" b="1" baseline="-25000" dirty="0">
                <a:solidFill>
                  <a:srgbClr val="FFC000"/>
                </a:solidFill>
              </a:rPr>
              <a:t>2</a:t>
            </a:r>
            <a:endParaRPr lang="zh-TW" altLang="en-US" sz="2400" b="1" baseline="-25000" dirty="0">
              <a:solidFill>
                <a:srgbClr val="FFC000"/>
              </a:solidFill>
            </a:endParaRPr>
          </a:p>
        </p:txBody>
      </p:sp>
      <p:pic>
        <p:nvPicPr>
          <p:cNvPr id="10" name="圖片 9" descr="一張含有 文字 的圖片&#10;&#10;自動產生的描述">
            <a:extLst>
              <a:ext uri="{FF2B5EF4-FFF2-40B4-BE49-F238E27FC236}">
                <a16:creationId xmlns:a16="http://schemas.microsoft.com/office/drawing/2014/main" id="{CEDC8B62-880E-49A2-8AF4-846BFA058A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03387" y="1844759"/>
            <a:ext cx="5291011" cy="1839215"/>
          </a:xfrm>
          <a:prstGeom prst="rect">
            <a:avLst/>
          </a:prstGeom>
        </p:spPr>
      </p:pic>
      <p:sp>
        <p:nvSpPr>
          <p:cNvPr id="17" name="橢圓 16">
            <a:extLst>
              <a:ext uri="{FF2B5EF4-FFF2-40B4-BE49-F238E27FC236}">
                <a16:creationId xmlns:a16="http://schemas.microsoft.com/office/drawing/2014/main" id="{5052A676-37CF-4490-927B-F473521E46BD}"/>
              </a:ext>
            </a:extLst>
          </p:cNvPr>
          <p:cNvSpPr/>
          <p:nvPr/>
        </p:nvSpPr>
        <p:spPr>
          <a:xfrm>
            <a:off x="8256851" y="4950772"/>
            <a:ext cx="548640" cy="40011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橢圓 17">
            <a:extLst>
              <a:ext uri="{FF2B5EF4-FFF2-40B4-BE49-F238E27FC236}">
                <a16:creationId xmlns:a16="http://schemas.microsoft.com/office/drawing/2014/main" id="{726FFD53-5F08-4492-91D9-4AC953D8AED2}"/>
              </a:ext>
            </a:extLst>
          </p:cNvPr>
          <p:cNvSpPr/>
          <p:nvPr/>
        </p:nvSpPr>
        <p:spPr>
          <a:xfrm>
            <a:off x="2142449" y="3506076"/>
            <a:ext cx="548640" cy="40011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方塊 18">
            <a:extLst>
              <a:ext uri="{FF2B5EF4-FFF2-40B4-BE49-F238E27FC236}">
                <a16:creationId xmlns:a16="http://schemas.microsoft.com/office/drawing/2014/main" id="{A349620E-BC17-4E85-9B0C-4C7BA77667B2}"/>
              </a:ext>
            </a:extLst>
          </p:cNvPr>
          <p:cNvSpPr txBox="1"/>
          <p:nvPr/>
        </p:nvSpPr>
        <p:spPr>
          <a:xfrm>
            <a:off x="7545544" y="5888287"/>
            <a:ext cx="1084261" cy="369332"/>
          </a:xfrm>
          <a:prstGeom prst="rect">
            <a:avLst/>
          </a:prstGeom>
          <a:noFill/>
        </p:spPr>
        <p:txBody>
          <a:bodyPr wrap="square" rtlCol="0">
            <a:spAutoFit/>
          </a:bodyPr>
          <a:lstStyle/>
          <a:p>
            <a:r>
              <a:rPr lang="en-US" altLang="zh-TW" dirty="0"/>
              <a:t>Matrix A</a:t>
            </a:r>
            <a:endParaRPr lang="zh-TW" altLang="en-US" dirty="0"/>
          </a:p>
        </p:txBody>
      </p:sp>
      <p:sp>
        <p:nvSpPr>
          <p:cNvPr id="21" name="文字方塊 20">
            <a:extLst>
              <a:ext uri="{FF2B5EF4-FFF2-40B4-BE49-F238E27FC236}">
                <a16:creationId xmlns:a16="http://schemas.microsoft.com/office/drawing/2014/main" id="{810BF148-6BD6-4B61-A2E8-76A6B4F1BB0C}"/>
              </a:ext>
            </a:extLst>
          </p:cNvPr>
          <p:cNvSpPr txBox="1"/>
          <p:nvPr/>
        </p:nvSpPr>
        <p:spPr>
          <a:xfrm>
            <a:off x="838200" y="2200831"/>
            <a:ext cx="1026873"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3DM:</a:t>
            </a:r>
            <a:endParaRPr lang="zh-TW" altLang="en-US" sz="2400" dirty="0">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24F6E139-6C4C-41B8-9DEB-CE8C01614ADB}"/>
              </a:ext>
            </a:extLst>
          </p:cNvPr>
          <p:cNvSpPr txBox="1"/>
          <p:nvPr/>
        </p:nvSpPr>
        <p:spPr>
          <a:xfrm>
            <a:off x="5050244" y="1394980"/>
            <a:ext cx="1233110"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P(LOL) :</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496545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7AFCD-574A-4525-9F59-D0A9CB3F50E7}"/>
              </a:ext>
            </a:extLst>
          </p:cNvPr>
          <p:cNvSpPr>
            <a:spLocks noGrp="1"/>
          </p:cNvSpPr>
          <p:nvPr>
            <p:ph type="title"/>
          </p:nvPr>
        </p:nvSpPr>
        <p:spPr>
          <a:xfrm>
            <a:off x="738421" y="258476"/>
            <a:ext cx="10814108" cy="1136504"/>
          </a:xfrm>
        </p:spPr>
        <p:txBody>
          <a:bodyPr>
            <a:normAutofit/>
          </a:bodyPr>
          <a:lstStyle/>
          <a:p>
            <a:r>
              <a:rPr lang="en-US" altLang="zh-TW" sz="3600" dirty="0">
                <a:latin typeface="Times New Roman" panose="02020603050405020304" pitchFamily="18" charset="0"/>
                <a:cs typeface="Times New Roman" panose="02020603050405020304" pitchFamily="18" charset="0"/>
              </a:rPr>
              <a:t>NP‑Hardness of P(LOL) and P(LOE)</a:t>
            </a:r>
            <a:endParaRPr lang="zh-TW" altLang="en-US" sz="3600" dirty="0">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B5355C74-C532-4B09-9EAB-EB9CCF938F02}"/>
              </a:ext>
            </a:extLst>
          </p:cNvPr>
          <p:cNvSpPr txBox="1"/>
          <p:nvPr/>
        </p:nvSpPr>
        <p:spPr>
          <a:xfrm>
            <a:off x="8629805" y="3883044"/>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2</a:t>
            </a:r>
            <a:endParaRPr lang="zh-TW" altLang="en-US" sz="2400" b="1" baseline="-25000" dirty="0">
              <a:solidFill>
                <a:srgbClr val="FFC000"/>
              </a:solidFill>
            </a:endParaRPr>
          </a:p>
        </p:txBody>
      </p:sp>
      <p:sp>
        <p:nvSpPr>
          <p:cNvPr id="25" name="文字方塊 24">
            <a:extLst>
              <a:ext uri="{FF2B5EF4-FFF2-40B4-BE49-F238E27FC236}">
                <a16:creationId xmlns:a16="http://schemas.microsoft.com/office/drawing/2014/main" id="{8305FB12-293B-4E8D-AB6E-6133ED6F0D0C}"/>
              </a:ext>
            </a:extLst>
          </p:cNvPr>
          <p:cNvSpPr txBox="1"/>
          <p:nvPr/>
        </p:nvSpPr>
        <p:spPr>
          <a:xfrm>
            <a:off x="8331636" y="3879323"/>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1</a:t>
            </a:r>
            <a:endParaRPr lang="zh-TW" altLang="en-US" sz="2400" b="1" baseline="-25000" dirty="0">
              <a:solidFill>
                <a:srgbClr val="FFC000"/>
              </a:solidFill>
            </a:endParaRPr>
          </a:p>
        </p:txBody>
      </p:sp>
      <p:sp>
        <p:nvSpPr>
          <p:cNvPr id="23" name="文字方塊 22">
            <a:extLst>
              <a:ext uri="{FF2B5EF4-FFF2-40B4-BE49-F238E27FC236}">
                <a16:creationId xmlns:a16="http://schemas.microsoft.com/office/drawing/2014/main" id="{7303E137-3F52-4D78-9EC6-DB5F3F0A1889}"/>
              </a:ext>
            </a:extLst>
          </p:cNvPr>
          <p:cNvSpPr txBox="1"/>
          <p:nvPr/>
        </p:nvSpPr>
        <p:spPr>
          <a:xfrm>
            <a:off x="5814777" y="4584432"/>
            <a:ext cx="335560" cy="400110"/>
          </a:xfrm>
          <a:prstGeom prst="rect">
            <a:avLst/>
          </a:prstGeom>
          <a:noFill/>
        </p:spPr>
        <p:txBody>
          <a:bodyPr wrap="square" rtlCol="0">
            <a:spAutoFit/>
          </a:bodyPr>
          <a:lstStyle/>
          <a:p>
            <a:r>
              <a:rPr lang="en-US" altLang="zh-TW" sz="2000" b="1" dirty="0">
                <a:solidFill>
                  <a:srgbClr val="FFC000"/>
                </a:solidFill>
              </a:rPr>
              <a:t>1</a:t>
            </a:r>
            <a:endParaRPr lang="zh-TW" altLang="en-US" sz="2000" b="1" dirty="0">
              <a:solidFill>
                <a:srgbClr val="FFC000"/>
              </a:solidFill>
            </a:endParaRPr>
          </a:p>
        </p:txBody>
      </p:sp>
      <p:sp>
        <p:nvSpPr>
          <p:cNvPr id="26" name="文字方塊 25">
            <a:extLst>
              <a:ext uri="{FF2B5EF4-FFF2-40B4-BE49-F238E27FC236}">
                <a16:creationId xmlns:a16="http://schemas.microsoft.com/office/drawing/2014/main" id="{18EFF8C5-72BF-440F-ACE0-9B78BDED1DE5}"/>
              </a:ext>
            </a:extLst>
          </p:cNvPr>
          <p:cNvSpPr txBox="1"/>
          <p:nvPr/>
        </p:nvSpPr>
        <p:spPr>
          <a:xfrm>
            <a:off x="5809915" y="4950772"/>
            <a:ext cx="335560" cy="400110"/>
          </a:xfrm>
          <a:prstGeom prst="rect">
            <a:avLst/>
          </a:prstGeom>
          <a:noFill/>
        </p:spPr>
        <p:txBody>
          <a:bodyPr wrap="square" rtlCol="0">
            <a:spAutoFit/>
          </a:bodyPr>
          <a:lstStyle/>
          <a:p>
            <a:r>
              <a:rPr lang="en-US" altLang="zh-TW" sz="2000" b="1" dirty="0">
                <a:solidFill>
                  <a:srgbClr val="FFC000"/>
                </a:solidFill>
              </a:rPr>
              <a:t>2</a:t>
            </a:r>
            <a:endParaRPr lang="zh-TW" altLang="en-US" sz="2000" b="1" dirty="0">
              <a:solidFill>
                <a:srgbClr val="FFC000"/>
              </a:solidFill>
            </a:endParaRPr>
          </a:p>
        </p:txBody>
      </p:sp>
      <p:sp>
        <p:nvSpPr>
          <p:cNvPr id="27" name="文字方塊 26">
            <a:extLst>
              <a:ext uri="{FF2B5EF4-FFF2-40B4-BE49-F238E27FC236}">
                <a16:creationId xmlns:a16="http://schemas.microsoft.com/office/drawing/2014/main" id="{4C9640A7-2F09-4CE1-9AB6-3546F968BC6F}"/>
              </a:ext>
            </a:extLst>
          </p:cNvPr>
          <p:cNvSpPr txBox="1"/>
          <p:nvPr/>
        </p:nvSpPr>
        <p:spPr>
          <a:xfrm>
            <a:off x="5809915" y="5305787"/>
            <a:ext cx="335560" cy="400110"/>
          </a:xfrm>
          <a:prstGeom prst="rect">
            <a:avLst/>
          </a:prstGeom>
          <a:noFill/>
        </p:spPr>
        <p:txBody>
          <a:bodyPr wrap="square" rtlCol="0">
            <a:spAutoFit/>
          </a:bodyPr>
          <a:lstStyle/>
          <a:p>
            <a:r>
              <a:rPr lang="en-US" altLang="zh-TW" sz="2000" b="1" dirty="0">
                <a:solidFill>
                  <a:srgbClr val="FFC000"/>
                </a:solidFill>
              </a:rPr>
              <a:t>3</a:t>
            </a:r>
            <a:endParaRPr lang="zh-TW" altLang="en-US" sz="2000" b="1" dirty="0">
              <a:solidFill>
                <a:srgbClr val="FFC000"/>
              </a:solidFill>
            </a:endParaRPr>
          </a:p>
        </p:txBody>
      </p:sp>
      <p:pic>
        <p:nvPicPr>
          <p:cNvPr id="6" name="圖片 5" descr="一張含有 文字, 填字遊戲 的圖片&#10;&#10;自動產生的描述">
            <a:extLst>
              <a:ext uri="{FF2B5EF4-FFF2-40B4-BE49-F238E27FC236}">
                <a16:creationId xmlns:a16="http://schemas.microsoft.com/office/drawing/2014/main" id="{167944EB-524C-4FF6-9181-DCABECC861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7117" y="4285028"/>
            <a:ext cx="4368389" cy="1563306"/>
          </a:xfrm>
          <a:prstGeom prst="rect">
            <a:avLst/>
          </a:prstGeom>
        </p:spPr>
      </p:pic>
      <p:pic>
        <p:nvPicPr>
          <p:cNvPr id="8" name="圖片 7" descr="一張含有 文字 的圖片&#10;&#10;自動產生的描述">
            <a:extLst>
              <a:ext uri="{FF2B5EF4-FFF2-40B4-BE49-F238E27FC236}">
                <a16:creationId xmlns:a16="http://schemas.microsoft.com/office/drawing/2014/main" id="{51E5D6A0-619A-47D7-9312-1E16EFF46B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525" y="2961174"/>
            <a:ext cx="3713148" cy="1489915"/>
          </a:xfrm>
          <a:prstGeom prst="rect">
            <a:avLst/>
          </a:prstGeom>
        </p:spPr>
      </p:pic>
      <p:sp>
        <p:nvSpPr>
          <p:cNvPr id="28" name="文字方塊 27">
            <a:extLst>
              <a:ext uri="{FF2B5EF4-FFF2-40B4-BE49-F238E27FC236}">
                <a16:creationId xmlns:a16="http://schemas.microsoft.com/office/drawing/2014/main" id="{A452B8AB-9C68-417A-AA2A-4AC08423BAAD}"/>
              </a:ext>
            </a:extLst>
          </p:cNvPr>
          <p:cNvSpPr txBox="1"/>
          <p:nvPr/>
        </p:nvSpPr>
        <p:spPr>
          <a:xfrm>
            <a:off x="9326315" y="3873259"/>
            <a:ext cx="522851" cy="461665"/>
          </a:xfrm>
          <a:prstGeom prst="rect">
            <a:avLst/>
          </a:prstGeom>
          <a:noFill/>
        </p:spPr>
        <p:txBody>
          <a:bodyPr wrap="square" rtlCol="0">
            <a:spAutoFit/>
          </a:bodyPr>
          <a:lstStyle/>
          <a:p>
            <a:r>
              <a:rPr lang="en-US" altLang="zh-TW" sz="2400" b="1" dirty="0">
                <a:solidFill>
                  <a:srgbClr val="FFC000"/>
                </a:solidFill>
              </a:rPr>
              <a:t>y</a:t>
            </a:r>
            <a:r>
              <a:rPr lang="en-US" altLang="zh-TW" sz="2400" b="1" baseline="-25000" dirty="0">
                <a:solidFill>
                  <a:srgbClr val="FFC000"/>
                </a:solidFill>
              </a:rPr>
              <a:t>2</a:t>
            </a:r>
            <a:endParaRPr lang="zh-TW" altLang="en-US" sz="2400" b="1" baseline="-25000" dirty="0">
              <a:solidFill>
                <a:srgbClr val="FFC000"/>
              </a:solidFill>
            </a:endParaRPr>
          </a:p>
        </p:txBody>
      </p:sp>
      <p:sp>
        <p:nvSpPr>
          <p:cNvPr id="29" name="文字方塊 28">
            <a:extLst>
              <a:ext uri="{FF2B5EF4-FFF2-40B4-BE49-F238E27FC236}">
                <a16:creationId xmlns:a16="http://schemas.microsoft.com/office/drawing/2014/main" id="{C94FDCBE-0EA3-452B-B58C-76C0ACDF5065}"/>
              </a:ext>
            </a:extLst>
          </p:cNvPr>
          <p:cNvSpPr txBox="1"/>
          <p:nvPr/>
        </p:nvSpPr>
        <p:spPr>
          <a:xfrm>
            <a:off x="8978060" y="3875743"/>
            <a:ext cx="522851" cy="461665"/>
          </a:xfrm>
          <a:prstGeom prst="rect">
            <a:avLst/>
          </a:prstGeom>
          <a:noFill/>
        </p:spPr>
        <p:txBody>
          <a:bodyPr wrap="square" rtlCol="0">
            <a:spAutoFit/>
          </a:bodyPr>
          <a:lstStyle/>
          <a:p>
            <a:r>
              <a:rPr lang="en-US" altLang="zh-TW" sz="2400" b="1" dirty="0">
                <a:solidFill>
                  <a:srgbClr val="FFC000"/>
                </a:solidFill>
              </a:rPr>
              <a:t>y</a:t>
            </a:r>
            <a:r>
              <a:rPr lang="en-US" altLang="zh-TW" sz="2400" b="1" baseline="-25000" dirty="0">
                <a:solidFill>
                  <a:srgbClr val="FFC000"/>
                </a:solidFill>
              </a:rPr>
              <a:t>1</a:t>
            </a:r>
            <a:endParaRPr lang="zh-TW" altLang="en-US" sz="2400" b="1" baseline="-25000" dirty="0">
              <a:solidFill>
                <a:srgbClr val="FFC000"/>
              </a:solidFill>
            </a:endParaRPr>
          </a:p>
        </p:txBody>
      </p:sp>
      <p:sp>
        <p:nvSpPr>
          <p:cNvPr id="30" name="文字方塊 29">
            <a:extLst>
              <a:ext uri="{FF2B5EF4-FFF2-40B4-BE49-F238E27FC236}">
                <a16:creationId xmlns:a16="http://schemas.microsoft.com/office/drawing/2014/main" id="{00A83DE1-18D6-4746-BBFD-B1DF962E16A5}"/>
              </a:ext>
            </a:extLst>
          </p:cNvPr>
          <p:cNvSpPr txBox="1"/>
          <p:nvPr/>
        </p:nvSpPr>
        <p:spPr>
          <a:xfrm>
            <a:off x="9624484" y="3889935"/>
            <a:ext cx="522851" cy="461665"/>
          </a:xfrm>
          <a:prstGeom prst="rect">
            <a:avLst/>
          </a:prstGeom>
          <a:noFill/>
        </p:spPr>
        <p:txBody>
          <a:bodyPr wrap="square" rtlCol="0">
            <a:spAutoFit/>
          </a:bodyPr>
          <a:lstStyle/>
          <a:p>
            <a:r>
              <a:rPr lang="en-US" altLang="zh-TW" sz="2400" b="1" dirty="0">
                <a:solidFill>
                  <a:srgbClr val="FFC000"/>
                </a:solidFill>
              </a:rPr>
              <a:t>z</a:t>
            </a:r>
            <a:r>
              <a:rPr lang="en-US" altLang="zh-TW" sz="2400" b="1" baseline="-25000" dirty="0">
                <a:solidFill>
                  <a:srgbClr val="FFC000"/>
                </a:solidFill>
              </a:rPr>
              <a:t>1</a:t>
            </a:r>
            <a:endParaRPr lang="zh-TW" altLang="en-US" sz="2400" b="1" baseline="-25000" dirty="0">
              <a:solidFill>
                <a:srgbClr val="FFC000"/>
              </a:solidFill>
            </a:endParaRPr>
          </a:p>
        </p:txBody>
      </p:sp>
      <p:sp>
        <p:nvSpPr>
          <p:cNvPr id="31" name="文字方塊 30">
            <a:extLst>
              <a:ext uri="{FF2B5EF4-FFF2-40B4-BE49-F238E27FC236}">
                <a16:creationId xmlns:a16="http://schemas.microsoft.com/office/drawing/2014/main" id="{9C8946DC-088E-4390-A979-6B113C16C757}"/>
              </a:ext>
            </a:extLst>
          </p:cNvPr>
          <p:cNvSpPr txBox="1"/>
          <p:nvPr/>
        </p:nvSpPr>
        <p:spPr>
          <a:xfrm>
            <a:off x="9922653" y="3883043"/>
            <a:ext cx="522851" cy="461665"/>
          </a:xfrm>
          <a:prstGeom prst="rect">
            <a:avLst/>
          </a:prstGeom>
          <a:noFill/>
        </p:spPr>
        <p:txBody>
          <a:bodyPr wrap="square" rtlCol="0">
            <a:spAutoFit/>
          </a:bodyPr>
          <a:lstStyle/>
          <a:p>
            <a:r>
              <a:rPr lang="en-US" altLang="zh-TW" sz="2400" b="1" dirty="0">
                <a:solidFill>
                  <a:srgbClr val="FFC000"/>
                </a:solidFill>
              </a:rPr>
              <a:t>z</a:t>
            </a:r>
            <a:r>
              <a:rPr lang="en-US" altLang="zh-TW" sz="2400" b="1" baseline="-25000" dirty="0">
                <a:solidFill>
                  <a:srgbClr val="FFC000"/>
                </a:solidFill>
              </a:rPr>
              <a:t>2</a:t>
            </a:r>
            <a:endParaRPr lang="zh-TW" altLang="en-US" sz="2400" b="1" baseline="-25000" dirty="0">
              <a:solidFill>
                <a:srgbClr val="FFC000"/>
              </a:solidFill>
            </a:endParaRPr>
          </a:p>
        </p:txBody>
      </p:sp>
      <p:pic>
        <p:nvPicPr>
          <p:cNvPr id="10" name="圖片 9" descr="一張含有 文字 的圖片&#10;&#10;自動產生的描述">
            <a:extLst>
              <a:ext uri="{FF2B5EF4-FFF2-40B4-BE49-F238E27FC236}">
                <a16:creationId xmlns:a16="http://schemas.microsoft.com/office/drawing/2014/main" id="{CEDC8B62-880E-49A2-8AF4-846BFA058A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11845" y="1816154"/>
            <a:ext cx="5291011" cy="1839215"/>
          </a:xfrm>
          <a:prstGeom prst="rect">
            <a:avLst/>
          </a:prstGeom>
        </p:spPr>
      </p:pic>
      <p:sp>
        <p:nvSpPr>
          <p:cNvPr id="17" name="橢圓 16">
            <a:extLst>
              <a:ext uri="{FF2B5EF4-FFF2-40B4-BE49-F238E27FC236}">
                <a16:creationId xmlns:a16="http://schemas.microsoft.com/office/drawing/2014/main" id="{5052A676-37CF-4490-927B-F473521E46BD}"/>
              </a:ext>
            </a:extLst>
          </p:cNvPr>
          <p:cNvSpPr/>
          <p:nvPr/>
        </p:nvSpPr>
        <p:spPr>
          <a:xfrm>
            <a:off x="8507108" y="5295397"/>
            <a:ext cx="548640" cy="40011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橢圓 17">
            <a:extLst>
              <a:ext uri="{FF2B5EF4-FFF2-40B4-BE49-F238E27FC236}">
                <a16:creationId xmlns:a16="http://schemas.microsoft.com/office/drawing/2014/main" id="{726FFD53-5F08-4492-91D9-4AC953D8AED2}"/>
              </a:ext>
            </a:extLst>
          </p:cNvPr>
          <p:cNvSpPr/>
          <p:nvPr/>
        </p:nvSpPr>
        <p:spPr>
          <a:xfrm>
            <a:off x="2142449" y="3890997"/>
            <a:ext cx="548640" cy="40011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方塊 18">
            <a:extLst>
              <a:ext uri="{FF2B5EF4-FFF2-40B4-BE49-F238E27FC236}">
                <a16:creationId xmlns:a16="http://schemas.microsoft.com/office/drawing/2014/main" id="{5A4F91CF-AF67-4B42-82CB-0DA8BCDC6282}"/>
              </a:ext>
            </a:extLst>
          </p:cNvPr>
          <p:cNvSpPr txBox="1"/>
          <p:nvPr/>
        </p:nvSpPr>
        <p:spPr>
          <a:xfrm>
            <a:off x="7545544" y="5888287"/>
            <a:ext cx="1084261" cy="369332"/>
          </a:xfrm>
          <a:prstGeom prst="rect">
            <a:avLst/>
          </a:prstGeom>
          <a:noFill/>
        </p:spPr>
        <p:txBody>
          <a:bodyPr wrap="square" rtlCol="0">
            <a:spAutoFit/>
          </a:bodyPr>
          <a:lstStyle/>
          <a:p>
            <a:r>
              <a:rPr lang="en-US" altLang="zh-TW" dirty="0"/>
              <a:t>Matrix A</a:t>
            </a:r>
            <a:endParaRPr lang="zh-TW" altLang="en-US" dirty="0"/>
          </a:p>
        </p:txBody>
      </p:sp>
      <p:sp>
        <p:nvSpPr>
          <p:cNvPr id="21" name="文字方塊 20">
            <a:extLst>
              <a:ext uri="{FF2B5EF4-FFF2-40B4-BE49-F238E27FC236}">
                <a16:creationId xmlns:a16="http://schemas.microsoft.com/office/drawing/2014/main" id="{75932D69-930F-4B42-A5DB-85CB6C53D128}"/>
              </a:ext>
            </a:extLst>
          </p:cNvPr>
          <p:cNvSpPr txBox="1"/>
          <p:nvPr/>
        </p:nvSpPr>
        <p:spPr>
          <a:xfrm>
            <a:off x="838200" y="2200831"/>
            <a:ext cx="1026873"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3DM:</a:t>
            </a:r>
            <a:endParaRPr lang="zh-TW" altLang="en-US" sz="2400" dirty="0">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A35760C9-8365-4A61-A7A3-0CDE34D33BA1}"/>
              </a:ext>
            </a:extLst>
          </p:cNvPr>
          <p:cNvSpPr txBox="1"/>
          <p:nvPr/>
        </p:nvSpPr>
        <p:spPr>
          <a:xfrm>
            <a:off x="5050244" y="1394980"/>
            <a:ext cx="1233110"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P(LOL) :</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03008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descr="一張含有 文字 的圖片&#10;&#10;自動產生的描述">
            <a:extLst>
              <a:ext uri="{FF2B5EF4-FFF2-40B4-BE49-F238E27FC236}">
                <a16:creationId xmlns:a16="http://schemas.microsoft.com/office/drawing/2014/main" id="{B576CEA4-5B79-4D87-8AE7-F2295510F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059" y="3911804"/>
            <a:ext cx="6376311" cy="1545772"/>
          </a:xfrm>
          <a:prstGeom prst="rect">
            <a:avLst/>
          </a:prstGeom>
        </p:spPr>
      </p:pic>
      <p:pic>
        <p:nvPicPr>
          <p:cNvPr id="7" name="圖片 6" descr="一張含有 桌 的圖片&#10;&#10;自動產生的描述">
            <a:extLst>
              <a:ext uri="{FF2B5EF4-FFF2-40B4-BE49-F238E27FC236}">
                <a16:creationId xmlns:a16="http://schemas.microsoft.com/office/drawing/2014/main" id="{AFDBA703-BE95-42FD-8559-797FF78668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4986" y="90021"/>
            <a:ext cx="5410955" cy="6677957"/>
          </a:xfrm>
          <a:prstGeom prst="rect">
            <a:avLst/>
          </a:prstGeom>
        </p:spPr>
      </p:pic>
      <p:cxnSp>
        <p:nvCxnSpPr>
          <p:cNvPr id="13" name="直線接點 12">
            <a:extLst>
              <a:ext uri="{FF2B5EF4-FFF2-40B4-BE49-F238E27FC236}">
                <a16:creationId xmlns:a16="http://schemas.microsoft.com/office/drawing/2014/main" id="{9EEDD6B9-F64F-407E-97B8-70160D8E8D99}"/>
              </a:ext>
            </a:extLst>
          </p:cNvPr>
          <p:cNvCxnSpPr>
            <a:cxnSpLocks/>
          </p:cNvCxnSpPr>
          <p:nvPr/>
        </p:nvCxnSpPr>
        <p:spPr>
          <a:xfrm flipV="1">
            <a:off x="1524894" y="4258295"/>
            <a:ext cx="3471519" cy="8548"/>
          </a:xfrm>
          <a:prstGeom prst="line">
            <a:avLst/>
          </a:prstGeom>
          <a:ln w="28575">
            <a:solidFill>
              <a:srgbClr val="FF0000"/>
            </a:solidFill>
          </a:ln>
        </p:spPr>
        <p:style>
          <a:lnRef idx="1">
            <a:schemeClr val="accent4"/>
          </a:lnRef>
          <a:fillRef idx="0">
            <a:schemeClr val="accent4"/>
          </a:fillRef>
          <a:effectRef idx="0">
            <a:schemeClr val="accent4"/>
          </a:effectRef>
          <a:fontRef idx="minor">
            <a:schemeClr val="tx1"/>
          </a:fontRef>
        </p:style>
      </p:cxnSp>
      <p:sp>
        <p:nvSpPr>
          <p:cNvPr id="14" name="橢圓 13">
            <a:extLst>
              <a:ext uri="{FF2B5EF4-FFF2-40B4-BE49-F238E27FC236}">
                <a16:creationId xmlns:a16="http://schemas.microsoft.com/office/drawing/2014/main" id="{A150B602-BE47-4524-83A2-170978032CDF}"/>
              </a:ext>
            </a:extLst>
          </p:cNvPr>
          <p:cNvSpPr/>
          <p:nvPr/>
        </p:nvSpPr>
        <p:spPr>
          <a:xfrm>
            <a:off x="1034573" y="3984164"/>
            <a:ext cx="305659" cy="34151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14">
            <a:extLst>
              <a:ext uri="{FF2B5EF4-FFF2-40B4-BE49-F238E27FC236}">
                <a16:creationId xmlns:a16="http://schemas.microsoft.com/office/drawing/2014/main" id="{EC292254-2B69-4074-AC42-803DCED08DA4}"/>
              </a:ext>
            </a:extLst>
          </p:cNvPr>
          <p:cNvSpPr/>
          <p:nvPr/>
        </p:nvSpPr>
        <p:spPr>
          <a:xfrm>
            <a:off x="10727152" y="333816"/>
            <a:ext cx="659534" cy="34151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a:extLst>
              <a:ext uri="{FF2B5EF4-FFF2-40B4-BE49-F238E27FC236}">
                <a16:creationId xmlns:a16="http://schemas.microsoft.com/office/drawing/2014/main" id="{792270C1-8E19-4FB4-ACA6-F8859845278B}"/>
              </a:ext>
            </a:extLst>
          </p:cNvPr>
          <p:cNvSpPr/>
          <p:nvPr/>
        </p:nvSpPr>
        <p:spPr>
          <a:xfrm>
            <a:off x="9220463" y="601720"/>
            <a:ext cx="659534" cy="34151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a:extLst>
              <a:ext uri="{FF2B5EF4-FFF2-40B4-BE49-F238E27FC236}">
                <a16:creationId xmlns:a16="http://schemas.microsoft.com/office/drawing/2014/main" id="{166ACD47-7F66-4A7F-B550-184591D46A11}"/>
              </a:ext>
            </a:extLst>
          </p:cNvPr>
          <p:cNvSpPr/>
          <p:nvPr/>
        </p:nvSpPr>
        <p:spPr>
          <a:xfrm>
            <a:off x="7713774" y="945693"/>
            <a:ext cx="659534" cy="34151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0" name="圖片 9" descr="一張含有 文字 的圖片&#10;&#10;自動產生的描述">
            <a:extLst>
              <a:ext uri="{FF2B5EF4-FFF2-40B4-BE49-F238E27FC236}">
                <a16:creationId xmlns:a16="http://schemas.microsoft.com/office/drawing/2014/main" id="{AE59A018-BE11-4EAE-9572-52582CD8CA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9182" y="1456282"/>
            <a:ext cx="3713148" cy="1489915"/>
          </a:xfrm>
          <a:prstGeom prst="rect">
            <a:avLst/>
          </a:prstGeom>
        </p:spPr>
      </p:pic>
      <p:sp>
        <p:nvSpPr>
          <p:cNvPr id="11" name="文字方塊 10">
            <a:extLst>
              <a:ext uri="{FF2B5EF4-FFF2-40B4-BE49-F238E27FC236}">
                <a16:creationId xmlns:a16="http://schemas.microsoft.com/office/drawing/2014/main" id="{EABD44F5-AA22-41C5-A616-1C6AF9FD5338}"/>
              </a:ext>
            </a:extLst>
          </p:cNvPr>
          <p:cNvSpPr txBox="1"/>
          <p:nvPr/>
        </p:nvSpPr>
        <p:spPr>
          <a:xfrm>
            <a:off x="5282177" y="6005983"/>
            <a:ext cx="1084261" cy="369332"/>
          </a:xfrm>
          <a:prstGeom prst="rect">
            <a:avLst/>
          </a:prstGeom>
          <a:noFill/>
        </p:spPr>
        <p:txBody>
          <a:bodyPr wrap="square" rtlCol="0">
            <a:spAutoFit/>
          </a:bodyPr>
          <a:lstStyle/>
          <a:p>
            <a:r>
              <a:rPr lang="en-US" altLang="zh-TW" dirty="0"/>
              <a:t>Matrix B</a:t>
            </a:r>
            <a:endParaRPr lang="zh-TW" altLang="en-US" dirty="0"/>
          </a:p>
        </p:txBody>
      </p:sp>
      <p:sp>
        <p:nvSpPr>
          <p:cNvPr id="12" name="文字方塊 11">
            <a:extLst>
              <a:ext uri="{FF2B5EF4-FFF2-40B4-BE49-F238E27FC236}">
                <a16:creationId xmlns:a16="http://schemas.microsoft.com/office/drawing/2014/main" id="{A2112C80-8F5E-4222-9093-F1383C1BF47F}"/>
              </a:ext>
            </a:extLst>
          </p:cNvPr>
          <p:cNvSpPr txBox="1"/>
          <p:nvPr/>
        </p:nvSpPr>
        <p:spPr>
          <a:xfrm>
            <a:off x="650846" y="1224297"/>
            <a:ext cx="1026873"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3DM:</a:t>
            </a:r>
            <a:endParaRPr lang="zh-TW" altLang="en-US" sz="2400" dirty="0">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1AFD40D2-CAFF-4176-A5B1-D284489D815C}"/>
              </a:ext>
            </a:extLst>
          </p:cNvPr>
          <p:cNvSpPr txBox="1"/>
          <p:nvPr/>
        </p:nvSpPr>
        <p:spPr>
          <a:xfrm>
            <a:off x="547727" y="3046887"/>
            <a:ext cx="1233110"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P(LOL) :</a:t>
            </a:r>
            <a:endParaRPr lang="zh-TW" altLang="en-US" sz="2400" dirty="0">
              <a:latin typeface="Times New Roman" panose="02020603050405020304" pitchFamily="18" charset="0"/>
              <a:cs typeface="Times New Roman" panose="02020603050405020304" pitchFamily="18" charset="0"/>
            </a:endParaRPr>
          </a:p>
        </p:txBody>
      </p:sp>
      <p:sp>
        <p:nvSpPr>
          <p:cNvPr id="17" name="標題 1">
            <a:extLst>
              <a:ext uri="{FF2B5EF4-FFF2-40B4-BE49-F238E27FC236}">
                <a16:creationId xmlns:a16="http://schemas.microsoft.com/office/drawing/2014/main" id="{55B41BF1-41B6-4367-A61A-8C0968FAC5B7}"/>
              </a:ext>
            </a:extLst>
          </p:cNvPr>
          <p:cNvSpPr>
            <a:spLocks noGrp="1"/>
          </p:cNvSpPr>
          <p:nvPr>
            <p:ph type="title"/>
          </p:nvPr>
        </p:nvSpPr>
        <p:spPr>
          <a:xfrm>
            <a:off x="348646" y="118152"/>
            <a:ext cx="10814108" cy="1136504"/>
          </a:xfrm>
        </p:spPr>
        <p:txBody>
          <a:bodyPr>
            <a:normAutofit/>
          </a:bodyPr>
          <a:lstStyle/>
          <a:p>
            <a:r>
              <a:rPr lang="en-US" altLang="zh-TW" sz="3200" dirty="0">
                <a:latin typeface="Times New Roman" panose="02020603050405020304" pitchFamily="18" charset="0"/>
                <a:cs typeface="Times New Roman" panose="02020603050405020304" pitchFamily="18" charset="0"/>
              </a:rPr>
              <a:t>NP‑Hardness of P(LOL) and P(LOE)</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851682B8-D910-435A-8FF6-AC7F2F7DE769}"/>
                  </a:ext>
                </a:extLst>
              </p:cNvPr>
              <p:cNvSpPr txBox="1"/>
              <p:nvPr/>
            </p:nvSpPr>
            <p:spPr>
              <a:xfrm>
                <a:off x="1340232" y="3556939"/>
                <a:ext cx="4119008" cy="465192"/>
              </a:xfrm>
              <a:prstGeom prst="rect">
                <a:avLst/>
              </a:prstGeom>
              <a:noFill/>
            </p:spPr>
            <p:txBody>
              <a:bodyPr wrap="square" rtlCol="0">
                <a:spAutoFit/>
              </a:bodyPr>
              <a:lstStyle/>
              <a:p>
                <a14:m>
                  <m:oMath xmlns:m="http://schemas.openxmlformats.org/officeDocument/2006/math">
                    <m:sSubSup>
                      <m:sSubSupPr>
                        <m:ctrlPr>
                          <a:rPr lang="en-US" altLang="zh-TW" sz="2400" i="1" dirty="0" smtClean="0">
                            <a:solidFill>
                              <a:srgbClr val="FF0000"/>
                            </a:solidFill>
                            <a:latin typeface="Cambria Math" panose="02040503050406030204" pitchFamily="18" charset="0"/>
                          </a:rPr>
                        </m:ctrlPr>
                      </m:sSubSupPr>
                      <m:e>
                        <m:r>
                          <a:rPr lang="en-US" altLang="zh-TW" sz="2400" b="0" i="1" dirty="0" smtClean="0">
                            <a:solidFill>
                              <a:srgbClr val="FF0000"/>
                            </a:solidFill>
                            <a:latin typeface="Cambria Math" panose="02040503050406030204" pitchFamily="18" charset="0"/>
                          </a:rPr>
                          <m:t>𝑙</m:t>
                        </m:r>
                      </m:e>
                      <m:sub>
                        <m:r>
                          <a:rPr lang="en-US" altLang="zh-TW" sz="2400" b="0" i="1" dirty="0" smtClean="0">
                            <a:solidFill>
                              <a:srgbClr val="FF0000"/>
                            </a:solidFill>
                            <a:latin typeface="Cambria Math" panose="02040503050406030204" pitchFamily="18" charset="0"/>
                          </a:rPr>
                          <m:t>1</m:t>
                        </m:r>
                      </m:sub>
                      <m:sup>
                        <m:r>
                          <a:rPr lang="en-US" altLang="zh-TW" sz="2400" b="0" i="1" dirty="0" smtClean="0">
                            <a:solidFill>
                              <a:srgbClr val="FF0000"/>
                            </a:solidFill>
                            <a:latin typeface="Cambria Math" panose="02040503050406030204" pitchFamily="18" charset="0"/>
                          </a:rPr>
                          <m:t>1</m:t>
                        </m:r>
                      </m:sup>
                    </m:sSubSup>
                    <m:r>
                      <a:rPr lang="en-US" altLang="zh-TW" sz="2400" b="0" i="1" dirty="0" smtClean="0">
                        <a:solidFill>
                          <a:srgbClr val="FF0000"/>
                        </a:solidFill>
                        <a:latin typeface="Cambria Math" panose="02040503050406030204" pitchFamily="18" charset="0"/>
                      </a:rPr>
                      <m:t>,  </m:t>
                    </m:r>
                    <m:r>
                      <a:rPr lang="en-US" altLang="zh-TW" sz="2400" b="0" i="1" dirty="0" smtClean="0">
                        <a:solidFill>
                          <a:srgbClr val="FF0000"/>
                        </a:solidFill>
                        <a:latin typeface="Cambria Math" panose="02040503050406030204" pitchFamily="18" charset="0"/>
                      </a:rPr>
                      <m:t>𝑖</m:t>
                    </m:r>
                    <m:r>
                      <a:rPr lang="en-US" altLang="zh-TW" sz="2400" b="0" i="1" dirty="0" smtClean="0">
                        <a:solidFill>
                          <a:srgbClr val="FF0000"/>
                        </a:solidFill>
                        <a:latin typeface="Cambria Math" panose="02040503050406030204" pitchFamily="18" charset="0"/>
                      </a:rPr>
                      <m:t>=1</m:t>
                    </m:r>
                  </m:oMath>
                </a14:m>
                <a:r>
                  <a:rPr lang="en-US" altLang="zh-TW" sz="2400" dirty="0">
                    <a:solidFill>
                      <a:srgbClr val="FF0000"/>
                    </a:solidFill>
                  </a:rPr>
                  <a:t>,  j=5(3-1)+3+1 =14</a:t>
                </a:r>
                <a:endParaRPr lang="zh-TW" altLang="en-US" sz="2400" dirty="0"/>
              </a:p>
            </p:txBody>
          </p:sp>
        </mc:Choice>
        <mc:Fallback xmlns="">
          <p:sp>
            <p:nvSpPr>
              <p:cNvPr id="18" name="文字方塊 17">
                <a:extLst>
                  <a:ext uri="{FF2B5EF4-FFF2-40B4-BE49-F238E27FC236}">
                    <a16:creationId xmlns:a16="http://schemas.microsoft.com/office/drawing/2014/main" id="{851682B8-D910-435A-8FF6-AC7F2F7DE769}"/>
                  </a:ext>
                </a:extLst>
              </p:cNvPr>
              <p:cNvSpPr txBox="1">
                <a:spLocks noRot="1" noChangeAspect="1" noMove="1" noResize="1" noEditPoints="1" noAdjustHandles="1" noChangeArrowheads="1" noChangeShapeType="1" noTextEdit="1"/>
              </p:cNvSpPr>
              <p:nvPr/>
            </p:nvSpPr>
            <p:spPr>
              <a:xfrm>
                <a:off x="1340232" y="3556939"/>
                <a:ext cx="4119008" cy="465192"/>
              </a:xfrm>
              <a:prstGeom prst="rect">
                <a:avLst/>
              </a:prstGeom>
              <a:blipFill>
                <a:blip r:embed="rId5"/>
                <a:stretch>
                  <a:fillRect l="-444" t="-9091" b="-2857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7562221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桌 的圖片&#10;&#10;自動產生的描述">
            <a:extLst>
              <a:ext uri="{FF2B5EF4-FFF2-40B4-BE49-F238E27FC236}">
                <a16:creationId xmlns:a16="http://schemas.microsoft.com/office/drawing/2014/main" id="{AFDBA703-BE95-42FD-8559-797FF78668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2323" y="184396"/>
            <a:ext cx="5410955" cy="6677957"/>
          </a:xfrm>
          <a:prstGeom prst="rect">
            <a:avLst/>
          </a:prstGeom>
        </p:spPr>
      </p:pic>
      <p:cxnSp>
        <p:nvCxnSpPr>
          <p:cNvPr id="6" name="直線接點 5">
            <a:extLst>
              <a:ext uri="{FF2B5EF4-FFF2-40B4-BE49-F238E27FC236}">
                <a16:creationId xmlns:a16="http://schemas.microsoft.com/office/drawing/2014/main" id="{6A57BB6D-440E-4317-A666-1530A629F21B}"/>
              </a:ext>
            </a:extLst>
          </p:cNvPr>
          <p:cNvCxnSpPr>
            <a:cxnSpLocks/>
          </p:cNvCxnSpPr>
          <p:nvPr/>
        </p:nvCxnSpPr>
        <p:spPr>
          <a:xfrm>
            <a:off x="9879568" y="184396"/>
            <a:ext cx="0" cy="6673604"/>
          </a:xfrm>
          <a:prstGeom prst="line">
            <a:avLst/>
          </a:prstGeom>
          <a:ln w="38100"/>
        </p:spPr>
        <p:style>
          <a:lnRef idx="1">
            <a:schemeClr val="accent4"/>
          </a:lnRef>
          <a:fillRef idx="0">
            <a:schemeClr val="accent4"/>
          </a:fillRef>
          <a:effectRef idx="0">
            <a:schemeClr val="accent4"/>
          </a:effectRef>
          <a:fontRef idx="minor">
            <a:schemeClr val="tx1"/>
          </a:fontRef>
        </p:style>
      </p:cxnSp>
      <p:cxnSp>
        <p:nvCxnSpPr>
          <p:cNvPr id="16" name="直線接點 15">
            <a:extLst>
              <a:ext uri="{FF2B5EF4-FFF2-40B4-BE49-F238E27FC236}">
                <a16:creationId xmlns:a16="http://schemas.microsoft.com/office/drawing/2014/main" id="{967C9E74-7B6E-40C7-A026-449BF8B0F4F3}"/>
              </a:ext>
            </a:extLst>
          </p:cNvPr>
          <p:cNvCxnSpPr>
            <a:cxnSpLocks/>
          </p:cNvCxnSpPr>
          <p:nvPr/>
        </p:nvCxnSpPr>
        <p:spPr>
          <a:xfrm>
            <a:off x="8387726" y="184396"/>
            <a:ext cx="0" cy="6673604"/>
          </a:xfrm>
          <a:prstGeom prst="line">
            <a:avLst/>
          </a:prstGeom>
          <a:ln w="38100"/>
        </p:spPr>
        <p:style>
          <a:lnRef idx="1">
            <a:schemeClr val="accent4"/>
          </a:lnRef>
          <a:fillRef idx="0">
            <a:schemeClr val="accent4"/>
          </a:fillRef>
          <a:effectRef idx="0">
            <a:schemeClr val="accent4"/>
          </a:effectRef>
          <a:fontRef idx="minor">
            <a:schemeClr val="tx1"/>
          </a:fontRef>
        </p:style>
      </p:cxnSp>
      <p:sp>
        <p:nvSpPr>
          <p:cNvPr id="18" name="文字方塊 17">
            <a:extLst>
              <a:ext uri="{FF2B5EF4-FFF2-40B4-BE49-F238E27FC236}">
                <a16:creationId xmlns:a16="http://schemas.microsoft.com/office/drawing/2014/main" id="{B35DD33E-4014-4ED2-95D7-5A97FCAB318B}"/>
              </a:ext>
            </a:extLst>
          </p:cNvPr>
          <p:cNvSpPr txBox="1"/>
          <p:nvPr/>
        </p:nvSpPr>
        <p:spPr>
          <a:xfrm>
            <a:off x="6082590" y="2453209"/>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2</a:t>
            </a:r>
            <a:endParaRPr lang="zh-TW" altLang="en-US" sz="2400" b="1" baseline="-25000" dirty="0">
              <a:solidFill>
                <a:srgbClr val="FFC000"/>
              </a:solidFill>
            </a:endParaRPr>
          </a:p>
        </p:txBody>
      </p:sp>
      <p:sp>
        <p:nvSpPr>
          <p:cNvPr id="19" name="文字方塊 18">
            <a:extLst>
              <a:ext uri="{FF2B5EF4-FFF2-40B4-BE49-F238E27FC236}">
                <a16:creationId xmlns:a16="http://schemas.microsoft.com/office/drawing/2014/main" id="{90C7C165-B3EB-4978-B6C4-DE7A882E92B1}"/>
              </a:ext>
            </a:extLst>
          </p:cNvPr>
          <p:cNvSpPr txBox="1"/>
          <p:nvPr/>
        </p:nvSpPr>
        <p:spPr>
          <a:xfrm>
            <a:off x="6082591" y="1547184"/>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1</a:t>
            </a:r>
            <a:endParaRPr lang="zh-TW" altLang="en-US" sz="2400" b="1" baseline="-25000" dirty="0">
              <a:solidFill>
                <a:srgbClr val="FFC000"/>
              </a:solidFill>
            </a:endParaRPr>
          </a:p>
        </p:txBody>
      </p:sp>
      <p:sp>
        <p:nvSpPr>
          <p:cNvPr id="20" name="文字方塊 19">
            <a:extLst>
              <a:ext uri="{FF2B5EF4-FFF2-40B4-BE49-F238E27FC236}">
                <a16:creationId xmlns:a16="http://schemas.microsoft.com/office/drawing/2014/main" id="{69BBF8A0-EF23-43DA-B23F-3C4A869036D0}"/>
              </a:ext>
            </a:extLst>
          </p:cNvPr>
          <p:cNvSpPr txBox="1"/>
          <p:nvPr/>
        </p:nvSpPr>
        <p:spPr>
          <a:xfrm>
            <a:off x="6082590" y="4173957"/>
            <a:ext cx="522851" cy="461665"/>
          </a:xfrm>
          <a:prstGeom prst="rect">
            <a:avLst/>
          </a:prstGeom>
          <a:noFill/>
        </p:spPr>
        <p:txBody>
          <a:bodyPr wrap="square" rtlCol="0">
            <a:spAutoFit/>
          </a:bodyPr>
          <a:lstStyle/>
          <a:p>
            <a:r>
              <a:rPr lang="en-US" altLang="zh-TW" sz="2400" b="1" dirty="0">
                <a:solidFill>
                  <a:srgbClr val="FFC000"/>
                </a:solidFill>
              </a:rPr>
              <a:t>y</a:t>
            </a:r>
            <a:r>
              <a:rPr lang="en-US" altLang="zh-TW" sz="2400" b="1" baseline="-25000" dirty="0">
                <a:solidFill>
                  <a:srgbClr val="FFC000"/>
                </a:solidFill>
              </a:rPr>
              <a:t>2</a:t>
            </a:r>
            <a:endParaRPr lang="zh-TW" altLang="en-US" sz="2400" b="1" baseline="-25000" dirty="0">
              <a:solidFill>
                <a:srgbClr val="FFC000"/>
              </a:solidFill>
            </a:endParaRPr>
          </a:p>
        </p:txBody>
      </p:sp>
      <p:sp>
        <p:nvSpPr>
          <p:cNvPr id="21" name="文字方塊 20">
            <a:extLst>
              <a:ext uri="{FF2B5EF4-FFF2-40B4-BE49-F238E27FC236}">
                <a16:creationId xmlns:a16="http://schemas.microsoft.com/office/drawing/2014/main" id="{3840B4C5-0F0A-4F1C-B875-B2D035F3A218}"/>
              </a:ext>
            </a:extLst>
          </p:cNvPr>
          <p:cNvSpPr txBox="1"/>
          <p:nvPr/>
        </p:nvSpPr>
        <p:spPr>
          <a:xfrm>
            <a:off x="6082590" y="3270359"/>
            <a:ext cx="522851" cy="461665"/>
          </a:xfrm>
          <a:prstGeom prst="rect">
            <a:avLst/>
          </a:prstGeom>
          <a:noFill/>
        </p:spPr>
        <p:txBody>
          <a:bodyPr wrap="square" rtlCol="0">
            <a:spAutoFit/>
          </a:bodyPr>
          <a:lstStyle/>
          <a:p>
            <a:r>
              <a:rPr lang="en-US" altLang="zh-TW" sz="2400" b="1" dirty="0">
                <a:solidFill>
                  <a:srgbClr val="FFC000"/>
                </a:solidFill>
              </a:rPr>
              <a:t>y</a:t>
            </a:r>
            <a:r>
              <a:rPr lang="en-US" altLang="zh-TW" sz="2400" b="1" baseline="-25000" dirty="0">
                <a:solidFill>
                  <a:srgbClr val="FFC000"/>
                </a:solidFill>
              </a:rPr>
              <a:t>1</a:t>
            </a:r>
            <a:endParaRPr lang="zh-TW" altLang="en-US" sz="2400" b="1" baseline="-25000" dirty="0">
              <a:solidFill>
                <a:srgbClr val="FFC000"/>
              </a:solidFill>
            </a:endParaRPr>
          </a:p>
        </p:txBody>
      </p:sp>
      <p:sp>
        <p:nvSpPr>
          <p:cNvPr id="22" name="文字方塊 21">
            <a:extLst>
              <a:ext uri="{FF2B5EF4-FFF2-40B4-BE49-F238E27FC236}">
                <a16:creationId xmlns:a16="http://schemas.microsoft.com/office/drawing/2014/main" id="{5216E2E2-8C54-41C9-844F-3EF1B76D7337}"/>
              </a:ext>
            </a:extLst>
          </p:cNvPr>
          <p:cNvSpPr txBox="1"/>
          <p:nvPr/>
        </p:nvSpPr>
        <p:spPr>
          <a:xfrm>
            <a:off x="6103969" y="5055276"/>
            <a:ext cx="522851" cy="461665"/>
          </a:xfrm>
          <a:prstGeom prst="rect">
            <a:avLst/>
          </a:prstGeom>
          <a:noFill/>
        </p:spPr>
        <p:txBody>
          <a:bodyPr wrap="square" rtlCol="0">
            <a:spAutoFit/>
          </a:bodyPr>
          <a:lstStyle/>
          <a:p>
            <a:r>
              <a:rPr lang="en-US" altLang="zh-TW" sz="2400" b="1" dirty="0">
                <a:solidFill>
                  <a:srgbClr val="FFC000"/>
                </a:solidFill>
              </a:rPr>
              <a:t>z</a:t>
            </a:r>
            <a:r>
              <a:rPr lang="en-US" altLang="zh-TW" sz="2400" b="1" baseline="-25000" dirty="0">
                <a:solidFill>
                  <a:srgbClr val="FFC000"/>
                </a:solidFill>
              </a:rPr>
              <a:t>1</a:t>
            </a:r>
            <a:endParaRPr lang="zh-TW" altLang="en-US" sz="2400" b="1" baseline="-25000" dirty="0">
              <a:solidFill>
                <a:srgbClr val="FFC000"/>
              </a:solidFill>
            </a:endParaRPr>
          </a:p>
        </p:txBody>
      </p:sp>
      <p:sp>
        <p:nvSpPr>
          <p:cNvPr id="23" name="文字方塊 22">
            <a:extLst>
              <a:ext uri="{FF2B5EF4-FFF2-40B4-BE49-F238E27FC236}">
                <a16:creationId xmlns:a16="http://schemas.microsoft.com/office/drawing/2014/main" id="{17BBDA3C-4324-477D-BE88-04FC82AC5910}"/>
              </a:ext>
            </a:extLst>
          </p:cNvPr>
          <p:cNvSpPr txBox="1"/>
          <p:nvPr/>
        </p:nvSpPr>
        <p:spPr>
          <a:xfrm>
            <a:off x="6103969" y="5936595"/>
            <a:ext cx="522851" cy="461665"/>
          </a:xfrm>
          <a:prstGeom prst="rect">
            <a:avLst/>
          </a:prstGeom>
          <a:noFill/>
        </p:spPr>
        <p:txBody>
          <a:bodyPr wrap="square" rtlCol="0">
            <a:spAutoFit/>
          </a:bodyPr>
          <a:lstStyle/>
          <a:p>
            <a:r>
              <a:rPr lang="en-US" altLang="zh-TW" sz="2400" b="1" dirty="0">
                <a:solidFill>
                  <a:srgbClr val="FFC000"/>
                </a:solidFill>
              </a:rPr>
              <a:t>z</a:t>
            </a:r>
            <a:r>
              <a:rPr lang="en-US" altLang="zh-TW" sz="2400" b="1" baseline="-25000" dirty="0">
                <a:solidFill>
                  <a:srgbClr val="FFC000"/>
                </a:solidFill>
              </a:rPr>
              <a:t>2</a:t>
            </a:r>
            <a:endParaRPr lang="zh-TW" altLang="en-US" sz="2400" b="1" baseline="-25000" dirty="0">
              <a:solidFill>
                <a:srgbClr val="FFC000"/>
              </a:solidFill>
            </a:endParaRPr>
          </a:p>
        </p:txBody>
      </p:sp>
      <p:cxnSp>
        <p:nvCxnSpPr>
          <p:cNvPr id="12" name="直線接點 11">
            <a:extLst>
              <a:ext uri="{FF2B5EF4-FFF2-40B4-BE49-F238E27FC236}">
                <a16:creationId xmlns:a16="http://schemas.microsoft.com/office/drawing/2014/main" id="{F82555AF-452D-4067-B838-CA248C240024}"/>
              </a:ext>
            </a:extLst>
          </p:cNvPr>
          <p:cNvCxnSpPr/>
          <p:nvPr/>
        </p:nvCxnSpPr>
        <p:spPr>
          <a:xfrm>
            <a:off x="6188412" y="1341059"/>
            <a:ext cx="5511567" cy="0"/>
          </a:xfrm>
          <a:prstGeom prst="line">
            <a:avLst/>
          </a:prstGeom>
          <a:ln w="38100"/>
        </p:spPr>
        <p:style>
          <a:lnRef idx="1">
            <a:schemeClr val="accent4"/>
          </a:lnRef>
          <a:fillRef idx="0">
            <a:schemeClr val="accent4"/>
          </a:fillRef>
          <a:effectRef idx="0">
            <a:schemeClr val="accent4"/>
          </a:effectRef>
          <a:fontRef idx="minor">
            <a:schemeClr val="tx1"/>
          </a:fontRef>
        </p:style>
      </p:cxnSp>
      <p:cxnSp>
        <p:nvCxnSpPr>
          <p:cNvPr id="24" name="直線接點 23">
            <a:extLst>
              <a:ext uri="{FF2B5EF4-FFF2-40B4-BE49-F238E27FC236}">
                <a16:creationId xmlns:a16="http://schemas.microsoft.com/office/drawing/2014/main" id="{DBEB2AF1-A162-40E6-BF07-1A8BC98142AB}"/>
              </a:ext>
            </a:extLst>
          </p:cNvPr>
          <p:cNvCxnSpPr/>
          <p:nvPr/>
        </p:nvCxnSpPr>
        <p:spPr>
          <a:xfrm>
            <a:off x="6223366" y="2248469"/>
            <a:ext cx="5511567" cy="0"/>
          </a:xfrm>
          <a:prstGeom prst="line">
            <a:avLst/>
          </a:prstGeom>
          <a:ln w="38100"/>
        </p:spPr>
        <p:style>
          <a:lnRef idx="1">
            <a:schemeClr val="accent4"/>
          </a:lnRef>
          <a:fillRef idx="0">
            <a:schemeClr val="accent4"/>
          </a:fillRef>
          <a:effectRef idx="0">
            <a:schemeClr val="accent4"/>
          </a:effectRef>
          <a:fontRef idx="minor">
            <a:schemeClr val="tx1"/>
          </a:fontRef>
        </p:style>
      </p:cxnSp>
      <p:cxnSp>
        <p:nvCxnSpPr>
          <p:cNvPr id="28" name="直線接點 27">
            <a:extLst>
              <a:ext uri="{FF2B5EF4-FFF2-40B4-BE49-F238E27FC236}">
                <a16:creationId xmlns:a16="http://schemas.microsoft.com/office/drawing/2014/main" id="{9F9C1885-C254-4C26-A6F7-C2CE7FAF3C2E}"/>
              </a:ext>
            </a:extLst>
          </p:cNvPr>
          <p:cNvCxnSpPr/>
          <p:nvPr/>
        </p:nvCxnSpPr>
        <p:spPr>
          <a:xfrm>
            <a:off x="6223366" y="3139101"/>
            <a:ext cx="5511567" cy="0"/>
          </a:xfrm>
          <a:prstGeom prst="line">
            <a:avLst/>
          </a:prstGeom>
          <a:ln w="38100"/>
        </p:spPr>
        <p:style>
          <a:lnRef idx="1">
            <a:schemeClr val="accent4"/>
          </a:lnRef>
          <a:fillRef idx="0">
            <a:schemeClr val="accent4"/>
          </a:fillRef>
          <a:effectRef idx="0">
            <a:schemeClr val="accent4"/>
          </a:effectRef>
          <a:fontRef idx="minor">
            <a:schemeClr val="tx1"/>
          </a:fontRef>
        </p:style>
      </p:cxnSp>
      <p:sp>
        <p:nvSpPr>
          <p:cNvPr id="27" name="文字方塊 26">
            <a:extLst>
              <a:ext uri="{FF2B5EF4-FFF2-40B4-BE49-F238E27FC236}">
                <a16:creationId xmlns:a16="http://schemas.microsoft.com/office/drawing/2014/main" id="{8E5C5930-2297-4933-85B2-1D5A5D429536}"/>
              </a:ext>
            </a:extLst>
          </p:cNvPr>
          <p:cNvSpPr txBox="1"/>
          <p:nvPr/>
        </p:nvSpPr>
        <p:spPr>
          <a:xfrm>
            <a:off x="5553869" y="6448582"/>
            <a:ext cx="1084261" cy="369332"/>
          </a:xfrm>
          <a:prstGeom prst="rect">
            <a:avLst/>
          </a:prstGeom>
          <a:noFill/>
        </p:spPr>
        <p:txBody>
          <a:bodyPr wrap="square" rtlCol="0">
            <a:spAutoFit/>
          </a:bodyPr>
          <a:lstStyle/>
          <a:p>
            <a:r>
              <a:rPr lang="en-US" altLang="zh-TW" dirty="0"/>
              <a:t>Matrix B</a:t>
            </a:r>
            <a:endParaRPr lang="zh-TW" altLang="en-US" dirty="0"/>
          </a:p>
        </p:txBody>
      </p:sp>
      <p:pic>
        <p:nvPicPr>
          <p:cNvPr id="30" name="圖片 29" descr="一張含有 文字 的圖片&#10;&#10;自動產生的描述">
            <a:extLst>
              <a:ext uri="{FF2B5EF4-FFF2-40B4-BE49-F238E27FC236}">
                <a16:creationId xmlns:a16="http://schemas.microsoft.com/office/drawing/2014/main" id="{66430592-CBC6-4298-8873-313036738C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060" y="3911804"/>
            <a:ext cx="5729540" cy="1388979"/>
          </a:xfrm>
          <a:prstGeom prst="rect">
            <a:avLst/>
          </a:prstGeom>
        </p:spPr>
      </p:pic>
      <p:pic>
        <p:nvPicPr>
          <p:cNvPr id="33" name="圖片 32" descr="一張含有 文字 的圖片&#10;&#10;自動產生的描述">
            <a:extLst>
              <a:ext uri="{FF2B5EF4-FFF2-40B4-BE49-F238E27FC236}">
                <a16:creationId xmlns:a16="http://schemas.microsoft.com/office/drawing/2014/main" id="{53830550-FA5E-46AC-97BC-BE123260C8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9182" y="1456282"/>
            <a:ext cx="3713148" cy="1489915"/>
          </a:xfrm>
          <a:prstGeom prst="rect">
            <a:avLst/>
          </a:prstGeom>
        </p:spPr>
      </p:pic>
      <p:sp>
        <p:nvSpPr>
          <p:cNvPr id="34" name="文字方塊 33">
            <a:extLst>
              <a:ext uri="{FF2B5EF4-FFF2-40B4-BE49-F238E27FC236}">
                <a16:creationId xmlns:a16="http://schemas.microsoft.com/office/drawing/2014/main" id="{57AD6012-2974-4F9E-B532-209791569C1B}"/>
              </a:ext>
            </a:extLst>
          </p:cNvPr>
          <p:cNvSpPr txBox="1"/>
          <p:nvPr/>
        </p:nvSpPr>
        <p:spPr>
          <a:xfrm>
            <a:off x="650846" y="1224297"/>
            <a:ext cx="1026873"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3DM:</a:t>
            </a:r>
            <a:endParaRPr lang="zh-TW" altLang="en-US" sz="2400" dirty="0">
              <a:latin typeface="Times New Roman" panose="02020603050405020304" pitchFamily="18" charset="0"/>
              <a:cs typeface="Times New Roman" panose="02020603050405020304" pitchFamily="18" charset="0"/>
            </a:endParaRPr>
          </a:p>
        </p:txBody>
      </p:sp>
      <p:sp>
        <p:nvSpPr>
          <p:cNvPr id="35" name="文字方塊 34">
            <a:extLst>
              <a:ext uri="{FF2B5EF4-FFF2-40B4-BE49-F238E27FC236}">
                <a16:creationId xmlns:a16="http://schemas.microsoft.com/office/drawing/2014/main" id="{1D13635A-4C1F-4247-B443-105D690D7805}"/>
              </a:ext>
            </a:extLst>
          </p:cNvPr>
          <p:cNvSpPr txBox="1"/>
          <p:nvPr/>
        </p:nvSpPr>
        <p:spPr>
          <a:xfrm>
            <a:off x="547727" y="3046887"/>
            <a:ext cx="1233110"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P(LOL) :</a:t>
            </a:r>
            <a:endParaRPr lang="zh-TW" altLang="en-US" sz="2400" dirty="0">
              <a:latin typeface="Times New Roman" panose="02020603050405020304" pitchFamily="18" charset="0"/>
              <a:cs typeface="Times New Roman" panose="02020603050405020304" pitchFamily="18" charset="0"/>
            </a:endParaRPr>
          </a:p>
        </p:txBody>
      </p:sp>
      <p:sp>
        <p:nvSpPr>
          <p:cNvPr id="36" name="標題 1">
            <a:extLst>
              <a:ext uri="{FF2B5EF4-FFF2-40B4-BE49-F238E27FC236}">
                <a16:creationId xmlns:a16="http://schemas.microsoft.com/office/drawing/2014/main" id="{CC9FA831-AF2C-41FE-980F-0A73918485BB}"/>
              </a:ext>
            </a:extLst>
          </p:cNvPr>
          <p:cNvSpPr>
            <a:spLocks noGrp="1"/>
          </p:cNvSpPr>
          <p:nvPr>
            <p:ph type="title"/>
          </p:nvPr>
        </p:nvSpPr>
        <p:spPr>
          <a:xfrm>
            <a:off x="348646" y="118152"/>
            <a:ext cx="10814108" cy="1136504"/>
          </a:xfrm>
        </p:spPr>
        <p:txBody>
          <a:bodyPr>
            <a:normAutofit/>
          </a:bodyPr>
          <a:lstStyle/>
          <a:p>
            <a:r>
              <a:rPr lang="en-US" altLang="zh-TW" sz="3200" dirty="0">
                <a:latin typeface="Times New Roman" panose="02020603050405020304" pitchFamily="18" charset="0"/>
                <a:cs typeface="Times New Roman" panose="02020603050405020304" pitchFamily="18" charset="0"/>
              </a:rPr>
              <a:t>NP‑Hardness of P(LOL) and P(LOE)</a:t>
            </a:r>
            <a:endParaRPr lang="zh-TW" altLang="en-US" sz="3200" dirty="0">
              <a:latin typeface="Times New Roman" panose="02020603050405020304" pitchFamily="18" charset="0"/>
              <a:cs typeface="Times New Roman" panose="02020603050405020304" pitchFamily="18" charset="0"/>
            </a:endParaRPr>
          </a:p>
        </p:txBody>
      </p:sp>
      <p:sp>
        <p:nvSpPr>
          <p:cNvPr id="32" name="橢圓 31">
            <a:extLst>
              <a:ext uri="{FF2B5EF4-FFF2-40B4-BE49-F238E27FC236}">
                <a16:creationId xmlns:a16="http://schemas.microsoft.com/office/drawing/2014/main" id="{A96DF8F1-E489-446C-A6CB-745BC40B1B6E}"/>
              </a:ext>
            </a:extLst>
          </p:cNvPr>
          <p:cNvSpPr/>
          <p:nvPr/>
        </p:nvSpPr>
        <p:spPr>
          <a:xfrm>
            <a:off x="10727152" y="442457"/>
            <a:ext cx="659534" cy="34151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橢圓 37">
            <a:extLst>
              <a:ext uri="{FF2B5EF4-FFF2-40B4-BE49-F238E27FC236}">
                <a16:creationId xmlns:a16="http://schemas.microsoft.com/office/drawing/2014/main" id="{57F9E73E-37B2-46D1-ABAB-9D27054FCD8E}"/>
              </a:ext>
            </a:extLst>
          </p:cNvPr>
          <p:cNvSpPr/>
          <p:nvPr/>
        </p:nvSpPr>
        <p:spPr>
          <a:xfrm>
            <a:off x="9220463" y="710361"/>
            <a:ext cx="659534" cy="34151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橢圓 38">
            <a:extLst>
              <a:ext uri="{FF2B5EF4-FFF2-40B4-BE49-F238E27FC236}">
                <a16:creationId xmlns:a16="http://schemas.microsoft.com/office/drawing/2014/main" id="{238A33B7-170B-4C77-A8D7-4EFD841C7473}"/>
              </a:ext>
            </a:extLst>
          </p:cNvPr>
          <p:cNvSpPr/>
          <p:nvPr/>
        </p:nvSpPr>
        <p:spPr>
          <a:xfrm>
            <a:off x="7713774" y="1054334"/>
            <a:ext cx="659534" cy="34151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文字方塊 1">
            <a:extLst>
              <a:ext uri="{FF2B5EF4-FFF2-40B4-BE49-F238E27FC236}">
                <a16:creationId xmlns:a16="http://schemas.microsoft.com/office/drawing/2014/main" id="{D8E1704E-945D-4A18-B128-3AA5CE22E38F}"/>
              </a:ext>
            </a:extLst>
          </p:cNvPr>
          <p:cNvSpPr txBox="1"/>
          <p:nvPr/>
        </p:nvSpPr>
        <p:spPr>
          <a:xfrm>
            <a:off x="10575458" y="-62410"/>
            <a:ext cx="380467" cy="461665"/>
          </a:xfrm>
          <a:prstGeom prst="rect">
            <a:avLst/>
          </a:prstGeom>
          <a:noFill/>
        </p:spPr>
        <p:txBody>
          <a:bodyPr wrap="square" rtlCol="0">
            <a:spAutoFit/>
          </a:bodyPr>
          <a:lstStyle/>
          <a:p>
            <a:r>
              <a:rPr lang="en-US" altLang="zh-TW" sz="2400" b="1" dirty="0">
                <a:solidFill>
                  <a:srgbClr val="FFC000"/>
                </a:solidFill>
              </a:rPr>
              <a:t>1</a:t>
            </a:r>
            <a:endParaRPr lang="zh-TW" altLang="en-US" sz="2400" b="1" dirty="0">
              <a:solidFill>
                <a:srgbClr val="FFC000"/>
              </a:solidFill>
            </a:endParaRPr>
          </a:p>
        </p:txBody>
      </p:sp>
      <p:sp>
        <p:nvSpPr>
          <p:cNvPr id="25" name="文字方塊 24">
            <a:extLst>
              <a:ext uri="{FF2B5EF4-FFF2-40B4-BE49-F238E27FC236}">
                <a16:creationId xmlns:a16="http://schemas.microsoft.com/office/drawing/2014/main" id="{A20B06B3-3831-4B55-A4F8-94CC942183AC}"/>
              </a:ext>
            </a:extLst>
          </p:cNvPr>
          <p:cNvSpPr txBox="1"/>
          <p:nvPr/>
        </p:nvSpPr>
        <p:spPr>
          <a:xfrm>
            <a:off x="9060170" y="-100638"/>
            <a:ext cx="380467" cy="461665"/>
          </a:xfrm>
          <a:prstGeom prst="rect">
            <a:avLst/>
          </a:prstGeom>
          <a:noFill/>
        </p:spPr>
        <p:txBody>
          <a:bodyPr wrap="square" rtlCol="0">
            <a:spAutoFit/>
          </a:bodyPr>
          <a:lstStyle/>
          <a:p>
            <a:r>
              <a:rPr lang="en-US" altLang="zh-TW" sz="2400" b="1" dirty="0">
                <a:solidFill>
                  <a:srgbClr val="FFC000"/>
                </a:solidFill>
              </a:rPr>
              <a:t>2</a:t>
            </a:r>
            <a:endParaRPr lang="zh-TW" altLang="en-US" sz="2400" b="1" dirty="0">
              <a:solidFill>
                <a:srgbClr val="FFC000"/>
              </a:solidFill>
            </a:endParaRPr>
          </a:p>
        </p:txBody>
      </p:sp>
      <p:sp>
        <p:nvSpPr>
          <p:cNvPr id="26" name="文字方塊 25">
            <a:extLst>
              <a:ext uri="{FF2B5EF4-FFF2-40B4-BE49-F238E27FC236}">
                <a16:creationId xmlns:a16="http://schemas.microsoft.com/office/drawing/2014/main" id="{B532E670-453B-493D-97B0-79879611C708}"/>
              </a:ext>
            </a:extLst>
          </p:cNvPr>
          <p:cNvSpPr txBox="1"/>
          <p:nvPr/>
        </p:nvSpPr>
        <p:spPr>
          <a:xfrm>
            <a:off x="7523540" y="-62410"/>
            <a:ext cx="380467" cy="461665"/>
          </a:xfrm>
          <a:prstGeom prst="rect">
            <a:avLst/>
          </a:prstGeom>
          <a:noFill/>
        </p:spPr>
        <p:txBody>
          <a:bodyPr wrap="square" rtlCol="0">
            <a:spAutoFit/>
          </a:bodyPr>
          <a:lstStyle/>
          <a:p>
            <a:r>
              <a:rPr lang="en-US" altLang="zh-TW" sz="2400" b="1" dirty="0">
                <a:solidFill>
                  <a:srgbClr val="FFC000"/>
                </a:solidFill>
              </a:rPr>
              <a:t>3</a:t>
            </a:r>
            <a:endParaRPr lang="zh-TW" altLang="en-US" sz="2400" b="1" dirty="0">
              <a:solidFill>
                <a:srgbClr val="FFC000"/>
              </a:solidFill>
            </a:endParaRPr>
          </a:p>
        </p:txBody>
      </p:sp>
    </p:spTree>
    <p:extLst>
      <p:ext uri="{BB962C8B-B14F-4D97-AF65-F5344CB8AC3E}">
        <p14:creationId xmlns:p14="http://schemas.microsoft.com/office/powerpoint/2010/main" val="113158411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桌 的圖片&#10;&#10;自動產生的描述">
            <a:extLst>
              <a:ext uri="{FF2B5EF4-FFF2-40B4-BE49-F238E27FC236}">
                <a16:creationId xmlns:a16="http://schemas.microsoft.com/office/drawing/2014/main" id="{AFDBA703-BE95-42FD-8559-797FF78668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2323" y="184396"/>
            <a:ext cx="5410955" cy="6677957"/>
          </a:xfrm>
          <a:prstGeom prst="rect">
            <a:avLst/>
          </a:prstGeom>
        </p:spPr>
      </p:pic>
      <p:cxnSp>
        <p:nvCxnSpPr>
          <p:cNvPr id="6" name="直線接點 5">
            <a:extLst>
              <a:ext uri="{FF2B5EF4-FFF2-40B4-BE49-F238E27FC236}">
                <a16:creationId xmlns:a16="http://schemas.microsoft.com/office/drawing/2014/main" id="{6A57BB6D-440E-4317-A666-1530A629F21B}"/>
              </a:ext>
            </a:extLst>
          </p:cNvPr>
          <p:cNvCxnSpPr>
            <a:cxnSpLocks/>
          </p:cNvCxnSpPr>
          <p:nvPr/>
        </p:nvCxnSpPr>
        <p:spPr>
          <a:xfrm>
            <a:off x="9879568" y="184396"/>
            <a:ext cx="0" cy="6673604"/>
          </a:xfrm>
          <a:prstGeom prst="line">
            <a:avLst/>
          </a:prstGeom>
          <a:ln w="38100"/>
        </p:spPr>
        <p:style>
          <a:lnRef idx="1">
            <a:schemeClr val="accent4"/>
          </a:lnRef>
          <a:fillRef idx="0">
            <a:schemeClr val="accent4"/>
          </a:fillRef>
          <a:effectRef idx="0">
            <a:schemeClr val="accent4"/>
          </a:effectRef>
          <a:fontRef idx="minor">
            <a:schemeClr val="tx1"/>
          </a:fontRef>
        </p:style>
      </p:cxnSp>
      <p:cxnSp>
        <p:nvCxnSpPr>
          <p:cNvPr id="16" name="直線接點 15">
            <a:extLst>
              <a:ext uri="{FF2B5EF4-FFF2-40B4-BE49-F238E27FC236}">
                <a16:creationId xmlns:a16="http://schemas.microsoft.com/office/drawing/2014/main" id="{967C9E74-7B6E-40C7-A026-449BF8B0F4F3}"/>
              </a:ext>
            </a:extLst>
          </p:cNvPr>
          <p:cNvCxnSpPr>
            <a:cxnSpLocks/>
          </p:cNvCxnSpPr>
          <p:nvPr/>
        </p:nvCxnSpPr>
        <p:spPr>
          <a:xfrm>
            <a:off x="8387726" y="184396"/>
            <a:ext cx="0" cy="6673604"/>
          </a:xfrm>
          <a:prstGeom prst="line">
            <a:avLst/>
          </a:prstGeom>
          <a:ln w="38100"/>
        </p:spPr>
        <p:style>
          <a:lnRef idx="1">
            <a:schemeClr val="accent4"/>
          </a:lnRef>
          <a:fillRef idx="0">
            <a:schemeClr val="accent4"/>
          </a:fillRef>
          <a:effectRef idx="0">
            <a:schemeClr val="accent4"/>
          </a:effectRef>
          <a:fontRef idx="minor">
            <a:schemeClr val="tx1"/>
          </a:fontRef>
        </p:style>
      </p:cxnSp>
      <p:sp>
        <p:nvSpPr>
          <p:cNvPr id="18" name="文字方塊 17">
            <a:extLst>
              <a:ext uri="{FF2B5EF4-FFF2-40B4-BE49-F238E27FC236}">
                <a16:creationId xmlns:a16="http://schemas.microsoft.com/office/drawing/2014/main" id="{B35DD33E-4014-4ED2-95D7-5A97FCAB318B}"/>
              </a:ext>
            </a:extLst>
          </p:cNvPr>
          <p:cNvSpPr txBox="1"/>
          <p:nvPr/>
        </p:nvSpPr>
        <p:spPr>
          <a:xfrm>
            <a:off x="6082590" y="2453209"/>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2</a:t>
            </a:r>
            <a:endParaRPr lang="zh-TW" altLang="en-US" sz="2400" b="1" baseline="-25000" dirty="0">
              <a:solidFill>
                <a:srgbClr val="FFC000"/>
              </a:solidFill>
            </a:endParaRPr>
          </a:p>
        </p:txBody>
      </p:sp>
      <p:sp>
        <p:nvSpPr>
          <p:cNvPr id="19" name="文字方塊 18">
            <a:extLst>
              <a:ext uri="{FF2B5EF4-FFF2-40B4-BE49-F238E27FC236}">
                <a16:creationId xmlns:a16="http://schemas.microsoft.com/office/drawing/2014/main" id="{90C7C165-B3EB-4978-B6C4-DE7A882E92B1}"/>
              </a:ext>
            </a:extLst>
          </p:cNvPr>
          <p:cNvSpPr txBox="1"/>
          <p:nvPr/>
        </p:nvSpPr>
        <p:spPr>
          <a:xfrm>
            <a:off x="6082591" y="1547184"/>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1</a:t>
            </a:r>
            <a:endParaRPr lang="zh-TW" altLang="en-US" sz="2400" b="1" baseline="-25000" dirty="0">
              <a:solidFill>
                <a:srgbClr val="FFC000"/>
              </a:solidFill>
            </a:endParaRPr>
          </a:p>
        </p:txBody>
      </p:sp>
      <p:sp>
        <p:nvSpPr>
          <p:cNvPr id="20" name="文字方塊 19">
            <a:extLst>
              <a:ext uri="{FF2B5EF4-FFF2-40B4-BE49-F238E27FC236}">
                <a16:creationId xmlns:a16="http://schemas.microsoft.com/office/drawing/2014/main" id="{69BBF8A0-EF23-43DA-B23F-3C4A869036D0}"/>
              </a:ext>
            </a:extLst>
          </p:cNvPr>
          <p:cNvSpPr txBox="1"/>
          <p:nvPr/>
        </p:nvSpPr>
        <p:spPr>
          <a:xfrm>
            <a:off x="6082590" y="4173957"/>
            <a:ext cx="522851" cy="461665"/>
          </a:xfrm>
          <a:prstGeom prst="rect">
            <a:avLst/>
          </a:prstGeom>
          <a:noFill/>
        </p:spPr>
        <p:txBody>
          <a:bodyPr wrap="square" rtlCol="0">
            <a:spAutoFit/>
          </a:bodyPr>
          <a:lstStyle/>
          <a:p>
            <a:r>
              <a:rPr lang="en-US" altLang="zh-TW" sz="2400" b="1" dirty="0">
                <a:solidFill>
                  <a:srgbClr val="FFC000"/>
                </a:solidFill>
              </a:rPr>
              <a:t>y</a:t>
            </a:r>
            <a:r>
              <a:rPr lang="en-US" altLang="zh-TW" sz="2400" b="1" baseline="-25000" dirty="0">
                <a:solidFill>
                  <a:srgbClr val="FFC000"/>
                </a:solidFill>
              </a:rPr>
              <a:t>2</a:t>
            </a:r>
            <a:endParaRPr lang="zh-TW" altLang="en-US" sz="2400" b="1" baseline="-25000" dirty="0">
              <a:solidFill>
                <a:srgbClr val="FFC000"/>
              </a:solidFill>
            </a:endParaRPr>
          </a:p>
        </p:txBody>
      </p:sp>
      <p:sp>
        <p:nvSpPr>
          <p:cNvPr id="21" name="文字方塊 20">
            <a:extLst>
              <a:ext uri="{FF2B5EF4-FFF2-40B4-BE49-F238E27FC236}">
                <a16:creationId xmlns:a16="http://schemas.microsoft.com/office/drawing/2014/main" id="{3840B4C5-0F0A-4F1C-B875-B2D035F3A218}"/>
              </a:ext>
            </a:extLst>
          </p:cNvPr>
          <p:cNvSpPr txBox="1"/>
          <p:nvPr/>
        </p:nvSpPr>
        <p:spPr>
          <a:xfrm>
            <a:off x="6082590" y="3270359"/>
            <a:ext cx="522851" cy="461665"/>
          </a:xfrm>
          <a:prstGeom prst="rect">
            <a:avLst/>
          </a:prstGeom>
          <a:noFill/>
        </p:spPr>
        <p:txBody>
          <a:bodyPr wrap="square" rtlCol="0">
            <a:spAutoFit/>
          </a:bodyPr>
          <a:lstStyle/>
          <a:p>
            <a:r>
              <a:rPr lang="en-US" altLang="zh-TW" sz="2400" b="1" dirty="0">
                <a:solidFill>
                  <a:srgbClr val="FFC000"/>
                </a:solidFill>
              </a:rPr>
              <a:t>y</a:t>
            </a:r>
            <a:r>
              <a:rPr lang="en-US" altLang="zh-TW" sz="2400" b="1" baseline="-25000" dirty="0">
                <a:solidFill>
                  <a:srgbClr val="FFC000"/>
                </a:solidFill>
              </a:rPr>
              <a:t>1</a:t>
            </a:r>
            <a:endParaRPr lang="zh-TW" altLang="en-US" sz="2400" b="1" baseline="-25000" dirty="0">
              <a:solidFill>
                <a:srgbClr val="FFC000"/>
              </a:solidFill>
            </a:endParaRPr>
          </a:p>
        </p:txBody>
      </p:sp>
      <p:sp>
        <p:nvSpPr>
          <p:cNvPr id="22" name="文字方塊 21">
            <a:extLst>
              <a:ext uri="{FF2B5EF4-FFF2-40B4-BE49-F238E27FC236}">
                <a16:creationId xmlns:a16="http://schemas.microsoft.com/office/drawing/2014/main" id="{5216E2E2-8C54-41C9-844F-3EF1B76D7337}"/>
              </a:ext>
            </a:extLst>
          </p:cNvPr>
          <p:cNvSpPr txBox="1"/>
          <p:nvPr/>
        </p:nvSpPr>
        <p:spPr>
          <a:xfrm>
            <a:off x="6103969" y="5055276"/>
            <a:ext cx="522851" cy="461665"/>
          </a:xfrm>
          <a:prstGeom prst="rect">
            <a:avLst/>
          </a:prstGeom>
          <a:noFill/>
        </p:spPr>
        <p:txBody>
          <a:bodyPr wrap="square" rtlCol="0">
            <a:spAutoFit/>
          </a:bodyPr>
          <a:lstStyle/>
          <a:p>
            <a:r>
              <a:rPr lang="en-US" altLang="zh-TW" sz="2400" b="1" dirty="0">
                <a:solidFill>
                  <a:srgbClr val="FFC000"/>
                </a:solidFill>
              </a:rPr>
              <a:t>z</a:t>
            </a:r>
            <a:r>
              <a:rPr lang="en-US" altLang="zh-TW" sz="2400" b="1" baseline="-25000" dirty="0">
                <a:solidFill>
                  <a:srgbClr val="FFC000"/>
                </a:solidFill>
              </a:rPr>
              <a:t>1</a:t>
            </a:r>
            <a:endParaRPr lang="zh-TW" altLang="en-US" sz="2400" b="1" baseline="-25000" dirty="0">
              <a:solidFill>
                <a:srgbClr val="FFC000"/>
              </a:solidFill>
            </a:endParaRPr>
          </a:p>
        </p:txBody>
      </p:sp>
      <p:sp>
        <p:nvSpPr>
          <p:cNvPr id="23" name="文字方塊 22">
            <a:extLst>
              <a:ext uri="{FF2B5EF4-FFF2-40B4-BE49-F238E27FC236}">
                <a16:creationId xmlns:a16="http://schemas.microsoft.com/office/drawing/2014/main" id="{17BBDA3C-4324-477D-BE88-04FC82AC5910}"/>
              </a:ext>
            </a:extLst>
          </p:cNvPr>
          <p:cNvSpPr txBox="1"/>
          <p:nvPr/>
        </p:nvSpPr>
        <p:spPr>
          <a:xfrm>
            <a:off x="6103969" y="5936595"/>
            <a:ext cx="522851" cy="461665"/>
          </a:xfrm>
          <a:prstGeom prst="rect">
            <a:avLst/>
          </a:prstGeom>
          <a:noFill/>
        </p:spPr>
        <p:txBody>
          <a:bodyPr wrap="square" rtlCol="0">
            <a:spAutoFit/>
          </a:bodyPr>
          <a:lstStyle/>
          <a:p>
            <a:r>
              <a:rPr lang="en-US" altLang="zh-TW" sz="2400" b="1" dirty="0">
                <a:solidFill>
                  <a:srgbClr val="FFC000"/>
                </a:solidFill>
              </a:rPr>
              <a:t>z</a:t>
            </a:r>
            <a:r>
              <a:rPr lang="en-US" altLang="zh-TW" sz="2400" b="1" baseline="-25000" dirty="0">
                <a:solidFill>
                  <a:srgbClr val="FFC000"/>
                </a:solidFill>
              </a:rPr>
              <a:t>2</a:t>
            </a:r>
            <a:endParaRPr lang="zh-TW" altLang="en-US" sz="2400" b="1" baseline="-25000" dirty="0">
              <a:solidFill>
                <a:srgbClr val="FFC000"/>
              </a:solidFill>
            </a:endParaRPr>
          </a:p>
        </p:txBody>
      </p:sp>
      <p:cxnSp>
        <p:nvCxnSpPr>
          <p:cNvPr id="12" name="直線接點 11">
            <a:extLst>
              <a:ext uri="{FF2B5EF4-FFF2-40B4-BE49-F238E27FC236}">
                <a16:creationId xmlns:a16="http://schemas.microsoft.com/office/drawing/2014/main" id="{F82555AF-452D-4067-B838-CA248C240024}"/>
              </a:ext>
            </a:extLst>
          </p:cNvPr>
          <p:cNvCxnSpPr/>
          <p:nvPr/>
        </p:nvCxnSpPr>
        <p:spPr>
          <a:xfrm>
            <a:off x="6188412" y="1341059"/>
            <a:ext cx="5511567" cy="0"/>
          </a:xfrm>
          <a:prstGeom prst="line">
            <a:avLst/>
          </a:prstGeom>
          <a:ln w="38100"/>
        </p:spPr>
        <p:style>
          <a:lnRef idx="1">
            <a:schemeClr val="accent4"/>
          </a:lnRef>
          <a:fillRef idx="0">
            <a:schemeClr val="accent4"/>
          </a:fillRef>
          <a:effectRef idx="0">
            <a:schemeClr val="accent4"/>
          </a:effectRef>
          <a:fontRef idx="minor">
            <a:schemeClr val="tx1"/>
          </a:fontRef>
        </p:style>
      </p:cxnSp>
      <p:cxnSp>
        <p:nvCxnSpPr>
          <p:cNvPr id="24" name="直線接點 23">
            <a:extLst>
              <a:ext uri="{FF2B5EF4-FFF2-40B4-BE49-F238E27FC236}">
                <a16:creationId xmlns:a16="http://schemas.microsoft.com/office/drawing/2014/main" id="{DBEB2AF1-A162-40E6-BF07-1A8BC98142AB}"/>
              </a:ext>
            </a:extLst>
          </p:cNvPr>
          <p:cNvCxnSpPr/>
          <p:nvPr/>
        </p:nvCxnSpPr>
        <p:spPr>
          <a:xfrm>
            <a:off x="6223366" y="2248469"/>
            <a:ext cx="5511567" cy="0"/>
          </a:xfrm>
          <a:prstGeom prst="line">
            <a:avLst/>
          </a:prstGeom>
          <a:ln w="38100"/>
        </p:spPr>
        <p:style>
          <a:lnRef idx="1">
            <a:schemeClr val="accent4"/>
          </a:lnRef>
          <a:fillRef idx="0">
            <a:schemeClr val="accent4"/>
          </a:fillRef>
          <a:effectRef idx="0">
            <a:schemeClr val="accent4"/>
          </a:effectRef>
          <a:fontRef idx="minor">
            <a:schemeClr val="tx1"/>
          </a:fontRef>
        </p:style>
      </p:cxnSp>
      <p:cxnSp>
        <p:nvCxnSpPr>
          <p:cNvPr id="28" name="直線接點 27">
            <a:extLst>
              <a:ext uri="{FF2B5EF4-FFF2-40B4-BE49-F238E27FC236}">
                <a16:creationId xmlns:a16="http://schemas.microsoft.com/office/drawing/2014/main" id="{9F9C1885-C254-4C26-A6F7-C2CE7FAF3C2E}"/>
              </a:ext>
            </a:extLst>
          </p:cNvPr>
          <p:cNvCxnSpPr/>
          <p:nvPr/>
        </p:nvCxnSpPr>
        <p:spPr>
          <a:xfrm>
            <a:off x="6223366" y="3139101"/>
            <a:ext cx="5511567" cy="0"/>
          </a:xfrm>
          <a:prstGeom prst="line">
            <a:avLst/>
          </a:prstGeom>
          <a:ln w="38100"/>
        </p:spPr>
        <p:style>
          <a:lnRef idx="1">
            <a:schemeClr val="accent4"/>
          </a:lnRef>
          <a:fillRef idx="0">
            <a:schemeClr val="accent4"/>
          </a:fillRef>
          <a:effectRef idx="0">
            <a:schemeClr val="accent4"/>
          </a:effectRef>
          <a:fontRef idx="minor">
            <a:schemeClr val="tx1"/>
          </a:fontRef>
        </p:style>
      </p:cxnSp>
      <p:sp>
        <p:nvSpPr>
          <p:cNvPr id="27" name="文字方塊 26">
            <a:extLst>
              <a:ext uri="{FF2B5EF4-FFF2-40B4-BE49-F238E27FC236}">
                <a16:creationId xmlns:a16="http://schemas.microsoft.com/office/drawing/2014/main" id="{8E5C5930-2297-4933-85B2-1D5A5D429536}"/>
              </a:ext>
            </a:extLst>
          </p:cNvPr>
          <p:cNvSpPr txBox="1"/>
          <p:nvPr/>
        </p:nvSpPr>
        <p:spPr>
          <a:xfrm>
            <a:off x="5553869" y="6448582"/>
            <a:ext cx="1084261" cy="369332"/>
          </a:xfrm>
          <a:prstGeom prst="rect">
            <a:avLst/>
          </a:prstGeom>
          <a:noFill/>
        </p:spPr>
        <p:txBody>
          <a:bodyPr wrap="square" rtlCol="0">
            <a:spAutoFit/>
          </a:bodyPr>
          <a:lstStyle/>
          <a:p>
            <a:r>
              <a:rPr lang="en-US" altLang="zh-TW" dirty="0"/>
              <a:t>Matrix B</a:t>
            </a:r>
            <a:endParaRPr lang="zh-TW" altLang="en-US" dirty="0"/>
          </a:p>
        </p:txBody>
      </p:sp>
      <p:pic>
        <p:nvPicPr>
          <p:cNvPr id="30" name="圖片 29" descr="一張含有 文字 的圖片&#10;&#10;自動產生的描述">
            <a:extLst>
              <a:ext uri="{FF2B5EF4-FFF2-40B4-BE49-F238E27FC236}">
                <a16:creationId xmlns:a16="http://schemas.microsoft.com/office/drawing/2014/main" id="{66430592-CBC6-4298-8873-313036738C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060" y="3911804"/>
            <a:ext cx="5729540" cy="1388979"/>
          </a:xfrm>
          <a:prstGeom prst="rect">
            <a:avLst/>
          </a:prstGeom>
        </p:spPr>
      </p:pic>
      <p:pic>
        <p:nvPicPr>
          <p:cNvPr id="33" name="圖片 32" descr="一張含有 文字 的圖片&#10;&#10;自動產生的描述">
            <a:extLst>
              <a:ext uri="{FF2B5EF4-FFF2-40B4-BE49-F238E27FC236}">
                <a16:creationId xmlns:a16="http://schemas.microsoft.com/office/drawing/2014/main" id="{53830550-FA5E-46AC-97BC-BE123260C8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9182" y="1456282"/>
            <a:ext cx="3713148" cy="1489915"/>
          </a:xfrm>
          <a:prstGeom prst="rect">
            <a:avLst/>
          </a:prstGeom>
        </p:spPr>
      </p:pic>
      <p:sp>
        <p:nvSpPr>
          <p:cNvPr id="34" name="文字方塊 33">
            <a:extLst>
              <a:ext uri="{FF2B5EF4-FFF2-40B4-BE49-F238E27FC236}">
                <a16:creationId xmlns:a16="http://schemas.microsoft.com/office/drawing/2014/main" id="{57AD6012-2974-4F9E-B532-209791569C1B}"/>
              </a:ext>
            </a:extLst>
          </p:cNvPr>
          <p:cNvSpPr txBox="1"/>
          <p:nvPr/>
        </p:nvSpPr>
        <p:spPr>
          <a:xfrm>
            <a:off x="650846" y="1224297"/>
            <a:ext cx="1026873"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3DM:</a:t>
            </a:r>
            <a:endParaRPr lang="zh-TW" altLang="en-US" sz="2400" dirty="0">
              <a:latin typeface="Times New Roman" panose="02020603050405020304" pitchFamily="18" charset="0"/>
              <a:cs typeface="Times New Roman" panose="02020603050405020304" pitchFamily="18" charset="0"/>
            </a:endParaRPr>
          </a:p>
        </p:txBody>
      </p:sp>
      <p:sp>
        <p:nvSpPr>
          <p:cNvPr id="35" name="文字方塊 34">
            <a:extLst>
              <a:ext uri="{FF2B5EF4-FFF2-40B4-BE49-F238E27FC236}">
                <a16:creationId xmlns:a16="http://schemas.microsoft.com/office/drawing/2014/main" id="{1D13635A-4C1F-4247-B443-105D690D7805}"/>
              </a:ext>
            </a:extLst>
          </p:cNvPr>
          <p:cNvSpPr txBox="1"/>
          <p:nvPr/>
        </p:nvSpPr>
        <p:spPr>
          <a:xfrm>
            <a:off x="547727" y="3046887"/>
            <a:ext cx="1233110"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P(LOL) :</a:t>
            </a:r>
            <a:endParaRPr lang="zh-TW" altLang="en-US" sz="2400" dirty="0">
              <a:latin typeface="Times New Roman" panose="02020603050405020304" pitchFamily="18" charset="0"/>
              <a:cs typeface="Times New Roman" panose="02020603050405020304" pitchFamily="18" charset="0"/>
            </a:endParaRPr>
          </a:p>
        </p:txBody>
      </p:sp>
      <p:sp>
        <p:nvSpPr>
          <p:cNvPr id="36" name="標題 1">
            <a:extLst>
              <a:ext uri="{FF2B5EF4-FFF2-40B4-BE49-F238E27FC236}">
                <a16:creationId xmlns:a16="http://schemas.microsoft.com/office/drawing/2014/main" id="{CC9FA831-AF2C-41FE-980F-0A73918485BB}"/>
              </a:ext>
            </a:extLst>
          </p:cNvPr>
          <p:cNvSpPr>
            <a:spLocks noGrp="1"/>
          </p:cNvSpPr>
          <p:nvPr>
            <p:ph type="title"/>
          </p:nvPr>
        </p:nvSpPr>
        <p:spPr>
          <a:xfrm>
            <a:off x="348646" y="118152"/>
            <a:ext cx="10814108" cy="1136504"/>
          </a:xfrm>
        </p:spPr>
        <p:txBody>
          <a:bodyPr>
            <a:normAutofit/>
          </a:bodyPr>
          <a:lstStyle/>
          <a:p>
            <a:r>
              <a:rPr lang="en-US" altLang="zh-TW" sz="3200" dirty="0">
                <a:latin typeface="Times New Roman" panose="02020603050405020304" pitchFamily="18" charset="0"/>
                <a:cs typeface="Times New Roman" panose="02020603050405020304" pitchFamily="18" charset="0"/>
              </a:rPr>
              <a:t>NP‑Hardness of P(LOL) and P(LOE)</a:t>
            </a:r>
            <a:endParaRPr lang="zh-TW" altLang="en-US" sz="3200" dirty="0">
              <a:latin typeface="Times New Roman" panose="02020603050405020304" pitchFamily="18" charset="0"/>
              <a:cs typeface="Times New Roman" panose="02020603050405020304" pitchFamily="18" charset="0"/>
            </a:endParaRPr>
          </a:p>
        </p:txBody>
      </p:sp>
      <p:sp>
        <p:nvSpPr>
          <p:cNvPr id="37" name="橢圓 36">
            <a:extLst>
              <a:ext uri="{FF2B5EF4-FFF2-40B4-BE49-F238E27FC236}">
                <a16:creationId xmlns:a16="http://schemas.microsoft.com/office/drawing/2014/main" id="{5009CCCD-14B1-413B-9AC1-325FEA0F65B8}"/>
              </a:ext>
            </a:extLst>
          </p:cNvPr>
          <p:cNvSpPr/>
          <p:nvPr/>
        </p:nvSpPr>
        <p:spPr>
          <a:xfrm>
            <a:off x="903282" y="4173957"/>
            <a:ext cx="305659" cy="81812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文字方塊 24">
            <a:extLst>
              <a:ext uri="{FF2B5EF4-FFF2-40B4-BE49-F238E27FC236}">
                <a16:creationId xmlns:a16="http://schemas.microsoft.com/office/drawing/2014/main" id="{9E6D2911-3958-4EE1-A6FC-707D81A790EC}"/>
              </a:ext>
            </a:extLst>
          </p:cNvPr>
          <p:cNvSpPr txBox="1"/>
          <p:nvPr/>
        </p:nvSpPr>
        <p:spPr>
          <a:xfrm>
            <a:off x="9921109" y="-72761"/>
            <a:ext cx="318586" cy="461665"/>
          </a:xfrm>
          <a:prstGeom prst="rect">
            <a:avLst/>
          </a:prstGeom>
          <a:noFill/>
        </p:spPr>
        <p:txBody>
          <a:bodyPr wrap="square" rtlCol="0">
            <a:spAutoFit/>
          </a:bodyPr>
          <a:lstStyle/>
          <a:p>
            <a:r>
              <a:rPr lang="en-US" altLang="zh-TW" sz="2400" b="1" dirty="0">
                <a:solidFill>
                  <a:srgbClr val="FFC000"/>
                </a:solidFill>
              </a:rPr>
              <a:t>x</a:t>
            </a:r>
            <a:endParaRPr lang="zh-TW" altLang="en-US" sz="2400" b="1" baseline="-25000" dirty="0">
              <a:solidFill>
                <a:srgbClr val="FFC000"/>
              </a:solidFill>
            </a:endParaRPr>
          </a:p>
        </p:txBody>
      </p:sp>
      <p:sp>
        <p:nvSpPr>
          <p:cNvPr id="26" name="文字方塊 25">
            <a:extLst>
              <a:ext uri="{FF2B5EF4-FFF2-40B4-BE49-F238E27FC236}">
                <a16:creationId xmlns:a16="http://schemas.microsoft.com/office/drawing/2014/main" id="{09023F43-0EDE-4779-B1C1-6F6F9D986208}"/>
              </a:ext>
            </a:extLst>
          </p:cNvPr>
          <p:cNvSpPr txBox="1"/>
          <p:nvPr/>
        </p:nvSpPr>
        <p:spPr>
          <a:xfrm>
            <a:off x="10210066" y="-72762"/>
            <a:ext cx="318586" cy="461665"/>
          </a:xfrm>
          <a:prstGeom prst="rect">
            <a:avLst/>
          </a:prstGeom>
          <a:noFill/>
        </p:spPr>
        <p:txBody>
          <a:bodyPr wrap="square" rtlCol="0">
            <a:spAutoFit/>
          </a:bodyPr>
          <a:lstStyle/>
          <a:p>
            <a:r>
              <a:rPr lang="en-US" altLang="zh-TW" sz="2400" b="1" dirty="0">
                <a:solidFill>
                  <a:srgbClr val="FFC000"/>
                </a:solidFill>
              </a:rPr>
              <a:t>y</a:t>
            </a:r>
            <a:endParaRPr lang="zh-TW" altLang="en-US" sz="2400" b="1" baseline="-25000" dirty="0">
              <a:solidFill>
                <a:srgbClr val="FFC000"/>
              </a:solidFill>
            </a:endParaRPr>
          </a:p>
        </p:txBody>
      </p:sp>
      <p:sp>
        <p:nvSpPr>
          <p:cNvPr id="29" name="文字方塊 28">
            <a:extLst>
              <a:ext uri="{FF2B5EF4-FFF2-40B4-BE49-F238E27FC236}">
                <a16:creationId xmlns:a16="http://schemas.microsoft.com/office/drawing/2014/main" id="{FE839F64-0E07-4302-AE82-5A4D215F5C24}"/>
              </a:ext>
            </a:extLst>
          </p:cNvPr>
          <p:cNvSpPr txBox="1"/>
          <p:nvPr/>
        </p:nvSpPr>
        <p:spPr>
          <a:xfrm>
            <a:off x="10504736" y="-74446"/>
            <a:ext cx="318586" cy="461665"/>
          </a:xfrm>
          <a:prstGeom prst="rect">
            <a:avLst/>
          </a:prstGeom>
          <a:noFill/>
        </p:spPr>
        <p:txBody>
          <a:bodyPr wrap="square" rtlCol="0">
            <a:spAutoFit/>
          </a:bodyPr>
          <a:lstStyle/>
          <a:p>
            <a:r>
              <a:rPr lang="en-US" altLang="zh-TW" sz="2400" b="1" dirty="0">
                <a:solidFill>
                  <a:srgbClr val="FFC000"/>
                </a:solidFill>
              </a:rPr>
              <a:t>z</a:t>
            </a:r>
            <a:endParaRPr lang="zh-TW" altLang="en-US" sz="2400" b="1" baseline="-25000" dirty="0">
              <a:solidFill>
                <a:srgbClr val="FFC000"/>
              </a:solidFill>
            </a:endParaRPr>
          </a:p>
        </p:txBody>
      </p:sp>
      <p:sp>
        <p:nvSpPr>
          <p:cNvPr id="31" name="文字方塊 30">
            <a:extLst>
              <a:ext uri="{FF2B5EF4-FFF2-40B4-BE49-F238E27FC236}">
                <a16:creationId xmlns:a16="http://schemas.microsoft.com/office/drawing/2014/main" id="{7D5188B2-1B92-42A0-B428-390F8D27E0CD}"/>
              </a:ext>
            </a:extLst>
          </p:cNvPr>
          <p:cNvSpPr txBox="1"/>
          <p:nvPr/>
        </p:nvSpPr>
        <p:spPr>
          <a:xfrm>
            <a:off x="8380510" y="-137641"/>
            <a:ext cx="318586" cy="461665"/>
          </a:xfrm>
          <a:prstGeom prst="rect">
            <a:avLst/>
          </a:prstGeom>
          <a:noFill/>
        </p:spPr>
        <p:txBody>
          <a:bodyPr wrap="square" rtlCol="0">
            <a:spAutoFit/>
          </a:bodyPr>
          <a:lstStyle/>
          <a:p>
            <a:r>
              <a:rPr lang="en-US" altLang="zh-TW" sz="2400" b="1" dirty="0">
                <a:solidFill>
                  <a:srgbClr val="FFC000"/>
                </a:solidFill>
              </a:rPr>
              <a:t>x</a:t>
            </a:r>
            <a:endParaRPr lang="zh-TW" altLang="en-US" sz="2400" b="1" baseline="-25000" dirty="0">
              <a:solidFill>
                <a:srgbClr val="FFC000"/>
              </a:solidFill>
            </a:endParaRPr>
          </a:p>
        </p:txBody>
      </p:sp>
      <p:sp>
        <p:nvSpPr>
          <p:cNvPr id="32" name="文字方塊 31">
            <a:extLst>
              <a:ext uri="{FF2B5EF4-FFF2-40B4-BE49-F238E27FC236}">
                <a16:creationId xmlns:a16="http://schemas.microsoft.com/office/drawing/2014/main" id="{D4999728-A25B-4B56-8C69-617632C00433}"/>
              </a:ext>
            </a:extLst>
          </p:cNvPr>
          <p:cNvSpPr txBox="1"/>
          <p:nvPr/>
        </p:nvSpPr>
        <p:spPr>
          <a:xfrm>
            <a:off x="8669467" y="-137642"/>
            <a:ext cx="318586" cy="461665"/>
          </a:xfrm>
          <a:prstGeom prst="rect">
            <a:avLst/>
          </a:prstGeom>
          <a:noFill/>
        </p:spPr>
        <p:txBody>
          <a:bodyPr wrap="square" rtlCol="0">
            <a:spAutoFit/>
          </a:bodyPr>
          <a:lstStyle/>
          <a:p>
            <a:r>
              <a:rPr lang="en-US" altLang="zh-TW" sz="2400" b="1" dirty="0">
                <a:solidFill>
                  <a:srgbClr val="FFC000"/>
                </a:solidFill>
              </a:rPr>
              <a:t>y</a:t>
            </a:r>
            <a:endParaRPr lang="zh-TW" altLang="en-US" sz="2400" b="1" baseline="-25000" dirty="0">
              <a:solidFill>
                <a:srgbClr val="FFC000"/>
              </a:solidFill>
            </a:endParaRPr>
          </a:p>
        </p:txBody>
      </p:sp>
      <p:sp>
        <p:nvSpPr>
          <p:cNvPr id="38" name="文字方塊 37">
            <a:extLst>
              <a:ext uri="{FF2B5EF4-FFF2-40B4-BE49-F238E27FC236}">
                <a16:creationId xmlns:a16="http://schemas.microsoft.com/office/drawing/2014/main" id="{39925E78-659F-4858-8412-C8B0B0E869F1}"/>
              </a:ext>
            </a:extLst>
          </p:cNvPr>
          <p:cNvSpPr txBox="1"/>
          <p:nvPr/>
        </p:nvSpPr>
        <p:spPr>
          <a:xfrm>
            <a:off x="8964137" y="-139326"/>
            <a:ext cx="318586" cy="461665"/>
          </a:xfrm>
          <a:prstGeom prst="rect">
            <a:avLst/>
          </a:prstGeom>
          <a:noFill/>
        </p:spPr>
        <p:txBody>
          <a:bodyPr wrap="square" rtlCol="0">
            <a:spAutoFit/>
          </a:bodyPr>
          <a:lstStyle/>
          <a:p>
            <a:r>
              <a:rPr lang="en-US" altLang="zh-TW" sz="2400" b="1" dirty="0">
                <a:solidFill>
                  <a:srgbClr val="FFC000"/>
                </a:solidFill>
              </a:rPr>
              <a:t>z</a:t>
            </a:r>
            <a:endParaRPr lang="zh-TW" altLang="en-US" sz="2400" b="1" baseline="-25000" dirty="0">
              <a:solidFill>
                <a:srgbClr val="FFC000"/>
              </a:solidFill>
            </a:endParaRPr>
          </a:p>
        </p:txBody>
      </p:sp>
      <p:sp>
        <p:nvSpPr>
          <p:cNvPr id="39" name="文字方塊 38">
            <a:extLst>
              <a:ext uri="{FF2B5EF4-FFF2-40B4-BE49-F238E27FC236}">
                <a16:creationId xmlns:a16="http://schemas.microsoft.com/office/drawing/2014/main" id="{AB88F986-B6B6-44C2-ACDB-7F56D8404C0E}"/>
              </a:ext>
            </a:extLst>
          </p:cNvPr>
          <p:cNvSpPr txBox="1"/>
          <p:nvPr/>
        </p:nvSpPr>
        <p:spPr>
          <a:xfrm>
            <a:off x="6894240" y="-130093"/>
            <a:ext cx="318586" cy="461665"/>
          </a:xfrm>
          <a:prstGeom prst="rect">
            <a:avLst/>
          </a:prstGeom>
          <a:noFill/>
        </p:spPr>
        <p:txBody>
          <a:bodyPr wrap="square" rtlCol="0">
            <a:spAutoFit/>
          </a:bodyPr>
          <a:lstStyle/>
          <a:p>
            <a:r>
              <a:rPr lang="en-US" altLang="zh-TW" sz="2400" b="1" dirty="0">
                <a:solidFill>
                  <a:srgbClr val="FFC000"/>
                </a:solidFill>
              </a:rPr>
              <a:t>x</a:t>
            </a:r>
            <a:endParaRPr lang="zh-TW" altLang="en-US" sz="2400" b="1" baseline="-25000" dirty="0">
              <a:solidFill>
                <a:srgbClr val="FFC000"/>
              </a:solidFill>
            </a:endParaRPr>
          </a:p>
        </p:txBody>
      </p:sp>
      <p:sp>
        <p:nvSpPr>
          <p:cNvPr id="40" name="文字方塊 39">
            <a:extLst>
              <a:ext uri="{FF2B5EF4-FFF2-40B4-BE49-F238E27FC236}">
                <a16:creationId xmlns:a16="http://schemas.microsoft.com/office/drawing/2014/main" id="{A3EC5D7A-9A8A-467D-B9EA-F6DF69B062BD}"/>
              </a:ext>
            </a:extLst>
          </p:cNvPr>
          <p:cNvSpPr txBox="1"/>
          <p:nvPr/>
        </p:nvSpPr>
        <p:spPr>
          <a:xfrm>
            <a:off x="7183197" y="-130094"/>
            <a:ext cx="318586" cy="461665"/>
          </a:xfrm>
          <a:prstGeom prst="rect">
            <a:avLst/>
          </a:prstGeom>
          <a:noFill/>
        </p:spPr>
        <p:txBody>
          <a:bodyPr wrap="square" rtlCol="0">
            <a:spAutoFit/>
          </a:bodyPr>
          <a:lstStyle/>
          <a:p>
            <a:r>
              <a:rPr lang="en-US" altLang="zh-TW" sz="2400" b="1" dirty="0">
                <a:solidFill>
                  <a:srgbClr val="FFC000"/>
                </a:solidFill>
              </a:rPr>
              <a:t>y</a:t>
            </a:r>
            <a:endParaRPr lang="zh-TW" altLang="en-US" sz="2400" b="1" baseline="-25000" dirty="0">
              <a:solidFill>
                <a:srgbClr val="FFC000"/>
              </a:solidFill>
            </a:endParaRPr>
          </a:p>
        </p:txBody>
      </p:sp>
      <p:sp>
        <p:nvSpPr>
          <p:cNvPr id="41" name="文字方塊 40">
            <a:extLst>
              <a:ext uri="{FF2B5EF4-FFF2-40B4-BE49-F238E27FC236}">
                <a16:creationId xmlns:a16="http://schemas.microsoft.com/office/drawing/2014/main" id="{AA5CD83C-50D1-4C11-BC51-DDAE716639BD}"/>
              </a:ext>
            </a:extLst>
          </p:cNvPr>
          <p:cNvSpPr txBox="1"/>
          <p:nvPr/>
        </p:nvSpPr>
        <p:spPr>
          <a:xfrm>
            <a:off x="7477867" y="-131778"/>
            <a:ext cx="318586" cy="461665"/>
          </a:xfrm>
          <a:prstGeom prst="rect">
            <a:avLst/>
          </a:prstGeom>
          <a:noFill/>
        </p:spPr>
        <p:txBody>
          <a:bodyPr wrap="square" rtlCol="0">
            <a:spAutoFit/>
          </a:bodyPr>
          <a:lstStyle/>
          <a:p>
            <a:r>
              <a:rPr lang="en-US" altLang="zh-TW" sz="2400" b="1" dirty="0">
                <a:solidFill>
                  <a:srgbClr val="FFC000"/>
                </a:solidFill>
              </a:rPr>
              <a:t>z</a:t>
            </a:r>
            <a:endParaRPr lang="zh-TW" altLang="en-US" sz="2400" b="1" baseline="-25000" dirty="0">
              <a:solidFill>
                <a:srgbClr val="FFC000"/>
              </a:solidFill>
            </a:endParaRPr>
          </a:p>
        </p:txBody>
      </p:sp>
      <mc:AlternateContent xmlns:mc="http://schemas.openxmlformats.org/markup-compatibility/2006" xmlns:a14="http://schemas.microsoft.com/office/drawing/2010/main">
        <mc:Choice Requires="a14">
          <p:sp>
            <p:nvSpPr>
              <p:cNvPr id="42" name="文字方塊 41">
                <a:extLst>
                  <a:ext uri="{FF2B5EF4-FFF2-40B4-BE49-F238E27FC236}">
                    <a16:creationId xmlns:a16="http://schemas.microsoft.com/office/drawing/2014/main" id="{5CAA3D9C-6A58-4FBB-8D0C-3B8ED2AFD693}"/>
                  </a:ext>
                </a:extLst>
              </p:cNvPr>
              <p:cNvSpPr txBox="1"/>
              <p:nvPr/>
            </p:nvSpPr>
            <p:spPr>
              <a:xfrm>
                <a:off x="903282" y="5513476"/>
                <a:ext cx="4119008" cy="830997"/>
              </a:xfrm>
              <a:prstGeom prst="rect">
                <a:avLst/>
              </a:prstGeom>
              <a:noFill/>
            </p:spPr>
            <p:txBody>
              <a:bodyPr wrap="square" rtlCol="0">
                <a:spAutoFit/>
              </a:bodyPr>
              <a:lstStyle/>
              <a:p>
                <a14:m>
                  <m:oMath xmlns:m="http://schemas.openxmlformats.org/officeDocument/2006/math">
                    <m:sSubSup>
                      <m:sSubSupPr>
                        <m:ctrlPr>
                          <a:rPr lang="en-US" altLang="zh-TW" sz="2400" i="1" dirty="0" smtClean="0">
                            <a:solidFill>
                              <a:srgbClr val="FF0000"/>
                            </a:solidFill>
                            <a:latin typeface="Cambria Math" panose="02040503050406030204" pitchFamily="18" charset="0"/>
                          </a:rPr>
                        </m:ctrlPr>
                      </m:sSubSupPr>
                      <m:e>
                        <m:r>
                          <a:rPr lang="en-US" altLang="zh-TW" sz="2400" b="0" i="1" dirty="0" smtClean="0">
                            <a:solidFill>
                              <a:srgbClr val="FF0000"/>
                            </a:solidFill>
                            <a:latin typeface="Cambria Math" panose="02040503050406030204" pitchFamily="18" charset="0"/>
                          </a:rPr>
                          <m:t>𝑙</m:t>
                        </m:r>
                      </m:e>
                      <m:sub>
                        <m:r>
                          <a:rPr lang="en-US" altLang="zh-TW" sz="2400" b="0" i="1" dirty="0" smtClean="0">
                            <a:solidFill>
                              <a:srgbClr val="FF0000"/>
                            </a:solidFill>
                            <a:latin typeface="Cambria Math" panose="02040503050406030204" pitchFamily="18" charset="0"/>
                          </a:rPr>
                          <m:t>𝑥</m:t>
                        </m:r>
                      </m:sub>
                      <m:sup>
                        <m:r>
                          <a:rPr lang="en-US" altLang="zh-TW" sz="2400" b="0" i="1" dirty="0" smtClean="0">
                            <a:solidFill>
                              <a:srgbClr val="FF0000"/>
                            </a:solidFill>
                            <a:latin typeface="Cambria Math" panose="02040503050406030204" pitchFamily="18" charset="0"/>
                          </a:rPr>
                          <m:t>1</m:t>
                        </m:r>
                      </m:sup>
                    </m:sSubSup>
                    <m:r>
                      <a:rPr lang="en-US" altLang="zh-TW" sz="2400" i="1" dirty="0">
                        <a:solidFill>
                          <a:srgbClr val="FF0000"/>
                        </a:solidFill>
                        <a:latin typeface="Cambria Math" panose="02040503050406030204" pitchFamily="18" charset="0"/>
                      </a:rPr>
                      <m:t>,  </m:t>
                    </m:r>
                    <m:r>
                      <a:rPr lang="en-US" altLang="zh-TW" sz="2400" i="1" dirty="0">
                        <a:solidFill>
                          <a:srgbClr val="FF0000"/>
                        </a:solidFill>
                        <a:latin typeface="Cambria Math" panose="02040503050406030204" pitchFamily="18" charset="0"/>
                      </a:rPr>
                      <m:t>𝑖</m:t>
                    </m:r>
                    <m:r>
                      <a:rPr lang="en-US" altLang="zh-TW" sz="2400" i="1" dirty="0">
                        <a:solidFill>
                          <a:srgbClr val="FF0000"/>
                        </a:solidFill>
                        <a:latin typeface="Cambria Math" panose="02040503050406030204" pitchFamily="18" charset="0"/>
                      </a:rPr>
                      <m:t>=3(1+1) – (1−1) = 6</m:t>
                    </m:r>
                  </m:oMath>
                </a14:m>
                <a:r>
                  <a:rPr lang="en-US" altLang="zh-TW" sz="2400" dirty="0">
                    <a:solidFill>
                      <a:srgbClr val="FF0000"/>
                    </a:solidFill>
                  </a:rPr>
                  <a:t>, </a:t>
                </a:r>
              </a:p>
              <a:p>
                <a:r>
                  <a:rPr lang="en-US" altLang="zh-TW" sz="2400" dirty="0">
                    <a:solidFill>
                      <a:srgbClr val="FF0000"/>
                    </a:solidFill>
                  </a:rPr>
                  <a:t>       j = 5(3-1)+1 = 11</a:t>
                </a:r>
                <a:endParaRPr lang="zh-TW" altLang="en-US" sz="2400" dirty="0"/>
              </a:p>
            </p:txBody>
          </p:sp>
        </mc:Choice>
        <mc:Fallback xmlns="">
          <p:sp>
            <p:nvSpPr>
              <p:cNvPr id="42" name="文字方塊 41">
                <a:extLst>
                  <a:ext uri="{FF2B5EF4-FFF2-40B4-BE49-F238E27FC236}">
                    <a16:creationId xmlns:a16="http://schemas.microsoft.com/office/drawing/2014/main" id="{5CAA3D9C-6A58-4FBB-8D0C-3B8ED2AFD693}"/>
                  </a:ext>
                </a:extLst>
              </p:cNvPr>
              <p:cNvSpPr txBox="1">
                <a:spLocks noRot="1" noChangeAspect="1" noMove="1" noResize="1" noEditPoints="1" noAdjustHandles="1" noChangeArrowheads="1" noChangeShapeType="1" noTextEdit="1"/>
              </p:cNvSpPr>
              <p:nvPr/>
            </p:nvSpPr>
            <p:spPr>
              <a:xfrm>
                <a:off x="903282" y="5513476"/>
                <a:ext cx="4119008" cy="830997"/>
              </a:xfrm>
              <a:prstGeom prst="rect">
                <a:avLst/>
              </a:prstGeom>
              <a:blipFill>
                <a:blip r:embed="rId6"/>
                <a:stretch>
                  <a:fillRect l="-444" t="-5839" r="-2811" b="-1532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31572541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桌 的圖片&#10;&#10;自動產生的描述">
            <a:extLst>
              <a:ext uri="{FF2B5EF4-FFF2-40B4-BE49-F238E27FC236}">
                <a16:creationId xmlns:a16="http://schemas.microsoft.com/office/drawing/2014/main" id="{AFDBA703-BE95-42FD-8559-797FF78668E5}"/>
              </a:ext>
            </a:extLst>
          </p:cNvPr>
          <p:cNvPicPr>
            <a:picLocks noChangeAspect="1"/>
          </p:cNvPicPr>
          <p:nvPr/>
        </p:nvPicPr>
        <p:blipFill rotWithShape="1">
          <a:blip r:embed="rId3">
            <a:extLst>
              <a:ext uri="{28A0092B-C50C-407E-A947-70E740481C1C}">
                <a14:useLocalDpi xmlns:a14="http://schemas.microsoft.com/office/drawing/2010/main" val="0"/>
              </a:ext>
            </a:extLst>
          </a:blip>
          <a:srcRect b="52987"/>
          <a:stretch/>
        </p:blipFill>
        <p:spPr>
          <a:xfrm>
            <a:off x="5634142" y="1828641"/>
            <a:ext cx="5410955" cy="3139496"/>
          </a:xfrm>
          <a:prstGeom prst="rect">
            <a:avLst/>
          </a:prstGeom>
        </p:spPr>
      </p:pic>
      <p:cxnSp>
        <p:nvCxnSpPr>
          <p:cNvPr id="6" name="直線接點 5">
            <a:extLst>
              <a:ext uri="{FF2B5EF4-FFF2-40B4-BE49-F238E27FC236}">
                <a16:creationId xmlns:a16="http://schemas.microsoft.com/office/drawing/2014/main" id="{6A57BB6D-440E-4317-A666-1530A629F21B}"/>
              </a:ext>
            </a:extLst>
          </p:cNvPr>
          <p:cNvCxnSpPr>
            <a:cxnSpLocks/>
          </p:cNvCxnSpPr>
          <p:nvPr/>
        </p:nvCxnSpPr>
        <p:spPr>
          <a:xfrm flipH="1">
            <a:off x="8976239" y="1828640"/>
            <a:ext cx="24760" cy="3244604"/>
          </a:xfrm>
          <a:prstGeom prst="line">
            <a:avLst/>
          </a:prstGeom>
          <a:ln w="38100"/>
        </p:spPr>
        <p:style>
          <a:lnRef idx="1">
            <a:schemeClr val="accent4"/>
          </a:lnRef>
          <a:fillRef idx="0">
            <a:schemeClr val="accent4"/>
          </a:fillRef>
          <a:effectRef idx="0">
            <a:schemeClr val="accent4"/>
          </a:effectRef>
          <a:fontRef idx="minor">
            <a:schemeClr val="tx1"/>
          </a:fontRef>
        </p:style>
      </p:cxnSp>
      <p:cxnSp>
        <p:nvCxnSpPr>
          <p:cNvPr id="16" name="直線接點 15">
            <a:extLst>
              <a:ext uri="{FF2B5EF4-FFF2-40B4-BE49-F238E27FC236}">
                <a16:creationId xmlns:a16="http://schemas.microsoft.com/office/drawing/2014/main" id="{967C9E74-7B6E-40C7-A026-449BF8B0F4F3}"/>
              </a:ext>
            </a:extLst>
          </p:cNvPr>
          <p:cNvCxnSpPr>
            <a:cxnSpLocks/>
          </p:cNvCxnSpPr>
          <p:nvPr/>
        </p:nvCxnSpPr>
        <p:spPr>
          <a:xfrm>
            <a:off x="7509545" y="1828640"/>
            <a:ext cx="0" cy="3139497"/>
          </a:xfrm>
          <a:prstGeom prst="line">
            <a:avLst/>
          </a:prstGeom>
          <a:ln w="38100"/>
        </p:spPr>
        <p:style>
          <a:lnRef idx="1">
            <a:schemeClr val="accent4"/>
          </a:lnRef>
          <a:fillRef idx="0">
            <a:schemeClr val="accent4"/>
          </a:fillRef>
          <a:effectRef idx="0">
            <a:schemeClr val="accent4"/>
          </a:effectRef>
          <a:fontRef idx="minor">
            <a:schemeClr val="tx1"/>
          </a:fontRef>
        </p:style>
      </p:cxnSp>
      <p:pic>
        <p:nvPicPr>
          <p:cNvPr id="17" name="圖片 16" descr="一張含有 文字 的圖片&#10;&#10;自動產生的描述">
            <a:extLst>
              <a:ext uri="{FF2B5EF4-FFF2-40B4-BE49-F238E27FC236}">
                <a16:creationId xmlns:a16="http://schemas.microsoft.com/office/drawing/2014/main" id="{0D4F3DFF-E2E6-4A20-8F91-325093C60E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1171" y="1375022"/>
            <a:ext cx="3713148" cy="1489915"/>
          </a:xfrm>
          <a:prstGeom prst="rect">
            <a:avLst/>
          </a:prstGeom>
        </p:spPr>
      </p:pic>
      <p:sp>
        <p:nvSpPr>
          <p:cNvPr id="18" name="文字方塊 17">
            <a:extLst>
              <a:ext uri="{FF2B5EF4-FFF2-40B4-BE49-F238E27FC236}">
                <a16:creationId xmlns:a16="http://schemas.microsoft.com/office/drawing/2014/main" id="{B35DD33E-4014-4ED2-95D7-5A97FCAB318B}"/>
              </a:ext>
            </a:extLst>
          </p:cNvPr>
          <p:cNvSpPr txBox="1"/>
          <p:nvPr/>
        </p:nvSpPr>
        <p:spPr>
          <a:xfrm>
            <a:off x="4761112" y="4090067"/>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2</a:t>
            </a:r>
            <a:endParaRPr lang="zh-TW" altLang="en-US" sz="2400" b="1" baseline="-25000" dirty="0">
              <a:solidFill>
                <a:srgbClr val="FFC000"/>
              </a:solidFill>
            </a:endParaRPr>
          </a:p>
        </p:txBody>
      </p:sp>
      <p:sp>
        <p:nvSpPr>
          <p:cNvPr id="19" name="文字方塊 18">
            <a:extLst>
              <a:ext uri="{FF2B5EF4-FFF2-40B4-BE49-F238E27FC236}">
                <a16:creationId xmlns:a16="http://schemas.microsoft.com/office/drawing/2014/main" id="{90C7C165-B3EB-4978-B6C4-DE7A882E92B1}"/>
              </a:ext>
            </a:extLst>
          </p:cNvPr>
          <p:cNvSpPr txBox="1"/>
          <p:nvPr/>
        </p:nvSpPr>
        <p:spPr>
          <a:xfrm>
            <a:off x="4744334" y="3051548"/>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1</a:t>
            </a:r>
            <a:endParaRPr lang="zh-TW" altLang="en-US" sz="2400" b="1" baseline="-25000" dirty="0">
              <a:solidFill>
                <a:srgbClr val="FFC000"/>
              </a:solidFill>
            </a:endParaRPr>
          </a:p>
        </p:txBody>
      </p:sp>
      <p:cxnSp>
        <p:nvCxnSpPr>
          <p:cNvPr id="12" name="直線接點 11">
            <a:extLst>
              <a:ext uri="{FF2B5EF4-FFF2-40B4-BE49-F238E27FC236}">
                <a16:creationId xmlns:a16="http://schemas.microsoft.com/office/drawing/2014/main" id="{F82555AF-452D-4067-B838-CA248C240024}"/>
              </a:ext>
            </a:extLst>
          </p:cNvPr>
          <p:cNvCxnSpPr/>
          <p:nvPr/>
        </p:nvCxnSpPr>
        <p:spPr>
          <a:xfrm>
            <a:off x="5310231" y="2985303"/>
            <a:ext cx="5511567" cy="0"/>
          </a:xfrm>
          <a:prstGeom prst="line">
            <a:avLst/>
          </a:prstGeom>
          <a:ln w="38100"/>
        </p:spPr>
        <p:style>
          <a:lnRef idx="1">
            <a:schemeClr val="accent4"/>
          </a:lnRef>
          <a:fillRef idx="0">
            <a:schemeClr val="accent4"/>
          </a:fillRef>
          <a:effectRef idx="0">
            <a:schemeClr val="accent4"/>
          </a:effectRef>
          <a:fontRef idx="minor">
            <a:schemeClr val="tx1"/>
          </a:fontRef>
        </p:style>
      </p:cxnSp>
      <p:cxnSp>
        <p:nvCxnSpPr>
          <p:cNvPr id="24" name="直線接點 23">
            <a:extLst>
              <a:ext uri="{FF2B5EF4-FFF2-40B4-BE49-F238E27FC236}">
                <a16:creationId xmlns:a16="http://schemas.microsoft.com/office/drawing/2014/main" id="{DBEB2AF1-A162-40E6-BF07-1A8BC98142AB}"/>
              </a:ext>
            </a:extLst>
          </p:cNvPr>
          <p:cNvCxnSpPr/>
          <p:nvPr/>
        </p:nvCxnSpPr>
        <p:spPr>
          <a:xfrm>
            <a:off x="5345185" y="3892713"/>
            <a:ext cx="5511567" cy="0"/>
          </a:xfrm>
          <a:prstGeom prst="line">
            <a:avLst/>
          </a:prstGeom>
          <a:ln w="38100"/>
        </p:spPr>
        <p:style>
          <a:lnRef idx="1">
            <a:schemeClr val="accent4"/>
          </a:lnRef>
          <a:fillRef idx="0">
            <a:schemeClr val="accent4"/>
          </a:fillRef>
          <a:effectRef idx="0">
            <a:schemeClr val="accent4"/>
          </a:effectRef>
          <a:fontRef idx="minor">
            <a:schemeClr val="tx1"/>
          </a:fontRef>
        </p:style>
      </p:cxnSp>
      <p:sp>
        <p:nvSpPr>
          <p:cNvPr id="27" name="文字方塊 26">
            <a:extLst>
              <a:ext uri="{FF2B5EF4-FFF2-40B4-BE49-F238E27FC236}">
                <a16:creationId xmlns:a16="http://schemas.microsoft.com/office/drawing/2014/main" id="{0252C859-A4D6-4519-A370-734D51E20DC9}"/>
              </a:ext>
            </a:extLst>
          </p:cNvPr>
          <p:cNvSpPr txBox="1"/>
          <p:nvPr/>
        </p:nvSpPr>
        <p:spPr>
          <a:xfrm>
            <a:off x="9006712" y="1448215"/>
            <a:ext cx="318586" cy="461665"/>
          </a:xfrm>
          <a:prstGeom prst="rect">
            <a:avLst/>
          </a:prstGeom>
          <a:noFill/>
        </p:spPr>
        <p:txBody>
          <a:bodyPr wrap="square" rtlCol="0">
            <a:spAutoFit/>
          </a:bodyPr>
          <a:lstStyle/>
          <a:p>
            <a:r>
              <a:rPr lang="en-US" altLang="zh-TW" sz="2400" b="1" dirty="0">
                <a:solidFill>
                  <a:srgbClr val="FFC000"/>
                </a:solidFill>
              </a:rPr>
              <a:t>x</a:t>
            </a:r>
            <a:endParaRPr lang="zh-TW" altLang="en-US" sz="2400" b="1" baseline="-25000" dirty="0">
              <a:solidFill>
                <a:srgbClr val="FFC000"/>
              </a:solidFill>
            </a:endParaRPr>
          </a:p>
        </p:txBody>
      </p:sp>
      <p:sp>
        <p:nvSpPr>
          <p:cNvPr id="25" name="文字方塊 24">
            <a:extLst>
              <a:ext uri="{FF2B5EF4-FFF2-40B4-BE49-F238E27FC236}">
                <a16:creationId xmlns:a16="http://schemas.microsoft.com/office/drawing/2014/main" id="{C98B84CD-8414-42AC-81F8-44A0D023306F}"/>
              </a:ext>
            </a:extLst>
          </p:cNvPr>
          <p:cNvSpPr txBox="1"/>
          <p:nvPr/>
        </p:nvSpPr>
        <p:spPr>
          <a:xfrm>
            <a:off x="9295669" y="1448214"/>
            <a:ext cx="318586" cy="461665"/>
          </a:xfrm>
          <a:prstGeom prst="rect">
            <a:avLst/>
          </a:prstGeom>
          <a:noFill/>
        </p:spPr>
        <p:txBody>
          <a:bodyPr wrap="square" rtlCol="0">
            <a:spAutoFit/>
          </a:bodyPr>
          <a:lstStyle/>
          <a:p>
            <a:r>
              <a:rPr lang="en-US" altLang="zh-TW" sz="2400" b="1" dirty="0">
                <a:solidFill>
                  <a:srgbClr val="FFC000"/>
                </a:solidFill>
              </a:rPr>
              <a:t>y</a:t>
            </a:r>
            <a:endParaRPr lang="zh-TW" altLang="en-US" sz="2400" b="1" baseline="-25000" dirty="0">
              <a:solidFill>
                <a:srgbClr val="FFC000"/>
              </a:solidFill>
            </a:endParaRPr>
          </a:p>
        </p:txBody>
      </p:sp>
      <p:sp>
        <p:nvSpPr>
          <p:cNvPr id="26" name="文字方塊 25">
            <a:extLst>
              <a:ext uri="{FF2B5EF4-FFF2-40B4-BE49-F238E27FC236}">
                <a16:creationId xmlns:a16="http://schemas.microsoft.com/office/drawing/2014/main" id="{2D24F2F3-F0C3-4529-B2F1-B0F5FCCB9CDF}"/>
              </a:ext>
            </a:extLst>
          </p:cNvPr>
          <p:cNvSpPr txBox="1"/>
          <p:nvPr/>
        </p:nvSpPr>
        <p:spPr>
          <a:xfrm>
            <a:off x="9590339" y="1446530"/>
            <a:ext cx="318586" cy="461665"/>
          </a:xfrm>
          <a:prstGeom prst="rect">
            <a:avLst/>
          </a:prstGeom>
          <a:noFill/>
        </p:spPr>
        <p:txBody>
          <a:bodyPr wrap="square" rtlCol="0">
            <a:spAutoFit/>
          </a:bodyPr>
          <a:lstStyle/>
          <a:p>
            <a:r>
              <a:rPr lang="en-US" altLang="zh-TW" sz="2400" b="1" dirty="0">
                <a:solidFill>
                  <a:srgbClr val="FFC000"/>
                </a:solidFill>
              </a:rPr>
              <a:t>z</a:t>
            </a:r>
            <a:endParaRPr lang="zh-TW" altLang="en-US" sz="2400" b="1" baseline="-25000" dirty="0">
              <a:solidFill>
                <a:srgbClr val="FFC000"/>
              </a:solidFill>
            </a:endParaRPr>
          </a:p>
        </p:txBody>
      </p:sp>
      <p:sp>
        <p:nvSpPr>
          <p:cNvPr id="4" name="橢圓 3">
            <a:extLst>
              <a:ext uri="{FF2B5EF4-FFF2-40B4-BE49-F238E27FC236}">
                <a16:creationId xmlns:a16="http://schemas.microsoft.com/office/drawing/2014/main" id="{FE6DD536-F24C-4944-9D14-7104059F97D0}"/>
              </a:ext>
            </a:extLst>
          </p:cNvPr>
          <p:cNvSpPr/>
          <p:nvPr/>
        </p:nvSpPr>
        <p:spPr>
          <a:xfrm>
            <a:off x="2190833" y="1544732"/>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a:extLst>
              <a:ext uri="{FF2B5EF4-FFF2-40B4-BE49-F238E27FC236}">
                <a16:creationId xmlns:a16="http://schemas.microsoft.com/office/drawing/2014/main" id="{8E24CF0D-D8D7-4A35-B57E-21541ADF90E4}"/>
              </a:ext>
            </a:extLst>
          </p:cNvPr>
          <p:cNvSpPr/>
          <p:nvPr/>
        </p:nvSpPr>
        <p:spPr>
          <a:xfrm>
            <a:off x="8873154" y="3502598"/>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9" name="直線接點 28">
            <a:extLst>
              <a:ext uri="{FF2B5EF4-FFF2-40B4-BE49-F238E27FC236}">
                <a16:creationId xmlns:a16="http://schemas.microsoft.com/office/drawing/2014/main" id="{3F945F66-B38D-48B4-AFFF-FCAECB3BDFC7}"/>
              </a:ext>
            </a:extLst>
          </p:cNvPr>
          <p:cNvCxnSpPr/>
          <p:nvPr/>
        </p:nvCxnSpPr>
        <p:spPr>
          <a:xfrm>
            <a:off x="5345185" y="4766566"/>
            <a:ext cx="5511567" cy="0"/>
          </a:xfrm>
          <a:prstGeom prst="line">
            <a:avLst/>
          </a:prstGeom>
          <a:ln w="38100"/>
        </p:spPr>
        <p:style>
          <a:lnRef idx="1">
            <a:schemeClr val="accent4"/>
          </a:lnRef>
          <a:fillRef idx="0">
            <a:schemeClr val="accent4"/>
          </a:fillRef>
          <a:effectRef idx="0">
            <a:schemeClr val="accent4"/>
          </a:effectRef>
          <a:fontRef idx="minor">
            <a:schemeClr val="tx1"/>
          </a:fontRef>
        </p:style>
      </p:cxnSp>
      <p:sp>
        <p:nvSpPr>
          <p:cNvPr id="30" name="文字方塊 29">
            <a:extLst>
              <a:ext uri="{FF2B5EF4-FFF2-40B4-BE49-F238E27FC236}">
                <a16:creationId xmlns:a16="http://schemas.microsoft.com/office/drawing/2014/main" id="{D0C9C7F2-0936-47A8-A80F-90CE057C0A27}"/>
              </a:ext>
            </a:extLst>
          </p:cNvPr>
          <p:cNvSpPr txBox="1"/>
          <p:nvPr/>
        </p:nvSpPr>
        <p:spPr>
          <a:xfrm>
            <a:off x="5455089" y="3538264"/>
            <a:ext cx="335560" cy="400110"/>
          </a:xfrm>
          <a:prstGeom prst="rect">
            <a:avLst/>
          </a:prstGeom>
          <a:noFill/>
        </p:spPr>
        <p:txBody>
          <a:bodyPr wrap="square" rtlCol="0">
            <a:spAutoFit/>
          </a:bodyPr>
          <a:lstStyle/>
          <a:p>
            <a:r>
              <a:rPr lang="en-US" altLang="zh-TW" sz="2000" b="1" dirty="0">
                <a:solidFill>
                  <a:srgbClr val="FFC000"/>
                </a:solidFill>
              </a:rPr>
              <a:t>1</a:t>
            </a:r>
            <a:endParaRPr lang="zh-TW" altLang="en-US" sz="2000" b="1" dirty="0">
              <a:solidFill>
                <a:srgbClr val="FFC000"/>
              </a:solidFill>
            </a:endParaRPr>
          </a:p>
        </p:txBody>
      </p:sp>
      <p:sp>
        <p:nvSpPr>
          <p:cNvPr id="31" name="文字方塊 30">
            <a:extLst>
              <a:ext uri="{FF2B5EF4-FFF2-40B4-BE49-F238E27FC236}">
                <a16:creationId xmlns:a16="http://schemas.microsoft.com/office/drawing/2014/main" id="{B845F6B6-BD26-4971-89EC-093073A89888}"/>
              </a:ext>
            </a:extLst>
          </p:cNvPr>
          <p:cNvSpPr txBox="1"/>
          <p:nvPr/>
        </p:nvSpPr>
        <p:spPr>
          <a:xfrm>
            <a:off x="5438789" y="3255976"/>
            <a:ext cx="335560" cy="400110"/>
          </a:xfrm>
          <a:prstGeom prst="rect">
            <a:avLst/>
          </a:prstGeom>
          <a:noFill/>
        </p:spPr>
        <p:txBody>
          <a:bodyPr wrap="square" rtlCol="0">
            <a:spAutoFit/>
          </a:bodyPr>
          <a:lstStyle/>
          <a:p>
            <a:r>
              <a:rPr lang="en-US" altLang="zh-TW" sz="2000" b="1" dirty="0">
                <a:solidFill>
                  <a:srgbClr val="FFC000"/>
                </a:solidFill>
              </a:rPr>
              <a:t>2</a:t>
            </a:r>
            <a:endParaRPr lang="zh-TW" altLang="en-US" sz="2000" b="1" dirty="0">
              <a:solidFill>
                <a:srgbClr val="FFC000"/>
              </a:solidFill>
            </a:endParaRPr>
          </a:p>
        </p:txBody>
      </p:sp>
      <p:sp>
        <p:nvSpPr>
          <p:cNvPr id="32" name="文字方塊 31">
            <a:extLst>
              <a:ext uri="{FF2B5EF4-FFF2-40B4-BE49-F238E27FC236}">
                <a16:creationId xmlns:a16="http://schemas.microsoft.com/office/drawing/2014/main" id="{206BF2AD-22C9-46F3-ABE8-256FA3864560}"/>
              </a:ext>
            </a:extLst>
          </p:cNvPr>
          <p:cNvSpPr txBox="1"/>
          <p:nvPr/>
        </p:nvSpPr>
        <p:spPr>
          <a:xfrm>
            <a:off x="5445649" y="2985785"/>
            <a:ext cx="335560" cy="400110"/>
          </a:xfrm>
          <a:prstGeom prst="rect">
            <a:avLst/>
          </a:prstGeom>
          <a:noFill/>
        </p:spPr>
        <p:txBody>
          <a:bodyPr wrap="square" rtlCol="0">
            <a:spAutoFit/>
          </a:bodyPr>
          <a:lstStyle/>
          <a:p>
            <a:r>
              <a:rPr lang="en-US" altLang="zh-TW" sz="2000" b="1" dirty="0">
                <a:solidFill>
                  <a:srgbClr val="FFC000"/>
                </a:solidFill>
              </a:rPr>
              <a:t>3</a:t>
            </a:r>
            <a:endParaRPr lang="zh-TW" altLang="en-US" sz="2000" b="1" dirty="0">
              <a:solidFill>
                <a:srgbClr val="FFC000"/>
              </a:solidFill>
            </a:endParaRPr>
          </a:p>
        </p:txBody>
      </p:sp>
      <p:sp>
        <p:nvSpPr>
          <p:cNvPr id="33" name="文字方塊 32">
            <a:extLst>
              <a:ext uri="{FF2B5EF4-FFF2-40B4-BE49-F238E27FC236}">
                <a16:creationId xmlns:a16="http://schemas.microsoft.com/office/drawing/2014/main" id="{691DBDEE-5F6E-4667-8CDF-BEC4ECE1A63B}"/>
              </a:ext>
            </a:extLst>
          </p:cNvPr>
          <p:cNvSpPr txBox="1"/>
          <p:nvPr/>
        </p:nvSpPr>
        <p:spPr>
          <a:xfrm>
            <a:off x="5462427" y="4400013"/>
            <a:ext cx="335560" cy="400110"/>
          </a:xfrm>
          <a:prstGeom prst="rect">
            <a:avLst/>
          </a:prstGeom>
          <a:noFill/>
        </p:spPr>
        <p:txBody>
          <a:bodyPr wrap="square" rtlCol="0">
            <a:spAutoFit/>
          </a:bodyPr>
          <a:lstStyle/>
          <a:p>
            <a:r>
              <a:rPr lang="en-US" altLang="zh-TW" sz="2000" b="1" dirty="0">
                <a:solidFill>
                  <a:srgbClr val="FFC000"/>
                </a:solidFill>
              </a:rPr>
              <a:t>1</a:t>
            </a:r>
            <a:endParaRPr lang="zh-TW" altLang="en-US" sz="2000" b="1" dirty="0">
              <a:solidFill>
                <a:srgbClr val="FFC000"/>
              </a:solidFill>
            </a:endParaRPr>
          </a:p>
        </p:txBody>
      </p:sp>
      <p:sp>
        <p:nvSpPr>
          <p:cNvPr id="34" name="文字方塊 33">
            <a:extLst>
              <a:ext uri="{FF2B5EF4-FFF2-40B4-BE49-F238E27FC236}">
                <a16:creationId xmlns:a16="http://schemas.microsoft.com/office/drawing/2014/main" id="{6348352C-B162-4D3E-BF4E-E75ACCBDE56A}"/>
              </a:ext>
            </a:extLst>
          </p:cNvPr>
          <p:cNvSpPr txBox="1"/>
          <p:nvPr/>
        </p:nvSpPr>
        <p:spPr>
          <a:xfrm>
            <a:off x="5455089" y="4135857"/>
            <a:ext cx="335560" cy="400110"/>
          </a:xfrm>
          <a:prstGeom prst="rect">
            <a:avLst/>
          </a:prstGeom>
          <a:noFill/>
        </p:spPr>
        <p:txBody>
          <a:bodyPr wrap="square" rtlCol="0">
            <a:spAutoFit/>
          </a:bodyPr>
          <a:lstStyle/>
          <a:p>
            <a:r>
              <a:rPr lang="en-US" altLang="zh-TW" sz="2000" b="1" dirty="0">
                <a:solidFill>
                  <a:srgbClr val="FFC000"/>
                </a:solidFill>
              </a:rPr>
              <a:t>2</a:t>
            </a:r>
            <a:endParaRPr lang="zh-TW" altLang="en-US" sz="2000" b="1" dirty="0">
              <a:solidFill>
                <a:srgbClr val="FFC000"/>
              </a:solidFill>
            </a:endParaRPr>
          </a:p>
        </p:txBody>
      </p:sp>
      <p:sp>
        <p:nvSpPr>
          <p:cNvPr id="35" name="文字方塊 34">
            <a:extLst>
              <a:ext uri="{FF2B5EF4-FFF2-40B4-BE49-F238E27FC236}">
                <a16:creationId xmlns:a16="http://schemas.microsoft.com/office/drawing/2014/main" id="{3BD71361-2F34-4360-AA38-F4E8C90254E1}"/>
              </a:ext>
            </a:extLst>
          </p:cNvPr>
          <p:cNvSpPr txBox="1"/>
          <p:nvPr/>
        </p:nvSpPr>
        <p:spPr>
          <a:xfrm>
            <a:off x="5466362" y="3880481"/>
            <a:ext cx="335560" cy="400110"/>
          </a:xfrm>
          <a:prstGeom prst="rect">
            <a:avLst/>
          </a:prstGeom>
          <a:noFill/>
        </p:spPr>
        <p:txBody>
          <a:bodyPr wrap="square" rtlCol="0">
            <a:spAutoFit/>
          </a:bodyPr>
          <a:lstStyle/>
          <a:p>
            <a:r>
              <a:rPr lang="en-US" altLang="zh-TW" sz="2000" b="1" dirty="0">
                <a:solidFill>
                  <a:srgbClr val="FFC000"/>
                </a:solidFill>
              </a:rPr>
              <a:t>3</a:t>
            </a:r>
            <a:endParaRPr lang="zh-TW" altLang="en-US" sz="2000" b="1" dirty="0">
              <a:solidFill>
                <a:srgbClr val="FFC000"/>
              </a:solidFill>
            </a:endParaRPr>
          </a:p>
        </p:txBody>
      </p:sp>
      <p:sp>
        <p:nvSpPr>
          <p:cNvPr id="22" name="文字方塊 21">
            <a:extLst>
              <a:ext uri="{FF2B5EF4-FFF2-40B4-BE49-F238E27FC236}">
                <a16:creationId xmlns:a16="http://schemas.microsoft.com/office/drawing/2014/main" id="{143A95B4-7E8E-497E-A1E3-3B731AC07174}"/>
              </a:ext>
            </a:extLst>
          </p:cNvPr>
          <p:cNvSpPr txBox="1"/>
          <p:nvPr/>
        </p:nvSpPr>
        <p:spPr>
          <a:xfrm>
            <a:off x="7558837" y="5489436"/>
            <a:ext cx="1084261" cy="369332"/>
          </a:xfrm>
          <a:prstGeom prst="rect">
            <a:avLst/>
          </a:prstGeom>
          <a:noFill/>
        </p:spPr>
        <p:txBody>
          <a:bodyPr wrap="square" rtlCol="0">
            <a:spAutoFit/>
          </a:bodyPr>
          <a:lstStyle/>
          <a:p>
            <a:r>
              <a:rPr lang="en-US" altLang="zh-TW" dirty="0"/>
              <a:t>Matrix B</a:t>
            </a:r>
            <a:endParaRPr lang="zh-TW" altLang="en-US" dirty="0"/>
          </a:p>
        </p:txBody>
      </p:sp>
      <p:sp>
        <p:nvSpPr>
          <p:cNvPr id="23" name="標題 1">
            <a:extLst>
              <a:ext uri="{FF2B5EF4-FFF2-40B4-BE49-F238E27FC236}">
                <a16:creationId xmlns:a16="http://schemas.microsoft.com/office/drawing/2014/main" id="{60CBA591-E4A8-4C54-ADD6-1E985B6B5786}"/>
              </a:ext>
            </a:extLst>
          </p:cNvPr>
          <p:cNvSpPr>
            <a:spLocks noGrp="1"/>
          </p:cNvSpPr>
          <p:nvPr>
            <p:ph type="title"/>
          </p:nvPr>
        </p:nvSpPr>
        <p:spPr>
          <a:xfrm>
            <a:off x="348646" y="118152"/>
            <a:ext cx="10814108" cy="1136504"/>
          </a:xfrm>
        </p:spPr>
        <p:txBody>
          <a:bodyPr>
            <a:normAutofit/>
          </a:bodyPr>
          <a:lstStyle/>
          <a:p>
            <a:r>
              <a:rPr lang="en-US" altLang="zh-TW" sz="3200" dirty="0">
                <a:latin typeface="Times New Roman" panose="02020603050405020304" pitchFamily="18" charset="0"/>
                <a:cs typeface="Times New Roman" panose="02020603050405020304" pitchFamily="18" charset="0"/>
              </a:rPr>
              <a:t>NP‑Hardness of P(LOL) and P(LOE)</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EC5C8ECE-90AC-488A-AAB4-87D245011F8D}"/>
                  </a:ext>
                </a:extLst>
              </p:cNvPr>
              <p:cNvSpPr txBox="1"/>
              <p:nvPr/>
            </p:nvSpPr>
            <p:spPr>
              <a:xfrm>
                <a:off x="721171" y="3924875"/>
                <a:ext cx="4119008" cy="830997"/>
              </a:xfrm>
              <a:prstGeom prst="rect">
                <a:avLst/>
              </a:prstGeom>
              <a:noFill/>
            </p:spPr>
            <p:txBody>
              <a:bodyPr wrap="square" rtlCol="0">
                <a:spAutoFit/>
              </a:bodyPr>
              <a:lstStyle/>
              <a:p>
                <a14:m>
                  <m:oMath xmlns:m="http://schemas.openxmlformats.org/officeDocument/2006/math">
                    <m:sSubSup>
                      <m:sSubSupPr>
                        <m:ctrlPr>
                          <a:rPr lang="en-US" altLang="zh-TW" sz="2400" i="1" dirty="0" smtClean="0">
                            <a:solidFill>
                              <a:srgbClr val="FF0000"/>
                            </a:solidFill>
                            <a:latin typeface="Cambria Math" panose="02040503050406030204" pitchFamily="18" charset="0"/>
                          </a:rPr>
                        </m:ctrlPr>
                      </m:sSubSupPr>
                      <m:e>
                        <m:r>
                          <a:rPr lang="en-US" altLang="zh-TW" sz="2400" b="0" i="1" dirty="0" smtClean="0">
                            <a:solidFill>
                              <a:srgbClr val="FF0000"/>
                            </a:solidFill>
                            <a:latin typeface="Cambria Math" panose="02040503050406030204" pitchFamily="18" charset="0"/>
                          </a:rPr>
                          <m:t>𝑙</m:t>
                        </m:r>
                      </m:e>
                      <m:sub>
                        <m:r>
                          <a:rPr lang="en-US" altLang="zh-TW" sz="2400" b="0" i="1" dirty="0" smtClean="0">
                            <a:solidFill>
                              <a:srgbClr val="FF0000"/>
                            </a:solidFill>
                            <a:latin typeface="Cambria Math" panose="02040503050406030204" pitchFamily="18" charset="0"/>
                          </a:rPr>
                          <m:t>𝑥</m:t>
                        </m:r>
                      </m:sub>
                      <m:sup>
                        <m:r>
                          <a:rPr lang="en-US" altLang="zh-TW" sz="2400" b="0" i="1" dirty="0" smtClean="0">
                            <a:solidFill>
                              <a:srgbClr val="FF0000"/>
                            </a:solidFill>
                            <a:latin typeface="Cambria Math" panose="02040503050406030204" pitchFamily="18" charset="0"/>
                          </a:rPr>
                          <m:t>1</m:t>
                        </m:r>
                      </m:sup>
                    </m:sSubSup>
                    <m:r>
                      <a:rPr lang="en-US" altLang="zh-TW" sz="2400" i="1" dirty="0">
                        <a:solidFill>
                          <a:srgbClr val="FF0000"/>
                        </a:solidFill>
                        <a:latin typeface="Cambria Math" panose="02040503050406030204" pitchFamily="18" charset="0"/>
                      </a:rPr>
                      <m:t>,  </m:t>
                    </m:r>
                    <m:r>
                      <a:rPr lang="en-US" altLang="zh-TW" sz="2400" i="1" dirty="0">
                        <a:solidFill>
                          <a:srgbClr val="FF0000"/>
                        </a:solidFill>
                        <a:latin typeface="Cambria Math" panose="02040503050406030204" pitchFamily="18" charset="0"/>
                      </a:rPr>
                      <m:t>𝑖</m:t>
                    </m:r>
                    <m:r>
                      <a:rPr lang="en-US" altLang="zh-TW" sz="2400" i="1" dirty="0">
                        <a:solidFill>
                          <a:srgbClr val="FF0000"/>
                        </a:solidFill>
                        <a:latin typeface="Cambria Math" panose="02040503050406030204" pitchFamily="18" charset="0"/>
                      </a:rPr>
                      <m:t>=3(1+1) – (1−1) = 6</m:t>
                    </m:r>
                  </m:oMath>
                </a14:m>
                <a:r>
                  <a:rPr lang="en-US" altLang="zh-TW" sz="2400" dirty="0">
                    <a:solidFill>
                      <a:srgbClr val="FF0000"/>
                    </a:solidFill>
                  </a:rPr>
                  <a:t>, </a:t>
                </a:r>
              </a:p>
              <a:p>
                <a:r>
                  <a:rPr lang="en-US" altLang="zh-TW" sz="2400" dirty="0">
                    <a:solidFill>
                      <a:srgbClr val="FF0000"/>
                    </a:solidFill>
                  </a:rPr>
                  <a:t>       j = 5(3-1)+1 = 11</a:t>
                </a:r>
                <a:endParaRPr lang="zh-TW" altLang="en-US" sz="2400" dirty="0"/>
              </a:p>
            </p:txBody>
          </p:sp>
        </mc:Choice>
        <mc:Fallback xmlns="">
          <p:sp>
            <p:nvSpPr>
              <p:cNvPr id="36" name="文字方塊 35">
                <a:extLst>
                  <a:ext uri="{FF2B5EF4-FFF2-40B4-BE49-F238E27FC236}">
                    <a16:creationId xmlns:a16="http://schemas.microsoft.com/office/drawing/2014/main" id="{EC5C8ECE-90AC-488A-AAB4-87D245011F8D}"/>
                  </a:ext>
                </a:extLst>
              </p:cNvPr>
              <p:cNvSpPr txBox="1">
                <a:spLocks noRot="1" noChangeAspect="1" noMove="1" noResize="1" noEditPoints="1" noAdjustHandles="1" noChangeArrowheads="1" noChangeShapeType="1" noTextEdit="1"/>
              </p:cNvSpPr>
              <p:nvPr/>
            </p:nvSpPr>
            <p:spPr>
              <a:xfrm>
                <a:off x="721171" y="3924875"/>
                <a:ext cx="4119008" cy="830997"/>
              </a:xfrm>
              <a:prstGeom prst="rect">
                <a:avLst/>
              </a:prstGeom>
              <a:blipFill>
                <a:blip r:embed="rId5"/>
                <a:stretch>
                  <a:fillRect l="-444" t="-5882" r="-2811" b="-16176"/>
                </a:stretch>
              </a:blipFill>
            </p:spPr>
            <p:txBody>
              <a:bodyPr/>
              <a:lstStyle/>
              <a:p>
                <a:r>
                  <a:rPr lang="zh-TW" altLang="en-US">
                    <a:noFill/>
                  </a:rPr>
                  <a:t> </a:t>
                </a:r>
              </a:p>
            </p:txBody>
          </p:sp>
        </mc:Fallback>
      </mc:AlternateContent>
      <p:pic>
        <p:nvPicPr>
          <p:cNvPr id="37" name="圖片 36" descr="一張含有 文字 的圖片&#10;&#10;自動產生的描述">
            <a:extLst>
              <a:ext uri="{FF2B5EF4-FFF2-40B4-BE49-F238E27FC236}">
                <a16:creationId xmlns:a16="http://schemas.microsoft.com/office/drawing/2014/main" id="{807DE578-5FDD-4A30-8C71-55AE1BD312E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0579" y="5032888"/>
            <a:ext cx="6261946" cy="1518047"/>
          </a:xfrm>
          <a:prstGeom prst="rect">
            <a:avLst/>
          </a:prstGeom>
        </p:spPr>
      </p:pic>
      <p:cxnSp>
        <p:nvCxnSpPr>
          <p:cNvPr id="3" name="直線接點 2">
            <a:extLst>
              <a:ext uri="{FF2B5EF4-FFF2-40B4-BE49-F238E27FC236}">
                <a16:creationId xmlns:a16="http://schemas.microsoft.com/office/drawing/2014/main" id="{476F42D7-3C1C-4F33-AF16-5A7203E1B2FC}"/>
              </a:ext>
            </a:extLst>
          </p:cNvPr>
          <p:cNvCxnSpPr>
            <a:cxnSpLocks/>
          </p:cNvCxnSpPr>
          <p:nvPr/>
        </p:nvCxnSpPr>
        <p:spPr>
          <a:xfrm>
            <a:off x="1222218" y="5604095"/>
            <a:ext cx="4044967" cy="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483112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桌 的圖片&#10;&#10;自動產生的描述">
            <a:extLst>
              <a:ext uri="{FF2B5EF4-FFF2-40B4-BE49-F238E27FC236}">
                <a16:creationId xmlns:a16="http://schemas.microsoft.com/office/drawing/2014/main" id="{AFDBA703-BE95-42FD-8559-797FF78668E5}"/>
              </a:ext>
            </a:extLst>
          </p:cNvPr>
          <p:cNvPicPr>
            <a:picLocks noChangeAspect="1"/>
          </p:cNvPicPr>
          <p:nvPr/>
        </p:nvPicPr>
        <p:blipFill rotWithShape="1">
          <a:blip r:embed="rId2">
            <a:extLst>
              <a:ext uri="{28A0092B-C50C-407E-A947-70E740481C1C}">
                <a14:useLocalDpi xmlns:a14="http://schemas.microsoft.com/office/drawing/2010/main" val="0"/>
              </a:ext>
            </a:extLst>
          </a:blip>
          <a:srcRect b="52987"/>
          <a:stretch/>
        </p:blipFill>
        <p:spPr>
          <a:xfrm>
            <a:off x="5634142" y="1828641"/>
            <a:ext cx="5410955" cy="3139496"/>
          </a:xfrm>
          <a:prstGeom prst="rect">
            <a:avLst/>
          </a:prstGeom>
        </p:spPr>
      </p:pic>
      <p:cxnSp>
        <p:nvCxnSpPr>
          <p:cNvPr id="6" name="直線接點 5">
            <a:extLst>
              <a:ext uri="{FF2B5EF4-FFF2-40B4-BE49-F238E27FC236}">
                <a16:creationId xmlns:a16="http://schemas.microsoft.com/office/drawing/2014/main" id="{6A57BB6D-440E-4317-A666-1530A629F21B}"/>
              </a:ext>
            </a:extLst>
          </p:cNvPr>
          <p:cNvCxnSpPr>
            <a:cxnSpLocks/>
          </p:cNvCxnSpPr>
          <p:nvPr/>
        </p:nvCxnSpPr>
        <p:spPr>
          <a:xfrm flipH="1">
            <a:off x="8976239" y="1828640"/>
            <a:ext cx="24760" cy="3244604"/>
          </a:xfrm>
          <a:prstGeom prst="line">
            <a:avLst/>
          </a:prstGeom>
          <a:ln w="38100"/>
        </p:spPr>
        <p:style>
          <a:lnRef idx="1">
            <a:schemeClr val="accent4"/>
          </a:lnRef>
          <a:fillRef idx="0">
            <a:schemeClr val="accent4"/>
          </a:fillRef>
          <a:effectRef idx="0">
            <a:schemeClr val="accent4"/>
          </a:effectRef>
          <a:fontRef idx="minor">
            <a:schemeClr val="tx1"/>
          </a:fontRef>
        </p:style>
      </p:cxnSp>
      <p:cxnSp>
        <p:nvCxnSpPr>
          <p:cNvPr id="16" name="直線接點 15">
            <a:extLst>
              <a:ext uri="{FF2B5EF4-FFF2-40B4-BE49-F238E27FC236}">
                <a16:creationId xmlns:a16="http://schemas.microsoft.com/office/drawing/2014/main" id="{967C9E74-7B6E-40C7-A026-449BF8B0F4F3}"/>
              </a:ext>
            </a:extLst>
          </p:cNvPr>
          <p:cNvCxnSpPr>
            <a:cxnSpLocks/>
          </p:cNvCxnSpPr>
          <p:nvPr/>
        </p:nvCxnSpPr>
        <p:spPr>
          <a:xfrm>
            <a:off x="7509545" y="1828640"/>
            <a:ext cx="0" cy="3139497"/>
          </a:xfrm>
          <a:prstGeom prst="line">
            <a:avLst/>
          </a:prstGeom>
          <a:ln w="38100"/>
        </p:spPr>
        <p:style>
          <a:lnRef idx="1">
            <a:schemeClr val="accent4"/>
          </a:lnRef>
          <a:fillRef idx="0">
            <a:schemeClr val="accent4"/>
          </a:fillRef>
          <a:effectRef idx="0">
            <a:schemeClr val="accent4"/>
          </a:effectRef>
          <a:fontRef idx="minor">
            <a:schemeClr val="tx1"/>
          </a:fontRef>
        </p:style>
      </p:cxnSp>
      <p:pic>
        <p:nvPicPr>
          <p:cNvPr id="17" name="圖片 16" descr="一張含有 文字 的圖片&#10;&#10;自動產生的描述">
            <a:extLst>
              <a:ext uri="{FF2B5EF4-FFF2-40B4-BE49-F238E27FC236}">
                <a16:creationId xmlns:a16="http://schemas.microsoft.com/office/drawing/2014/main" id="{0D4F3DFF-E2E6-4A20-8F91-325093C60E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808" y="2600152"/>
            <a:ext cx="3713148" cy="1489915"/>
          </a:xfrm>
          <a:prstGeom prst="rect">
            <a:avLst/>
          </a:prstGeom>
        </p:spPr>
      </p:pic>
      <p:sp>
        <p:nvSpPr>
          <p:cNvPr id="18" name="文字方塊 17">
            <a:extLst>
              <a:ext uri="{FF2B5EF4-FFF2-40B4-BE49-F238E27FC236}">
                <a16:creationId xmlns:a16="http://schemas.microsoft.com/office/drawing/2014/main" id="{B35DD33E-4014-4ED2-95D7-5A97FCAB318B}"/>
              </a:ext>
            </a:extLst>
          </p:cNvPr>
          <p:cNvSpPr txBox="1"/>
          <p:nvPr/>
        </p:nvSpPr>
        <p:spPr>
          <a:xfrm>
            <a:off x="4761112" y="4090067"/>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2</a:t>
            </a:r>
            <a:endParaRPr lang="zh-TW" altLang="en-US" sz="2400" b="1" baseline="-25000" dirty="0">
              <a:solidFill>
                <a:srgbClr val="FFC000"/>
              </a:solidFill>
            </a:endParaRPr>
          </a:p>
        </p:txBody>
      </p:sp>
      <p:sp>
        <p:nvSpPr>
          <p:cNvPr id="19" name="文字方塊 18">
            <a:extLst>
              <a:ext uri="{FF2B5EF4-FFF2-40B4-BE49-F238E27FC236}">
                <a16:creationId xmlns:a16="http://schemas.microsoft.com/office/drawing/2014/main" id="{90C7C165-B3EB-4978-B6C4-DE7A882E92B1}"/>
              </a:ext>
            </a:extLst>
          </p:cNvPr>
          <p:cNvSpPr txBox="1"/>
          <p:nvPr/>
        </p:nvSpPr>
        <p:spPr>
          <a:xfrm>
            <a:off x="4744334" y="3051548"/>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1</a:t>
            </a:r>
            <a:endParaRPr lang="zh-TW" altLang="en-US" sz="2400" b="1" baseline="-25000" dirty="0">
              <a:solidFill>
                <a:srgbClr val="FFC000"/>
              </a:solidFill>
            </a:endParaRPr>
          </a:p>
        </p:txBody>
      </p:sp>
      <p:cxnSp>
        <p:nvCxnSpPr>
          <p:cNvPr id="12" name="直線接點 11">
            <a:extLst>
              <a:ext uri="{FF2B5EF4-FFF2-40B4-BE49-F238E27FC236}">
                <a16:creationId xmlns:a16="http://schemas.microsoft.com/office/drawing/2014/main" id="{F82555AF-452D-4067-B838-CA248C240024}"/>
              </a:ext>
            </a:extLst>
          </p:cNvPr>
          <p:cNvCxnSpPr/>
          <p:nvPr/>
        </p:nvCxnSpPr>
        <p:spPr>
          <a:xfrm>
            <a:off x="5310231" y="2985303"/>
            <a:ext cx="5511567" cy="0"/>
          </a:xfrm>
          <a:prstGeom prst="line">
            <a:avLst/>
          </a:prstGeom>
          <a:ln w="38100"/>
        </p:spPr>
        <p:style>
          <a:lnRef idx="1">
            <a:schemeClr val="accent4"/>
          </a:lnRef>
          <a:fillRef idx="0">
            <a:schemeClr val="accent4"/>
          </a:fillRef>
          <a:effectRef idx="0">
            <a:schemeClr val="accent4"/>
          </a:effectRef>
          <a:fontRef idx="minor">
            <a:schemeClr val="tx1"/>
          </a:fontRef>
        </p:style>
      </p:cxnSp>
      <p:cxnSp>
        <p:nvCxnSpPr>
          <p:cNvPr id="24" name="直線接點 23">
            <a:extLst>
              <a:ext uri="{FF2B5EF4-FFF2-40B4-BE49-F238E27FC236}">
                <a16:creationId xmlns:a16="http://schemas.microsoft.com/office/drawing/2014/main" id="{DBEB2AF1-A162-40E6-BF07-1A8BC98142AB}"/>
              </a:ext>
            </a:extLst>
          </p:cNvPr>
          <p:cNvCxnSpPr/>
          <p:nvPr/>
        </p:nvCxnSpPr>
        <p:spPr>
          <a:xfrm>
            <a:off x="5345185" y="3892713"/>
            <a:ext cx="5511567" cy="0"/>
          </a:xfrm>
          <a:prstGeom prst="line">
            <a:avLst/>
          </a:prstGeom>
          <a:ln w="38100"/>
        </p:spPr>
        <p:style>
          <a:lnRef idx="1">
            <a:schemeClr val="accent4"/>
          </a:lnRef>
          <a:fillRef idx="0">
            <a:schemeClr val="accent4"/>
          </a:fillRef>
          <a:effectRef idx="0">
            <a:schemeClr val="accent4"/>
          </a:effectRef>
          <a:fontRef idx="minor">
            <a:schemeClr val="tx1"/>
          </a:fontRef>
        </p:style>
      </p:cxnSp>
      <p:sp>
        <p:nvSpPr>
          <p:cNvPr id="27" name="文字方塊 26">
            <a:extLst>
              <a:ext uri="{FF2B5EF4-FFF2-40B4-BE49-F238E27FC236}">
                <a16:creationId xmlns:a16="http://schemas.microsoft.com/office/drawing/2014/main" id="{0252C859-A4D6-4519-A370-734D51E20DC9}"/>
              </a:ext>
            </a:extLst>
          </p:cNvPr>
          <p:cNvSpPr txBox="1"/>
          <p:nvPr/>
        </p:nvSpPr>
        <p:spPr>
          <a:xfrm>
            <a:off x="9006712" y="1448215"/>
            <a:ext cx="318586" cy="461665"/>
          </a:xfrm>
          <a:prstGeom prst="rect">
            <a:avLst/>
          </a:prstGeom>
          <a:noFill/>
        </p:spPr>
        <p:txBody>
          <a:bodyPr wrap="square" rtlCol="0">
            <a:spAutoFit/>
          </a:bodyPr>
          <a:lstStyle/>
          <a:p>
            <a:r>
              <a:rPr lang="en-US" altLang="zh-TW" sz="2400" b="1" dirty="0">
                <a:solidFill>
                  <a:srgbClr val="FFC000"/>
                </a:solidFill>
              </a:rPr>
              <a:t>x</a:t>
            </a:r>
            <a:endParaRPr lang="zh-TW" altLang="en-US" sz="2400" b="1" baseline="-25000" dirty="0">
              <a:solidFill>
                <a:srgbClr val="FFC000"/>
              </a:solidFill>
            </a:endParaRPr>
          </a:p>
        </p:txBody>
      </p:sp>
      <p:sp>
        <p:nvSpPr>
          <p:cNvPr id="25" name="文字方塊 24">
            <a:extLst>
              <a:ext uri="{FF2B5EF4-FFF2-40B4-BE49-F238E27FC236}">
                <a16:creationId xmlns:a16="http://schemas.microsoft.com/office/drawing/2014/main" id="{C98B84CD-8414-42AC-81F8-44A0D023306F}"/>
              </a:ext>
            </a:extLst>
          </p:cNvPr>
          <p:cNvSpPr txBox="1"/>
          <p:nvPr/>
        </p:nvSpPr>
        <p:spPr>
          <a:xfrm>
            <a:off x="9295669" y="1448214"/>
            <a:ext cx="318586" cy="461665"/>
          </a:xfrm>
          <a:prstGeom prst="rect">
            <a:avLst/>
          </a:prstGeom>
          <a:noFill/>
        </p:spPr>
        <p:txBody>
          <a:bodyPr wrap="square" rtlCol="0">
            <a:spAutoFit/>
          </a:bodyPr>
          <a:lstStyle/>
          <a:p>
            <a:r>
              <a:rPr lang="en-US" altLang="zh-TW" sz="2400" b="1" dirty="0">
                <a:solidFill>
                  <a:srgbClr val="FFC000"/>
                </a:solidFill>
              </a:rPr>
              <a:t>y</a:t>
            </a:r>
            <a:endParaRPr lang="zh-TW" altLang="en-US" sz="2400" b="1" baseline="-25000" dirty="0">
              <a:solidFill>
                <a:srgbClr val="FFC000"/>
              </a:solidFill>
            </a:endParaRPr>
          </a:p>
        </p:txBody>
      </p:sp>
      <p:sp>
        <p:nvSpPr>
          <p:cNvPr id="26" name="文字方塊 25">
            <a:extLst>
              <a:ext uri="{FF2B5EF4-FFF2-40B4-BE49-F238E27FC236}">
                <a16:creationId xmlns:a16="http://schemas.microsoft.com/office/drawing/2014/main" id="{2D24F2F3-F0C3-4529-B2F1-B0F5FCCB9CDF}"/>
              </a:ext>
            </a:extLst>
          </p:cNvPr>
          <p:cNvSpPr txBox="1"/>
          <p:nvPr/>
        </p:nvSpPr>
        <p:spPr>
          <a:xfrm>
            <a:off x="9590339" y="1446530"/>
            <a:ext cx="318586" cy="461665"/>
          </a:xfrm>
          <a:prstGeom prst="rect">
            <a:avLst/>
          </a:prstGeom>
          <a:noFill/>
        </p:spPr>
        <p:txBody>
          <a:bodyPr wrap="square" rtlCol="0">
            <a:spAutoFit/>
          </a:bodyPr>
          <a:lstStyle/>
          <a:p>
            <a:r>
              <a:rPr lang="en-US" altLang="zh-TW" sz="2400" b="1" dirty="0">
                <a:solidFill>
                  <a:srgbClr val="FFC000"/>
                </a:solidFill>
              </a:rPr>
              <a:t>z</a:t>
            </a:r>
            <a:endParaRPr lang="zh-TW" altLang="en-US" sz="2400" b="1" baseline="-25000" dirty="0">
              <a:solidFill>
                <a:srgbClr val="FFC000"/>
              </a:solidFill>
            </a:endParaRPr>
          </a:p>
        </p:txBody>
      </p:sp>
      <p:sp>
        <p:nvSpPr>
          <p:cNvPr id="4" name="橢圓 3">
            <a:extLst>
              <a:ext uri="{FF2B5EF4-FFF2-40B4-BE49-F238E27FC236}">
                <a16:creationId xmlns:a16="http://schemas.microsoft.com/office/drawing/2014/main" id="{FE6DD536-F24C-4944-9D14-7104059F97D0}"/>
              </a:ext>
            </a:extLst>
          </p:cNvPr>
          <p:cNvSpPr/>
          <p:nvPr/>
        </p:nvSpPr>
        <p:spPr>
          <a:xfrm>
            <a:off x="2097248" y="3129668"/>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a:extLst>
              <a:ext uri="{FF2B5EF4-FFF2-40B4-BE49-F238E27FC236}">
                <a16:creationId xmlns:a16="http://schemas.microsoft.com/office/drawing/2014/main" id="{8E24CF0D-D8D7-4A35-B57E-21541ADF90E4}"/>
              </a:ext>
            </a:extLst>
          </p:cNvPr>
          <p:cNvSpPr/>
          <p:nvPr/>
        </p:nvSpPr>
        <p:spPr>
          <a:xfrm>
            <a:off x="7431161" y="3235501"/>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9" name="直線接點 28">
            <a:extLst>
              <a:ext uri="{FF2B5EF4-FFF2-40B4-BE49-F238E27FC236}">
                <a16:creationId xmlns:a16="http://schemas.microsoft.com/office/drawing/2014/main" id="{3F945F66-B38D-48B4-AFFF-FCAECB3BDFC7}"/>
              </a:ext>
            </a:extLst>
          </p:cNvPr>
          <p:cNvCxnSpPr/>
          <p:nvPr/>
        </p:nvCxnSpPr>
        <p:spPr>
          <a:xfrm>
            <a:off x="5345185" y="4766566"/>
            <a:ext cx="5511567" cy="0"/>
          </a:xfrm>
          <a:prstGeom prst="line">
            <a:avLst/>
          </a:prstGeom>
          <a:ln w="38100"/>
        </p:spPr>
        <p:style>
          <a:lnRef idx="1">
            <a:schemeClr val="accent4"/>
          </a:lnRef>
          <a:fillRef idx="0">
            <a:schemeClr val="accent4"/>
          </a:fillRef>
          <a:effectRef idx="0">
            <a:schemeClr val="accent4"/>
          </a:effectRef>
          <a:fontRef idx="minor">
            <a:schemeClr val="tx1"/>
          </a:fontRef>
        </p:style>
      </p:cxnSp>
      <p:sp>
        <p:nvSpPr>
          <p:cNvPr id="30" name="文字方塊 29">
            <a:extLst>
              <a:ext uri="{FF2B5EF4-FFF2-40B4-BE49-F238E27FC236}">
                <a16:creationId xmlns:a16="http://schemas.microsoft.com/office/drawing/2014/main" id="{D0C9C7F2-0936-47A8-A80F-90CE057C0A27}"/>
              </a:ext>
            </a:extLst>
          </p:cNvPr>
          <p:cNvSpPr txBox="1"/>
          <p:nvPr/>
        </p:nvSpPr>
        <p:spPr>
          <a:xfrm>
            <a:off x="5455089" y="3538264"/>
            <a:ext cx="335560" cy="400110"/>
          </a:xfrm>
          <a:prstGeom prst="rect">
            <a:avLst/>
          </a:prstGeom>
          <a:noFill/>
        </p:spPr>
        <p:txBody>
          <a:bodyPr wrap="square" rtlCol="0">
            <a:spAutoFit/>
          </a:bodyPr>
          <a:lstStyle/>
          <a:p>
            <a:r>
              <a:rPr lang="en-US" altLang="zh-TW" sz="2000" b="1" dirty="0">
                <a:solidFill>
                  <a:srgbClr val="FFC000"/>
                </a:solidFill>
              </a:rPr>
              <a:t>1</a:t>
            </a:r>
            <a:endParaRPr lang="zh-TW" altLang="en-US" sz="2000" b="1" dirty="0">
              <a:solidFill>
                <a:srgbClr val="FFC000"/>
              </a:solidFill>
            </a:endParaRPr>
          </a:p>
        </p:txBody>
      </p:sp>
      <p:sp>
        <p:nvSpPr>
          <p:cNvPr id="31" name="文字方塊 30">
            <a:extLst>
              <a:ext uri="{FF2B5EF4-FFF2-40B4-BE49-F238E27FC236}">
                <a16:creationId xmlns:a16="http://schemas.microsoft.com/office/drawing/2014/main" id="{B845F6B6-BD26-4971-89EC-093073A89888}"/>
              </a:ext>
            </a:extLst>
          </p:cNvPr>
          <p:cNvSpPr txBox="1"/>
          <p:nvPr/>
        </p:nvSpPr>
        <p:spPr>
          <a:xfrm>
            <a:off x="5438789" y="3255976"/>
            <a:ext cx="335560" cy="400110"/>
          </a:xfrm>
          <a:prstGeom prst="rect">
            <a:avLst/>
          </a:prstGeom>
          <a:noFill/>
        </p:spPr>
        <p:txBody>
          <a:bodyPr wrap="square" rtlCol="0">
            <a:spAutoFit/>
          </a:bodyPr>
          <a:lstStyle/>
          <a:p>
            <a:r>
              <a:rPr lang="en-US" altLang="zh-TW" sz="2000" b="1" dirty="0">
                <a:solidFill>
                  <a:srgbClr val="FFC000"/>
                </a:solidFill>
              </a:rPr>
              <a:t>2</a:t>
            </a:r>
            <a:endParaRPr lang="zh-TW" altLang="en-US" sz="2000" b="1" dirty="0">
              <a:solidFill>
                <a:srgbClr val="FFC000"/>
              </a:solidFill>
            </a:endParaRPr>
          </a:p>
        </p:txBody>
      </p:sp>
      <p:sp>
        <p:nvSpPr>
          <p:cNvPr id="32" name="文字方塊 31">
            <a:extLst>
              <a:ext uri="{FF2B5EF4-FFF2-40B4-BE49-F238E27FC236}">
                <a16:creationId xmlns:a16="http://schemas.microsoft.com/office/drawing/2014/main" id="{206BF2AD-22C9-46F3-ABE8-256FA3864560}"/>
              </a:ext>
            </a:extLst>
          </p:cNvPr>
          <p:cNvSpPr txBox="1"/>
          <p:nvPr/>
        </p:nvSpPr>
        <p:spPr>
          <a:xfrm>
            <a:off x="5445649" y="2985785"/>
            <a:ext cx="335560" cy="400110"/>
          </a:xfrm>
          <a:prstGeom prst="rect">
            <a:avLst/>
          </a:prstGeom>
          <a:noFill/>
        </p:spPr>
        <p:txBody>
          <a:bodyPr wrap="square" rtlCol="0">
            <a:spAutoFit/>
          </a:bodyPr>
          <a:lstStyle/>
          <a:p>
            <a:r>
              <a:rPr lang="en-US" altLang="zh-TW" sz="2000" b="1" dirty="0">
                <a:solidFill>
                  <a:srgbClr val="FFC000"/>
                </a:solidFill>
              </a:rPr>
              <a:t>3</a:t>
            </a:r>
            <a:endParaRPr lang="zh-TW" altLang="en-US" sz="2000" b="1" dirty="0">
              <a:solidFill>
                <a:srgbClr val="FFC000"/>
              </a:solidFill>
            </a:endParaRPr>
          </a:p>
        </p:txBody>
      </p:sp>
      <p:sp>
        <p:nvSpPr>
          <p:cNvPr id="33" name="文字方塊 32">
            <a:extLst>
              <a:ext uri="{FF2B5EF4-FFF2-40B4-BE49-F238E27FC236}">
                <a16:creationId xmlns:a16="http://schemas.microsoft.com/office/drawing/2014/main" id="{691DBDEE-5F6E-4667-8CDF-BEC4ECE1A63B}"/>
              </a:ext>
            </a:extLst>
          </p:cNvPr>
          <p:cNvSpPr txBox="1"/>
          <p:nvPr/>
        </p:nvSpPr>
        <p:spPr>
          <a:xfrm>
            <a:off x="5462427" y="4400013"/>
            <a:ext cx="335560" cy="400110"/>
          </a:xfrm>
          <a:prstGeom prst="rect">
            <a:avLst/>
          </a:prstGeom>
          <a:noFill/>
        </p:spPr>
        <p:txBody>
          <a:bodyPr wrap="square" rtlCol="0">
            <a:spAutoFit/>
          </a:bodyPr>
          <a:lstStyle/>
          <a:p>
            <a:r>
              <a:rPr lang="en-US" altLang="zh-TW" sz="2000" b="1" dirty="0">
                <a:solidFill>
                  <a:srgbClr val="FFC000"/>
                </a:solidFill>
              </a:rPr>
              <a:t>1</a:t>
            </a:r>
            <a:endParaRPr lang="zh-TW" altLang="en-US" sz="2000" b="1" dirty="0">
              <a:solidFill>
                <a:srgbClr val="FFC000"/>
              </a:solidFill>
            </a:endParaRPr>
          </a:p>
        </p:txBody>
      </p:sp>
      <p:sp>
        <p:nvSpPr>
          <p:cNvPr id="34" name="文字方塊 33">
            <a:extLst>
              <a:ext uri="{FF2B5EF4-FFF2-40B4-BE49-F238E27FC236}">
                <a16:creationId xmlns:a16="http://schemas.microsoft.com/office/drawing/2014/main" id="{6348352C-B162-4D3E-BF4E-E75ACCBDE56A}"/>
              </a:ext>
            </a:extLst>
          </p:cNvPr>
          <p:cNvSpPr txBox="1"/>
          <p:nvPr/>
        </p:nvSpPr>
        <p:spPr>
          <a:xfrm>
            <a:off x="5455089" y="4135857"/>
            <a:ext cx="335560" cy="400110"/>
          </a:xfrm>
          <a:prstGeom prst="rect">
            <a:avLst/>
          </a:prstGeom>
          <a:noFill/>
        </p:spPr>
        <p:txBody>
          <a:bodyPr wrap="square" rtlCol="0">
            <a:spAutoFit/>
          </a:bodyPr>
          <a:lstStyle/>
          <a:p>
            <a:r>
              <a:rPr lang="en-US" altLang="zh-TW" sz="2000" b="1" dirty="0">
                <a:solidFill>
                  <a:srgbClr val="FFC000"/>
                </a:solidFill>
              </a:rPr>
              <a:t>2</a:t>
            </a:r>
            <a:endParaRPr lang="zh-TW" altLang="en-US" sz="2000" b="1" dirty="0">
              <a:solidFill>
                <a:srgbClr val="FFC000"/>
              </a:solidFill>
            </a:endParaRPr>
          </a:p>
        </p:txBody>
      </p:sp>
      <p:sp>
        <p:nvSpPr>
          <p:cNvPr id="35" name="文字方塊 34">
            <a:extLst>
              <a:ext uri="{FF2B5EF4-FFF2-40B4-BE49-F238E27FC236}">
                <a16:creationId xmlns:a16="http://schemas.microsoft.com/office/drawing/2014/main" id="{3BD71361-2F34-4360-AA38-F4E8C90254E1}"/>
              </a:ext>
            </a:extLst>
          </p:cNvPr>
          <p:cNvSpPr txBox="1"/>
          <p:nvPr/>
        </p:nvSpPr>
        <p:spPr>
          <a:xfrm>
            <a:off x="5466362" y="3880481"/>
            <a:ext cx="335560" cy="400110"/>
          </a:xfrm>
          <a:prstGeom prst="rect">
            <a:avLst/>
          </a:prstGeom>
          <a:noFill/>
        </p:spPr>
        <p:txBody>
          <a:bodyPr wrap="square" rtlCol="0">
            <a:spAutoFit/>
          </a:bodyPr>
          <a:lstStyle/>
          <a:p>
            <a:r>
              <a:rPr lang="en-US" altLang="zh-TW" sz="2000" b="1" dirty="0">
                <a:solidFill>
                  <a:srgbClr val="FFC000"/>
                </a:solidFill>
              </a:rPr>
              <a:t>3</a:t>
            </a:r>
            <a:endParaRPr lang="zh-TW" altLang="en-US" sz="2000" b="1" dirty="0">
              <a:solidFill>
                <a:srgbClr val="FFC000"/>
              </a:solidFill>
            </a:endParaRPr>
          </a:p>
        </p:txBody>
      </p:sp>
      <p:sp>
        <p:nvSpPr>
          <p:cNvPr id="22" name="文字方塊 21">
            <a:extLst>
              <a:ext uri="{FF2B5EF4-FFF2-40B4-BE49-F238E27FC236}">
                <a16:creationId xmlns:a16="http://schemas.microsoft.com/office/drawing/2014/main" id="{153BAB83-D6BC-4507-97D2-AD7EC83D100B}"/>
              </a:ext>
            </a:extLst>
          </p:cNvPr>
          <p:cNvSpPr txBox="1"/>
          <p:nvPr/>
        </p:nvSpPr>
        <p:spPr>
          <a:xfrm>
            <a:off x="7558837" y="5304770"/>
            <a:ext cx="1084261" cy="369332"/>
          </a:xfrm>
          <a:prstGeom prst="rect">
            <a:avLst/>
          </a:prstGeom>
          <a:noFill/>
        </p:spPr>
        <p:txBody>
          <a:bodyPr wrap="square" rtlCol="0">
            <a:spAutoFit/>
          </a:bodyPr>
          <a:lstStyle/>
          <a:p>
            <a:r>
              <a:rPr lang="en-US" altLang="zh-TW" dirty="0"/>
              <a:t>Matrix B</a:t>
            </a:r>
            <a:endParaRPr lang="zh-TW" altLang="en-US" dirty="0"/>
          </a:p>
        </p:txBody>
      </p:sp>
      <p:sp>
        <p:nvSpPr>
          <p:cNvPr id="23" name="標題 1">
            <a:extLst>
              <a:ext uri="{FF2B5EF4-FFF2-40B4-BE49-F238E27FC236}">
                <a16:creationId xmlns:a16="http://schemas.microsoft.com/office/drawing/2014/main" id="{AB3A06FF-C190-42DB-9489-4E4AA272211A}"/>
              </a:ext>
            </a:extLst>
          </p:cNvPr>
          <p:cNvSpPr>
            <a:spLocks noGrp="1"/>
          </p:cNvSpPr>
          <p:nvPr>
            <p:ph type="title"/>
          </p:nvPr>
        </p:nvSpPr>
        <p:spPr>
          <a:xfrm>
            <a:off x="348646" y="118152"/>
            <a:ext cx="10814108" cy="1136504"/>
          </a:xfrm>
        </p:spPr>
        <p:txBody>
          <a:bodyPr>
            <a:normAutofit/>
          </a:bodyPr>
          <a:lstStyle/>
          <a:p>
            <a:r>
              <a:rPr lang="en-US" altLang="zh-TW" sz="3200" dirty="0">
                <a:latin typeface="Times New Roman" panose="02020603050405020304" pitchFamily="18" charset="0"/>
                <a:cs typeface="Times New Roman" panose="02020603050405020304" pitchFamily="18" charset="0"/>
              </a:rPr>
              <a:t>NP‑Hardness of P(LOL) and P(LOE)</a:t>
            </a:r>
            <a:endParaRPr lang="zh-TW"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768894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桌 的圖片&#10;&#10;自動產生的描述">
            <a:extLst>
              <a:ext uri="{FF2B5EF4-FFF2-40B4-BE49-F238E27FC236}">
                <a16:creationId xmlns:a16="http://schemas.microsoft.com/office/drawing/2014/main" id="{AFDBA703-BE95-42FD-8559-797FF78668E5}"/>
              </a:ext>
            </a:extLst>
          </p:cNvPr>
          <p:cNvPicPr>
            <a:picLocks noChangeAspect="1"/>
          </p:cNvPicPr>
          <p:nvPr/>
        </p:nvPicPr>
        <p:blipFill rotWithShape="1">
          <a:blip r:embed="rId2">
            <a:extLst>
              <a:ext uri="{28A0092B-C50C-407E-A947-70E740481C1C}">
                <a14:useLocalDpi xmlns:a14="http://schemas.microsoft.com/office/drawing/2010/main" val="0"/>
              </a:ext>
            </a:extLst>
          </a:blip>
          <a:srcRect b="52987"/>
          <a:stretch/>
        </p:blipFill>
        <p:spPr>
          <a:xfrm>
            <a:off x="5634142" y="1828641"/>
            <a:ext cx="5410955" cy="3139496"/>
          </a:xfrm>
          <a:prstGeom prst="rect">
            <a:avLst/>
          </a:prstGeom>
        </p:spPr>
      </p:pic>
      <p:cxnSp>
        <p:nvCxnSpPr>
          <p:cNvPr id="6" name="直線接點 5">
            <a:extLst>
              <a:ext uri="{FF2B5EF4-FFF2-40B4-BE49-F238E27FC236}">
                <a16:creationId xmlns:a16="http://schemas.microsoft.com/office/drawing/2014/main" id="{6A57BB6D-440E-4317-A666-1530A629F21B}"/>
              </a:ext>
            </a:extLst>
          </p:cNvPr>
          <p:cNvCxnSpPr>
            <a:cxnSpLocks/>
          </p:cNvCxnSpPr>
          <p:nvPr/>
        </p:nvCxnSpPr>
        <p:spPr>
          <a:xfrm flipH="1">
            <a:off x="8976239" y="1828640"/>
            <a:ext cx="24760" cy="3244604"/>
          </a:xfrm>
          <a:prstGeom prst="line">
            <a:avLst/>
          </a:prstGeom>
          <a:ln w="38100"/>
        </p:spPr>
        <p:style>
          <a:lnRef idx="1">
            <a:schemeClr val="accent4"/>
          </a:lnRef>
          <a:fillRef idx="0">
            <a:schemeClr val="accent4"/>
          </a:fillRef>
          <a:effectRef idx="0">
            <a:schemeClr val="accent4"/>
          </a:effectRef>
          <a:fontRef idx="minor">
            <a:schemeClr val="tx1"/>
          </a:fontRef>
        </p:style>
      </p:cxnSp>
      <p:cxnSp>
        <p:nvCxnSpPr>
          <p:cNvPr id="16" name="直線接點 15">
            <a:extLst>
              <a:ext uri="{FF2B5EF4-FFF2-40B4-BE49-F238E27FC236}">
                <a16:creationId xmlns:a16="http://schemas.microsoft.com/office/drawing/2014/main" id="{967C9E74-7B6E-40C7-A026-449BF8B0F4F3}"/>
              </a:ext>
            </a:extLst>
          </p:cNvPr>
          <p:cNvCxnSpPr>
            <a:cxnSpLocks/>
          </p:cNvCxnSpPr>
          <p:nvPr/>
        </p:nvCxnSpPr>
        <p:spPr>
          <a:xfrm>
            <a:off x="7509545" y="1828640"/>
            <a:ext cx="0" cy="3139497"/>
          </a:xfrm>
          <a:prstGeom prst="line">
            <a:avLst/>
          </a:prstGeom>
          <a:ln w="38100"/>
        </p:spPr>
        <p:style>
          <a:lnRef idx="1">
            <a:schemeClr val="accent4"/>
          </a:lnRef>
          <a:fillRef idx="0">
            <a:schemeClr val="accent4"/>
          </a:fillRef>
          <a:effectRef idx="0">
            <a:schemeClr val="accent4"/>
          </a:effectRef>
          <a:fontRef idx="minor">
            <a:schemeClr val="tx1"/>
          </a:fontRef>
        </p:style>
      </p:cxnSp>
      <p:pic>
        <p:nvPicPr>
          <p:cNvPr id="17" name="圖片 16" descr="一張含有 文字 的圖片&#10;&#10;自動產生的描述">
            <a:extLst>
              <a:ext uri="{FF2B5EF4-FFF2-40B4-BE49-F238E27FC236}">
                <a16:creationId xmlns:a16="http://schemas.microsoft.com/office/drawing/2014/main" id="{0D4F3DFF-E2E6-4A20-8F91-325093C60E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808" y="2600152"/>
            <a:ext cx="3713148" cy="1489915"/>
          </a:xfrm>
          <a:prstGeom prst="rect">
            <a:avLst/>
          </a:prstGeom>
        </p:spPr>
      </p:pic>
      <p:sp>
        <p:nvSpPr>
          <p:cNvPr id="18" name="文字方塊 17">
            <a:extLst>
              <a:ext uri="{FF2B5EF4-FFF2-40B4-BE49-F238E27FC236}">
                <a16:creationId xmlns:a16="http://schemas.microsoft.com/office/drawing/2014/main" id="{B35DD33E-4014-4ED2-95D7-5A97FCAB318B}"/>
              </a:ext>
            </a:extLst>
          </p:cNvPr>
          <p:cNvSpPr txBox="1"/>
          <p:nvPr/>
        </p:nvSpPr>
        <p:spPr>
          <a:xfrm>
            <a:off x="4761112" y="4090067"/>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2</a:t>
            </a:r>
            <a:endParaRPr lang="zh-TW" altLang="en-US" sz="2400" b="1" baseline="-25000" dirty="0">
              <a:solidFill>
                <a:srgbClr val="FFC000"/>
              </a:solidFill>
            </a:endParaRPr>
          </a:p>
        </p:txBody>
      </p:sp>
      <p:sp>
        <p:nvSpPr>
          <p:cNvPr id="19" name="文字方塊 18">
            <a:extLst>
              <a:ext uri="{FF2B5EF4-FFF2-40B4-BE49-F238E27FC236}">
                <a16:creationId xmlns:a16="http://schemas.microsoft.com/office/drawing/2014/main" id="{90C7C165-B3EB-4978-B6C4-DE7A882E92B1}"/>
              </a:ext>
            </a:extLst>
          </p:cNvPr>
          <p:cNvSpPr txBox="1"/>
          <p:nvPr/>
        </p:nvSpPr>
        <p:spPr>
          <a:xfrm>
            <a:off x="4744334" y="3051548"/>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1</a:t>
            </a:r>
            <a:endParaRPr lang="zh-TW" altLang="en-US" sz="2400" b="1" baseline="-25000" dirty="0">
              <a:solidFill>
                <a:srgbClr val="FFC000"/>
              </a:solidFill>
            </a:endParaRPr>
          </a:p>
        </p:txBody>
      </p:sp>
      <p:cxnSp>
        <p:nvCxnSpPr>
          <p:cNvPr id="12" name="直線接點 11">
            <a:extLst>
              <a:ext uri="{FF2B5EF4-FFF2-40B4-BE49-F238E27FC236}">
                <a16:creationId xmlns:a16="http://schemas.microsoft.com/office/drawing/2014/main" id="{F82555AF-452D-4067-B838-CA248C240024}"/>
              </a:ext>
            </a:extLst>
          </p:cNvPr>
          <p:cNvCxnSpPr/>
          <p:nvPr/>
        </p:nvCxnSpPr>
        <p:spPr>
          <a:xfrm>
            <a:off x="5310231" y="2985303"/>
            <a:ext cx="5511567" cy="0"/>
          </a:xfrm>
          <a:prstGeom prst="line">
            <a:avLst/>
          </a:prstGeom>
          <a:ln w="38100"/>
        </p:spPr>
        <p:style>
          <a:lnRef idx="1">
            <a:schemeClr val="accent4"/>
          </a:lnRef>
          <a:fillRef idx="0">
            <a:schemeClr val="accent4"/>
          </a:fillRef>
          <a:effectRef idx="0">
            <a:schemeClr val="accent4"/>
          </a:effectRef>
          <a:fontRef idx="minor">
            <a:schemeClr val="tx1"/>
          </a:fontRef>
        </p:style>
      </p:cxnSp>
      <p:cxnSp>
        <p:nvCxnSpPr>
          <p:cNvPr id="24" name="直線接點 23">
            <a:extLst>
              <a:ext uri="{FF2B5EF4-FFF2-40B4-BE49-F238E27FC236}">
                <a16:creationId xmlns:a16="http://schemas.microsoft.com/office/drawing/2014/main" id="{DBEB2AF1-A162-40E6-BF07-1A8BC98142AB}"/>
              </a:ext>
            </a:extLst>
          </p:cNvPr>
          <p:cNvCxnSpPr/>
          <p:nvPr/>
        </p:nvCxnSpPr>
        <p:spPr>
          <a:xfrm>
            <a:off x="5345185" y="3892713"/>
            <a:ext cx="5511567" cy="0"/>
          </a:xfrm>
          <a:prstGeom prst="line">
            <a:avLst/>
          </a:prstGeom>
          <a:ln w="38100"/>
        </p:spPr>
        <p:style>
          <a:lnRef idx="1">
            <a:schemeClr val="accent4"/>
          </a:lnRef>
          <a:fillRef idx="0">
            <a:schemeClr val="accent4"/>
          </a:fillRef>
          <a:effectRef idx="0">
            <a:schemeClr val="accent4"/>
          </a:effectRef>
          <a:fontRef idx="minor">
            <a:schemeClr val="tx1"/>
          </a:fontRef>
        </p:style>
      </p:cxnSp>
      <p:sp>
        <p:nvSpPr>
          <p:cNvPr id="27" name="文字方塊 26">
            <a:extLst>
              <a:ext uri="{FF2B5EF4-FFF2-40B4-BE49-F238E27FC236}">
                <a16:creationId xmlns:a16="http://schemas.microsoft.com/office/drawing/2014/main" id="{0252C859-A4D6-4519-A370-734D51E20DC9}"/>
              </a:ext>
            </a:extLst>
          </p:cNvPr>
          <p:cNvSpPr txBox="1"/>
          <p:nvPr/>
        </p:nvSpPr>
        <p:spPr>
          <a:xfrm>
            <a:off x="9006712" y="1448215"/>
            <a:ext cx="318586" cy="461665"/>
          </a:xfrm>
          <a:prstGeom prst="rect">
            <a:avLst/>
          </a:prstGeom>
          <a:noFill/>
        </p:spPr>
        <p:txBody>
          <a:bodyPr wrap="square" rtlCol="0">
            <a:spAutoFit/>
          </a:bodyPr>
          <a:lstStyle/>
          <a:p>
            <a:r>
              <a:rPr lang="en-US" altLang="zh-TW" sz="2400" b="1" dirty="0">
                <a:solidFill>
                  <a:srgbClr val="FFC000"/>
                </a:solidFill>
              </a:rPr>
              <a:t>x</a:t>
            </a:r>
            <a:endParaRPr lang="zh-TW" altLang="en-US" sz="2400" b="1" baseline="-25000" dirty="0">
              <a:solidFill>
                <a:srgbClr val="FFC000"/>
              </a:solidFill>
            </a:endParaRPr>
          </a:p>
        </p:txBody>
      </p:sp>
      <p:sp>
        <p:nvSpPr>
          <p:cNvPr id="25" name="文字方塊 24">
            <a:extLst>
              <a:ext uri="{FF2B5EF4-FFF2-40B4-BE49-F238E27FC236}">
                <a16:creationId xmlns:a16="http://schemas.microsoft.com/office/drawing/2014/main" id="{C98B84CD-8414-42AC-81F8-44A0D023306F}"/>
              </a:ext>
            </a:extLst>
          </p:cNvPr>
          <p:cNvSpPr txBox="1"/>
          <p:nvPr/>
        </p:nvSpPr>
        <p:spPr>
          <a:xfrm>
            <a:off x="9295669" y="1448214"/>
            <a:ext cx="318586" cy="461665"/>
          </a:xfrm>
          <a:prstGeom prst="rect">
            <a:avLst/>
          </a:prstGeom>
          <a:noFill/>
        </p:spPr>
        <p:txBody>
          <a:bodyPr wrap="square" rtlCol="0">
            <a:spAutoFit/>
          </a:bodyPr>
          <a:lstStyle/>
          <a:p>
            <a:r>
              <a:rPr lang="en-US" altLang="zh-TW" sz="2400" b="1" dirty="0">
                <a:solidFill>
                  <a:srgbClr val="FFC000"/>
                </a:solidFill>
              </a:rPr>
              <a:t>y</a:t>
            </a:r>
            <a:endParaRPr lang="zh-TW" altLang="en-US" sz="2400" b="1" baseline="-25000" dirty="0">
              <a:solidFill>
                <a:srgbClr val="FFC000"/>
              </a:solidFill>
            </a:endParaRPr>
          </a:p>
        </p:txBody>
      </p:sp>
      <p:sp>
        <p:nvSpPr>
          <p:cNvPr id="26" name="文字方塊 25">
            <a:extLst>
              <a:ext uri="{FF2B5EF4-FFF2-40B4-BE49-F238E27FC236}">
                <a16:creationId xmlns:a16="http://schemas.microsoft.com/office/drawing/2014/main" id="{2D24F2F3-F0C3-4529-B2F1-B0F5FCCB9CDF}"/>
              </a:ext>
            </a:extLst>
          </p:cNvPr>
          <p:cNvSpPr txBox="1"/>
          <p:nvPr/>
        </p:nvSpPr>
        <p:spPr>
          <a:xfrm>
            <a:off x="9590339" y="1446530"/>
            <a:ext cx="318586" cy="461665"/>
          </a:xfrm>
          <a:prstGeom prst="rect">
            <a:avLst/>
          </a:prstGeom>
          <a:noFill/>
        </p:spPr>
        <p:txBody>
          <a:bodyPr wrap="square" rtlCol="0">
            <a:spAutoFit/>
          </a:bodyPr>
          <a:lstStyle/>
          <a:p>
            <a:r>
              <a:rPr lang="en-US" altLang="zh-TW" sz="2400" b="1" dirty="0">
                <a:solidFill>
                  <a:srgbClr val="FFC000"/>
                </a:solidFill>
              </a:rPr>
              <a:t>z</a:t>
            </a:r>
            <a:endParaRPr lang="zh-TW" altLang="en-US" sz="2400" b="1" baseline="-25000" dirty="0">
              <a:solidFill>
                <a:srgbClr val="FFC000"/>
              </a:solidFill>
            </a:endParaRPr>
          </a:p>
        </p:txBody>
      </p:sp>
      <p:sp>
        <p:nvSpPr>
          <p:cNvPr id="4" name="橢圓 3">
            <a:extLst>
              <a:ext uri="{FF2B5EF4-FFF2-40B4-BE49-F238E27FC236}">
                <a16:creationId xmlns:a16="http://schemas.microsoft.com/office/drawing/2014/main" id="{FE6DD536-F24C-4944-9D14-7104059F97D0}"/>
              </a:ext>
            </a:extLst>
          </p:cNvPr>
          <p:cNvSpPr/>
          <p:nvPr/>
        </p:nvSpPr>
        <p:spPr>
          <a:xfrm>
            <a:off x="2047932" y="3538264"/>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a:extLst>
              <a:ext uri="{FF2B5EF4-FFF2-40B4-BE49-F238E27FC236}">
                <a16:creationId xmlns:a16="http://schemas.microsoft.com/office/drawing/2014/main" id="{8E24CF0D-D8D7-4A35-B57E-21541ADF90E4}"/>
              </a:ext>
            </a:extLst>
          </p:cNvPr>
          <p:cNvSpPr/>
          <p:nvPr/>
        </p:nvSpPr>
        <p:spPr>
          <a:xfrm>
            <a:off x="5946040" y="3813496"/>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9" name="直線接點 28">
            <a:extLst>
              <a:ext uri="{FF2B5EF4-FFF2-40B4-BE49-F238E27FC236}">
                <a16:creationId xmlns:a16="http://schemas.microsoft.com/office/drawing/2014/main" id="{3F945F66-B38D-48B4-AFFF-FCAECB3BDFC7}"/>
              </a:ext>
            </a:extLst>
          </p:cNvPr>
          <p:cNvCxnSpPr/>
          <p:nvPr/>
        </p:nvCxnSpPr>
        <p:spPr>
          <a:xfrm>
            <a:off x="5345185" y="4766566"/>
            <a:ext cx="5511567" cy="0"/>
          </a:xfrm>
          <a:prstGeom prst="line">
            <a:avLst/>
          </a:prstGeom>
          <a:ln w="38100"/>
        </p:spPr>
        <p:style>
          <a:lnRef idx="1">
            <a:schemeClr val="accent4"/>
          </a:lnRef>
          <a:fillRef idx="0">
            <a:schemeClr val="accent4"/>
          </a:fillRef>
          <a:effectRef idx="0">
            <a:schemeClr val="accent4"/>
          </a:effectRef>
          <a:fontRef idx="minor">
            <a:schemeClr val="tx1"/>
          </a:fontRef>
        </p:style>
      </p:cxnSp>
      <p:sp>
        <p:nvSpPr>
          <p:cNvPr id="30" name="文字方塊 29">
            <a:extLst>
              <a:ext uri="{FF2B5EF4-FFF2-40B4-BE49-F238E27FC236}">
                <a16:creationId xmlns:a16="http://schemas.microsoft.com/office/drawing/2014/main" id="{D0C9C7F2-0936-47A8-A80F-90CE057C0A27}"/>
              </a:ext>
            </a:extLst>
          </p:cNvPr>
          <p:cNvSpPr txBox="1"/>
          <p:nvPr/>
        </p:nvSpPr>
        <p:spPr>
          <a:xfrm>
            <a:off x="5455089" y="3538264"/>
            <a:ext cx="335560" cy="400110"/>
          </a:xfrm>
          <a:prstGeom prst="rect">
            <a:avLst/>
          </a:prstGeom>
          <a:noFill/>
        </p:spPr>
        <p:txBody>
          <a:bodyPr wrap="square" rtlCol="0">
            <a:spAutoFit/>
          </a:bodyPr>
          <a:lstStyle/>
          <a:p>
            <a:r>
              <a:rPr lang="en-US" altLang="zh-TW" sz="2000" b="1" dirty="0">
                <a:solidFill>
                  <a:srgbClr val="FFC000"/>
                </a:solidFill>
              </a:rPr>
              <a:t>1</a:t>
            </a:r>
            <a:endParaRPr lang="zh-TW" altLang="en-US" sz="2000" b="1" dirty="0">
              <a:solidFill>
                <a:srgbClr val="FFC000"/>
              </a:solidFill>
            </a:endParaRPr>
          </a:p>
        </p:txBody>
      </p:sp>
      <p:sp>
        <p:nvSpPr>
          <p:cNvPr id="31" name="文字方塊 30">
            <a:extLst>
              <a:ext uri="{FF2B5EF4-FFF2-40B4-BE49-F238E27FC236}">
                <a16:creationId xmlns:a16="http://schemas.microsoft.com/office/drawing/2014/main" id="{B845F6B6-BD26-4971-89EC-093073A89888}"/>
              </a:ext>
            </a:extLst>
          </p:cNvPr>
          <p:cNvSpPr txBox="1"/>
          <p:nvPr/>
        </p:nvSpPr>
        <p:spPr>
          <a:xfrm>
            <a:off x="5438789" y="3255976"/>
            <a:ext cx="335560" cy="400110"/>
          </a:xfrm>
          <a:prstGeom prst="rect">
            <a:avLst/>
          </a:prstGeom>
          <a:noFill/>
        </p:spPr>
        <p:txBody>
          <a:bodyPr wrap="square" rtlCol="0">
            <a:spAutoFit/>
          </a:bodyPr>
          <a:lstStyle/>
          <a:p>
            <a:r>
              <a:rPr lang="en-US" altLang="zh-TW" sz="2000" b="1" dirty="0">
                <a:solidFill>
                  <a:srgbClr val="FFC000"/>
                </a:solidFill>
              </a:rPr>
              <a:t>2</a:t>
            </a:r>
            <a:endParaRPr lang="zh-TW" altLang="en-US" sz="2000" b="1" dirty="0">
              <a:solidFill>
                <a:srgbClr val="FFC000"/>
              </a:solidFill>
            </a:endParaRPr>
          </a:p>
        </p:txBody>
      </p:sp>
      <p:sp>
        <p:nvSpPr>
          <p:cNvPr id="32" name="文字方塊 31">
            <a:extLst>
              <a:ext uri="{FF2B5EF4-FFF2-40B4-BE49-F238E27FC236}">
                <a16:creationId xmlns:a16="http://schemas.microsoft.com/office/drawing/2014/main" id="{206BF2AD-22C9-46F3-ABE8-256FA3864560}"/>
              </a:ext>
            </a:extLst>
          </p:cNvPr>
          <p:cNvSpPr txBox="1"/>
          <p:nvPr/>
        </p:nvSpPr>
        <p:spPr>
          <a:xfrm>
            <a:off x="5445649" y="2985785"/>
            <a:ext cx="335560" cy="400110"/>
          </a:xfrm>
          <a:prstGeom prst="rect">
            <a:avLst/>
          </a:prstGeom>
          <a:noFill/>
        </p:spPr>
        <p:txBody>
          <a:bodyPr wrap="square" rtlCol="0">
            <a:spAutoFit/>
          </a:bodyPr>
          <a:lstStyle/>
          <a:p>
            <a:r>
              <a:rPr lang="en-US" altLang="zh-TW" sz="2000" b="1" dirty="0">
                <a:solidFill>
                  <a:srgbClr val="FFC000"/>
                </a:solidFill>
              </a:rPr>
              <a:t>3</a:t>
            </a:r>
            <a:endParaRPr lang="zh-TW" altLang="en-US" sz="2000" b="1" dirty="0">
              <a:solidFill>
                <a:srgbClr val="FFC000"/>
              </a:solidFill>
            </a:endParaRPr>
          </a:p>
        </p:txBody>
      </p:sp>
      <p:sp>
        <p:nvSpPr>
          <p:cNvPr id="33" name="文字方塊 32">
            <a:extLst>
              <a:ext uri="{FF2B5EF4-FFF2-40B4-BE49-F238E27FC236}">
                <a16:creationId xmlns:a16="http://schemas.microsoft.com/office/drawing/2014/main" id="{691DBDEE-5F6E-4667-8CDF-BEC4ECE1A63B}"/>
              </a:ext>
            </a:extLst>
          </p:cNvPr>
          <p:cNvSpPr txBox="1"/>
          <p:nvPr/>
        </p:nvSpPr>
        <p:spPr>
          <a:xfrm>
            <a:off x="5462427" y="4400013"/>
            <a:ext cx="335560" cy="400110"/>
          </a:xfrm>
          <a:prstGeom prst="rect">
            <a:avLst/>
          </a:prstGeom>
          <a:noFill/>
        </p:spPr>
        <p:txBody>
          <a:bodyPr wrap="square" rtlCol="0">
            <a:spAutoFit/>
          </a:bodyPr>
          <a:lstStyle/>
          <a:p>
            <a:r>
              <a:rPr lang="en-US" altLang="zh-TW" sz="2000" b="1" dirty="0">
                <a:solidFill>
                  <a:srgbClr val="FFC000"/>
                </a:solidFill>
              </a:rPr>
              <a:t>1</a:t>
            </a:r>
            <a:endParaRPr lang="zh-TW" altLang="en-US" sz="2000" b="1" dirty="0">
              <a:solidFill>
                <a:srgbClr val="FFC000"/>
              </a:solidFill>
            </a:endParaRPr>
          </a:p>
        </p:txBody>
      </p:sp>
      <p:sp>
        <p:nvSpPr>
          <p:cNvPr id="34" name="文字方塊 33">
            <a:extLst>
              <a:ext uri="{FF2B5EF4-FFF2-40B4-BE49-F238E27FC236}">
                <a16:creationId xmlns:a16="http://schemas.microsoft.com/office/drawing/2014/main" id="{6348352C-B162-4D3E-BF4E-E75ACCBDE56A}"/>
              </a:ext>
            </a:extLst>
          </p:cNvPr>
          <p:cNvSpPr txBox="1"/>
          <p:nvPr/>
        </p:nvSpPr>
        <p:spPr>
          <a:xfrm>
            <a:off x="5455089" y="4135857"/>
            <a:ext cx="335560" cy="400110"/>
          </a:xfrm>
          <a:prstGeom prst="rect">
            <a:avLst/>
          </a:prstGeom>
          <a:noFill/>
        </p:spPr>
        <p:txBody>
          <a:bodyPr wrap="square" rtlCol="0">
            <a:spAutoFit/>
          </a:bodyPr>
          <a:lstStyle/>
          <a:p>
            <a:r>
              <a:rPr lang="en-US" altLang="zh-TW" sz="2000" b="1" dirty="0">
                <a:solidFill>
                  <a:srgbClr val="FFC000"/>
                </a:solidFill>
              </a:rPr>
              <a:t>2</a:t>
            </a:r>
            <a:endParaRPr lang="zh-TW" altLang="en-US" sz="2000" b="1" dirty="0">
              <a:solidFill>
                <a:srgbClr val="FFC000"/>
              </a:solidFill>
            </a:endParaRPr>
          </a:p>
        </p:txBody>
      </p:sp>
      <p:sp>
        <p:nvSpPr>
          <p:cNvPr id="35" name="文字方塊 34">
            <a:extLst>
              <a:ext uri="{FF2B5EF4-FFF2-40B4-BE49-F238E27FC236}">
                <a16:creationId xmlns:a16="http://schemas.microsoft.com/office/drawing/2014/main" id="{3BD71361-2F34-4360-AA38-F4E8C90254E1}"/>
              </a:ext>
            </a:extLst>
          </p:cNvPr>
          <p:cNvSpPr txBox="1"/>
          <p:nvPr/>
        </p:nvSpPr>
        <p:spPr>
          <a:xfrm>
            <a:off x="5466362" y="3880481"/>
            <a:ext cx="335560" cy="400110"/>
          </a:xfrm>
          <a:prstGeom prst="rect">
            <a:avLst/>
          </a:prstGeom>
          <a:noFill/>
        </p:spPr>
        <p:txBody>
          <a:bodyPr wrap="square" rtlCol="0">
            <a:spAutoFit/>
          </a:bodyPr>
          <a:lstStyle/>
          <a:p>
            <a:r>
              <a:rPr lang="en-US" altLang="zh-TW" sz="2000" b="1" dirty="0">
                <a:solidFill>
                  <a:srgbClr val="FFC000"/>
                </a:solidFill>
              </a:rPr>
              <a:t>3</a:t>
            </a:r>
            <a:endParaRPr lang="zh-TW" altLang="en-US" sz="2000" b="1" dirty="0">
              <a:solidFill>
                <a:srgbClr val="FFC000"/>
              </a:solidFill>
            </a:endParaRPr>
          </a:p>
        </p:txBody>
      </p:sp>
      <p:sp>
        <p:nvSpPr>
          <p:cNvPr id="22" name="文字方塊 21">
            <a:extLst>
              <a:ext uri="{FF2B5EF4-FFF2-40B4-BE49-F238E27FC236}">
                <a16:creationId xmlns:a16="http://schemas.microsoft.com/office/drawing/2014/main" id="{2007FB90-31E8-44AF-8243-ACB1895B9EEB}"/>
              </a:ext>
            </a:extLst>
          </p:cNvPr>
          <p:cNvSpPr txBox="1"/>
          <p:nvPr/>
        </p:nvSpPr>
        <p:spPr>
          <a:xfrm>
            <a:off x="7523883" y="5305660"/>
            <a:ext cx="1084261" cy="369332"/>
          </a:xfrm>
          <a:prstGeom prst="rect">
            <a:avLst/>
          </a:prstGeom>
          <a:noFill/>
        </p:spPr>
        <p:txBody>
          <a:bodyPr wrap="square" rtlCol="0">
            <a:spAutoFit/>
          </a:bodyPr>
          <a:lstStyle/>
          <a:p>
            <a:r>
              <a:rPr lang="en-US" altLang="zh-TW" dirty="0"/>
              <a:t>Matrix B</a:t>
            </a:r>
            <a:endParaRPr lang="zh-TW" altLang="en-US" dirty="0"/>
          </a:p>
        </p:txBody>
      </p:sp>
      <p:sp>
        <p:nvSpPr>
          <p:cNvPr id="23" name="標題 1">
            <a:extLst>
              <a:ext uri="{FF2B5EF4-FFF2-40B4-BE49-F238E27FC236}">
                <a16:creationId xmlns:a16="http://schemas.microsoft.com/office/drawing/2014/main" id="{1F6C7BB9-AA4E-468F-8C4C-0581B030877C}"/>
              </a:ext>
            </a:extLst>
          </p:cNvPr>
          <p:cNvSpPr>
            <a:spLocks noGrp="1"/>
          </p:cNvSpPr>
          <p:nvPr>
            <p:ph type="title"/>
          </p:nvPr>
        </p:nvSpPr>
        <p:spPr>
          <a:xfrm>
            <a:off x="348646" y="118152"/>
            <a:ext cx="10814108" cy="1136504"/>
          </a:xfrm>
        </p:spPr>
        <p:txBody>
          <a:bodyPr>
            <a:normAutofit/>
          </a:bodyPr>
          <a:lstStyle/>
          <a:p>
            <a:r>
              <a:rPr lang="en-US" altLang="zh-TW" sz="3200" dirty="0">
                <a:latin typeface="Times New Roman" panose="02020603050405020304" pitchFamily="18" charset="0"/>
                <a:cs typeface="Times New Roman" panose="02020603050405020304" pitchFamily="18" charset="0"/>
              </a:rPr>
              <a:t>NP‑Hardness of P(LOL) and P(LOE)</a:t>
            </a:r>
            <a:endParaRPr lang="zh-TW"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635990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桌 的圖片&#10;&#10;自動產生的描述">
            <a:extLst>
              <a:ext uri="{FF2B5EF4-FFF2-40B4-BE49-F238E27FC236}">
                <a16:creationId xmlns:a16="http://schemas.microsoft.com/office/drawing/2014/main" id="{AFDBA703-BE95-42FD-8559-797FF78668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7299" y="184396"/>
            <a:ext cx="5410955" cy="6677957"/>
          </a:xfrm>
          <a:prstGeom prst="rect">
            <a:avLst/>
          </a:prstGeom>
        </p:spPr>
      </p:pic>
      <p:cxnSp>
        <p:nvCxnSpPr>
          <p:cNvPr id="6" name="直線接點 5">
            <a:extLst>
              <a:ext uri="{FF2B5EF4-FFF2-40B4-BE49-F238E27FC236}">
                <a16:creationId xmlns:a16="http://schemas.microsoft.com/office/drawing/2014/main" id="{6A57BB6D-440E-4317-A666-1530A629F21B}"/>
              </a:ext>
            </a:extLst>
          </p:cNvPr>
          <p:cNvCxnSpPr>
            <a:cxnSpLocks/>
          </p:cNvCxnSpPr>
          <p:nvPr/>
        </p:nvCxnSpPr>
        <p:spPr>
          <a:xfrm>
            <a:off x="10214544" y="184396"/>
            <a:ext cx="0" cy="6673604"/>
          </a:xfrm>
          <a:prstGeom prst="line">
            <a:avLst/>
          </a:prstGeom>
          <a:ln w="38100"/>
        </p:spPr>
        <p:style>
          <a:lnRef idx="1">
            <a:schemeClr val="accent4"/>
          </a:lnRef>
          <a:fillRef idx="0">
            <a:schemeClr val="accent4"/>
          </a:fillRef>
          <a:effectRef idx="0">
            <a:schemeClr val="accent4"/>
          </a:effectRef>
          <a:fontRef idx="minor">
            <a:schemeClr val="tx1"/>
          </a:fontRef>
        </p:style>
      </p:cxnSp>
      <p:cxnSp>
        <p:nvCxnSpPr>
          <p:cNvPr id="16" name="直線接點 15">
            <a:extLst>
              <a:ext uri="{FF2B5EF4-FFF2-40B4-BE49-F238E27FC236}">
                <a16:creationId xmlns:a16="http://schemas.microsoft.com/office/drawing/2014/main" id="{967C9E74-7B6E-40C7-A026-449BF8B0F4F3}"/>
              </a:ext>
            </a:extLst>
          </p:cNvPr>
          <p:cNvCxnSpPr>
            <a:cxnSpLocks/>
          </p:cNvCxnSpPr>
          <p:nvPr/>
        </p:nvCxnSpPr>
        <p:spPr>
          <a:xfrm>
            <a:off x="8722702" y="184396"/>
            <a:ext cx="0" cy="6673604"/>
          </a:xfrm>
          <a:prstGeom prst="line">
            <a:avLst/>
          </a:prstGeom>
          <a:ln w="38100"/>
        </p:spPr>
        <p:style>
          <a:lnRef idx="1">
            <a:schemeClr val="accent4"/>
          </a:lnRef>
          <a:fillRef idx="0">
            <a:schemeClr val="accent4"/>
          </a:fillRef>
          <a:effectRef idx="0">
            <a:schemeClr val="accent4"/>
          </a:effectRef>
          <a:fontRef idx="minor">
            <a:schemeClr val="tx1"/>
          </a:fontRef>
        </p:style>
      </p:cxnSp>
      <p:pic>
        <p:nvPicPr>
          <p:cNvPr id="17" name="圖片 16" descr="一張含有 文字 的圖片&#10;&#10;自動產生的描述">
            <a:extLst>
              <a:ext uri="{FF2B5EF4-FFF2-40B4-BE49-F238E27FC236}">
                <a16:creationId xmlns:a16="http://schemas.microsoft.com/office/drawing/2014/main" id="{0D4F3DFF-E2E6-4A20-8F91-325093C60E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969" y="2684042"/>
            <a:ext cx="3713148" cy="1489915"/>
          </a:xfrm>
          <a:prstGeom prst="rect">
            <a:avLst/>
          </a:prstGeom>
        </p:spPr>
      </p:pic>
      <p:sp>
        <p:nvSpPr>
          <p:cNvPr id="18" name="文字方塊 17">
            <a:extLst>
              <a:ext uri="{FF2B5EF4-FFF2-40B4-BE49-F238E27FC236}">
                <a16:creationId xmlns:a16="http://schemas.microsoft.com/office/drawing/2014/main" id="{B35DD33E-4014-4ED2-95D7-5A97FCAB318B}"/>
              </a:ext>
            </a:extLst>
          </p:cNvPr>
          <p:cNvSpPr txBox="1"/>
          <p:nvPr/>
        </p:nvSpPr>
        <p:spPr>
          <a:xfrm>
            <a:off x="6417566" y="2453209"/>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2</a:t>
            </a:r>
            <a:endParaRPr lang="zh-TW" altLang="en-US" sz="2400" b="1" baseline="-25000" dirty="0">
              <a:solidFill>
                <a:srgbClr val="FFC000"/>
              </a:solidFill>
            </a:endParaRPr>
          </a:p>
        </p:txBody>
      </p:sp>
      <p:sp>
        <p:nvSpPr>
          <p:cNvPr id="19" name="文字方塊 18">
            <a:extLst>
              <a:ext uri="{FF2B5EF4-FFF2-40B4-BE49-F238E27FC236}">
                <a16:creationId xmlns:a16="http://schemas.microsoft.com/office/drawing/2014/main" id="{90C7C165-B3EB-4978-B6C4-DE7A882E92B1}"/>
              </a:ext>
            </a:extLst>
          </p:cNvPr>
          <p:cNvSpPr txBox="1"/>
          <p:nvPr/>
        </p:nvSpPr>
        <p:spPr>
          <a:xfrm>
            <a:off x="6417567" y="1547184"/>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1</a:t>
            </a:r>
            <a:endParaRPr lang="zh-TW" altLang="en-US" sz="2400" b="1" baseline="-25000" dirty="0">
              <a:solidFill>
                <a:srgbClr val="FFC000"/>
              </a:solidFill>
            </a:endParaRPr>
          </a:p>
        </p:txBody>
      </p:sp>
      <p:sp>
        <p:nvSpPr>
          <p:cNvPr id="20" name="文字方塊 19">
            <a:extLst>
              <a:ext uri="{FF2B5EF4-FFF2-40B4-BE49-F238E27FC236}">
                <a16:creationId xmlns:a16="http://schemas.microsoft.com/office/drawing/2014/main" id="{69BBF8A0-EF23-43DA-B23F-3C4A869036D0}"/>
              </a:ext>
            </a:extLst>
          </p:cNvPr>
          <p:cNvSpPr txBox="1"/>
          <p:nvPr/>
        </p:nvSpPr>
        <p:spPr>
          <a:xfrm>
            <a:off x="6417566" y="4173957"/>
            <a:ext cx="522851" cy="461665"/>
          </a:xfrm>
          <a:prstGeom prst="rect">
            <a:avLst/>
          </a:prstGeom>
          <a:noFill/>
        </p:spPr>
        <p:txBody>
          <a:bodyPr wrap="square" rtlCol="0">
            <a:spAutoFit/>
          </a:bodyPr>
          <a:lstStyle/>
          <a:p>
            <a:r>
              <a:rPr lang="en-US" altLang="zh-TW" sz="2400" b="1" dirty="0">
                <a:solidFill>
                  <a:srgbClr val="FFC000"/>
                </a:solidFill>
              </a:rPr>
              <a:t>y</a:t>
            </a:r>
            <a:r>
              <a:rPr lang="en-US" altLang="zh-TW" sz="2400" b="1" baseline="-25000" dirty="0">
                <a:solidFill>
                  <a:srgbClr val="FFC000"/>
                </a:solidFill>
              </a:rPr>
              <a:t>2</a:t>
            </a:r>
            <a:endParaRPr lang="zh-TW" altLang="en-US" sz="2400" b="1" baseline="-25000" dirty="0">
              <a:solidFill>
                <a:srgbClr val="FFC000"/>
              </a:solidFill>
            </a:endParaRPr>
          </a:p>
        </p:txBody>
      </p:sp>
      <p:sp>
        <p:nvSpPr>
          <p:cNvPr id="21" name="文字方塊 20">
            <a:extLst>
              <a:ext uri="{FF2B5EF4-FFF2-40B4-BE49-F238E27FC236}">
                <a16:creationId xmlns:a16="http://schemas.microsoft.com/office/drawing/2014/main" id="{3840B4C5-0F0A-4F1C-B875-B2D035F3A218}"/>
              </a:ext>
            </a:extLst>
          </p:cNvPr>
          <p:cNvSpPr txBox="1"/>
          <p:nvPr/>
        </p:nvSpPr>
        <p:spPr>
          <a:xfrm>
            <a:off x="6417566" y="3270359"/>
            <a:ext cx="522851" cy="461665"/>
          </a:xfrm>
          <a:prstGeom prst="rect">
            <a:avLst/>
          </a:prstGeom>
          <a:noFill/>
        </p:spPr>
        <p:txBody>
          <a:bodyPr wrap="square" rtlCol="0">
            <a:spAutoFit/>
          </a:bodyPr>
          <a:lstStyle/>
          <a:p>
            <a:r>
              <a:rPr lang="en-US" altLang="zh-TW" sz="2400" b="1" dirty="0">
                <a:solidFill>
                  <a:srgbClr val="FFC000"/>
                </a:solidFill>
              </a:rPr>
              <a:t>y</a:t>
            </a:r>
            <a:r>
              <a:rPr lang="en-US" altLang="zh-TW" sz="2400" b="1" baseline="-25000" dirty="0">
                <a:solidFill>
                  <a:srgbClr val="FFC000"/>
                </a:solidFill>
              </a:rPr>
              <a:t>1</a:t>
            </a:r>
            <a:endParaRPr lang="zh-TW" altLang="en-US" sz="2400" b="1" baseline="-25000" dirty="0">
              <a:solidFill>
                <a:srgbClr val="FFC000"/>
              </a:solidFill>
            </a:endParaRPr>
          </a:p>
        </p:txBody>
      </p:sp>
      <p:sp>
        <p:nvSpPr>
          <p:cNvPr id="22" name="文字方塊 21">
            <a:extLst>
              <a:ext uri="{FF2B5EF4-FFF2-40B4-BE49-F238E27FC236}">
                <a16:creationId xmlns:a16="http://schemas.microsoft.com/office/drawing/2014/main" id="{5216E2E2-8C54-41C9-844F-3EF1B76D7337}"/>
              </a:ext>
            </a:extLst>
          </p:cNvPr>
          <p:cNvSpPr txBox="1"/>
          <p:nvPr/>
        </p:nvSpPr>
        <p:spPr>
          <a:xfrm>
            <a:off x="6438945" y="5055276"/>
            <a:ext cx="522851" cy="461665"/>
          </a:xfrm>
          <a:prstGeom prst="rect">
            <a:avLst/>
          </a:prstGeom>
          <a:noFill/>
        </p:spPr>
        <p:txBody>
          <a:bodyPr wrap="square" rtlCol="0">
            <a:spAutoFit/>
          </a:bodyPr>
          <a:lstStyle/>
          <a:p>
            <a:r>
              <a:rPr lang="en-US" altLang="zh-TW" sz="2400" b="1" dirty="0">
                <a:solidFill>
                  <a:srgbClr val="FFC000"/>
                </a:solidFill>
              </a:rPr>
              <a:t>z</a:t>
            </a:r>
            <a:r>
              <a:rPr lang="en-US" altLang="zh-TW" sz="2400" b="1" baseline="-25000" dirty="0">
                <a:solidFill>
                  <a:srgbClr val="FFC000"/>
                </a:solidFill>
              </a:rPr>
              <a:t>1</a:t>
            </a:r>
            <a:endParaRPr lang="zh-TW" altLang="en-US" sz="2400" b="1" baseline="-25000" dirty="0">
              <a:solidFill>
                <a:srgbClr val="FFC000"/>
              </a:solidFill>
            </a:endParaRPr>
          </a:p>
        </p:txBody>
      </p:sp>
      <p:sp>
        <p:nvSpPr>
          <p:cNvPr id="23" name="文字方塊 22">
            <a:extLst>
              <a:ext uri="{FF2B5EF4-FFF2-40B4-BE49-F238E27FC236}">
                <a16:creationId xmlns:a16="http://schemas.microsoft.com/office/drawing/2014/main" id="{17BBDA3C-4324-477D-BE88-04FC82AC5910}"/>
              </a:ext>
            </a:extLst>
          </p:cNvPr>
          <p:cNvSpPr txBox="1"/>
          <p:nvPr/>
        </p:nvSpPr>
        <p:spPr>
          <a:xfrm>
            <a:off x="6438945" y="5936595"/>
            <a:ext cx="522851" cy="461665"/>
          </a:xfrm>
          <a:prstGeom prst="rect">
            <a:avLst/>
          </a:prstGeom>
          <a:noFill/>
        </p:spPr>
        <p:txBody>
          <a:bodyPr wrap="square" rtlCol="0">
            <a:spAutoFit/>
          </a:bodyPr>
          <a:lstStyle/>
          <a:p>
            <a:r>
              <a:rPr lang="en-US" altLang="zh-TW" sz="2400" b="1" dirty="0">
                <a:solidFill>
                  <a:srgbClr val="FFC000"/>
                </a:solidFill>
              </a:rPr>
              <a:t>z</a:t>
            </a:r>
            <a:r>
              <a:rPr lang="en-US" altLang="zh-TW" sz="2400" b="1" baseline="-25000" dirty="0">
                <a:solidFill>
                  <a:srgbClr val="FFC000"/>
                </a:solidFill>
              </a:rPr>
              <a:t>2</a:t>
            </a:r>
            <a:endParaRPr lang="zh-TW" altLang="en-US" sz="2400" b="1" baseline="-25000" dirty="0">
              <a:solidFill>
                <a:srgbClr val="FFC000"/>
              </a:solidFill>
            </a:endParaRPr>
          </a:p>
        </p:txBody>
      </p:sp>
      <p:sp>
        <p:nvSpPr>
          <p:cNvPr id="15" name="橢圓 14">
            <a:extLst>
              <a:ext uri="{FF2B5EF4-FFF2-40B4-BE49-F238E27FC236}">
                <a16:creationId xmlns:a16="http://schemas.microsoft.com/office/drawing/2014/main" id="{7F6F5C0E-FC54-4E99-A45F-1AD7993A8DD0}"/>
              </a:ext>
            </a:extLst>
          </p:cNvPr>
          <p:cNvSpPr/>
          <p:nvPr/>
        </p:nvSpPr>
        <p:spPr>
          <a:xfrm>
            <a:off x="8618882" y="1577968"/>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橢圓 24">
            <a:extLst>
              <a:ext uri="{FF2B5EF4-FFF2-40B4-BE49-F238E27FC236}">
                <a16:creationId xmlns:a16="http://schemas.microsoft.com/office/drawing/2014/main" id="{304B4323-EAFE-4282-9365-B25201D9FA00}"/>
              </a:ext>
            </a:extLst>
          </p:cNvPr>
          <p:cNvSpPr/>
          <p:nvPr/>
        </p:nvSpPr>
        <p:spPr>
          <a:xfrm>
            <a:off x="10113798" y="1843292"/>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a:extLst>
              <a:ext uri="{FF2B5EF4-FFF2-40B4-BE49-F238E27FC236}">
                <a16:creationId xmlns:a16="http://schemas.microsoft.com/office/drawing/2014/main" id="{0ACE2722-D455-45E3-AF73-CD43DC3D82F2}"/>
              </a:ext>
            </a:extLst>
          </p:cNvPr>
          <p:cNvSpPr/>
          <p:nvPr/>
        </p:nvSpPr>
        <p:spPr>
          <a:xfrm>
            <a:off x="7126885" y="2194160"/>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a:extLst>
              <a:ext uri="{FF2B5EF4-FFF2-40B4-BE49-F238E27FC236}">
                <a16:creationId xmlns:a16="http://schemas.microsoft.com/office/drawing/2014/main" id="{414937CD-98A4-487E-AA2F-EC30FBC0FBBB}"/>
              </a:ext>
            </a:extLst>
          </p:cNvPr>
          <p:cNvSpPr/>
          <p:nvPr/>
        </p:nvSpPr>
        <p:spPr>
          <a:xfrm>
            <a:off x="10427174" y="3717628"/>
            <a:ext cx="410049" cy="36939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28">
            <a:extLst>
              <a:ext uri="{FF2B5EF4-FFF2-40B4-BE49-F238E27FC236}">
                <a16:creationId xmlns:a16="http://schemas.microsoft.com/office/drawing/2014/main" id="{8D687079-1830-41F6-BD53-9A67BB2D0A59}"/>
              </a:ext>
            </a:extLst>
          </p:cNvPr>
          <p:cNvSpPr/>
          <p:nvPr/>
        </p:nvSpPr>
        <p:spPr>
          <a:xfrm>
            <a:off x="8917543" y="4266949"/>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a:extLst>
              <a:ext uri="{FF2B5EF4-FFF2-40B4-BE49-F238E27FC236}">
                <a16:creationId xmlns:a16="http://schemas.microsoft.com/office/drawing/2014/main" id="{09DBD781-6278-43B3-B8D9-7AA629E38C50}"/>
              </a:ext>
            </a:extLst>
          </p:cNvPr>
          <p:cNvSpPr/>
          <p:nvPr/>
        </p:nvSpPr>
        <p:spPr>
          <a:xfrm>
            <a:off x="7451447" y="3958516"/>
            <a:ext cx="444037"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30">
            <a:extLst>
              <a:ext uri="{FF2B5EF4-FFF2-40B4-BE49-F238E27FC236}">
                <a16:creationId xmlns:a16="http://schemas.microsoft.com/office/drawing/2014/main" id="{3897567B-8AF9-41AD-A6F1-733F08114F0F}"/>
              </a:ext>
            </a:extLst>
          </p:cNvPr>
          <p:cNvSpPr/>
          <p:nvPr/>
        </p:nvSpPr>
        <p:spPr>
          <a:xfrm>
            <a:off x="7720016" y="5730825"/>
            <a:ext cx="469782"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橢圓 31">
            <a:extLst>
              <a:ext uri="{FF2B5EF4-FFF2-40B4-BE49-F238E27FC236}">
                <a16:creationId xmlns:a16="http://schemas.microsoft.com/office/drawing/2014/main" id="{C7BBE7A8-5A10-4BE1-BBBF-8EDF8532A940}"/>
              </a:ext>
            </a:extLst>
          </p:cNvPr>
          <p:cNvSpPr/>
          <p:nvPr/>
        </p:nvSpPr>
        <p:spPr>
          <a:xfrm>
            <a:off x="9231134" y="5147737"/>
            <a:ext cx="391130"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橢圓 32">
            <a:extLst>
              <a:ext uri="{FF2B5EF4-FFF2-40B4-BE49-F238E27FC236}">
                <a16:creationId xmlns:a16="http://schemas.microsoft.com/office/drawing/2014/main" id="{6C900FAC-8795-4C75-8ACA-BD23E4220C14}"/>
              </a:ext>
            </a:extLst>
          </p:cNvPr>
          <p:cNvSpPr/>
          <p:nvPr/>
        </p:nvSpPr>
        <p:spPr>
          <a:xfrm>
            <a:off x="10722976" y="5477736"/>
            <a:ext cx="410049" cy="36939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文字方塊 23">
            <a:extLst>
              <a:ext uri="{FF2B5EF4-FFF2-40B4-BE49-F238E27FC236}">
                <a16:creationId xmlns:a16="http://schemas.microsoft.com/office/drawing/2014/main" id="{15C7B755-92C1-468C-86F7-CBBD153911E6}"/>
              </a:ext>
            </a:extLst>
          </p:cNvPr>
          <p:cNvSpPr txBox="1"/>
          <p:nvPr/>
        </p:nvSpPr>
        <p:spPr>
          <a:xfrm>
            <a:off x="5889352" y="6398260"/>
            <a:ext cx="1084261" cy="369332"/>
          </a:xfrm>
          <a:prstGeom prst="rect">
            <a:avLst/>
          </a:prstGeom>
          <a:noFill/>
        </p:spPr>
        <p:txBody>
          <a:bodyPr wrap="square" rtlCol="0">
            <a:spAutoFit/>
          </a:bodyPr>
          <a:lstStyle/>
          <a:p>
            <a:r>
              <a:rPr lang="en-US" altLang="zh-TW" dirty="0"/>
              <a:t>Matrix B</a:t>
            </a:r>
            <a:endParaRPr lang="zh-TW" altLang="en-US" dirty="0"/>
          </a:p>
        </p:txBody>
      </p:sp>
      <p:sp>
        <p:nvSpPr>
          <p:cNvPr id="34" name="標題 1">
            <a:extLst>
              <a:ext uri="{FF2B5EF4-FFF2-40B4-BE49-F238E27FC236}">
                <a16:creationId xmlns:a16="http://schemas.microsoft.com/office/drawing/2014/main" id="{303461DE-8268-4F5D-A969-2BFAD2B6577C}"/>
              </a:ext>
            </a:extLst>
          </p:cNvPr>
          <p:cNvSpPr>
            <a:spLocks noGrp="1"/>
          </p:cNvSpPr>
          <p:nvPr>
            <p:ph type="title"/>
          </p:nvPr>
        </p:nvSpPr>
        <p:spPr>
          <a:xfrm>
            <a:off x="348646" y="118152"/>
            <a:ext cx="10814108" cy="1136504"/>
          </a:xfrm>
        </p:spPr>
        <p:txBody>
          <a:bodyPr>
            <a:normAutofit/>
          </a:bodyPr>
          <a:lstStyle/>
          <a:p>
            <a:r>
              <a:rPr lang="en-US" altLang="zh-TW" sz="3200" dirty="0">
                <a:latin typeface="Times New Roman" panose="02020603050405020304" pitchFamily="18" charset="0"/>
                <a:cs typeface="Times New Roman" panose="02020603050405020304" pitchFamily="18" charset="0"/>
              </a:rPr>
              <a:t>NP‑Hardness of P(LOL) and P(LOE)</a:t>
            </a:r>
            <a:endParaRPr lang="zh-TW"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914494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桌 的圖片&#10;&#10;自動產生的描述">
            <a:extLst>
              <a:ext uri="{FF2B5EF4-FFF2-40B4-BE49-F238E27FC236}">
                <a16:creationId xmlns:a16="http://schemas.microsoft.com/office/drawing/2014/main" id="{AFDBA703-BE95-42FD-8559-797FF78668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0967" y="184396"/>
            <a:ext cx="5410955" cy="6677957"/>
          </a:xfrm>
          <a:prstGeom prst="rect">
            <a:avLst/>
          </a:prstGeom>
        </p:spPr>
      </p:pic>
      <p:cxnSp>
        <p:nvCxnSpPr>
          <p:cNvPr id="6" name="直線接點 5">
            <a:extLst>
              <a:ext uri="{FF2B5EF4-FFF2-40B4-BE49-F238E27FC236}">
                <a16:creationId xmlns:a16="http://schemas.microsoft.com/office/drawing/2014/main" id="{6A57BB6D-440E-4317-A666-1530A629F21B}"/>
              </a:ext>
            </a:extLst>
          </p:cNvPr>
          <p:cNvCxnSpPr>
            <a:cxnSpLocks/>
          </p:cNvCxnSpPr>
          <p:nvPr/>
        </p:nvCxnSpPr>
        <p:spPr>
          <a:xfrm>
            <a:off x="9988212" y="184396"/>
            <a:ext cx="0" cy="6673604"/>
          </a:xfrm>
          <a:prstGeom prst="line">
            <a:avLst/>
          </a:prstGeom>
          <a:ln w="38100"/>
        </p:spPr>
        <p:style>
          <a:lnRef idx="1">
            <a:schemeClr val="accent4"/>
          </a:lnRef>
          <a:fillRef idx="0">
            <a:schemeClr val="accent4"/>
          </a:fillRef>
          <a:effectRef idx="0">
            <a:schemeClr val="accent4"/>
          </a:effectRef>
          <a:fontRef idx="minor">
            <a:schemeClr val="tx1"/>
          </a:fontRef>
        </p:style>
      </p:cxnSp>
      <p:cxnSp>
        <p:nvCxnSpPr>
          <p:cNvPr id="16" name="直線接點 15">
            <a:extLst>
              <a:ext uri="{FF2B5EF4-FFF2-40B4-BE49-F238E27FC236}">
                <a16:creationId xmlns:a16="http://schemas.microsoft.com/office/drawing/2014/main" id="{967C9E74-7B6E-40C7-A026-449BF8B0F4F3}"/>
              </a:ext>
            </a:extLst>
          </p:cNvPr>
          <p:cNvCxnSpPr>
            <a:cxnSpLocks/>
          </p:cNvCxnSpPr>
          <p:nvPr/>
        </p:nvCxnSpPr>
        <p:spPr>
          <a:xfrm>
            <a:off x="8496370" y="184396"/>
            <a:ext cx="0" cy="6673604"/>
          </a:xfrm>
          <a:prstGeom prst="line">
            <a:avLst/>
          </a:prstGeom>
          <a:ln w="38100"/>
        </p:spPr>
        <p:style>
          <a:lnRef idx="1">
            <a:schemeClr val="accent4"/>
          </a:lnRef>
          <a:fillRef idx="0">
            <a:schemeClr val="accent4"/>
          </a:fillRef>
          <a:effectRef idx="0">
            <a:schemeClr val="accent4"/>
          </a:effectRef>
          <a:fontRef idx="minor">
            <a:schemeClr val="tx1"/>
          </a:fontRef>
        </p:style>
      </p:cxnSp>
      <p:pic>
        <p:nvPicPr>
          <p:cNvPr id="17" name="圖片 16" descr="一張含有 文字 的圖片&#10;&#10;自動產生的描述">
            <a:extLst>
              <a:ext uri="{FF2B5EF4-FFF2-40B4-BE49-F238E27FC236}">
                <a16:creationId xmlns:a16="http://schemas.microsoft.com/office/drawing/2014/main" id="{0D4F3DFF-E2E6-4A20-8F91-325093C60E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106" y="1365517"/>
            <a:ext cx="3713148" cy="1489915"/>
          </a:xfrm>
          <a:prstGeom prst="rect">
            <a:avLst/>
          </a:prstGeom>
        </p:spPr>
      </p:pic>
      <p:sp>
        <p:nvSpPr>
          <p:cNvPr id="33" name="橢圓 32">
            <a:extLst>
              <a:ext uri="{FF2B5EF4-FFF2-40B4-BE49-F238E27FC236}">
                <a16:creationId xmlns:a16="http://schemas.microsoft.com/office/drawing/2014/main" id="{6C900FAC-8795-4C75-8ACA-BD23E4220C14}"/>
              </a:ext>
            </a:extLst>
          </p:cNvPr>
          <p:cNvSpPr/>
          <p:nvPr/>
        </p:nvSpPr>
        <p:spPr>
          <a:xfrm>
            <a:off x="10496644" y="5477736"/>
            <a:ext cx="410049" cy="36939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4" name="圖片 23" descr="一張含有 文字, 填字遊戲 的圖片&#10;&#10;自動產生的描述">
            <a:extLst>
              <a:ext uri="{FF2B5EF4-FFF2-40B4-BE49-F238E27FC236}">
                <a16:creationId xmlns:a16="http://schemas.microsoft.com/office/drawing/2014/main" id="{FE38E144-2CD5-4362-95F3-DB73ACF697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9568" y="3869016"/>
            <a:ext cx="4368389" cy="1563306"/>
          </a:xfrm>
          <a:prstGeom prst="rect">
            <a:avLst/>
          </a:prstGeom>
        </p:spPr>
      </p:pic>
      <p:sp>
        <p:nvSpPr>
          <p:cNvPr id="28" name="橢圓 27">
            <a:extLst>
              <a:ext uri="{FF2B5EF4-FFF2-40B4-BE49-F238E27FC236}">
                <a16:creationId xmlns:a16="http://schemas.microsoft.com/office/drawing/2014/main" id="{924C7A1A-9D7E-4FF8-BFA2-8D2F10DD52AC}"/>
              </a:ext>
            </a:extLst>
          </p:cNvPr>
          <p:cNvSpPr/>
          <p:nvPr/>
        </p:nvSpPr>
        <p:spPr>
          <a:xfrm>
            <a:off x="10166749" y="3669273"/>
            <a:ext cx="410049" cy="36939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橢圓 33">
            <a:extLst>
              <a:ext uri="{FF2B5EF4-FFF2-40B4-BE49-F238E27FC236}">
                <a16:creationId xmlns:a16="http://schemas.microsoft.com/office/drawing/2014/main" id="{A3036C1E-6FDA-4DC6-81DF-ECD39CFF5585}"/>
              </a:ext>
            </a:extLst>
          </p:cNvPr>
          <p:cNvSpPr/>
          <p:nvPr/>
        </p:nvSpPr>
        <p:spPr>
          <a:xfrm>
            <a:off x="9921136" y="1925761"/>
            <a:ext cx="410049" cy="36939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橢圓 34">
            <a:extLst>
              <a:ext uri="{FF2B5EF4-FFF2-40B4-BE49-F238E27FC236}">
                <a16:creationId xmlns:a16="http://schemas.microsoft.com/office/drawing/2014/main" id="{35F72552-C4D7-4ED0-A010-D0814640B4D1}"/>
              </a:ext>
            </a:extLst>
          </p:cNvPr>
          <p:cNvSpPr/>
          <p:nvPr/>
        </p:nvSpPr>
        <p:spPr>
          <a:xfrm>
            <a:off x="10795642" y="384121"/>
            <a:ext cx="684409" cy="36939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橢圓 35">
            <a:extLst>
              <a:ext uri="{FF2B5EF4-FFF2-40B4-BE49-F238E27FC236}">
                <a16:creationId xmlns:a16="http://schemas.microsoft.com/office/drawing/2014/main" id="{6755EDEA-B956-4CDA-9D3A-0C50B10C9969}"/>
              </a:ext>
            </a:extLst>
          </p:cNvPr>
          <p:cNvSpPr/>
          <p:nvPr/>
        </p:nvSpPr>
        <p:spPr>
          <a:xfrm>
            <a:off x="917885" y="4225700"/>
            <a:ext cx="684409" cy="36939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橢圓 36">
            <a:extLst>
              <a:ext uri="{FF2B5EF4-FFF2-40B4-BE49-F238E27FC236}">
                <a16:creationId xmlns:a16="http://schemas.microsoft.com/office/drawing/2014/main" id="{41491016-384F-4779-A883-6CFE48D6DE8D}"/>
              </a:ext>
            </a:extLst>
          </p:cNvPr>
          <p:cNvSpPr/>
          <p:nvPr/>
        </p:nvSpPr>
        <p:spPr>
          <a:xfrm>
            <a:off x="2803350" y="4183545"/>
            <a:ext cx="410049" cy="36939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橢圓 37">
            <a:extLst>
              <a:ext uri="{FF2B5EF4-FFF2-40B4-BE49-F238E27FC236}">
                <a16:creationId xmlns:a16="http://schemas.microsoft.com/office/drawing/2014/main" id="{78D6AB50-A365-496A-9DE1-C9F4DEFB99F6}"/>
              </a:ext>
            </a:extLst>
          </p:cNvPr>
          <p:cNvSpPr/>
          <p:nvPr/>
        </p:nvSpPr>
        <p:spPr>
          <a:xfrm>
            <a:off x="3425534" y="4176554"/>
            <a:ext cx="410049" cy="36939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橢圓 38">
            <a:extLst>
              <a:ext uri="{FF2B5EF4-FFF2-40B4-BE49-F238E27FC236}">
                <a16:creationId xmlns:a16="http://schemas.microsoft.com/office/drawing/2014/main" id="{A7534931-1577-4A6D-B0EF-DF52328A114E}"/>
              </a:ext>
            </a:extLst>
          </p:cNvPr>
          <p:cNvSpPr/>
          <p:nvPr/>
        </p:nvSpPr>
        <p:spPr>
          <a:xfrm>
            <a:off x="4089663" y="4177952"/>
            <a:ext cx="410049" cy="36939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文字方塊 14">
            <a:extLst>
              <a:ext uri="{FF2B5EF4-FFF2-40B4-BE49-F238E27FC236}">
                <a16:creationId xmlns:a16="http://schemas.microsoft.com/office/drawing/2014/main" id="{68D84706-3DF8-45AC-96F1-2949C86A5D1F}"/>
              </a:ext>
            </a:extLst>
          </p:cNvPr>
          <p:cNvSpPr txBox="1"/>
          <p:nvPr/>
        </p:nvSpPr>
        <p:spPr>
          <a:xfrm>
            <a:off x="5685833" y="6404336"/>
            <a:ext cx="1084261" cy="369332"/>
          </a:xfrm>
          <a:prstGeom prst="rect">
            <a:avLst/>
          </a:prstGeom>
          <a:noFill/>
        </p:spPr>
        <p:txBody>
          <a:bodyPr wrap="square" rtlCol="0">
            <a:spAutoFit/>
          </a:bodyPr>
          <a:lstStyle/>
          <a:p>
            <a:r>
              <a:rPr lang="en-US" altLang="zh-TW" dirty="0"/>
              <a:t>Matrix B</a:t>
            </a:r>
            <a:endParaRPr lang="zh-TW" altLang="en-US" dirty="0"/>
          </a:p>
        </p:txBody>
      </p:sp>
      <p:sp>
        <p:nvSpPr>
          <p:cNvPr id="18" name="文字方塊 17">
            <a:extLst>
              <a:ext uri="{FF2B5EF4-FFF2-40B4-BE49-F238E27FC236}">
                <a16:creationId xmlns:a16="http://schemas.microsoft.com/office/drawing/2014/main" id="{E9CB7A45-C7F3-4545-821F-ED47250236AD}"/>
              </a:ext>
            </a:extLst>
          </p:cNvPr>
          <p:cNvSpPr txBox="1"/>
          <p:nvPr/>
        </p:nvSpPr>
        <p:spPr>
          <a:xfrm>
            <a:off x="2211631" y="5562185"/>
            <a:ext cx="1084261" cy="369332"/>
          </a:xfrm>
          <a:prstGeom prst="rect">
            <a:avLst/>
          </a:prstGeom>
          <a:noFill/>
        </p:spPr>
        <p:txBody>
          <a:bodyPr wrap="square" rtlCol="0">
            <a:spAutoFit/>
          </a:bodyPr>
          <a:lstStyle/>
          <a:p>
            <a:r>
              <a:rPr lang="en-US" altLang="zh-TW" dirty="0"/>
              <a:t>Matrix A</a:t>
            </a:r>
            <a:endParaRPr lang="zh-TW" altLang="en-US" dirty="0"/>
          </a:p>
        </p:txBody>
      </p:sp>
      <p:sp>
        <p:nvSpPr>
          <p:cNvPr id="19" name="標題 1">
            <a:extLst>
              <a:ext uri="{FF2B5EF4-FFF2-40B4-BE49-F238E27FC236}">
                <a16:creationId xmlns:a16="http://schemas.microsoft.com/office/drawing/2014/main" id="{5D8D21F3-8E00-4975-B390-8E7C5EE01F5C}"/>
              </a:ext>
            </a:extLst>
          </p:cNvPr>
          <p:cNvSpPr>
            <a:spLocks noGrp="1"/>
          </p:cNvSpPr>
          <p:nvPr>
            <p:ph type="title"/>
          </p:nvPr>
        </p:nvSpPr>
        <p:spPr>
          <a:xfrm>
            <a:off x="348646" y="118152"/>
            <a:ext cx="10814108" cy="1136504"/>
          </a:xfrm>
        </p:spPr>
        <p:txBody>
          <a:bodyPr>
            <a:normAutofit/>
          </a:bodyPr>
          <a:lstStyle/>
          <a:p>
            <a:r>
              <a:rPr lang="en-US" altLang="zh-TW" sz="3200" dirty="0">
                <a:latin typeface="Times New Roman" panose="02020603050405020304" pitchFamily="18" charset="0"/>
                <a:cs typeface="Times New Roman" panose="02020603050405020304" pitchFamily="18" charset="0"/>
              </a:rPr>
              <a:t>NP‑Hardness of P(LOL) and P(LOE)</a:t>
            </a:r>
            <a:endParaRPr lang="zh-TW"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033409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桌 的圖片&#10;&#10;自動產生的描述">
            <a:extLst>
              <a:ext uri="{FF2B5EF4-FFF2-40B4-BE49-F238E27FC236}">
                <a16:creationId xmlns:a16="http://schemas.microsoft.com/office/drawing/2014/main" id="{AFDBA703-BE95-42FD-8559-797FF78668E5}"/>
              </a:ext>
            </a:extLst>
          </p:cNvPr>
          <p:cNvPicPr>
            <a:picLocks noChangeAspect="1"/>
          </p:cNvPicPr>
          <p:nvPr/>
        </p:nvPicPr>
        <p:blipFill rotWithShape="1">
          <a:blip r:embed="rId2">
            <a:extLst>
              <a:ext uri="{28A0092B-C50C-407E-A947-70E740481C1C}">
                <a14:useLocalDpi xmlns:a14="http://schemas.microsoft.com/office/drawing/2010/main" val="0"/>
              </a:ext>
            </a:extLst>
          </a:blip>
          <a:srcRect b="52987"/>
          <a:stretch/>
        </p:blipFill>
        <p:spPr>
          <a:xfrm>
            <a:off x="5634142" y="1828641"/>
            <a:ext cx="5410955" cy="3139496"/>
          </a:xfrm>
          <a:prstGeom prst="rect">
            <a:avLst/>
          </a:prstGeom>
        </p:spPr>
      </p:pic>
      <p:cxnSp>
        <p:nvCxnSpPr>
          <p:cNvPr id="6" name="直線接點 5">
            <a:extLst>
              <a:ext uri="{FF2B5EF4-FFF2-40B4-BE49-F238E27FC236}">
                <a16:creationId xmlns:a16="http://schemas.microsoft.com/office/drawing/2014/main" id="{6A57BB6D-440E-4317-A666-1530A629F21B}"/>
              </a:ext>
            </a:extLst>
          </p:cNvPr>
          <p:cNvCxnSpPr>
            <a:cxnSpLocks/>
          </p:cNvCxnSpPr>
          <p:nvPr/>
        </p:nvCxnSpPr>
        <p:spPr>
          <a:xfrm flipH="1">
            <a:off x="8976239" y="1828640"/>
            <a:ext cx="24760" cy="3244604"/>
          </a:xfrm>
          <a:prstGeom prst="line">
            <a:avLst/>
          </a:prstGeom>
          <a:ln w="38100"/>
        </p:spPr>
        <p:style>
          <a:lnRef idx="1">
            <a:schemeClr val="accent4"/>
          </a:lnRef>
          <a:fillRef idx="0">
            <a:schemeClr val="accent4"/>
          </a:fillRef>
          <a:effectRef idx="0">
            <a:schemeClr val="accent4"/>
          </a:effectRef>
          <a:fontRef idx="minor">
            <a:schemeClr val="tx1"/>
          </a:fontRef>
        </p:style>
      </p:cxnSp>
      <p:cxnSp>
        <p:nvCxnSpPr>
          <p:cNvPr id="16" name="直線接點 15">
            <a:extLst>
              <a:ext uri="{FF2B5EF4-FFF2-40B4-BE49-F238E27FC236}">
                <a16:creationId xmlns:a16="http://schemas.microsoft.com/office/drawing/2014/main" id="{967C9E74-7B6E-40C7-A026-449BF8B0F4F3}"/>
              </a:ext>
            </a:extLst>
          </p:cNvPr>
          <p:cNvCxnSpPr>
            <a:cxnSpLocks/>
          </p:cNvCxnSpPr>
          <p:nvPr/>
        </p:nvCxnSpPr>
        <p:spPr>
          <a:xfrm>
            <a:off x="7509545" y="1828640"/>
            <a:ext cx="0" cy="3139497"/>
          </a:xfrm>
          <a:prstGeom prst="line">
            <a:avLst/>
          </a:prstGeom>
          <a:ln w="38100"/>
        </p:spPr>
        <p:style>
          <a:lnRef idx="1">
            <a:schemeClr val="accent4"/>
          </a:lnRef>
          <a:fillRef idx="0">
            <a:schemeClr val="accent4"/>
          </a:fillRef>
          <a:effectRef idx="0">
            <a:schemeClr val="accent4"/>
          </a:effectRef>
          <a:fontRef idx="minor">
            <a:schemeClr val="tx1"/>
          </a:fontRef>
        </p:style>
      </p:cxnSp>
      <p:sp>
        <p:nvSpPr>
          <p:cNvPr id="18" name="文字方塊 17">
            <a:extLst>
              <a:ext uri="{FF2B5EF4-FFF2-40B4-BE49-F238E27FC236}">
                <a16:creationId xmlns:a16="http://schemas.microsoft.com/office/drawing/2014/main" id="{B35DD33E-4014-4ED2-95D7-5A97FCAB318B}"/>
              </a:ext>
            </a:extLst>
          </p:cNvPr>
          <p:cNvSpPr txBox="1"/>
          <p:nvPr/>
        </p:nvSpPr>
        <p:spPr>
          <a:xfrm>
            <a:off x="4761112" y="4090067"/>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2</a:t>
            </a:r>
            <a:endParaRPr lang="zh-TW" altLang="en-US" sz="2400" b="1" baseline="-25000" dirty="0">
              <a:solidFill>
                <a:srgbClr val="FFC000"/>
              </a:solidFill>
            </a:endParaRPr>
          </a:p>
        </p:txBody>
      </p:sp>
      <p:sp>
        <p:nvSpPr>
          <p:cNvPr id="19" name="文字方塊 18">
            <a:extLst>
              <a:ext uri="{FF2B5EF4-FFF2-40B4-BE49-F238E27FC236}">
                <a16:creationId xmlns:a16="http://schemas.microsoft.com/office/drawing/2014/main" id="{90C7C165-B3EB-4978-B6C4-DE7A882E92B1}"/>
              </a:ext>
            </a:extLst>
          </p:cNvPr>
          <p:cNvSpPr txBox="1"/>
          <p:nvPr/>
        </p:nvSpPr>
        <p:spPr>
          <a:xfrm>
            <a:off x="4770282" y="3167555"/>
            <a:ext cx="522851" cy="461665"/>
          </a:xfrm>
          <a:prstGeom prst="rect">
            <a:avLst/>
          </a:prstGeom>
          <a:noFill/>
        </p:spPr>
        <p:txBody>
          <a:bodyPr wrap="square" rtlCol="0">
            <a:spAutoFit/>
          </a:bodyPr>
          <a:lstStyle/>
          <a:p>
            <a:r>
              <a:rPr lang="en-US" altLang="zh-TW" sz="2400" b="1">
                <a:solidFill>
                  <a:srgbClr val="FFC000"/>
                </a:solidFill>
              </a:rPr>
              <a:t>X</a:t>
            </a:r>
            <a:r>
              <a:rPr lang="en-US" altLang="zh-TW" sz="2400" b="1" baseline="-25000">
                <a:solidFill>
                  <a:srgbClr val="FFC000"/>
                </a:solidFill>
              </a:rPr>
              <a:t>1 </a:t>
            </a:r>
            <a:endParaRPr lang="zh-TW" altLang="en-US" sz="2400" b="1" baseline="-25000" dirty="0">
              <a:solidFill>
                <a:srgbClr val="FFC000"/>
              </a:solidFill>
            </a:endParaRPr>
          </a:p>
        </p:txBody>
      </p:sp>
      <p:cxnSp>
        <p:nvCxnSpPr>
          <p:cNvPr id="12" name="直線接點 11">
            <a:extLst>
              <a:ext uri="{FF2B5EF4-FFF2-40B4-BE49-F238E27FC236}">
                <a16:creationId xmlns:a16="http://schemas.microsoft.com/office/drawing/2014/main" id="{F82555AF-452D-4067-B838-CA248C240024}"/>
              </a:ext>
            </a:extLst>
          </p:cNvPr>
          <p:cNvCxnSpPr/>
          <p:nvPr/>
        </p:nvCxnSpPr>
        <p:spPr>
          <a:xfrm>
            <a:off x="5310231" y="2985303"/>
            <a:ext cx="5511567" cy="0"/>
          </a:xfrm>
          <a:prstGeom prst="line">
            <a:avLst/>
          </a:prstGeom>
          <a:ln w="38100"/>
        </p:spPr>
        <p:style>
          <a:lnRef idx="1">
            <a:schemeClr val="accent4"/>
          </a:lnRef>
          <a:fillRef idx="0">
            <a:schemeClr val="accent4"/>
          </a:fillRef>
          <a:effectRef idx="0">
            <a:schemeClr val="accent4"/>
          </a:effectRef>
          <a:fontRef idx="minor">
            <a:schemeClr val="tx1"/>
          </a:fontRef>
        </p:style>
      </p:cxnSp>
      <p:cxnSp>
        <p:nvCxnSpPr>
          <p:cNvPr id="24" name="直線接點 23">
            <a:extLst>
              <a:ext uri="{FF2B5EF4-FFF2-40B4-BE49-F238E27FC236}">
                <a16:creationId xmlns:a16="http://schemas.microsoft.com/office/drawing/2014/main" id="{DBEB2AF1-A162-40E6-BF07-1A8BC98142AB}"/>
              </a:ext>
            </a:extLst>
          </p:cNvPr>
          <p:cNvCxnSpPr/>
          <p:nvPr/>
        </p:nvCxnSpPr>
        <p:spPr>
          <a:xfrm>
            <a:off x="5345185" y="3892713"/>
            <a:ext cx="5511567" cy="0"/>
          </a:xfrm>
          <a:prstGeom prst="line">
            <a:avLst/>
          </a:prstGeom>
          <a:ln w="38100"/>
        </p:spPr>
        <p:style>
          <a:lnRef idx="1">
            <a:schemeClr val="accent4"/>
          </a:lnRef>
          <a:fillRef idx="0">
            <a:schemeClr val="accent4"/>
          </a:fillRef>
          <a:effectRef idx="0">
            <a:schemeClr val="accent4"/>
          </a:effectRef>
          <a:fontRef idx="minor">
            <a:schemeClr val="tx1"/>
          </a:fontRef>
        </p:style>
      </p:cxnSp>
      <p:sp>
        <p:nvSpPr>
          <p:cNvPr id="27" name="文字方塊 26">
            <a:extLst>
              <a:ext uri="{FF2B5EF4-FFF2-40B4-BE49-F238E27FC236}">
                <a16:creationId xmlns:a16="http://schemas.microsoft.com/office/drawing/2014/main" id="{0252C859-A4D6-4519-A370-734D51E20DC9}"/>
              </a:ext>
            </a:extLst>
          </p:cNvPr>
          <p:cNvSpPr txBox="1"/>
          <p:nvPr/>
        </p:nvSpPr>
        <p:spPr>
          <a:xfrm>
            <a:off x="9006712" y="1448215"/>
            <a:ext cx="318586" cy="461665"/>
          </a:xfrm>
          <a:prstGeom prst="rect">
            <a:avLst/>
          </a:prstGeom>
          <a:noFill/>
        </p:spPr>
        <p:txBody>
          <a:bodyPr wrap="square" rtlCol="0">
            <a:spAutoFit/>
          </a:bodyPr>
          <a:lstStyle/>
          <a:p>
            <a:r>
              <a:rPr lang="en-US" altLang="zh-TW" sz="2400" b="1" dirty="0">
                <a:solidFill>
                  <a:srgbClr val="FFC000"/>
                </a:solidFill>
              </a:rPr>
              <a:t>x</a:t>
            </a:r>
            <a:endParaRPr lang="zh-TW" altLang="en-US" sz="2400" b="1" baseline="-25000" dirty="0">
              <a:solidFill>
                <a:srgbClr val="FFC000"/>
              </a:solidFill>
            </a:endParaRPr>
          </a:p>
        </p:txBody>
      </p:sp>
      <p:sp>
        <p:nvSpPr>
          <p:cNvPr id="25" name="文字方塊 24">
            <a:extLst>
              <a:ext uri="{FF2B5EF4-FFF2-40B4-BE49-F238E27FC236}">
                <a16:creationId xmlns:a16="http://schemas.microsoft.com/office/drawing/2014/main" id="{C98B84CD-8414-42AC-81F8-44A0D023306F}"/>
              </a:ext>
            </a:extLst>
          </p:cNvPr>
          <p:cNvSpPr txBox="1"/>
          <p:nvPr/>
        </p:nvSpPr>
        <p:spPr>
          <a:xfrm>
            <a:off x="9295669" y="1448214"/>
            <a:ext cx="318586" cy="461665"/>
          </a:xfrm>
          <a:prstGeom prst="rect">
            <a:avLst/>
          </a:prstGeom>
          <a:noFill/>
        </p:spPr>
        <p:txBody>
          <a:bodyPr wrap="square" rtlCol="0">
            <a:spAutoFit/>
          </a:bodyPr>
          <a:lstStyle/>
          <a:p>
            <a:r>
              <a:rPr lang="en-US" altLang="zh-TW" sz="2400" b="1" dirty="0">
                <a:solidFill>
                  <a:srgbClr val="FFC000"/>
                </a:solidFill>
              </a:rPr>
              <a:t>y</a:t>
            </a:r>
            <a:endParaRPr lang="zh-TW" altLang="en-US" sz="2400" b="1" baseline="-25000" dirty="0">
              <a:solidFill>
                <a:srgbClr val="FFC000"/>
              </a:solidFill>
            </a:endParaRPr>
          </a:p>
        </p:txBody>
      </p:sp>
      <p:sp>
        <p:nvSpPr>
          <p:cNvPr id="26" name="文字方塊 25">
            <a:extLst>
              <a:ext uri="{FF2B5EF4-FFF2-40B4-BE49-F238E27FC236}">
                <a16:creationId xmlns:a16="http://schemas.microsoft.com/office/drawing/2014/main" id="{2D24F2F3-F0C3-4529-B2F1-B0F5FCCB9CDF}"/>
              </a:ext>
            </a:extLst>
          </p:cNvPr>
          <p:cNvSpPr txBox="1"/>
          <p:nvPr/>
        </p:nvSpPr>
        <p:spPr>
          <a:xfrm>
            <a:off x="9590339" y="1446530"/>
            <a:ext cx="318586" cy="461665"/>
          </a:xfrm>
          <a:prstGeom prst="rect">
            <a:avLst/>
          </a:prstGeom>
          <a:noFill/>
        </p:spPr>
        <p:txBody>
          <a:bodyPr wrap="square" rtlCol="0">
            <a:spAutoFit/>
          </a:bodyPr>
          <a:lstStyle/>
          <a:p>
            <a:r>
              <a:rPr lang="en-US" altLang="zh-TW" sz="2400" b="1" dirty="0">
                <a:solidFill>
                  <a:srgbClr val="FFC000"/>
                </a:solidFill>
              </a:rPr>
              <a:t>z</a:t>
            </a:r>
            <a:endParaRPr lang="zh-TW" altLang="en-US" sz="2400" b="1" baseline="-25000" dirty="0">
              <a:solidFill>
                <a:srgbClr val="FFC000"/>
              </a:solidFill>
            </a:endParaRPr>
          </a:p>
        </p:txBody>
      </p:sp>
      <p:sp>
        <p:nvSpPr>
          <p:cNvPr id="28" name="橢圓 27">
            <a:extLst>
              <a:ext uri="{FF2B5EF4-FFF2-40B4-BE49-F238E27FC236}">
                <a16:creationId xmlns:a16="http://schemas.microsoft.com/office/drawing/2014/main" id="{8E24CF0D-D8D7-4A35-B57E-21541ADF90E4}"/>
              </a:ext>
            </a:extLst>
          </p:cNvPr>
          <p:cNvSpPr/>
          <p:nvPr/>
        </p:nvSpPr>
        <p:spPr>
          <a:xfrm>
            <a:off x="7411695" y="3235501"/>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9" name="直線接點 28">
            <a:extLst>
              <a:ext uri="{FF2B5EF4-FFF2-40B4-BE49-F238E27FC236}">
                <a16:creationId xmlns:a16="http://schemas.microsoft.com/office/drawing/2014/main" id="{3F945F66-B38D-48B4-AFFF-FCAECB3BDFC7}"/>
              </a:ext>
            </a:extLst>
          </p:cNvPr>
          <p:cNvCxnSpPr/>
          <p:nvPr/>
        </p:nvCxnSpPr>
        <p:spPr>
          <a:xfrm>
            <a:off x="5345185" y="4766566"/>
            <a:ext cx="5511567" cy="0"/>
          </a:xfrm>
          <a:prstGeom prst="line">
            <a:avLst/>
          </a:prstGeom>
          <a:ln w="38100"/>
        </p:spPr>
        <p:style>
          <a:lnRef idx="1">
            <a:schemeClr val="accent4"/>
          </a:lnRef>
          <a:fillRef idx="0">
            <a:schemeClr val="accent4"/>
          </a:fillRef>
          <a:effectRef idx="0">
            <a:schemeClr val="accent4"/>
          </a:effectRef>
          <a:fontRef idx="minor">
            <a:schemeClr val="tx1"/>
          </a:fontRef>
        </p:style>
      </p:cxnSp>
      <p:sp>
        <p:nvSpPr>
          <p:cNvPr id="30" name="文字方塊 29">
            <a:extLst>
              <a:ext uri="{FF2B5EF4-FFF2-40B4-BE49-F238E27FC236}">
                <a16:creationId xmlns:a16="http://schemas.microsoft.com/office/drawing/2014/main" id="{D0C9C7F2-0936-47A8-A80F-90CE057C0A27}"/>
              </a:ext>
            </a:extLst>
          </p:cNvPr>
          <p:cNvSpPr txBox="1"/>
          <p:nvPr/>
        </p:nvSpPr>
        <p:spPr>
          <a:xfrm>
            <a:off x="5455089" y="3538264"/>
            <a:ext cx="335560" cy="400110"/>
          </a:xfrm>
          <a:prstGeom prst="rect">
            <a:avLst/>
          </a:prstGeom>
          <a:noFill/>
        </p:spPr>
        <p:txBody>
          <a:bodyPr wrap="square" rtlCol="0">
            <a:spAutoFit/>
          </a:bodyPr>
          <a:lstStyle/>
          <a:p>
            <a:r>
              <a:rPr lang="en-US" altLang="zh-TW" sz="2000" b="1" dirty="0">
                <a:solidFill>
                  <a:srgbClr val="FFC000"/>
                </a:solidFill>
              </a:rPr>
              <a:t>1</a:t>
            </a:r>
            <a:endParaRPr lang="zh-TW" altLang="en-US" sz="2000" b="1" dirty="0">
              <a:solidFill>
                <a:srgbClr val="FFC000"/>
              </a:solidFill>
            </a:endParaRPr>
          </a:p>
        </p:txBody>
      </p:sp>
      <p:sp>
        <p:nvSpPr>
          <p:cNvPr id="31" name="文字方塊 30">
            <a:extLst>
              <a:ext uri="{FF2B5EF4-FFF2-40B4-BE49-F238E27FC236}">
                <a16:creationId xmlns:a16="http://schemas.microsoft.com/office/drawing/2014/main" id="{B845F6B6-BD26-4971-89EC-093073A89888}"/>
              </a:ext>
            </a:extLst>
          </p:cNvPr>
          <p:cNvSpPr txBox="1"/>
          <p:nvPr/>
        </p:nvSpPr>
        <p:spPr>
          <a:xfrm>
            <a:off x="5438789" y="3255976"/>
            <a:ext cx="335560" cy="400110"/>
          </a:xfrm>
          <a:prstGeom prst="rect">
            <a:avLst/>
          </a:prstGeom>
          <a:noFill/>
        </p:spPr>
        <p:txBody>
          <a:bodyPr wrap="square" rtlCol="0">
            <a:spAutoFit/>
          </a:bodyPr>
          <a:lstStyle/>
          <a:p>
            <a:r>
              <a:rPr lang="en-US" altLang="zh-TW" sz="2000" b="1" dirty="0">
                <a:solidFill>
                  <a:srgbClr val="FFC000"/>
                </a:solidFill>
              </a:rPr>
              <a:t>2</a:t>
            </a:r>
            <a:endParaRPr lang="zh-TW" altLang="en-US" sz="2000" b="1" dirty="0">
              <a:solidFill>
                <a:srgbClr val="FFC000"/>
              </a:solidFill>
            </a:endParaRPr>
          </a:p>
        </p:txBody>
      </p:sp>
      <p:sp>
        <p:nvSpPr>
          <p:cNvPr id="32" name="文字方塊 31">
            <a:extLst>
              <a:ext uri="{FF2B5EF4-FFF2-40B4-BE49-F238E27FC236}">
                <a16:creationId xmlns:a16="http://schemas.microsoft.com/office/drawing/2014/main" id="{206BF2AD-22C9-46F3-ABE8-256FA3864560}"/>
              </a:ext>
            </a:extLst>
          </p:cNvPr>
          <p:cNvSpPr txBox="1"/>
          <p:nvPr/>
        </p:nvSpPr>
        <p:spPr>
          <a:xfrm>
            <a:off x="5445649" y="2985785"/>
            <a:ext cx="335560" cy="400110"/>
          </a:xfrm>
          <a:prstGeom prst="rect">
            <a:avLst/>
          </a:prstGeom>
          <a:noFill/>
        </p:spPr>
        <p:txBody>
          <a:bodyPr wrap="square" rtlCol="0">
            <a:spAutoFit/>
          </a:bodyPr>
          <a:lstStyle/>
          <a:p>
            <a:r>
              <a:rPr lang="en-US" altLang="zh-TW" sz="2000" b="1" dirty="0">
                <a:solidFill>
                  <a:srgbClr val="FFC000"/>
                </a:solidFill>
              </a:rPr>
              <a:t>3</a:t>
            </a:r>
            <a:endParaRPr lang="zh-TW" altLang="en-US" sz="2000" b="1" dirty="0">
              <a:solidFill>
                <a:srgbClr val="FFC000"/>
              </a:solidFill>
            </a:endParaRPr>
          </a:p>
        </p:txBody>
      </p:sp>
      <p:sp>
        <p:nvSpPr>
          <p:cNvPr id="33" name="文字方塊 32">
            <a:extLst>
              <a:ext uri="{FF2B5EF4-FFF2-40B4-BE49-F238E27FC236}">
                <a16:creationId xmlns:a16="http://schemas.microsoft.com/office/drawing/2014/main" id="{691DBDEE-5F6E-4667-8CDF-BEC4ECE1A63B}"/>
              </a:ext>
            </a:extLst>
          </p:cNvPr>
          <p:cNvSpPr txBox="1"/>
          <p:nvPr/>
        </p:nvSpPr>
        <p:spPr>
          <a:xfrm>
            <a:off x="5462427" y="4400013"/>
            <a:ext cx="335560" cy="400110"/>
          </a:xfrm>
          <a:prstGeom prst="rect">
            <a:avLst/>
          </a:prstGeom>
          <a:noFill/>
        </p:spPr>
        <p:txBody>
          <a:bodyPr wrap="square" rtlCol="0">
            <a:spAutoFit/>
          </a:bodyPr>
          <a:lstStyle/>
          <a:p>
            <a:r>
              <a:rPr lang="en-US" altLang="zh-TW" sz="2000" b="1" dirty="0">
                <a:solidFill>
                  <a:srgbClr val="FFC000"/>
                </a:solidFill>
              </a:rPr>
              <a:t>1</a:t>
            </a:r>
            <a:endParaRPr lang="zh-TW" altLang="en-US" sz="2000" b="1" dirty="0">
              <a:solidFill>
                <a:srgbClr val="FFC000"/>
              </a:solidFill>
            </a:endParaRPr>
          </a:p>
        </p:txBody>
      </p:sp>
      <p:sp>
        <p:nvSpPr>
          <p:cNvPr id="34" name="文字方塊 33">
            <a:extLst>
              <a:ext uri="{FF2B5EF4-FFF2-40B4-BE49-F238E27FC236}">
                <a16:creationId xmlns:a16="http://schemas.microsoft.com/office/drawing/2014/main" id="{6348352C-B162-4D3E-BF4E-E75ACCBDE56A}"/>
              </a:ext>
            </a:extLst>
          </p:cNvPr>
          <p:cNvSpPr txBox="1"/>
          <p:nvPr/>
        </p:nvSpPr>
        <p:spPr>
          <a:xfrm>
            <a:off x="5455089" y="4135857"/>
            <a:ext cx="335560" cy="400110"/>
          </a:xfrm>
          <a:prstGeom prst="rect">
            <a:avLst/>
          </a:prstGeom>
          <a:noFill/>
        </p:spPr>
        <p:txBody>
          <a:bodyPr wrap="square" rtlCol="0">
            <a:spAutoFit/>
          </a:bodyPr>
          <a:lstStyle/>
          <a:p>
            <a:r>
              <a:rPr lang="en-US" altLang="zh-TW" sz="2000" b="1" dirty="0">
                <a:solidFill>
                  <a:srgbClr val="FFC000"/>
                </a:solidFill>
              </a:rPr>
              <a:t>2</a:t>
            </a:r>
            <a:endParaRPr lang="zh-TW" altLang="en-US" sz="2000" b="1" dirty="0">
              <a:solidFill>
                <a:srgbClr val="FFC000"/>
              </a:solidFill>
            </a:endParaRPr>
          </a:p>
        </p:txBody>
      </p:sp>
      <p:sp>
        <p:nvSpPr>
          <p:cNvPr id="35" name="文字方塊 34">
            <a:extLst>
              <a:ext uri="{FF2B5EF4-FFF2-40B4-BE49-F238E27FC236}">
                <a16:creationId xmlns:a16="http://schemas.microsoft.com/office/drawing/2014/main" id="{3BD71361-2F34-4360-AA38-F4E8C90254E1}"/>
              </a:ext>
            </a:extLst>
          </p:cNvPr>
          <p:cNvSpPr txBox="1"/>
          <p:nvPr/>
        </p:nvSpPr>
        <p:spPr>
          <a:xfrm>
            <a:off x="5466362" y="3880481"/>
            <a:ext cx="335560" cy="400110"/>
          </a:xfrm>
          <a:prstGeom prst="rect">
            <a:avLst/>
          </a:prstGeom>
          <a:noFill/>
        </p:spPr>
        <p:txBody>
          <a:bodyPr wrap="square" rtlCol="0">
            <a:spAutoFit/>
          </a:bodyPr>
          <a:lstStyle/>
          <a:p>
            <a:r>
              <a:rPr lang="en-US" altLang="zh-TW" sz="2000" b="1" dirty="0">
                <a:solidFill>
                  <a:srgbClr val="FFC000"/>
                </a:solidFill>
              </a:rPr>
              <a:t>3</a:t>
            </a:r>
            <a:endParaRPr lang="zh-TW" altLang="en-US" sz="2000" b="1" dirty="0">
              <a:solidFill>
                <a:srgbClr val="FFC000"/>
              </a:solidFill>
            </a:endParaRPr>
          </a:p>
        </p:txBody>
      </p:sp>
      <p:pic>
        <p:nvPicPr>
          <p:cNvPr id="22" name="圖片 21" descr="一張含有 文字, 填字遊戲 的圖片&#10;&#10;自動產生的描述">
            <a:extLst>
              <a:ext uri="{FF2B5EF4-FFF2-40B4-BE49-F238E27FC236}">
                <a16:creationId xmlns:a16="http://schemas.microsoft.com/office/drawing/2014/main" id="{8E1A1693-E03A-43AF-B722-BE63DF1658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9935" y="3738319"/>
            <a:ext cx="4368389" cy="1563306"/>
          </a:xfrm>
          <a:prstGeom prst="rect">
            <a:avLst/>
          </a:prstGeom>
        </p:spPr>
      </p:pic>
      <p:pic>
        <p:nvPicPr>
          <p:cNvPr id="23" name="圖片 22" descr="一張含有 文字 的圖片&#10;&#10;自動產生的描述">
            <a:extLst>
              <a:ext uri="{FF2B5EF4-FFF2-40B4-BE49-F238E27FC236}">
                <a16:creationId xmlns:a16="http://schemas.microsoft.com/office/drawing/2014/main" id="{B2E2F70C-F656-4127-91D8-902E7729C7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5391" y="1298659"/>
            <a:ext cx="3713148" cy="1489915"/>
          </a:xfrm>
          <a:prstGeom prst="rect">
            <a:avLst/>
          </a:prstGeom>
        </p:spPr>
      </p:pic>
      <p:sp>
        <p:nvSpPr>
          <p:cNvPr id="36" name="橢圓 35">
            <a:extLst>
              <a:ext uri="{FF2B5EF4-FFF2-40B4-BE49-F238E27FC236}">
                <a16:creationId xmlns:a16="http://schemas.microsoft.com/office/drawing/2014/main" id="{3BE217BD-5BEC-4D4B-B039-737E663D9346}"/>
              </a:ext>
            </a:extLst>
          </p:cNvPr>
          <p:cNvSpPr/>
          <p:nvPr/>
        </p:nvSpPr>
        <p:spPr>
          <a:xfrm>
            <a:off x="2108102" y="1489641"/>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橢圓 36">
            <a:extLst>
              <a:ext uri="{FF2B5EF4-FFF2-40B4-BE49-F238E27FC236}">
                <a16:creationId xmlns:a16="http://schemas.microsoft.com/office/drawing/2014/main" id="{D15C1AF9-F2E5-4AC6-A211-23421A2A1B9C}"/>
              </a:ext>
            </a:extLst>
          </p:cNvPr>
          <p:cNvSpPr/>
          <p:nvPr/>
        </p:nvSpPr>
        <p:spPr>
          <a:xfrm>
            <a:off x="2096325" y="1896063"/>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文字方塊 37">
            <a:extLst>
              <a:ext uri="{FF2B5EF4-FFF2-40B4-BE49-F238E27FC236}">
                <a16:creationId xmlns:a16="http://schemas.microsoft.com/office/drawing/2014/main" id="{5EB9EE87-FE6A-45B9-AAE3-7F89A630892B}"/>
              </a:ext>
            </a:extLst>
          </p:cNvPr>
          <p:cNvSpPr txBox="1"/>
          <p:nvPr/>
        </p:nvSpPr>
        <p:spPr>
          <a:xfrm>
            <a:off x="59923" y="4030758"/>
            <a:ext cx="335560" cy="400110"/>
          </a:xfrm>
          <a:prstGeom prst="rect">
            <a:avLst/>
          </a:prstGeom>
          <a:noFill/>
        </p:spPr>
        <p:txBody>
          <a:bodyPr wrap="square" rtlCol="0">
            <a:spAutoFit/>
          </a:bodyPr>
          <a:lstStyle/>
          <a:p>
            <a:r>
              <a:rPr lang="en-US" altLang="zh-TW" sz="2000" b="1" dirty="0">
                <a:solidFill>
                  <a:srgbClr val="FFC000"/>
                </a:solidFill>
              </a:rPr>
              <a:t>1</a:t>
            </a:r>
            <a:endParaRPr lang="zh-TW" altLang="en-US" sz="2000" b="1" dirty="0">
              <a:solidFill>
                <a:srgbClr val="FFC000"/>
              </a:solidFill>
            </a:endParaRPr>
          </a:p>
        </p:txBody>
      </p:sp>
      <p:sp>
        <p:nvSpPr>
          <p:cNvPr id="39" name="文字方塊 38">
            <a:extLst>
              <a:ext uri="{FF2B5EF4-FFF2-40B4-BE49-F238E27FC236}">
                <a16:creationId xmlns:a16="http://schemas.microsoft.com/office/drawing/2014/main" id="{56AF4A62-4C5F-40F6-B31D-C32FC58CECF6}"/>
              </a:ext>
            </a:extLst>
          </p:cNvPr>
          <p:cNvSpPr txBox="1"/>
          <p:nvPr/>
        </p:nvSpPr>
        <p:spPr>
          <a:xfrm>
            <a:off x="55061" y="4397098"/>
            <a:ext cx="335560" cy="400110"/>
          </a:xfrm>
          <a:prstGeom prst="rect">
            <a:avLst/>
          </a:prstGeom>
          <a:noFill/>
        </p:spPr>
        <p:txBody>
          <a:bodyPr wrap="square" rtlCol="0">
            <a:spAutoFit/>
          </a:bodyPr>
          <a:lstStyle/>
          <a:p>
            <a:r>
              <a:rPr lang="en-US" altLang="zh-TW" sz="2000" b="1" dirty="0">
                <a:solidFill>
                  <a:srgbClr val="FFC000"/>
                </a:solidFill>
              </a:rPr>
              <a:t>2</a:t>
            </a:r>
            <a:endParaRPr lang="zh-TW" altLang="en-US" sz="2000" b="1" dirty="0">
              <a:solidFill>
                <a:srgbClr val="FFC000"/>
              </a:solidFill>
            </a:endParaRPr>
          </a:p>
        </p:txBody>
      </p:sp>
      <p:sp>
        <p:nvSpPr>
          <p:cNvPr id="40" name="文字方塊 39">
            <a:extLst>
              <a:ext uri="{FF2B5EF4-FFF2-40B4-BE49-F238E27FC236}">
                <a16:creationId xmlns:a16="http://schemas.microsoft.com/office/drawing/2014/main" id="{DDABA310-FA94-48A7-8DB3-84DF1AFC09D9}"/>
              </a:ext>
            </a:extLst>
          </p:cNvPr>
          <p:cNvSpPr txBox="1"/>
          <p:nvPr/>
        </p:nvSpPr>
        <p:spPr>
          <a:xfrm>
            <a:off x="55061" y="4752113"/>
            <a:ext cx="335560" cy="400110"/>
          </a:xfrm>
          <a:prstGeom prst="rect">
            <a:avLst/>
          </a:prstGeom>
          <a:noFill/>
        </p:spPr>
        <p:txBody>
          <a:bodyPr wrap="square" rtlCol="0">
            <a:spAutoFit/>
          </a:bodyPr>
          <a:lstStyle/>
          <a:p>
            <a:r>
              <a:rPr lang="en-US" altLang="zh-TW" sz="2000" b="1" dirty="0">
                <a:solidFill>
                  <a:srgbClr val="FFC000"/>
                </a:solidFill>
              </a:rPr>
              <a:t>3</a:t>
            </a:r>
            <a:endParaRPr lang="zh-TW" altLang="en-US" sz="2000" b="1" dirty="0">
              <a:solidFill>
                <a:srgbClr val="FFC000"/>
              </a:solidFill>
            </a:endParaRPr>
          </a:p>
        </p:txBody>
      </p:sp>
      <p:sp>
        <p:nvSpPr>
          <p:cNvPr id="41" name="文字方塊 40">
            <a:extLst>
              <a:ext uri="{FF2B5EF4-FFF2-40B4-BE49-F238E27FC236}">
                <a16:creationId xmlns:a16="http://schemas.microsoft.com/office/drawing/2014/main" id="{5418FA39-E854-4DF2-8970-4012653FCDDE}"/>
              </a:ext>
            </a:extLst>
          </p:cNvPr>
          <p:cNvSpPr txBox="1"/>
          <p:nvPr/>
        </p:nvSpPr>
        <p:spPr>
          <a:xfrm>
            <a:off x="2700236" y="3354751"/>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1</a:t>
            </a:r>
            <a:endParaRPr lang="zh-TW" altLang="en-US" sz="2400" b="1" baseline="-25000" dirty="0">
              <a:solidFill>
                <a:srgbClr val="FFC000"/>
              </a:solidFill>
            </a:endParaRPr>
          </a:p>
        </p:txBody>
      </p:sp>
      <p:sp>
        <p:nvSpPr>
          <p:cNvPr id="42" name="橢圓 41">
            <a:extLst>
              <a:ext uri="{FF2B5EF4-FFF2-40B4-BE49-F238E27FC236}">
                <a16:creationId xmlns:a16="http://schemas.microsoft.com/office/drawing/2014/main" id="{53A408DD-07C2-4D80-A719-CB6DA7F99850}"/>
              </a:ext>
            </a:extLst>
          </p:cNvPr>
          <p:cNvSpPr/>
          <p:nvPr/>
        </p:nvSpPr>
        <p:spPr>
          <a:xfrm>
            <a:off x="2626146" y="4026731"/>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橢圓 42">
            <a:extLst>
              <a:ext uri="{FF2B5EF4-FFF2-40B4-BE49-F238E27FC236}">
                <a16:creationId xmlns:a16="http://schemas.microsoft.com/office/drawing/2014/main" id="{DE78A3AB-7DA2-451A-B44F-EF2AFAFE5857}"/>
              </a:ext>
            </a:extLst>
          </p:cNvPr>
          <p:cNvSpPr/>
          <p:nvPr/>
        </p:nvSpPr>
        <p:spPr>
          <a:xfrm>
            <a:off x="2634816" y="4370271"/>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橢圓 43">
            <a:extLst>
              <a:ext uri="{FF2B5EF4-FFF2-40B4-BE49-F238E27FC236}">
                <a16:creationId xmlns:a16="http://schemas.microsoft.com/office/drawing/2014/main" id="{2D9AA5E6-CCF8-4154-A91E-BD5493B4AAA9}"/>
              </a:ext>
            </a:extLst>
          </p:cNvPr>
          <p:cNvSpPr/>
          <p:nvPr/>
        </p:nvSpPr>
        <p:spPr>
          <a:xfrm>
            <a:off x="8894215" y="3507493"/>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文字方塊 44">
            <a:extLst>
              <a:ext uri="{FF2B5EF4-FFF2-40B4-BE49-F238E27FC236}">
                <a16:creationId xmlns:a16="http://schemas.microsoft.com/office/drawing/2014/main" id="{D7C95DE0-0DD2-416E-A5DE-89607AF8C0D2}"/>
              </a:ext>
            </a:extLst>
          </p:cNvPr>
          <p:cNvSpPr txBox="1"/>
          <p:nvPr/>
        </p:nvSpPr>
        <p:spPr>
          <a:xfrm>
            <a:off x="7432709" y="5150024"/>
            <a:ext cx="1084261" cy="369332"/>
          </a:xfrm>
          <a:prstGeom prst="rect">
            <a:avLst/>
          </a:prstGeom>
          <a:noFill/>
        </p:spPr>
        <p:txBody>
          <a:bodyPr wrap="square" rtlCol="0">
            <a:spAutoFit/>
          </a:bodyPr>
          <a:lstStyle/>
          <a:p>
            <a:r>
              <a:rPr lang="en-US" altLang="zh-TW" dirty="0"/>
              <a:t>Matrix B</a:t>
            </a:r>
            <a:endParaRPr lang="zh-TW" altLang="en-US" dirty="0"/>
          </a:p>
        </p:txBody>
      </p:sp>
      <p:sp>
        <p:nvSpPr>
          <p:cNvPr id="46" name="文字方塊 45">
            <a:extLst>
              <a:ext uri="{FF2B5EF4-FFF2-40B4-BE49-F238E27FC236}">
                <a16:creationId xmlns:a16="http://schemas.microsoft.com/office/drawing/2014/main" id="{7286B375-66EA-4287-9DE7-01A3F9C147AB}"/>
              </a:ext>
            </a:extLst>
          </p:cNvPr>
          <p:cNvSpPr txBox="1"/>
          <p:nvPr/>
        </p:nvSpPr>
        <p:spPr>
          <a:xfrm>
            <a:off x="2221371" y="5270727"/>
            <a:ext cx="1084261" cy="369332"/>
          </a:xfrm>
          <a:prstGeom prst="rect">
            <a:avLst/>
          </a:prstGeom>
          <a:noFill/>
        </p:spPr>
        <p:txBody>
          <a:bodyPr wrap="square" rtlCol="0">
            <a:spAutoFit/>
          </a:bodyPr>
          <a:lstStyle/>
          <a:p>
            <a:r>
              <a:rPr lang="en-US" altLang="zh-TW" dirty="0"/>
              <a:t>Matrix A</a:t>
            </a:r>
            <a:endParaRPr lang="zh-TW" altLang="en-US" dirty="0"/>
          </a:p>
        </p:txBody>
      </p:sp>
      <p:sp>
        <p:nvSpPr>
          <p:cNvPr id="47" name="標題 1">
            <a:extLst>
              <a:ext uri="{FF2B5EF4-FFF2-40B4-BE49-F238E27FC236}">
                <a16:creationId xmlns:a16="http://schemas.microsoft.com/office/drawing/2014/main" id="{1E7CFA26-6259-427C-9569-54C97CC8F683}"/>
              </a:ext>
            </a:extLst>
          </p:cNvPr>
          <p:cNvSpPr>
            <a:spLocks noGrp="1"/>
          </p:cNvSpPr>
          <p:nvPr>
            <p:ph type="title"/>
          </p:nvPr>
        </p:nvSpPr>
        <p:spPr>
          <a:xfrm>
            <a:off x="348646" y="118152"/>
            <a:ext cx="10814108" cy="1136504"/>
          </a:xfrm>
        </p:spPr>
        <p:txBody>
          <a:bodyPr>
            <a:normAutofit/>
          </a:bodyPr>
          <a:lstStyle/>
          <a:p>
            <a:r>
              <a:rPr lang="en-US" altLang="zh-TW" sz="3200" dirty="0">
                <a:latin typeface="Times New Roman" panose="02020603050405020304" pitchFamily="18" charset="0"/>
                <a:cs typeface="Times New Roman" panose="02020603050405020304" pitchFamily="18" charset="0"/>
              </a:rPr>
              <a:t>NP‑Hardness of P(LOL) and P(LOE)</a:t>
            </a:r>
            <a:endParaRPr lang="zh-TW"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217087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桌 的圖片&#10;&#10;自動產生的描述">
            <a:extLst>
              <a:ext uri="{FF2B5EF4-FFF2-40B4-BE49-F238E27FC236}">
                <a16:creationId xmlns:a16="http://schemas.microsoft.com/office/drawing/2014/main" id="{AFDBA703-BE95-42FD-8559-797FF78668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6231" y="184396"/>
            <a:ext cx="5410955" cy="6677957"/>
          </a:xfrm>
          <a:prstGeom prst="rect">
            <a:avLst/>
          </a:prstGeom>
        </p:spPr>
      </p:pic>
      <p:cxnSp>
        <p:nvCxnSpPr>
          <p:cNvPr id="6" name="直線接點 5">
            <a:extLst>
              <a:ext uri="{FF2B5EF4-FFF2-40B4-BE49-F238E27FC236}">
                <a16:creationId xmlns:a16="http://schemas.microsoft.com/office/drawing/2014/main" id="{6A57BB6D-440E-4317-A666-1530A629F21B}"/>
              </a:ext>
            </a:extLst>
          </p:cNvPr>
          <p:cNvCxnSpPr>
            <a:cxnSpLocks/>
          </p:cNvCxnSpPr>
          <p:nvPr/>
        </p:nvCxnSpPr>
        <p:spPr>
          <a:xfrm>
            <a:off x="10033476" y="184396"/>
            <a:ext cx="0" cy="6673604"/>
          </a:xfrm>
          <a:prstGeom prst="line">
            <a:avLst/>
          </a:prstGeom>
          <a:ln w="38100"/>
        </p:spPr>
        <p:style>
          <a:lnRef idx="1">
            <a:schemeClr val="accent4"/>
          </a:lnRef>
          <a:fillRef idx="0">
            <a:schemeClr val="accent4"/>
          </a:fillRef>
          <a:effectRef idx="0">
            <a:schemeClr val="accent4"/>
          </a:effectRef>
          <a:fontRef idx="minor">
            <a:schemeClr val="tx1"/>
          </a:fontRef>
        </p:style>
      </p:cxnSp>
      <p:cxnSp>
        <p:nvCxnSpPr>
          <p:cNvPr id="16" name="直線接點 15">
            <a:extLst>
              <a:ext uri="{FF2B5EF4-FFF2-40B4-BE49-F238E27FC236}">
                <a16:creationId xmlns:a16="http://schemas.microsoft.com/office/drawing/2014/main" id="{967C9E74-7B6E-40C7-A026-449BF8B0F4F3}"/>
              </a:ext>
            </a:extLst>
          </p:cNvPr>
          <p:cNvCxnSpPr>
            <a:cxnSpLocks/>
          </p:cNvCxnSpPr>
          <p:nvPr/>
        </p:nvCxnSpPr>
        <p:spPr>
          <a:xfrm>
            <a:off x="8541634" y="184396"/>
            <a:ext cx="0" cy="6673604"/>
          </a:xfrm>
          <a:prstGeom prst="line">
            <a:avLst/>
          </a:prstGeom>
          <a:ln w="38100"/>
        </p:spPr>
        <p:style>
          <a:lnRef idx="1">
            <a:schemeClr val="accent4"/>
          </a:lnRef>
          <a:fillRef idx="0">
            <a:schemeClr val="accent4"/>
          </a:fillRef>
          <a:effectRef idx="0">
            <a:schemeClr val="accent4"/>
          </a:effectRef>
          <a:fontRef idx="minor">
            <a:schemeClr val="tx1"/>
          </a:fontRef>
        </p:style>
      </p:cxnSp>
      <p:pic>
        <p:nvPicPr>
          <p:cNvPr id="17" name="圖片 16" descr="一張含有 文字 的圖片&#10;&#10;自動產生的描述">
            <a:extLst>
              <a:ext uri="{FF2B5EF4-FFF2-40B4-BE49-F238E27FC236}">
                <a16:creationId xmlns:a16="http://schemas.microsoft.com/office/drawing/2014/main" id="{0D4F3DFF-E2E6-4A20-8F91-325093C60E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2442" y="1209630"/>
            <a:ext cx="3713148" cy="1489915"/>
          </a:xfrm>
          <a:prstGeom prst="rect">
            <a:avLst/>
          </a:prstGeom>
        </p:spPr>
      </p:pic>
      <p:sp>
        <p:nvSpPr>
          <p:cNvPr id="18" name="文字方塊 17">
            <a:extLst>
              <a:ext uri="{FF2B5EF4-FFF2-40B4-BE49-F238E27FC236}">
                <a16:creationId xmlns:a16="http://schemas.microsoft.com/office/drawing/2014/main" id="{B35DD33E-4014-4ED2-95D7-5A97FCAB318B}"/>
              </a:ext>
            </a:extLst>
          </p:cNvPr>
          <p:cNvSpPr txBox="1"/>
          <p:nvPr/>
        </p:nvSpPr>
        <p:spPr>
          <a:xfrm>
            <a:off x="6236498" y="2453209"/>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2</a:t>
            </a:r>
            <a:endParaRPr lang="zh-TW" altLang="en-US" sz="2400" b="1" baseline="-25000" dirty="0">
              <a:solidFill>
                <a:srgbClr val="FFC000"/>
              </a:solidFill>
            </a:endParaRPr>
          </a:p>
        </p:txBody>
      </p:sp>
      <p:sp>
        <p:nvSpPr>
          <p:cNvPr id="19" name="文字方塊 18">
            <a:extLst>
              <a:ext uri="{FF2B5EF4-FFF2-40B4-BE49-F238E27FC236}">
                <a16:creationId xmlns:a16="http://schemas.microsoft.com/office/drawing/2014/main" id="{90C7C165-B3EB-4978-B6C4-DE7A882E92B1}"/>
              </a:ext>
            </a:extLst>
          </p:cNvPr>
          <p:cNvSpPr txBox="1"/>
          <p:nvPr/>
        </p:nvSpPr>
        <p:spPr>
          <a:xfrm>
            <a:off x="6236499" y="1547184"/>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1</a:t>
            </a:r>
            <a:endParaRPr lang="zh-TW" altLang="en-US" sz="2400" b="1" baseline="-25000" dirty="0">
              <a:solidFill>
                <a:srgbClr val="FFC000"/>
              </a:solidFill>
            </a:endParaRPr>
          </a:p>
        </p:txBody>
      </p:sp>
      <p:sp>
        <p:nvSpPr>
          <p:cNvPr id="20" name="文字方塊 19">
            <a:extLst>
              <a:ext uri="{FF2B5EF4-FFF2-40B4-BE49-F238E27FC236}">
                <a16:creationId xmlns:a16="http://schemas.microsoft.com/office/drawing/2014/main" id="{69BBF8A0-EF23-43DA-B23F-3C4A869036D0}"/>
              </a:ext>
            </a:extLst>
          </p:cNvPr>
          <p:cNvSpPr txBox="1"/>
          <p:nvPr/>
        </p:nvSpPr>
        <p:spPr>
          <a:xfrm>
            <a:off x="6236498" y="4173957"/>
            <a:ext cx="522851" cy="461665"/>
          </a:xfrm>
          <a:prstGeom prst="rect">
            <a:avLst/>
          </a:prstGeom>
          <a:noFill/>
        </p:spPr>
        <p:txBody>
          <a:bodyPr wrap="square" rtlCol="0">
            <a:spAutoFit/>
          </a:bodyPr>
          <a:lstStyle/>
          <a:p>
            <a:r>
              <a:rPr lang="en-US" altLang="zh-TW" sz="2400" b="1" dirty="0">
                <a:solidFill>
                  <a:srgbClr val="FFC000"/>
                </a:solidFill>
              </a:rPr>
              <a:t>y</a:t>
            </a:r>
            <a:r>
              <a:rPr lang="en-US" altLang="zh-TW" sz="2400" b="1" baseline="-25000" dirty="0">
                <a:solidFill>
                  <a:srgbClr val="FFC000"/>
                </a:solidFill>
              </a:rPr>
              <a:t>2</a:t>
            </a:r>
            <a:endParaRPr lang="zh-TW" altLang="en-US" sz="2400" b="1" baseline="-25000" dirty="0">
              <a:solidFill>
                <a:srgbClr val="FFC000"/>
              </a:solidFill>
            </a:endParaRPr>
          </a:p>
        </p:txBody>
      </p:sp>
      <p:sp>
        <p:nvSpPr>
          <p:cNvPr id="21" name="文字方塊 20">
            <a:extLst>
              <a:ext uri="{FF2B5EF4-FFF2-40B4-BE49-F238E27FC236}">
                <a16:creationId xmlns:a16="http://schemas.microsoft.com/office/drawing/2014/main" id="{3840B4C5-0F0A-4F1C-B875-B2D035F3A218}"/>
              </a:ext>
            </a:extLst>
          </p:cNvPr>
          <p:cNvSpPr txBox="1"/>
          <p:nvPr/>
        </p:nvSpPr>
        <p:spPr>
          <a:xfrm>
            <a:off x="6236498" y="3270359"/>
            <a:ext cx="522851" cy="461665"/>
          </a:xfrm>
          <a:prstGeom prst="rect">
            <a:avLst/>
          </a:prstGeom>
          <a:noFill/>
        </p:spPr>
        <p:txBody>
          <a:bodyPr wrap="square" rtlCol="0">
            <a:spAutoFit/>
          </a:bodyPr>
          <a:lstStyle/>
          <a:p>
            <a:r>
              <a:rPr lang="en-US" altLang="zh-TW" sz="2400" b="1" dirty="0">
                <a:solidFill>
                  <a:srgbClr val="FFC000"/>
                </a:solidFill>
              </a:rPr>
              <a:t>y</a:t>
            </a:r>
            <a:r>
              <a:rPr lang="en-US" altLang="zh-TW" sz="2400" b="1" baseline="-25000" dirty="0">
                <a:solidFill>
                  <a:srgbClr val="FFC000"/>
                </a:solidFill>
              </a:rPr>
              <a:t>1</a:t>
            </a:r>
            <a:endParaRPr lang="zh-TW" altLang="en-US" sz="2400" b="1" baseline="-25000" dirty="0">
              <a:solidFill>
                <a:srgbClr val="FFC000"/>
              </a:solidFill>
            </a:endParaRPr>
          </a:p>
        </p:txBody>
      </p:sp>
      <p:sp>
        <p:nvSpPr>
          <p:cNvPr id="22" name="文字方塊 21">
            <a:extLst>
              <a:ext uri="{FF2B5EF4-FFF2-40B4-BE49-F238E27FC236}">
                <a16:creationId xmlns:a16="http://schemas.microsoft.com/office/drawing/2014/main" id="{5216E2E2-8C54-41C9-844F-3EF1B76D7337}"/>
              </a:ext>
            </a:extLst>
          </p:cNvPr>
          <p:cNvSpPr txBox="1"/>
          <p:nvPr/>
        </p:nvSpPr>
        <p:spPr>
          <a:xfrm>
            <a:off x="6257877" y="5055276"/>
            <a:ext cx="522851" cy="461665"/>
          </a:xfrm>
          <a:prstGeom prst="rect">
            <a:avLst/>
          </a:prstGeom>
          <a:noFill/>
        </p:spPr>
        <p:txBody>
          <a:bodyPr wrap="square" rtlCol="0">
            <a:spAutoFit/>
          </a:bodyPr>
          <a:lstStyle/>
          <a:p>
            <a:r>
              <a:rPr lang="en-US" altLang="zh-TW" sz="2400" b="1" dirty="0">
                <a:solidFill>
                  <a:srgbClr val="FFC000"/>
                </a:solidFill>
              </a:rPr>
              <a:t>z</a:t>
            </a:r>
            <a:r>
              <a:rPr lang="en-US" altLang="zh-TW" sz="2400" b="1" baseline="-25000" dirty="0">
                <a:solidFill>
                  <a:srgbClr val="FFC000"/>
                </a:solidFill>
              </a:rPr>
              <a:t>1</a:t>
            </a:r>
            <a:endParaRPr lang="zh-TW" altLang="en-US" sz="2400" b="1" baseline="-25000" dirty="0">
              <a:solidFill>
                <a:srgbClr val="FFC000"/>
              </a:solidFill>
            </a:endParaRPr>
          </a:p>
        </p:txBody>
      </p:sp>
      <p:sp>
        <p:nvSpPr>
          <p:cNvPr id="23" name="文字方塊 22">
            <a:extLst>
              <a:ext uri="{FF2B5EF4-FFF2-40B4-BE49-F238E27FC236}">
                <a16:creationId xmlns:a16="http://schemas.microsoft.com/office/drawing/2014/main" id="{17BBDA3C-4324-477D-BE88-04FC82AC5910}"/>
              </a:ext>
            </a:extLst>
          </p:cNvPr>
          <p:cNvSpPr txBox="1"/>
          <p:nvPr/>
        </p:nvSpPr>
        <p:spPr>
          <a:xfrm>
            <a:off x="6257877" y="5936595"/>
            <a:ext cx="522851" cy="461665"/>
          </a:xfrm>
          <a:prstGeom prst="rect">
            <a:avLst/>
          </a:prstGeom>
          <a:noFill/>
        </p:spPr>
        <p:txBody>
          <a:bodyPr wrap="square" rtlCol="0">
            <a:spAutoFit/>
          </a:bodyPr>
          <a:lstStyle/>
          <a:p>
            <a:r>
              <a:rPr lang="en-US" altLang="zh-TW" sz="2400" b="1" dirty="0">
                <a:solidFill>
                  <a:srgbClr val="FFC000"/>
                </a:solidFill>
              </a:rPr>
              <a:t>z</a:t>
            </a:r>
            <a:r>
              <a:rPr lang="en-US" altLang="zh-TW" sz="2400" b="1" baseline="-25000" dirty="0">
                <a:solidFill>
                  <a:srgbClr val="FFC000"/>
                </a:solidFill>
              </a:rPr>
              <a:t>2</a:t>
            </a:r>
            <a:endParaRPr lang="zh-TW" altLang="en-US" sz="2400" b="1" baseline="-25000" dirty="0">
              <a:solidFill>
                <a:srgbClr val="FFC000"/>
              </a:solidFill>
            </a:endParaRPr>
          </a:p>
        </p:txBody>
      </p:sp>
      <p:sp>
        <p:nvSpPr>
          <p:cNvPr id="15" name="橢圓 14">
            <a:extLst>
              <a:ext uri="{FF2B5EF4-FFF2-40B4-BE49-F238E27FC236}">
                <a16:creationId xmlns:a16="http://schemas.microsoft.com/office/drawing/2014/main" id="{7F6F5C0E-FC54-4E99-A45F-1AD7993A8DD0}"/>
              </a:ext>
            </a:extLst>
          </p:cNvPr>
          <p:cNvSpPr/>
          <p:nvPr/>
        </p:nvSpPr>
        <p:spPr>
          <a:xfrm>
            <a:off x="9298971" y="705513"/>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橢圓 24">
            <a:extLst>
              <a:ext uri="{FF2B5EF4-FFF2-40B4-BE49-F238E27FC236}">
                <a16:creationId xmlns:a16="http://schemas.microsoft.com/office/drawing/2014/main" id="{304B4323-EAFE-4282-9365-B25201D9FA00}"/>
              </a:ext>
            </a:extLst>
          </p:cNvPr>
          <p:cNvSpPr/>
          <p:nvPr/>
        </p:nvSpPr>
        <p:spPr>
          <a:xfrm>
            <a:off x="9932730" y="1843292"/>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a:extLst>
              <a:ext uri="{FF2B5EF4-FFF2-40B4-BE49-F238E27FC236}">
                <a16:creationId xmlns:a16="http://schemas.microsoft.com/office/drawing/2014/main" id="{0ACE2722-D455-45E3-AF73-CD43DC3D82F2}"/>
              </a:ext>
            </a:extLst>
          </p:cNvPr>
          <p:cNvSpPr/>
          <p:nvPr/>
        </p:nvSpPr>
        <p:spPr>
          <a:xfrm>
            <a:off x="6945817" y="2194160"/>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a:extLst>
              <a:ext uri="{FF2B5EF4-FFF2-40B4-BE49-F238E27FC236}">
                <a16:creationId xmlns:a16="http://schemas.microsoft.com/office/drawing/2014/main" id="{414937CD-98A4-487E-AA2F-EC30FBC0FBBB}"/>
              </a:ext>
            </a:extLst>
          </p:cNvPr>
          <p:cNvSpPr/>
          <p:nvPr/>
        </p:nvSpPr>
        <p:spPr>
          <a:xfrm>
            <a:off x="10246106" y="3717628"/>
            <a:ext cx="410049" cy="36939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28">
            <a:extLst>
              <a:ext uri="{FF2B5EF4-FFF2-40B4-BE49-F238E27FC236}">
                <a16:creationId xmlns:a16="http://schemas.microsoft.com/office/drawing/2014/main" id="{8D687079-1830-41F6-BD53-9A67BB2D0A59}"/>
              </a:ext>
            </a:extLst>
          </p:cNvPr>
          <p:cNvSpPr/>
          <p:nvPr/>
        </p:nvSpPr>
        <p:spPr>
          <a:xfrm>
            <a:off x="9666224" y="705513"/>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a:extLst>
              <a:ext uri="{FF2B5EF4-FFF2-40B4-BE49-F238E27FC236}">
                <a16:creationId xmlns:a16="http://schemas.microsoft.com/office/drawing/2014/main" id="{09DBD781-6278-43B3-B8D9-7AA629E38C50}"/>
              </a:ext>
            </a:extLst>
          </p:cNvPr>
          <p:cNvSpPr/>
          <p:nvPr/>
        </p:nvSpPr>
        <p:spPr>
          <a:xfrm>
            <a:off x="7270379" y="3958516"/>
            <a:ext cx="444037"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30">
            <a:extLst>
              <a:ext uri="{FF2B5EF4-FFF2-40B4-BE49-F238E27FC236}">
                <a16:creationId xmlns:a16="http://schemas.microsoft.com/office/drawing/2014/main" id="{3897567B-8AF9-41AD-A6F1-733F08114F0F}"/>
              </a:ext>
            </a:extLst>
          </p:cNvPr>
          <p:cNvSpPr/>
          <p:nvPr/>
        </p:nvSpPr>
        <p:spPr>
          <a:xfrm>
            <a:off x="7538948" y="5730825"/>
            <a:ext cx="469782"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橢圓 32">
            <a:extLst>
              <a:ext uri="{FF2B5EF4-FFF2-40B4-BE49-F238E27FC236}">
                <a16:creationId xmlns:a16="http://schemas.microsoft.com/office/drawing/2014/main" id="{6C900FAC-8795-4C75-8ACA-BD23E4220C14}"/>
              </a:ext>
            </a:extLst>
          </p:cNvPr>
          <p:cNvSpPr/>
          <p:nvPr/>
        </p:nvSpPr>
        <p:spPr>
          <a:xfrm>
            <a:off x="10541908" y="5477736"/>
            <a:ext cx="410049" cy="36939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4" name="圖片 23" descr="一張含有 文字, 填字遊戲 的圖片&#10;&#10;自動產生的描述">
            <a:extLst>
              <a:ext uri="{FF2B5EF4-FFF2-40B4-BE49-F238E27FC236}">
                <a16:creationId xmlns:a16="http://schemas.microsoft.com/office/drawing/2014/main" id="{FE38E144-2CD5-4362-95F3-DB73ACF6975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9568" y="3072316"/>
            <a:ext cx="4368389" cy="1563306"/>
          </a:xfrm>
          <a:prstGeom prst="rect">
            <a:avLst/>
          </a:prstGeom>
        </p:spPr>
      </p:pic>
      <p:sp>
        <p:nvSpPr>
          <p:cNvPr id="28" name="橢圓 27">
            <a:extLst>
              <a:ext uri="{FF2B5EF4-FFF2-40B4-BE49-F238E27FC236}">
                <a16:creationId xmlns:a16="http://schemas.microsoft.com/office/drawing/2014/main" id="{68B7DCDB-4494-4D05-9907-7F5C28356B3A}"/>
              </a:ext>
            </a:extLst>
          </p:cNvPr>
          <p:cNvSpPr/>
          <p:nvPr/>
        </p:nvSpPr>
        <p:spPr>
          <a:xfrm>
            <a:off x="1454557" y="3725292"/>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橢圓 33">
            <a:extLst>
              <a:ext uri="{FF2B5EF4-FFF2-40B4-BE49-F238E27FC236}">
                <a16:creationId xmlns:a16="http://schemas.microsoft.com/office/drawing/2014/main" id="{CD20702E-7F1E-47D0-B27E-CD81F52B9700}"/>
              </a:ext>
            </a:extLst>
          </p:cNvPr>
          <p:cNvSpPr/>
          <p:nvPr/>
        </p:nvSpPr>
        <p:spPr>
          <a:xfrm>
            <a:off x="1821809" y="3717628"/>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橢圓 34">
            <a:extLst>
              <a:ext uri="{FF2B5EF4-FFF2-40B4-BE49-F238E27FC236}">
                <a16:creationId xmlns:a16="http://schemas.microsoft.com/office/drawing/2014/main" id="{7F045CCD-1CB8-4D5A-BD27-EBE5C4C87054}"/>
              </a:ext>
            </a:extLst>
          </p:cNvPr>
          <p:cNvSpPr/>
          <p:nvPr/>
        </p:nvSpPr>
        <p:spPr>
          <a:xfrm>
            <a:off x="2767216" y="3305757"/>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橢圓 35">
            <a:extLst>
              <a:ext uri="{FF2B5EF4-FFF2-40B4-BE49-F238E27FC236}">
                <a16:creationId xmlns:a16="http://schemas.microsoft.com/office/drawing/2014/main" id="{304DEBD3-963F-4EBE-8966-8E6A21D2F4F8}"/>
              </a:ext>
            </a:extLst>
          </p:cNvPr>
          <p:cNvSpPr/>
          <p:nvPr/>
        </p:nvSpPr>
        <p:spPr>
          <a:xfrm>
            <a:off x="3379883" y="3325517"/>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橢圓 36">
            <a:extLst>
              <a:ext uri="{FF2B5EF4-FFF2-40B4-BE49-F238E27FC236}">
                <a16:creationId xmlns:a16="http://schemas.microsoft.com/office/drawing/2014/main" id="{C2780D01-28EF-44A9-8770-608E2E1B5D3B}"/>
              </a:ext>
            </a:extLst>
          </p:cNvPr>
          <p:cNvSpPr/>
          <p:nvPr/>
        </p:nvSpPr>
        <p:spPr>
          <a:xfrm>
            <a:off x="4044506" y="3325517"/>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橢圓 37">
            <a:extLst>
              <a:ext uri="{FF2B5EF4-FFF2-40B4-BE49-F238E27FC236}">
                <a16:creationId xmlns:a16="http://schemas.microsoft.com/office/drawing/2014/main" id="{90D9CDCB-7A39-4630-9FCA-1B54AE48254C}"/>
              </a:ext>
            </a:extLst>
          </p:cNvPr>
          <p:cNvSpPr/>
          <p:nvPr/>
        </p:nvSpPr>
        <p:spPr>
          <a:xfrm>
            <a:off x="3061675" y="4056442"/>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橢圓 38">
            <a:extLst>
              <a:ext uri="{FF2B5EF4-FFF2-40B4-BE49-F238E27FC236}">
                <a16:creationId xmlns:a16="http://schemas.microsoft.com/office/drawing/2014/main" id="{D13229A9-5102-408D-9185-F83EF020AAC7}"/>
              </a:ext>
            </a:extLst>
          </p:cNvPr>
          <p:cNvSpPr/>
          <p:nvPr/>
        </p:nvSpPr>
        <p:spPr>
          <a:xfrm>
            <a:off x="3744087" y="4089998"/>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橢圓 39">
            <a:extLst>
              <a:ext uri="{FF2B5EF4-FFF2-40B4-BE49-F238E27FC236}">
                <a16:creationId xmlns:a16="http://schemas.microsoft.com/office/drawing/2014/main" id="{4401A34D-B9A1-452F-879C-2AC1B248C38F}"/>
              </a:ext>
            </a:extLst>
          </p:cNvPr>
          <p:cNvSpPr/>
          <p:nvPr/>
        </p:nvSpPr>
        <p:spPr>
          <a:xfrm>
            <a:off x="4365590" y="4056442"/>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文字方塊 1">
            <a:extLst>
              <a:ext uri="{FF2B5EF4-FFF2-40B4-BE49-F238E27FC236}">
                <a16:creationId xmlns:a16="http://schemas.microsoft.com/office/drawing/2014/main" id="{0CCA859F-BF95-4D37-8C21-D11B5AC536B7}"/>
              </a:ext>
            </a:extLst>
          </p:cNvPr>
          <p:cNvSpPr txBox="1"/>
          <p:nvPr/>
        </p:nvSpPr>
        <p:spPr>
          <a:xfrm>
            <a:off x="793926" y="5043340"/>
            <a:ext cx="3686205" cy="1323439"/>
          </a:xfrm>
          <a:prstGeom prst="rect">
            <a:avLst/>
          </a:prstGeom>
          <a:noFill/>
        </p:spPr>
        <p:txBody>
          <a:bodyPr wrap="square" rtlCol="0">
            <a:spAutoFit/>
          </a:bodyPr>
          <a:lstStyle/>
          <a:p>
            <a:r>
              <a:rPr lang="en-US" altLang="zh-TW" sz="2000" dirty="0">
                <a:latin typeface="Times New Roman" panose="02020603050405020304" pitchFamily="18" charset="0"/>
                <a:cs typeface="Times New Roman" panose="02020603050405020304" pitchFamily="18" charset="0"/>
              </a:rPr>
              <a:t>2m ≤ |CU</a:t>
            </a:r>
            <a:r>
              <a:rPr lang="en-US" altLang="zh-TW" sz="2000" baseline="-25000" dirty="0">
                <a:latin typeface="Times New Roman" panose="02020603050405020304" pitchFamily="18" charset="0"/>
                <a:cs typeface="Times New Roman" panose="02020603050405020304" pitchFamily="18" charset="0"/>
              </a:rPr>
              <a:t>LOL</a:t>
            </a:r>
            <a:r>
              <a:rPr lang="en-US" altLang="zh-TW" sz="2000" dirty="0">
                <a:latin typeface="Times New Roman" panose="02020603050405020304" pitchFamily="18" charset="0"/>
                <a:cs typeface="Times New Roman" panose="02020603050405020304" pitchFamily="18" charset="0"/>
              </a:rPr>
              <a:t>| ≤ 3m </a:t>
            </a:r>
          </a:p>
          <a:p>
            <a:r>
              <a:rPr lang="en-US" altLang="zh-TW" sz="2000" dirty="0">
                <a:latin typeface="Times New Roman" panose="02020603050405020304" pitchFamily="18" charset="0"/>
                <a:cs typeface="Times New Roman" panose="02020603050405020304" pitchFamily="18" charset="0"/>
              </a:rPr>
              <a:t>	 =&gt; </a:t>
            </a:r>
            <a:r>
              <a:rPr lang="en-US" altLang="zh-TW" sz="2000" dirty="0">
                <a:solidFill>
                  <a:srgbClr val="FF0000"/>
                </a:solidFill>
                <a:latin typeface="Times New Roman" panose="02020603050405020304" pitchFamily="18" charset="0"/>
                <a:cs typeface="Times New Roman" panose="02020603050405020304" pitchFamily="18" charset="0"/>
              </a:rPr>
              <a:t>2*3 ≤ 8 ≤ 3*3</a:t>
            </a:r>
            <a:endParaRPr lang="en-US" altLang="zh-TW" sz="2000" dirty="0">
              <a:latin typeface="Times New Roman" panose="02020603050405020304" pitchFamily="18" charset="0"/>
              <a:cs typeface="Times New Roman" panose="02020603050405020304" pitchFamily="18" charset="0"/>
            </a:endParaRPr>
          </a:p>
          <a:p>
            <a:r>
              <a:rPr lang="en-US" altLang="zh-TW" sz="2000" dirty="0">
                <a:latin typeface="Times New Roman" panose="02020603050405020304" pitchFamily="18" charset="0"/>
                <a:cs typeface="Times New Roman" panose="02020603050405020304" pitchFamily="18" charset="0"/>
              </a:rPr>
              <a:t>|CU</a:t>
            </a:r>
            <a:r>
              <a:rPr lang="en-US" altLang="zh-TW" sz="2000" baseline="-25000" dirty="0">
                <a:latin typeface="Times New Roman" panose="02020603050405020304" pitchFamily="18" charset="0"/>
                <a:cs typeface="Times New Roman" panose="02020603050405020304" pitchFamily="18" charset="0"/>
              </a:rPr>
              <a:t>LOL</a:t>
            </a:r>
            <a:r>
              <a:rPr lang="en-US" altLang="zh-TW" sz="2000" dirty="0">
                <a:latin typeface="Times New Roman" panose="02020603050405020304" pitchFamily="18" charset="0"/>
                <a:cs typeface="Times New Roman" panose="02020603050405020304" pitchFamily="18" charset="0"/>
              </a:rPr>
              <a:t>| = 2m + k  </a:t>
            </a:r>
          </a:p>
          <a:p>
            <a:r>
              <a:rPr lang="en-US" altLang="zh-TW" sz="2000" dirty="0">
                <a:latin typeface="Times New Roman" panose="02020603050405020304" pitchFamily="18" charset="0"/>
                <a:cs typeface="Times New Roman" panose="02020603050405020304" pitchFamily="18" charset="0"/>
              </a:rPr>
              <a:t>	</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=&gt; </a:t>
            </a:r>
            <a:r>
              <a:rPr lang="en-US" altLang="zh-TW" sz="2000" dirty="0">
                <a:solidFill>
                  <a:srgbClr val="FF0000"/>
                </a:solidFill>
                <a:latin typeface="Times New Roman" panose="02020603050405020304" pitchFamily="18" charset="0"/>
                <a:cs typeface="Times New Roman" panose="02020603050405020304" pitchFamily="18" charset="0"/>
              </a:rPr>
              <a:t>8= 2*3 + k</a:t>
            </a:r>
            <a:endParaRPr lang="zh-TW" altLang="en-US" sz="2000" dirty="0">
              <a:solidFill>
                <a:srgbClr val="FF0000"/>
              </a:solidFill>
              <a:latin typeface="Times New Roman" panose="02020603050405020304" pitchFamily="18" charset="0"/>
              <a:cs typeface="Times New Roman" panose="02020603050405020304" pitchFamily="18" charset="0"/>
            </a:endParaRPr>
          </a:p>
        </p:txBody>
      </p:sp>
      <p:sp>
        <p:nvSpPr>
          <p:cNvPr id="41" name="文字方塊 40">
            <a:extLst>
              <a:ext uri="{FF2B5EF4-FFF2-40B4-BE49-F238E27FC236}">
                <a16:creationId xmlns:a16="http://schemas.microsoft.com/office/drawing/2014/main" id="{34310674-BD0C-40CC-BBD9-2DB288734DFC}"/>
              </a:ext>
            </a:extLst>
          </p:cNvPr>
          <p:cNvSpPr txBox="1"/>
          <p:nvPr/>
        </p:nvSpPr>
        <p:spPr>
          <a:xfrm>
            <a:off x="5742757" y="6431759"/>
            <a:ext cx="1084261" cy="369332"/>
          </a:xfrm>
          <a:prstGeom prst="rect">
            <a:avLst/>
          </a:prstGeom>
          <a:noFill/>
        </p:spPr>
        <p:txBody>
          <a:bodyPr wrap="square" rtlCol="0">
            <a:spAutoFit/>
          </a:bodyPr>
          <a:lstStyle/>
          <a:p>
            <a:r>
              <a:rPr lang="en-US" altLang="zh-TW" dirty="0"/>
              <a:t>Matrix B</a:t>
            </a:r>
            <a:endParaRPr lang="zh-TW" altLang="en-US" dirty="0"/>
          </a:p>
        </p:txBody>
      </p:sp>
      <p:sp>
        <p:nvSpPr>
          <p:cNvPr id="42" name="文字方塊 41">
            <a:extLst>
              <a:ext uri="{FF2B5EF4-FFF2-40B4-BE49-F238E27FC236}">
                <a16:creationId xmlns:a16="http://schemas.microsoft.com/office/drawing/2014/main" id="{9572EEEC-9744-48C4-B2DB-58D1315DF71E}"/>
              </a:ext>
            </a:extLst>
          </p:cNvPr>
          <p:cNvSpPr txBox="1"/>
          <p:nvPr/>
        </p:nvSpPr>
        <p:spPr>
          <a:xfrm>
            <a:off x="2152738" y="4528952"/>
            <a:ext cx="1084261" cy="369332"/>
          </a:xfrm>
          <a:prstGeom prst="rect">
            <a:avLst/>
          </a:prstGeom>
          <a:noFill/>
        </p:spPr>
        <p:txBody>
          <a:bodyPr wrap="square" rtlCol="0">
            <a:spAutoFit/>
          </a:bodyPr>
          <a:lstStyle/>
          <a:p>
            <a:r>
              <a:rPr lang="en-US" altLang="zh-TW" dirty="0"/>
              <a:t>Matrix A</a:t>
            </a:r>
            <a:endParaRPr lang="zh-TW" altLang="en-US" dirty="0"/>
          </a:p>
        </p:txBody>
      </p:sp>
      <p:sp>
        <p:nvSpPr>
          <p:cNvPr id="43" name="標題 1">
            <a:extLst>
              <a:ext uri="{FF2B5EF4-FFF2-40B4-BE49-F238E27FC236}">
                <a16:creationId xmlns:a16="http://schemas.microsoft.com/office/drawing/2014/main" id="{85F67834-D040-4FB4-82A5-7E173DC0DBEE}"/>
              </a:ext>
            </a:extLst>
          </p:cNvPr>
          <p:cNvSpPr>
            <a:spLocks noGrp="1"/>
          </p:cNvSpPr>
          <p:nvPr>
            <p:ph type="title"/>
          </p:nvPr>
        </p:nvSpPr>
        <p:spPr>
          <a:xfrm>
            <a:off x="348646" y="118152"/>
            <a:ext cx="10814108" cy="1136504"/>
          </a:xfrm>
        </p:spPr>
        <p:txBody>
          <a:bodyPr>
            <a:normAutofit/>
          </a:bodyPr>
          <a:lstStyle/>
          <a:p>
            <a:r>
              <a:rPr lang="en-US" altLang="zh-TW" sz="3200" dirty="0">
                <a:latin typeface="Times New Roman" panose="02020603050405020304" pitchFamily="18" charset="0"/>
                <a:cs typeface="Times New Roman" panose="02020603050405020304" pitchFamily="18" charset="0"/>
              </a:rPr>
              <a:t>NP‑Hardness of P(LOL) and P(LOE)</a:t>
            </a:r>
            <a:endParaRPr lang="zh-TW"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168594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F47209-6EEB-2948-B5A0-F9A8C643688C}"/>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APX‑Hardness of P(LOL) and P(LOE)_MAX 3DM- 3 </a:t>
            </a:r>
          </a:p>
        </p:txBody>
      </p:sp>
      <p:sp>
        <p:nvSpPr>
          <p:cNvPr id="3" name="內容版面配置區 2">
            <a:extLst>
              <a:ext uri="{FF2B5EF4-FFF2-40B4-BE49-F238E27FC236}">
                <a16:creationId xmlns:a16="http://schemas.microsoft.com/office/drawing/2014/main" id="{CD0B5B1A-C491-DE4A-B8D8-39CE3FCD5B23}"/>
              </a:ext>
            </a:extLst>
          </p:cNvPr>
          <p:cNvSpPr>
            <a:spLocks noGrp="1"/>
          </p:cNvSpPr>
          <p:nvPr>
            <p:ph idx="1"/>
          </p:nvPr>
        </p:nvSpPr>
        <p:spPr/>
        <p:txBody>
          <a:bodyPr>
            <a:normAutofit/>
          </a:bodyPr>
          <a:lstStyle/>
          <a:p>
            <a:r>
              <a:rPr lang="en-US" altLang="zh-TW" i="1"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X = {x1, x2,x3}</a:t>
            </a:r>
          </a:p>
          <a:p>
            <a:pPr marL="0" indent="0">
              <a:buNone/>
            </a:pPr>
            <a:r>
              <a:rPr lang="en-US" altLang="zh-TW" dirty="0">
                <a:latin typeface="Times New Roman" panose="02020603050405020304" pitchFamily="18" charset="0"/>
                <a:cs typeface="Times New Roman" panose="02020603050405020304" pitchFamily="18" charset="0"/>
              </a:rPr>
              <a:t>   Y = {y1, y2, y3}</a:t>
            </a:r>
          </a:p>
          <a:p>
            <a:pPr marL="0" indent="0">
              <a:buNone/>
            </a:pPr>
            <a:r>
              <a:rPr lang="en-US" altLang="zh-TW" dirty="0">
                <a:latin typeface="Times New Roman" panose="02020603050405020304" pitchFamily="18" charset="0"/>
                <a:cs typeface="Times New Roman" panose="02020603050405020304" pitchFamily="18" charset="0"/>
              </a:rPr>
              <a:t>   Z = {z1, z2, z3}</a:t>
            </a:r>
          </a:p>
          <a:p>
            <a:pPr marL="0" indent="0">
              <a:buNone/>
            </a:pPr>
            <a:r>
              <a:rPr lang="en-US" altLang="zh-TW" dirty="0">
                <a:latin typeface="Times New Roman" panose="02020603050405020304" pitchFamily="18" charset="0"/>
                <a:cs typeface="Times New Roman" panose="02020603050405020304" pitchFamily="18" charset="0"/>
              </a:rPr>
              <a:t> (M ⊆ X × Y × Z )</a:t>
            </a:r>
          </a:p>
          <a:p>
            <a:pPr marL="0" indent="0">
              <a:buNone/>
            </a:pPr>
            <a:r>
              <a:rPr lang="en-US" altLang="zh-TW" dirty="0">
                <a:latin typeface="Times New Roman" panose="02020603050405020304" pitchFamily="18" charset="0"/>
                <a:cs typeface="Times New Roman" panose="02020603050405020304" pitchFamily="18" charset="0"/>
              </a:rPr>
              <a:t>  =&gt;M = {(</a:t>
            </a:r>
            <a:r>
              <a:rPr lang="en-US" altLang="zh-TW" dirty="0">
                <a:solidFill>
                  <a:srgbClr val="FF0000"/>
                </a:solidFill>
                <a:latin typeface="Times New Roman" panose="02020603050405020304" pitchFamily="18" charset="0"/>
                <a:cs typeface="Times New Roman" panose="02020603050405020304" pitchFamily="18" charset="0"/>
              </a:rPr>
              <a:t>x1</a:t>
            </a:r>
            <a:r>
              <a:rPr lang="en-US" altLang="zh-TW" dirty="0">
                <a:latin typeface="Times New Roman" panose="02020603050405020304" pitchFamily="18" charset="0"/>
                <a:cs typeface="Times New Roman" panose="02020603050405020304" pitchFamily="18" charset="0"/>
              </a:rPr>
              <a:t>, y1, z1), (</a:t>
            </a:r>
            <a:r>
              <a:rPr lang="en-US" altLang="zh-TW" dirty="0">
                <a:solidFill>
                  <a:srgbClr val="FF0000"/>
                </a:solidFill>
                <a:latin typeface="Times New Roman" panose="02020603050405020304" pitchFamily="18" charset="0"/>
                <a:cs typeface="Times New Roman" panose="02020603050405020304" pitchFamily="18" charset="0"/>
              </a:rPr>
              <a:t>x1</a:t>
            </a:r>
            <a:r>
              <a:rPr lang="en-US" altLang="zh-TW" dirty="0">
                <a:latin typeface="Times New Roman" panose="02020603050405020304" pitchFamily="18" charset="0"/>
                <a:cs typeface="Times New Roman" panose="02020603050405020304" pitchFamily="18" charset="0"/>
              </a:rPr>
              <a:t>, y3, z3), (x2, y3, z2), (x3, y2, z4), (</a:t>
            </a:r>
            <a:r>
              <a:rPr lang="en-US" altLang="zh-TW" dirty="0">
                <a:solidFill>
                  <a:srgbClr val="FF0000"/>
                </a:solidFill>
                <a:latin typeface="Times New Roman" panose="02020603050405020304" pitchFamily="18" charset="0"/>
                <a:cs typeface="Times New Roman" panose="02020603050405020304" pitchFamily="18" charset="0"/>
              </a:rPr>
              <a:t>x1</a:t>
            </a:r>
            <a:r>
              <a:rPr lang="en-US" altLang="zh-TW" dirty="0">
                <a:latin typeface="Times New Roman" panose="02020603050405020304" pitchFamily="18" charset="0"/>
                <a:cs typeface="Times New Roman" panose="02020603050405020304" pitchFamily="18" charset="0"/>
              </a:rPr>
              <a:t>, y2, z2)} </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M’={(x1,y1,z1),(x2,y3,z2),(x3,y2,z4)} </a:t>
            </a:r>
          </a:p>
          <a:p>
            <a:endParaRPr kumimoji="1" lang="zh-TW" altLang="en-US" dirty="0"/>
          </a:p>
        </p:txBody>
      </p:sp>
    </p:spTree>
    <p:extLst>
      <p:ext uri="{BB962C8B-B14F-4D97-AF65-F5344CB8AC3E}">
        <p14:creationId xmlns:p14="http://schemas.microsoft.com/office/powerpoint/2010/main" val="127018186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圖片 3" descr="一張含有 文字 的圖片&#10;&#10;自動產生的描述">
            <a:extLst>
              <a:ext uri="{FF2B5EF4-FFF2-40B4-BE49-F238E27FC236}">
                <a16:creationId xmlns:a16="http://schemas.microsoft.com/office/drawing/2014/main" id="{B576CEA4-5B79-4D87-8AE7-F2295510F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23" y="1950428"/>
            <a:ext cx="6675332" cy="1618262"/>
          </a:xfrm>
          <a:prstGeom prst="rect">
            <a:avLst/>
          </a:prstGeom>
        </p:spPr>
      </p:pic>
      <p:sp>
        <p:nvSpPr>
          <p:cNvPr id="20" name="文字方塊 19">
            <a:extLst>
              <a:ext uri="{FF2B5EF4-FFF2-40B4-BE49-F238E27FC236}">
                <a16:creationId xmlns:a16="http://schemas.microsoft.com/office/drawing/2014/main" id="{B5355C74-C532-4B09-9EAB-EB9CCF938F02}"/>
              </a:ext>
            </a:extLst>
          </p:cNvPr>
          <p:cNvSpPr txBox="1"/>
          <p:nvPr/>
        </p:nvSpPr>
        <p:spPr>
          <a:xfrm>
            <a:off x="2287721" y="3883044"/>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2</a:t>
            </a:r>
            <a:endParaRPr lang="zh-TW" altLang="en-US" sz="2400" b="1" baseline="-25000" dirty="0">
              <a:solidFill>
                <a:srgbClr val="FFC000"/>
              </a:solidFill>
            </a:endParaRPr>
          </a:p>
        </p:txBody>
      </p:sp>
      <p:sp>
        <p:nvSpPr>
          <p:cNvPr id="25" name="文字方塊 24">
            <a:extLst>
              <a:ext uri="{FF2B5EF4-FFF2-40B4-BE49-F238E27FC236}">
                <a16:creationId xmlns:a16="http://schemas.microsoft.com/office/drawing/2014/main" id="{8305FB12-293B-4E8D-AB6E-6133ED6F0D0C}"/>
              </a:ext>
            </a:extLst>
          </p:cNvPr>
          <p:cNvSpPr txBox="1"/>
          <p:nvPr/>
        </p:nvSpPr>
        <p:spPr>
          <a:xfrm>
            <a:off x="1989552" y="3879323"/>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1</a:t>
            </a:r>
            <a:endParaRPr lang="zh-TW" altLang="en-US" sz="2400" b="1" baseline="-25000" dirty="0">
              <a:solidFill>
                <a:srgbClr val="FFC000"/>
              </a:solidFill>
            </a:endParaRPr>
          </a:p>
        </p:txBody>
      </p:sp>
      <p:sp>
        <p:nvSpPr>
          <p:cNvPr id="23" name="文字方塊 22">
            <a:extLst>
              <a:ext uri="{FF2B5EF4-FFF2-40B4-BE49-F238E27FC236}">
                <a16:creationId xmlns:a16="http://schemas.microsoft.com/office/drawing/2014/main" id="{7303E137-3F52-4D78-9EC6-DB5F3F0A1889}"/>
              </a:ext>
            </a:extLst>
          </p:cNvPr>
          <p:cNvSpPr txBox="1"/>
          <p:nvPr/>
        </p:nvSpPr>
        <p:spPr>
          <a:xfrm>
            <a:off x="5814777" y="4584432"/>
            <a:ext cx="335560" cy="400110"/>
          </a:xfrm>
          <a:prstGeom prst="rect">
            <a:avLst/>
          </a:prstGeom>
          <a:noFill/>
        </p:spPr>
        <p:txBody>
          <a:bodyPr wrap="square" rtlCol="0">
            <a:spAutoFit/>
          </a:bodyPr>
          <a:lstStyle/>
          <a:p>
            <a:r>
              <a:rPr lang="en-US" altLang="zh-TW" sz="2000" b="1" dirty="0">
                <a:solidFill>
                  <a:srgbClr val="FFC000"/>
                </a:solidFill>
              </a:rPr>
              <a:t>1</a:t>
            </a:r>
            <a:endParaRPr lang="zh-TW" altLang="en-US" sz="2000" b="1" dirty="0">
              <a:solidFill>
                <a:srgbClr val="FFC000"/>
              </a:solidFill>
            </a:endParaRPr>
          </a:p>
        </p:txBody>
      </p:sp>
      <p:sp>
        <p:nvSpPr>
          <p:cNvPr id="26" name="文字方塊 25">
            <a:extLst>
              <a:ext uri="{FF2B5EF4-FFF2-40B4-BE49-F238E27FC236}">
                <a16:creationId xmlns:a16="http://schemas.microsoft.com/office/drawing/2014/main" id="{18EFF8C5-72BF-440F-ACE0-9B78BDED1DE5}"/>
              </a:ext>
            </a:extLst>
          </p:cNvPr>
          <p:cNvSpPr txBox="1"/>
          <p:nvPr/>
        </p:nvSpPr>
        <p:spPr>
          <a:xfrm>
            <a:off x="5809915" y="4950772"/>
            <a:ext cx="335560" cy="400110"/>
          </a:xfrm>
          <a:prstGeom prst="rect">
            <a:avLst/>
          </a:prstGeom>
          <a:noFill/>
        </p:spPr>
        <p:txBody>
          <a:bodyPr wrap="square" rtlCol="0">
            <a:spAutoFit/>
          </a:bodyPr>
          <a:lstStyle/>
          <a:p>
            <a:r>
              <a:rPr lang="en-US" altLang="zh-TW" sz="2000" b="1" dirty="0">
                <a:solidFill>
                  <a:srgbClr val="FFC000"/>
                </a:solidFill>
              </a:rPr>
              <a:t>2</a:t>
            </a:r>
            <a:endParaRPr lang="zh-TW" altLang="en-US" sz="2000" b="1" dirty="0">
              <a:solidFill>
                <a:srgbClr val="FFC000"/>
              </a:solidFill>
            </a:endParaRPr>
          </a:p>
        </p:txBody>
      </p:sp>
      <p:sp>
        <p:nvSpPr>
          <p:cNvPr id="27" name="文字方塊 26">
            <a:extLst>
              <a:ext uri="{FF2B5EF4-FFF2-40B4-BE49-F238E27FC236}">
                <a16:creationId xmlns:a16="http://schemas.microsoft.com/office/drawing/2014/main" id="{4C9640A7-2F09-4CE1-9AB6-3546F968BC6F}"/>
              </a:ext>
            </a:extLst>
          </p:cNvPr>
          <p:cNvSpPr txBox="1"/>
          <p:nvPr/>
        </p:nvSpPr>
        <p:spPr>
          <a:xfrm>
            <a:off x="5809915" y="5305787"/>
            <a:ext cx="335560" cy="400110"/>
          </a:xfrm>
          <a:prstGeom prst="rect">
            <a:avLst/>
          </a:prstGeom>
          <a:noFill/>
        </p:spPr>
        <p:txBody>
          <a:bodyPr wrap="square" rtlCol="0">
            <a:spAutoFit/>
          </a:bodyPr>
          <a:lstStyle/>
          <a:p>
            <a:r>
              <a:rPr lang="en-US" altLang="zh-TW" sz="2000" b="1" dirty="0">
                <a:solidFill>
                  <a:srgbClr val="FFC000"/>
                </a:solidFill>
              </a:rPr>
              <a:t>3</a:t>
            </a:r>
            <a:endParaRPr lang="zh-TW" altLang="en-US" sz="2000" b="1" dirty="0">
              <a:solidFill>
                <a:srgbClr val="FFC000"/>
              </a:solidFill>
            </a:endParaRPr>
          </a:p>
        </p:txBody>
      </p:sp>
      <p:sp>
        <p:nvSpPr>
          <p:cNvPr id="28" name="文字方塊 27">
            <a:extLst>
              <a:ext uri="{FF2B5EF4-FFF2-40B4-BE49-F238E27FC236}">
                <a16:creationId xmlns:a16="http://schemas.microsoft.com/office/drawing/2014/main" id="{A452B8AB-9C68-417A-AA2A-4AC08423BAAD}"/>
              </a:ext>
            </a:extLst>
          </p:cNvPr>
          <p:cNvSpPr txBox="1"/>
          <p:nvPr/>
        </p:nvSpPr>
        <p:spPr>
          <a:xfrm>
            <a:off x="2984231" y="3873259"/>
            <a:ext cx="522851" cy="461665"/>
          </a:xfrm>
          <a:prstGeom prst="rect">
            <a:avLst/>
          </a:prstGeom>
          <a:noFill/>
        </p:spPr>
        <p:txBody>
          <a:bodyPr wrap="square" rtlCol="0">
            <a:spAutoFit/>
          </a:bodyPr>
          <a:lstStyle/>
          <a:p>
            <a:r>
              <a:rPr lang="en-US" altLang="zh-TW" sz="2400" b="1" dirty="0">
                <a:solidFill>
                  <a:srgbClr val="FFC000"/>
                </a:solidFill>
              </a:rPr>
              <a:t>y</a:t>
            </a:r>
            <a:r>
              <a:rPr lang="en-US" altLang="zh-TW" sz="2400" b="1" baseline="-25000" dirty="0">
                <a:solidFill>
                  <a:srgbClr val="FFC000"/>
                </a:solidFill>
              </a:rPr>
              <a:t>2</a:t>
            </a:r>
            <a:endParaRPr lang="zh-TW" altLang="en-US" sz="2400" b="1" baseline="-25000" dirty="0">
              <a:solidFill>
                <a:srgbClr val="FFC000"/>
              </a:solidFill>
            </a:endParaRPr>
          </a:p>
        </p:txBody>
      </p:sp>
      <p:sp>
        <p:nvSpPr>
          <p:cNvPr id="29" name="文字方塊 28">
            <a:extLst>
              <a:ext uri="{FF2B5EF4-FFF2-40B4-BE49-F238E27FC236}">
                <a16:creationId xmlns:a16="http://schemas.microsoft.com/office/drawing/2014/main" id="{C94FDCBE-0EA3-452B-B58C-76C0ACDF5065}"/>
              </a:ext>
            </a:extLst>
          </p:cNvPr>
          <p:cNvSpPr txBox="1"/>
          <p:nvPr/>
        </p:nvSpPr>
        <p:spPr>
          <a:xfrm>
            <a:off x="2635976" y="3875743"/>
            <a:ext cx="522851" cy="461665"/>
          </a:xfrm>
          <a:prstGeom prst="rect">
            <a:avLst/>
          </a:prstGeom>
          <a:noFill/>
        </p:spPr>
        <p:txBody>
          <a:bodyPr wrap="square" rtlCol="0">
            <a:spAutoFit/>
          </a:bodyPr>
          <a:lstStyle/>
          <a:p>
            <a:r>
              <a:rPr lang="en-US" altLang="zh-TW" sz="2400" b="1" dirty="0">
                <a:solidFill>
                  <a:srgbClr val="FFC000"/>
                </a:solidFill>
              </a:rPr>
              <a:t>y</a:t>
            </a:r>
            <a:r>
              <a:rPr lang="en-US" altLang="zh-TW" sz="2400" b="1" baseline="-25000" dirty="0">
                <a:solidFill>
                  <a:srgbClr val="FFC000"/>
                </a:solidFill>
              </a:rPr>
              <a:t>1</a:t>
            </a:r>
            <a:endParaRPr lang="zh-TW" altLang="en-US" sz="2400" b="1" baseline="-25000" dirty="0">
              <a:solidFill>
                <a:srgbClr val="FFC000"/>
              </a:solidFill>
            </a:endParaRPr>
          </a:p>
        </p:txBody>
      </p:sp>
      <p:sp>
        <p:nvSpPr>
          <p:cNvPr id="30" name="文字方塊 29">
            <a:extLst>
              <a:ext uri="{FF2B5EF4-FFF2-40B4-BE49-F238E27FC236}">
                <a16:creationId xmlns:a16="http://schemas.microsoft.com/office/drawing/2014/main" id="{00A83DE1-18D6-4746-BBFD-B1DF962E16A5}"/>
              </a:ext>
            </a:extLst>
          </p:cNvPr>
          <p:cNvSpPr txBox="1"/>
          <p:nvPr/>
        </p:nvSpPr>
        <p:spPr>
          <a:xfrm>
            <a:off x="3282400" y="3889935"/>
            <a:ext cx="522851" cy="461665"/>
          </a:xfrm>
          <a:prstGeom prst="rect">
            <a:avLst/>
          </a:prstGeom>
          <a:noFill/>
        </p:spPr>
        <p:txBody>
          <a:bodyPr wrap="square" rtlCol="0">
            <a:spAutoFit/>
          </a:bodyPr>
          <a:lstStyle/>
          <a:p>
            <a:r>
              <a:rPr lang="en-US" altLang="zh-TW" sz="2400" b="1" dirty="0">
                <a:solidFill>
                  <a:srgbClr val="FFC000"/>
                </a:solidFill>
              </a:rPr>
              <a:t>z</a:t>
            </a:r>
            <a:r>
              <a:rPr lang="en-US" altLang="zh-TW" sz="2400" b="1" baseline="-25000" dirty="0">
                <a:solidFill>
                  <a:srgbClr val="FFC000"/>
                </a:solidFill>
              </a:rPr>
              <a:t>1</a:t>
            </a:r>
            <a:endParaRPr lang="zh-TW" altLang="en-US" sz="2400" b="1" baseline="-25000" dirty="0">
              <a:solidFill>
                <a:srgbClr val="FFC000"/>
              </a:solidFill>
            </a:endParaRPr>
          </a:p>
        </p:txBody>
      </p:sp>
      <p:sp>
        <p:nvSpPr>
          <p:cNvPr id="31" name="文字方塊 30">
            <a:extLst>
              <a:ext uri="{FF2B5EF4-FFF2-40B4-BE49-F238E27FC236}">
                <a16:creationId xmlns:a16="http://schemas.microsoft.com/office/drawing/2014/main" id="{9C8946DC-088E-4390-A979-6B113C16C757}"/>
              </a:ext>
            </a:extLst>
          </p:cNvPr>
          <p:cNvSpPr txBox="1"/>
          <p:nvPr/>
        </p:nvSpPr>
        <p:spPr>
          <a:xfrm>
            <a:off x="3580569" y="3883043"/>
            <a:ext cx="522851" cy="461665"/>
          </a:xfrm>
          <a:prstGeom prst="rect">
            <a:avLst/>
          </a:prstGeom>
          <a:noFill/>
        </p:spPr>
        <p:txBody>
          <a:bodyPr wrap="square" rtlCol="0">
            <a:spAutoFit/>
          </a:bodyPr>
          <a:lstStyle/>
          <a:p>
            <a:r>
              <a:rPr lang="en-US" altLang="zh-TW" sz="2400" b="1" dirty="0">
                <a:solidFill>
                  <a:srgbClr val="FFC000"/>
                </a:solidFill>
              </a:rPr>
              <a:t>z</a:t>
            </a:r>
            <a:r>
              <a:rPr lang="en-US" altLang="zh-TW" sz="2400" b="1" baseline="-25000" dirty="0">
                <a:solidFill>
                  <a:srgbClr val="FFC000"/>
                </a:solidFill>
              </a:rPr>
              <a:t>2</a:t>
            </a:r>
            <a:endParaRPr lang="zh-TW" altLang="en-US" sz="2400" b="1" baseline="-25000" dirty="0">
              <a:solidFill>
                <a:srgbClr val="FFC000"/>
              </a:solidFill>
            </a:endParaRPr>
          </a:p>
        </p:txBody>
      </p:sp>
      <p:pic>
        <p:nvPicPr>
          <p:cNvPr id="7" name="圖片 6" descr="一張含有 桌 的圖片&#10;&#10;自動產生的描述">
            <a:extLst>
              <a:ext uri="{FF2B5EF4-FFF2-40B4-BE49-F238E27FC236}">
                <a16:creationId xmlns:a16="http://schemas.microsoft.com/office/drawing/2014/main" id="{AFDBA703-BE95-42FD-8559-797FF78668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0546" y="90021"/>
            <a:ext cx="5410955" cy="6677957"/>
          </a:xfrm>
          <a:prstGeom prst="rect">
            <a:avLst/>
          </a:prstGeom>
        </p:spPr>
      </p:pic>
    </p:spTree>
    <p:extLst>
      <p:ext uri="{BB962C8B-B14F-4D97-AF65-F5344CB8AC3E}">
        <p14:creationId xmlns:p14="http://schemas.microsoft.com/office/powerpoint/2010/main" val="252353051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圖片 6" descr="一張含有 桌 的圖片&#10;&#10;自動產生的描述">
            <a:extLst>
              <a:ext uri="{FF2B5EF4-FFF2-40B4-BE49-F238E27FC236}">
                <a16:creationId xmlns:a16="http://schemas.microsoft.com/office/drawing/2014/main" id="{AFDBA703-BE95-42FD-8559-797FF78668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4142" y="184396"/>
            <a:ext cx="5410955" cy="6677957"/>
          </a:xfrm>
          <a:prstGeom prst="rect">
            <a:avLst/>
          </a:prstGeom>
        </p:spPr>
      </p:pic>
      <p:cxnSp>
        <p:nvCxnSpPr>
          <p:cNvPr id="6" name="直線接點 5">
            <a:extLst>
              <a:ext uri="{FF2B5EF4-FFF2-40B4-BE49-F238E27FC236}">
                <a16:creationId xmlns:a16="http://schemas.microsoft.com/office/drawing/2014/main" id="{6A57BB6D-440E-4317-A666-1530A629F21B}"/>
              </a:ext>
            </a:extLst>
          </p:cNvPr>
          <p:cNvCxnSpPr>
            <a:cxnSpLocks/>
          </p:cNvCxnSpPr>
          <p:nvPr/>
        </p:nvCxnSpPr>
        <p:spPr>
          <a:xfrm>
            <a:off x="9001387" y="184396"/>
            <a:ext cx="0" cy="6673604"/>
          </a:xfrm>
          <a:prstGeom prst="line">
            <a:avLst/>
          </a:prstGeom>
          <a:ln w="38100"/>
        </p:spPr>
        <p:style>
          <a:lnRef idx="1">
            <a:schemeClr val="accent4"/>
          </a:lnRef>
          <a:fillRef idx="0">
            <a:schemeClr val="accent4"/>
          </a:fillRef>
          <a:effectRef idx="0">
            <a:schemeClr val="accent4"/>
          </a:effectRef>
          <a:fontRef idx="minor">
            <a:schemeClr val="tx1"/>
          </a:fontRef>
        </p:style>
      </p:cxnSp>
      <p:cxnSp>
        <p:nvCxnSpPr>
          <p:cNvPr id="16" name="直線接點 15">
            <a:extLst>
              <a:ext uri="{FF2B5EF4-FFF2-40B4-BE49-F238E27FC236}">
                <a16:creationId xmlns:a16="http://schemas.microsoft.com/office/drawing/2014/main" id="{967C9E74-7B6E-40C7-A026-449BF8B0F4F3}"/>
              </a:ext>
            </a:extLst>
          </p:cNvPr>
          <p:cNvCxnSpPr>
            <a:cxnSpLocks/>
          </p:cNvCxnSpPr>
          <p:nvPr/>
        </p:nvCxnSpPr>
        <p:spPr>
          <a:xfrm>
            <a:off x="7509545" y="184396"/>
            <a:ext cx="0" cy="6673604"/>
          </a:xfrm>
          <a:prstGeom prst="line">
            <a:avLst/>
          </a:prstGeom>
          <a:ln w="38100"/>
        </p:spPr>
        <p:style>
          <a:lnRef idx="1">
            <a:schemeClr val="accent4"/>
          </a:lnRef>
          <a:fillRef idx="0">
            <a:schemeClr val="accent4"/>
          </a:fillRef>
          <a:effectRef idx="0">
            <a:schemeClr val="accent4"/>
          </a:effectRef>
          <a:fontRef idx="minor">
            <a:schemeClr val="tx1"/>
          </a:fontRef>
        </p:style>
      </p:cxnSp>
      <p:pic>
        <p:nvPicPr>
          <p:cNvPr id="17" name="圖片 16" descr="一張含有 文字 的圖片&#10;&#10;自動產生的描述">
            <a:extLst>
              <a:ext uri="{FF2B5EF4-FFF2-40B4-BE49-F238E27FC236}">
                <a16:creationId xmlns:a16="http://schemas.microsoft.com/office/drawing/2014/main" id="{0D4F3DFF-E2E6-4A20-8F91-325093C60E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106" y="568817"/>
            <a:ext cx="3713148" cy="1489915"/>
          </a:xfrm>
          <a:prstGeom prst="rect">
            <a:avLst/>
          </a:prstGeom>
        </p:spPr>
      </p:pic>
      <p:sp>
        <p:nvSpPr>
          <p:cNvPr id="18" name="文字方塊 17">
            <a:extLst>
              <a:ext uri="{FF2B5EF4-FFF2-40B4-BE49-F238E27FC236}">
                <a16:creationId xmlns:a16="http://schemas.microsoft.com/office/drawing/2014/main" id="{B35DD33E-4014-4ED2-95D7-5A97FCAB318B}"/>
              </a:ext>
            </a:extLst>
          </p:cNvPr>
          <p:cNvSpPr txBox="1"/>
          <p:nvPr/>
        </p:nvSpPr>
        <p:spPr>
          <a:xfrm>
            <a:off x="5204409" y="2453209"/>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2</a:t>
            </a:r>
            <a:endParaRPr lang="zh-TW" altLang="en-US" sz="2400" b="1" baseline="-25000" dirty="0">
              <a:solidFill>
                <a:srgbClr val="FFC000"/>
              </a:solidFill>
            </a:endParaRPr>
          </a:p>
        </p:txBody>
      </p:sp>
      <p:sp>
        <p:nvSpPr>
          <p:cNvPr id="19" name="文字方塊 18">
            <a:extLst>
              <a:ext uri="{FF2B5EF4-FFF2-40B4-BE49-F238E27FC236}">
                <a16:creationId xmlns:a16="http://schemas.microsoft.com/office/drawing/2014/main" id="{90C7C165-B3EB-4978-B6C4-DE7A882E92B1}"/>
              </a:ext>
            </a:extLst>
          </p:cNvPr>
          <p:cNvSpPr txBox="1"/>
          <p:nvPr/>
        </p:nvSpPr>
        <p:spPr>
          <a:xfrm>
            <a:off x="5204410" y="1547184"/>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1</a:t>
            </a:r>
            <a:endParaRPr lang="zh-TW" altLang="en-US" sz="2400" b="1" baseline="-25000" dirty="0">
              <a:solidFill>
                <a:srgbClr val="FFC000"/>
              </a:solidFill>
            </a:endParaRPr>
          </a:p>
        </p:txBody>
      </p:sp>
      <p:sp>
        <p:nvSpPr>
          <p:cNvPr id="20" name="文字方塊 19">
            <a:extLst>
              <a:ext uri="{FF2B5EF4-FFF2-40B4-BE49-F238E27FC236}">
                <a16:creationId xmlns:a16="http://schemas.microsoft.com/office/drawing/2014/main" id="{69BBF8A0-EF23-43DA-B23F-3C4A869036D0}"/>
              </a:ext>
            </a:extLst>
          </p:cNvPr>
          <p:cNvSpPr txBox="1"/>
          <p:nvPr/>
        </p:nvSpPr>
        <p:spPr>
          <a:xfrm>
            <a:off x="5204409" y="4173957"/>
            <a:ext cx="522851" cy="461665"/>
          </a:xfrm>
          <a:prstGeom prst="rect">
            <a:avLst/>
          </a:prstGeom>
          <a:noFill/>
        </p:spPr>
        <p:txBody>
          <a:bodyPr wrap="square" rtlCol="0">
            <a:spAutoFit/>
          </a:bodyPr>
          <a:lstStyle/>
          <a:p>
            <a:r>
              <a:rPr lang="en-US" altLang="zh-TW" sz="2400" b="1" dirty="0">
                <a:solidFill>
                  <a:srgbClr val="FFC000"/>
                </a:solidFill>
              </a:rPr>
              <a:t>y</a:t>
            </a:r>
            <a:r>
              <a:rPr lang="en-US" altLang="zh-TW" sz="2400" b="1" baseline="-25000" dirty="0">
                <a:solidFill>
                  <a:srgbClr val="FFC000"/>
                </a:solidFill>
              </a:rPr>
              <a:t>2</a:t>
            </a:r>
            <a:endParaRPr lang="zh-TW" altLang="en-US" sz="2400" b="1" baseline="-25000" dirty="0">
              <a:solidFill>
                <a:srgbClr val="FFC000"/>
              </a:solidFill>
            </a:endParaRPr>
          </a:p>
        </p:txBody>
      </p:sp>
      <p:sp>
        <p:nvSpPr>
          <p:cNvPr id="21" name="文字方塊 20">
            <a:extLst>
              <a:ext uri="{FF2B5EF4-FFF2-40B4-BE49-F238E27FC236}">
                <a16:creationId xmlns:a16="http://schemas.microsoft.com/office/drawing/2014/main" id="{3840B4C5-0F0A-4F1C-B875-B2D035F3A218}"/>
              </a:ext>
            </a:extLst>
          </p:cNvPr>
          <p:cNvSpPr txBox="1"/>
          <p:nvPr/>
        </p:nvSpPr>
        <p:spPr>
          <a:xfrm>
            <a:off x="5204409" y="3270359"/>
            <a:ext cx="522851" cy="461665"/>
          </a:xfrm>
          <a:prstGeom prst="rect">
            <a:avLst/>
          </a:prstGeom>
          <a:noFill/>
        </p:spPr>
        <p:txBody>
          <a:bodyPr wrap="square" rtlCol="0">
            <a:spAutoFit/>
          </a:bodyPr>
          <a:lstStyle/>
          <a:p>
            <a:r>
              <a:rPr lang="en-US" altLang="zh-TW" sz="2400" b="1" dirty="0">
                <a:solidFill>
                  <a:srgbClr val="FFC000"/>
                </a:solidFill>
              </a:rPr>
              <a:t>y</a:t>
            </a:r>
            <a:r>
              <a:rPr lang="en-US" altLang="zh-TW" sz="2400" b="1" baseline="-25000" dirty="0">
                <a:solidFill>
                  <a:srgbClr val="FFC000"/>
                </a:solidFill>
              </a:rPr>
              <a:t>1</a:t>
            </a:r>
            <a:endParaRPr lang="zh-TW" altLang="en-US" sz="2400" b="1" baseline="-25000" dirty="0">
              <a:solidFill>
                <a:srgbClr val="FFC000"/>
              </a:solidFill>
            </a:endParaRPr>
          </a:p>
        </p:txBody>
      </p:sp>
      <p:sp>
        <p:nvSpPr>
          <p:cNvPr id="22" name="文字方塊 21">
            <a:extLst>
              <a:ext uri="{FF2B5EF4-FFF2-40B4-BE49-F238E27FC236}">
                <a16:creationId xmlns:a16="http://schemas.microsoft.com/office/drawing/2014/main" id="{5216E2E2-8C54-41C9-844F-3EF1B76D7337}"/>
              </a:ext>
            </a:extLst>
          </p:cNvPr>
          <p:cNvSpPr txBox="1"/>
          <p:nvPr/>
        </p:nvSpPr>
        <p:spPr>
          <a:xfrm>
            <a:off x="5225788" y="5055276"/>
            <a:ext cx="522851" cy="461665"/>
          </a:xfrm>
          <a:prstGeom prst="rect">
            <a:avLst/>
          </a:prstGeom>
          <a:noFill/>
        </p:spPr>
        <p:txBody>
          <a:bodyPr wrap="square" rtlCol="0">
            <a:spAutoFit/>
          </a:bodyPr>
          <a:lstStyle/>
          <a:p>
            <a:r>
              <a:rPr lang="en-US" altLang="zh-TW" sz="2400" b="1" dirty="0">
                <a:solidFill>
                  <a:srgbClr val="FFC000"/>
                </a:solidFill>
              </a:rPr>
              <a:t>z</a:t>
            </a:r>
            <a:r>
              <a:rPr lang="en-US" altLang="zh-TW" sz="2400" b="1" baseline="-25000" dirty="0">
                <a:solidFill>
                  <a:srgbClr val="FFC000"/>
                </a:solidFill>
              </a:rPr>
              <a:t>1</a:t>
            </a:r>
            <a:endParaRPr lang="zh-TW" altLang="en-US" sz="2400" b="1" baseline="-25000" dirty="0">
              <a:solidFill>
                <a:srgbClr val="FFC000"/>
              </a:solidFill>
            </a:endParaRPr>
          </a:p>
        </p:txBody>
      </p:sp>
      <p:sp>
        <p:nvSpPr>
          <p:cNvPr id="23" name="文字方塊 22">
            <a:extLst>
              <a:ext uri="{FF2B5EF4-FFF2-40B4-BE49-F238E27FC236}">
                <a16:creationId xmlns:a16="http://schemas.microsoft.com/office/drawing/2014/main" id="{17BBDA3C-4324-477D-BE88-04FC82AC5910}"/>
              </a:ext>
            </a:extLst>
          </p:cNvPr>
          <p:cNvSpPr txBox="1"/>
          <p:nvPr/>
        </p:nvSpPr>
        <p:spPr>
          <a:xfrm>
            <a:off x="5225788" y="5936595"/>
            <a:ext cx="522851" cy="461665"/>
          </a:xfrm>
          <a:prstGeom prst="rect">
            <a:avLst/>
          </a:prstGeom>
          <a:noFill/>
        </p:spPr>
        <p:txBody>
          <a:bodyPr wrap="square" rtlCol="0">
            <a:spAutoFit/>
          </a:bodyPr>
          <a:lstStyle/>
          <a:p>
            <a:r>
              <a:rPr lang="en-US" altLang="zh-TW" sz="2400" b="1" dirty="0">
                <a:solidFill>
                  <a:srgbClr val="FFC000"/>
                </a:solidFill>
              </a:rPr>
              <a:t>z</a:t>
            </a:r>
            <a:r>
              <a:rPr lang="en-US" altLang="zh-TW" sz="2400" b="1" baseline="-25000" dirty="0">
                <a:solidFill>
                  <a:srgbClr val="FFC000"/>
                </a:solidFill>
              </a:rPr>
              <a:t>2</a:t>
            </a:r>
            <a:endParaRPr lang="zh-TW" altLang="en-US" sz="2400" b="1" baseline="-25000" dirty="0">
              <a:solidFill>
                <a:srgbClr val="FFC000"/>
              </a:solidFill>
            </a:endParaRPr>
          </a:p>
        </p:txBody>
      </p:sp>
      <p:sp>
        <p:nvSpPr>
          <p:cNvPr id="15" name="橢圓 14">
            <a:extLst>
              <a:ext uri="{FF2B5EF4-FFF2-40B4-BE49-F238E27FC236}">
                <a16:creationId xmlns:a16="http://schemas.microsoft.com/office/drawing/2014/main" id="{7F6F5C0E-FC54-4E99-A45F-1AD7993A8DD0}"/>
              </a:ext>
            </a:extLst>
          </p:cNvPr>
          <p:cNvSpPr/>
          <p:nvPr/>
        </p:nvSpPr>
        <p:spPr>
          <a:xfrm>
            <a:off x="7405725" y="1577968"/>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橢圓 24">
            <a:extLst>
              <a:ext uri="{FF2B5EF4-FFF2-40B4-BE49-F238E27FC236}">
                <a16:creationId xmlns:a16="http://schemas.microsoft.com/office/drawing/2014/main" id="{304B4323-EAFE-4282-9365-B25201D9FA00}"/>
              </a:ext>
            </a:extLst>
          </p:cNvPr>
          <p:cNvSpPr/>
          <p:nvPr/>
        </p:nvSpPr>
        <p:spPr>
          <a:xfrm>
            <a:off x="8900641" y="1843292"/>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a:extLst>
              <a:ext uri="{FF2B5EF4-FFF2-40B4-BE49-F238E27FC236}">
                <a16:creationId xmlns:a16="http://schemas.microsoft.com/office/drawing/2014/main" id="{0ACE2722-D455-45E3-AF73-CD43DC3D82F2}"/>
              </a:ext>
            </a:extLst>
          </p:cNvPr>
          <p:cNvSpPr/>
          <p:nvPr/>
        </p:nvSpPr>
        <p:spPr>
          <a:xfrm>
            <a:off x="5913728" y="2194160"/>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a:extLst>
              <a:ext uri="{FF2B5EF4-FFF2-40B4-BE49-F238E27FC236}">
                <a16:creationId xmlns:a16="http://schemas.microsoft.com/office/drawing/2014/main" id="{414937CD-98A4-487E-AA2F-EC30FBC0FBBB}"/>
              </a:ext>
            </a:extLst>
          </p:cNvPr>
          <p:cNvSpPr/>
          <p:nvPr/>
        </p:nvSpPr>
        <p:spPr>
          <a:xfrm>
            <a:off x="9214017" y="3717628"/>
            <a:ext cx="410049" cy="36939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28">
            <a:extLst>
              <a:ext uri="{FF2B5EF4-FFF2-40B4-BE49-F238E27FC236}">
                <a16:creationId xmlns:a16="http://schemas.microsoft.com/office/drawing/2014/main" id="{8D687079-1830-41F6-BD53-9A67BB2D0A59}"/>
              </a:ext>
            </a:extLst>
          </p:cNvPr>
          <p:cNvSpPr/>
          <p:nvPr/>
        </p:nvSpPr>
        <p:spPr>
          <a:xfrm>
            <a:off x="7704386" y="4266949"/>
            <a:ext cx="469783"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a:extLst>
              <a:ext uri="{FF2B5EF4-FFF2-40B4-BE49-F238E27FC236}">
                <a16:creationId xmlns:a16="http://schemas.microsoft.com/office/drawing/2014/main" id="{09DBD781-6278-43B3-B8D9-7AA629E38C50}"/>
              </a:ext>
            </a:extLst>
          </p:cNvPr>
          <p:cNvSpPr/>
          <p:nvPr/>
        </p:nvSpPr>
        <p:spPr>
          <a:xfrm>
            <a:off x="6238290" y="3958516"/>
            <a:ext cx="444037"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30">
            <a:extLst>
              <a:ext uri="{FF2B5EF4-FFF2-40B4-BE49-F238E27FC236}">
                <a16:creationId xmlns:a16="http://schemas.microsoft.com/office/drawing/2014/main" id="{3897567B-8AF9-41AD-A6F1-733F08114F0F}"/>
              </a:ext>
            </a:extLst>
          </p:cNvPr>
          <p:cNvSpPr/>
          <p:nvPr/>
        </p:nvSpPr>
        <p:spPr>
          <a:xfrm>
            <a:off x="6506859" y="5730825"/>
            <a:ext cx="469782"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橢圓 31">
            <a:extLst>
              <a:ext uri="{FF2B5EF4-FFF2-40B4-BE49-F238E27FC236}">
                <a16:creationId xmlns:a16="http://schemas.microsoft.com/office/drawing/2014/main" id="{C7BBE7A8-5A10-4BE1-BBBF-8EDF8532A940}"/>
              </a:ext>
            </a:extLst>
          </p:cNvPr>
          <p:cNvSpPr/>
          <p:nvPr/>
        </p:nvSpPr>
        <p:spPr>
          <a:xfrm>
            <a:off x="8017977" y="5147737"/>
            <a:ext cx="391130" cy="4308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橢圓 32">
            <a:extLst>
              <a:ext uri="{FF2B5EF4-FFF2-40B4-BE49-F238E27FC236}">
                <a16:creationId xmlns:a16="http://schemas.microsoft.com/office/drawing/2014/main" id="{6C900FAC-8795-4C75-8ACA-BD23E4220C14}"/>
              </a:ext>
            </a:extLst>
          </p:cNvPr>
          <p:cNvSpPr/>
          <p:nvPr/>
        </p:nvSpPr>
        <p:spPr>
          <a:xfrm>
            <a:off x="9509819" y="5477736"/>
            <a:ext cx="410049" cy="36939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4" name="圖片 23" descr="一張含有 文字, 填字遊戲 的圖片&#10;&#10;自動產生的描述">
            <a:extLst>
              <a:ext uri="{FF2B5EF4-FFF2-40B4-BE49-F238E27FC236}">
                <a16:creationId xmlns:a16="http://schemas.microsoft.com/office/drawing/2014/main" id="{FE38E144-2CD5-4362-95F3-DB73ACF697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9568" y="3072316"/>
            <a:ext cx="4368389" cy="1563306"/>
          </a:xfrm>
          <a:prstGeom prst="rect">
            <a:avLst/>
          </a:prstGeom>
        </p:spPr>
      </p:pic>
    </p:spTree>
    <p:extLst>
      <p:ext uri="{BB962C8B-B14F-4D97-AF65-F5344CB8AC3E}">
        <p14:creationId xmlns:p14="http://schemas.microsoft.com/office/powerpoint/2010/main" val="199663331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圖片 3" descr="一張含有 文字 的圖片&#10;&#10;自動產生的描述">
            <a:extLst>
              <a:ext uri="{FF2B5EF4-FFF2-40B4-BE49-F238E27FC236}">
                <a16:creationId xmlns:a16="http://schemas.microsoft.com/office/drawing/2014/main" id="{B576CEA4-5B79-4D87-8AE7-F2295510F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009" y="2281806"/>
            <a:ext cx="6376311" cy="1545772"/>
          </a:xfrm>
          <a:prstGeom prst="rect">
            <a:avLst/>
          </a:prstGeom>
        </p:spPr>
      </p:pic>
      <p:pic>
        <p:nvPicPr>
          <p:cNvPr id="7" name="圖片 6" descr="一張含有 桌 的圖片&#10;&#10;自動產生的描述">
            <a:extLst>
              <a:ext uri="{FF2B5EF4-FFF2-40B4-BE49-F238E27FC236}">
                <a16:creationId xmlns:a16="http://schemas.microsoft.com/office/drawing/2014/main" id="{AFDBA703-BE95-42FD-8559-797FF78668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4986" y="90021"/>
            <a:ext cx="5410955" cy="6677957"/>
          </a:xfrm>
          <a:prstGeom prst="rect">
            <a:avLst/>
          </a:prstGeom>
        </p:spPr>
      </p:pic>
      <p:cxnSp>
        <p:nvCxnSpPr>
          <p:cNvPr id="13" name="直線接點 12">
            <a:extLst>
              <a:ext uri="{FF2B5EF4-FFF2-40B4-BE49-F238E27FC236}">
                <a16:creationId xmlns:a16="http://schemas.microsoft.com/office/drawing/2014/main" id="{9EEDD6B9-F64F-407E-97B8-70160D8E8D99}"/>
              </a:ext>
            </a:extLst>
          </p:cNvPr>
          <p:cNvCxnSpPr>
            <a:cxnSpLocks/>
          </p:cNvCxnSpPr>
          <p:nvPr/>
        </p:nvCxnSpPr>
        <p:spPr>
          <a:xfrm flipV="1">
            <a:off x="1333844" y="2628297"/>
            <a:ext cx="3471519" cy="8548"/>
          </a:xfrm>
          <a:prstGeom prst="line">
            <a:avLst/>
          </a:prstGeom>
          <a:ln w="28575">
            <a:solidFill>
              <a:srgbClr val="FF0000"/>
            </a:solidFill>
          </a:ln>
        </p:spPr>
        <p:style>
          <a:lnRef idx="1">
            <a:schemeClr val="accent4"/>
          </a:lnRef>
          <a:fillRef idx="0">
            <a:schemeClr val="accent4"/>
          </a:fillRef>
          <a:effectRef idx="0">
            <a:schemeClr val="accent4"/>
          </a:effectRef>
          <a:fontRef idx="minor">
            <a:schemeClr val="tx1"/>
          </a:fontRef>
        </p:style>
      </p:cxnSp>
      <p:sp>
        <p:nvSpPr>
          <p:cNvPr id="14" name="橢圓 13">
            <a:extLst>
              <a:ext uri="{FF2B5EF4-FFF2-40B4-BE49-F238E27FC236}">
                <a16:creationId xmlns:a16="http://schemas.microsoft.com/office/drawing/2014/main" id="{A150B602-BE47-4524-83A2-170978032CDF}"/>
              </a:ext>
            </a:extLst>
          </p:cNvPr>
          <p:cNvSpPr/>
          <p:nvPr/>
        </p:nvSpPr>
        <p:spPr>
          <a:xfrm>
            <a:off x="843523" y="2354166"/>
            <a:ext cx="305659" cy="34151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14">
            <a:extLst>
              <a:ext uri="{FF2B5EF4-FFF2-40B4-BE49-F238E27FC236}">
                <a16:creationId xmlns:a16="http://schemas.microsoft.com/office/drawing/2014/main" id="{EC292254-2B69-4074-AC42-803DCED08DA4}"/>
              </a:ext>
            </a:extLst>
          </p:cNvPr>
          <p:cNvSpPr/>
          <p:nvPr/>
        </p:nvSpPr>
        <p:spPr>
          <a:xfrm>
            <a:off x="10685207" y="333816"/>
            <a:ext cx="715431" cy="34151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a:extLst>
              <a:ext uri="{FF2B5EF4-FFF2-40B4-BE49-F238E27FC236}">
                <a16:creationId xmlns:a16="http://schemas.microsoft.com/office/drawing/2014/main" id="{76B877FC-2C49-4D6E-BE99-941BAB5876BB}"/>
              </a:ext>
            </a:extLst>
          </p:cNvPr>
          <p:cNvSpPr/>
          <p:nvPr/>
        </p:nvSpPr>
        <p:spPr>
          <a:xfrm>
            <a:off x="9193363" y="628829"/>
            <a:ext cx="715431" cy="34151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a:extLst>
              <a:ext uri="{FF2B5EF4-FFF2-40B4-BE49-F238E27FC236}">
                <a16:creationId xmlns:a16="http://schemas.microsoft.com/office/drawing/2014/main" id="{933DE943-0A8B-427F-8165-73B894494986}"/>
              </a:ext>
            </a:extLst>
          </p:cNvPr>
          <p:cNvSpPr/>
          <p:nvPr/>
        </p:nvSpPr>
        <p:spPr>
          <a:xfrm>
            <a:off x="7750455" y="956000"/>
            <a:ext cx="715431" cy="34151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96407836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7AFCD-574A-4525-9F59-D0A9CB3F50E7}"/>
              </a:ext>
            </a:extLst>
          </p:cNvPr>
          <p:cNvSpPr>
            <a:spLocks noGrp="1"/>
          </p:cNvSpPr>
          <p:nvPr>
            <p:ph type="title"/>
          </p:nvPr>
        </p:nvSpPr>
        <p:spPr/>
        <p:txBody>
          <a:bodyPr/>
          <a:lstStyle/>
          <a:p>
            <a:r>
              <a:rPr lang="en-US" altLang="zh-TW" dirty="0"/>
              <a:t>Logical operator</a:t>
            </a:r>
            <a:endParaRPr lang="zh-TW" altLang="en-US" dirty="0"/>
          </a:p>
        </p:txBody>
      </p:sp>
      <p:sp>
        <p:nvSpPr>
          <p:cNvPr id="3" name="內容版面配置區 2">
            <a:extLst>
              <a:ext uri="{FF2B5EF4-FFF2-40B4-BE49-F238E27FC236}">
                <a16:creationId xmlns:a16="http://schemas.microsoft.com/office/drawing/2014/main" id="{38231C44-00E9-499B-B55A-0C1B2223A528}"/>
              </a:ext>
            </a:extLst>
          </p:cNvPr>
          <p:cNvSpPr>
            <a:spLocks noGrp="1"/>
          </p:cNvSpPr>
          <p:nvPr>
            <p:ph idx="1"/>
          </p:nvPr>
        </p:nvSpPr>
        <p:spPr>
          <a:xfrm>
            <a:off x="5090748" y="1542054"/>
            <a:ext cx="4005044" cy="4351338"/>
          </a:xfrm>
        </p:spPr>
        <p:txBody>
          <a:bodyPr/>
          <a:lstStyle/>
          <a:p>
            <a:r>
              <a:rPr lang="en-US" altLang="zh-TW" dirty="0"/>
              <a:t> less than (L)</a:t>
            </a:r>
          </a:p>
          <a:p>
            <a:endParaRPr lang="en-US" altLang="zh-TW" dirty="0"/>
          </a:p>
          <a:p>
            <a:endParaRPr lang="en-US" altLang="zh-TW" dirty="0"/>
          </a:p>
          <a:p>
            <a:endParaRPr lang="en-US" altLang="zh-TW" dirty="0"/>
          </a:p>
          <a:p>
            <a:r>
              <a:rPr lang="en-US" altLang="zh-TW" dirty="0"/>
              <a:t>less than or equal to (E)</a:t>
            </a:r>
            <a:endParaRPr lang="zh-TW" altLang="en-US" dirty="0"/>
          </a:p>
        </p:txBody>
      </p:sp>
      <p:pic>
        <p:nvPicPr>
          <p:cNvPr id="5" name="圖片 4" descr="一張含有 桌 的圖片&#10;&#10;自動產生的描述">
            <a:extLst>
              <a:ext uri="{FF2B5EF4-FFF2-40B4-BE49-F238E27FC236}">
                <a16:creationId xmlns:a16="http://schemas.microsoft.com/office/drawing/2014/main" id="{73967E8A-0691-49E8-97C2-FCBE48565E8E}"/>
              </a:ext>
            </a:extLst>
          </p:cNvPr>
          <p:cNvPicPr>
            <a:picLocks noChangeAspect="1"/>
          </p:cNvPicPr>
          <p:nvPr/>
        </p:nvPicPr>
        <p:blipFill rotWithShape="1">
          <a:blip r:embed="rId2">
            <a:extLst>
              <a:ext uri="{28A0092B-C50C-407E-A947-70E740481C1C}">
                <a14:useLocalDpi xmlns:a14="http://schemas.microsoft.com/office/drawing/2010/main" val="0"/>
              </a:ext>
            </a:extLst>
          </a:blip>
          <a:srcRect t="21653"/>
          <a:stretch/>
        </p:blipFill>
        <p:spPr>
          <a:xfrm>
            <a:off x="830617" y="2584580"/>
            <a:ext cx="3201496" cy="2333885"/>
          </a:xfrm>
          <a:prstGeom prst="rect">
            <a:avLst/>
          </a:prstGeom>
        </p:spPr>
      </p:pic>
      <p:pic>
        <p:nvPicPr>
          <p:cNvPr id="8" name="圖片 7" descr="一張含有 拉門, 填字遊戲 的圖片&#10;&#10;自動產生的描述">
            <a:extLst>
              <a:ext uri="{FF2B5EF4-FFF2-40B4-BE49-F238E27FC236}">
                <a16:creationId xmlns:a16="http://schemas.microsoft.com/office/drawing/2014/main" id="{00AC023B-1D9F-4FF5-9BF4-E42D6B865CDF}"/>
              </a:ext>
            </a:extLst>
          </p:cNvPr>
          <p:cNvPicPr>
            <a:picLocks noChangeAspect="1"/>
          </p:cNvPicPr>
          <p:nvPr/>
        </p:nvPicPr>
        <p:blipFill rotWithShape="1">
          <a:blip r:embed="rId3">
            <a:extLst>
              <a:ext uri="{28A0092B-C50C-407E-A947-70E740481C1C}">
                <a14:useLocalDpi xmlns:a14="http://schemas.microsoft.com/office/drawing/2010/main" val="0"/>
              </a:ext>
            </a:extLst>
          </a:blip>
          <a:srcRect r="51315"/>
          <a:stretch/>
        </p:blipFill>
        <p:spPr>
          <a:xfrm>
            <a:off x="8101436" y="1542054"/>
            <a:ext cx="1978091" cy="1794073"/>
          </a:xfrm>
          <a:prstGeom prst="rect">
            <a:avLst/>
          </a:prstGeom>
        </p:spPr>
      </p:pic>
      <p:pic>
        <p:nvPicPr>
          <p:cNvPr id="10" name="圖片 9" descr="一張含有 拉門, 填字遊戲 的圖片&#10;&#10;自動產生的描述">
            <a:extLst>
              <a:ext uri="{FF2B5EF4-FFF2-40B4-BE49-F238E27FC236}">
                <a16:creationId xmlns:a16="http://schemas.microsoft.com/office/drawing/2014/main" id="{E17B3984-37C2-42F2-9C24-C96DE69E5B41}"/>
              </a:ext>
            </a:extLst>
          </p:cNvPr>
          <p:cNvPicPr>
            <a:picLocks noChangeAspect="1"/>
          </p:cNvPicPr>
          <p:nvPr/>
        </p:nvPicPr>
        <p:blipFill rotWithShape="1">
          <a:blip r:embed="rId3">
            <a:extLst>
              <a:ext uri="{28A0092B-C50C-407E-A947-70E740481C1C}">
                <a14:useLocalDpi xmlns:a14="http://schemas.microsoft.com/office/drawing/2010/main" val="0"/>
              </a:ext>
            </a:extLst>
          </a:blip>
          <a:srcRect l="46853"/>
          <a:stretch/>
        </p:blipFill>
        <p:spPr>
          <a:xfrm>
            <a:off x="7955900" y="4513056"/>
            <a:ext cx="2159393" cy="1794073"/>
          </a:xfrm>
          <a:prstGeom prst="rect">
            <a:avLst/>
          </a:prstGeom>
        </p:spPr>
      </p:pic>
    </p:spTree>
    <p:extLst>
      <p:ext uri="{BB962C8B-B14F-4D97-AF65-F5344CB8AC3E}">
        <p14:creationId xmlns:p14="http://schemas.microsoft.com/office/powerpoint/2010/main" val="189633666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7AFCD-574A-4525-9F59-D0A9CB3F50E7}"/>
              </a:ext>
            </a:extLst>
          </p:cNvPr>
          <p:cNvSpPr>
            <a:spLocks noGrp="1"/>
          </p:cNvSpPr>
          <p:nvPr>
            <p:ph type="title"/>
          </p:nvPr>
        </p:nvSpPr>
        <p:spPr/>
        <p:txBody>
          <a:bodyPr/>
          <a:lstStyle/>
          <a:p>
            <a:r>
              <a:rPr lang="en-US" altLang="zh-TW" dirty="0"/>
              <a:t>Logical operator</a:t>
            </a:r>
            <a:endParaRPr lang="zh-TW" altLang="en-US" dirty="0"/>
          </a:p>
        </p:txBody>
      </p:sp>
      <p:sp>
        <p:nvSpPr>
          <p:cNvPr id="3" name="內容版面配置區 2">
            <a:extLst>
              <a:ext uri="{FF2B5EF4-FFF2-40B4-BE49-F238E27FC236}">
                <a16:creationId xmlns:a16="http://schemas.microsoft.com/office/drawing/2014/main" id="{38231C44-00E9-499B-B55A-0C1B2223A528}"/>
              </a:ext>
            </a:extLst>
          </p:cNvPr>
          <p:cNvSpPr>
            <a:spLocks noGrp="1"/>
          </p:cNvSpPr>
          <p:nvPr>
            <p:ph idx="1"/>
          </p:nvPr>
        </p:nvSpPr>
        <p:spPr>
          <a:xfrm>
            <a:off x="5641911" y="1631837"/>
            <a:ext cx="4005044" cy="4351338"/>
          </a:xfrm>
        </p:spPr>
        <p:txBody>
          <a:bodyPr/>
          <a:lstStyle/>
          <a:p>
            <a:r>
              <a:rPr lang="en-US" altLang="zh-TW" sz="2000" dirty="0"/>
              <a:t>And (N)</a:t>
            </a:r>
          </a:p>
          <a:p>
            <a:endParaRPr lang="en-US" altLang="zh-TW" dirty="0"/>
          </a:p>
          <a:p>
            <a:endParaRPr lang="en-US" altLang="zh-TW" dirty="0"/>
          </a:p>
          <a:p>
            <a:endParaRPr lang="en-US" altLang="zh-TW" dirty="0"/>
          </a:p>
          <a:p>
            <a:endParaRPr lang="en-US" altLang="zh-TW" dirty="0"/>
          </a:p>
          <a:p>
            <a:r>
              <a:rPr lang="en-US" altLang="zh-TW" sz="2000" dirty="0"/>
              <a:t>Or (O)</a:t>
            </a:r>
            <a:endParaRPr lang="zh-TW" altLang="en-US" sz="2000" dirty="0"/>
          </a:p>
        </p:txBody>
      </p:sp>
      <p:pic>
        <p:nvPicPr>
          <p:cNvPr id="5" name="圖片 4" descr="一張含有 桌 的圖片&#10;&#10;自動產生的描述">
            <a:extLst>
              <a:ext uri="{FF2B5EF4-FFF2-40B4-BE49-F238E27FC236}">
                <a16:creationId xmlns:a16="http://schemas.microsoft.com/office/drawing/2014/main" id="{73967E8A-0691-49E8-97C2-FCBE48565E8E}"/>
              </a:ext>
            </a:extLst>
          </p:cNvPr>
          <p:cNvPicPr>
            <a:picLocks noChangeAspect="1"/>
          </p:cNvPicPr>
          <p:nvPr/>
        </p:nvPicPr>
        <p:blipFill rotWithShape="1">
          <a:blip r:embed="rId2">
            <a:extLst>
              <a:ext uri="{28A0092B-C50C-407E-A947-70E740481C1C}">
                <a14:useLocalDpi xmlns:a14="http://schemas.microsoft.com/office/drawing/2010/main" val="0"/>
              </a:ext>
            </a:extLst>
          </a:blip>
          <a:srcRect t="21653"/>
          <a:stretch/>
        </p:blipFill>
        <p:spPr>
          <a:xfrm>
            <a:off x="838200" y="2640564"/>
            <a:ext cx="3201496" cy="2333885"/>
          </a:xfrm>
          <a:prstGeom prst="rect">
            <a:avLst/>
          </a:prstGeom>
        </p:spPr>
      </p:pic>
      <p:pic>
        <p:nvPicPr>
          <p:cNvPr id="7" name="圖片 6" descr="一張含有 拉門, 填字遊戲 的圖片&#10;&#10;自動產生的描述">
            <a:extLst>
              <a:ext uri="{FF2B5EF4-FFF2-40B4-BE49-F238E27FC236}">
                <a16:creationId xmlns:a16="http://schemas.microsoft.com/office/drawing/2014/main" id="{BCEBEB3C-6D2A-4A86-B2D4-07A46F89F4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0662" y="4790453"/>
            <a:ext cx="2096666" cy="2067547"/>
          </a:xfrm>
          <a:prstGeom prst="rect">
            <a:avLst/>
          </a:prstGeom>
        </p:spPr>
      </p:pic>
      <p:pic>
        <p:nvPicPr>
          <p:cNvPr id="9" name="圖片 8" descr="一張含有 拉門 的圖片&#10;&#10;自動產生的描述">
            <a:extLst>
              <a:ext uri="{FF2B5EF4-FFF2-40B4-BE49-F238E27FC236}">
                <a16:creationId xmlns:a16="http://schemas.microsoft.com/office/drawing/2014/main" id="{B901E2C0-D64E-4057-9776-9FAA4A35F1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60662" y="2044306"/>
            <a:ext cx="2096667" cy="2039615"/>
          </a:xfrm>
          <a:prstGeom prst="rect">
            <a:avLst/>
          </a:prstGeom>
        </p:spPr>
      </p:pic>
      <p:sp>
        <p:nvSpPr>
          <p:cNvPr id="4" name="文字方塊 3">
            <a:extLst>
              <a:ext uri="{FF2B5EF4-FFF2-40B4-BE49-F238E27FC236}">
                <a16:creationId xmlns:a16="http://schemas.microsoft.com/office/drawing/2014/main" id="{5FB866E6-26AC-4A4F-83AE-0C1EFFBFCF12}"/>
              </a:ext>
            </a:extLst>
          </p:cNvPr>
          <p:cNvSpPr txBox="1"/>
          <p:nvPr/>
        </p:nvSpPr>
        <p:spPr>
          <a:xfrm>
            <a:off x="7265183" y="643992"/>
            <a:ext cx="1287624" cy="461665"/>
          </a:xfrm>
          <a:prstGeom prst="rect">
            <a:avLst/>
          </a:prstGeom>
          <a:noFill/>
        </p:spPr>
        <p:txBody>
          <a:bodyPr wrap="square" rtlCol="0">
            <a:spAutoFit/>
          </a:bodyPr>
          <a:lstStyle/>
          <a:p>
            <a:r>
              <a:rPr lang="en-US" altLang="zh-TW" sz="2400" dirty="0"/>
              <a:t>Matrix B</a:t>
            </a:r>
            <a:endParaRPr lang="zh-TW" altLang="en-US" sz="2400" dirty="0"/>
          </a:p>
        </p:txBody>
      </p:sp>
      <p:sp>
        <p:nvSpPr>
          <p:cNvPr id="8" name="文字方塊 7">
            <a:extLst>
              <a:ext uri="{FF2B5EF4-FFF2-40B4-BE49-F238E27FC236}">
                <a16:creationId xmlns:a16="http://schemas.microsoft.com/office/drawing/2014/main" id="{13B4F9B0-BF8E-487B-A310-6500EB4E93DF}"/>
              </a:ext>
            </a:extLst>
          </p:cNvPr>
          <p:cNvSpPr txBox="1"/>
          <p:nvPr/>
        </p:nvSpPr>
        <p:spPr>
          <a:xfrm>
            <a:off x="1943877" y="1923210"/>
            <a:ext cx="1287624" cy="461665"/>
          </a:xfrm>
          <a:prstGeom prst="rect">
            <a:avLst/>
          </a:prstGeom>
          <a:noFill/>
        </p:spPr>
        <p:txBody>
          <a:bodyPr wrap="square" rtlCol="0">
            <a:spAutoFit/>
          </a:bodyPr>
          <a:lstStyle/>
          <a:p>
            <a:r>
              <a:rPr lang="en-US" altLang="zh-TW" sz="2400" dirty="0"/>
              <a:t>Matrix A</a:t>
            </a:r>
            <a:endParaRPr lang="zh-TW" altLang="en-US" sz="2400" dirty="0"/>
          </a:p>
        </p:txBody>
      </p:sp>
    </p:spTree>
    <p:extLst>
      <p:ext uri="{BB962C8B-B14F-4D97-AF65-F5344CB8AC3E}">
        <p14:creationId xmlns:p14="http://schemas.microsoft.com/office/powerpoint/2010/main" val="177493069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7AFCD-574A-4525-9F59-D0A9CB3F50E7}"/>
              </a:ext>
            </a:extLst>
          </p:cNvPr>
          <p:cNvSpPr>
            <a:spLocks noGrp="1"/>
          </p:cNvSpPr>
          <p:nvPr>
            <p:ph type="title"/>
          </p:nvPr>
        </p:nvSpPr>
        <p:spPr>
          <a:xfrm>
            <a:off x="838200" y="365126"/>
            <a:ext cx="10515600" cy="1136504"/>
          </a:xfrm>
        </p:spPr>
        <p:txBody>
          <a:bodyPr/>
          <a:lstStyle/>
          <a:p>
            <a:r>
              <a:rPr lang="en-US" altLang="zh-TW" dirty="0"/>
              <a:t>symmetric</a:t>
            </a:r>
            <a:endParaRPr lang="zh-TW" altLang="en-US" dirty="0"/>
          </a:p>
        </p:txBody>
      </p:sp>
      <p:sp>
        <p:nvSpPr>
          <p:cNvPr id="3" name="文字方塊 2">
            <a:extLst>
              <a:ext uri="{FF2B5EF4-FFF2-40B4-BE49-F238E27FC236}">
                <a16:creationId xmlns:a16="http://schemas.microsoft.com/office/drawing/2014/main" id="{4C501838-EC4B-454D-91FE-48A6F48ED155}"/>
              </a:ext>
            </a:extLst>
          </p:cNvPr>
          <p:cNvSpPr txBox="1"/>
          <p:nvPr/>
        </p:nvSpPr>
        <p:spPr>
          <a:xfrm>
            <a:off x="1107347" y="1501630"/>
            <a:ext cx="8279934" cy="3046988"/>
          </a:xfrm>
          <a:prstGeom prst="rect">
            <a:avLst/>
          </a:prstGeom>
          <a:noFill/>
        </p:spPr>
        <p:txBody>
          <a:bodyPr wrap="square" rtlCol="0">
            <a:spAutoFit/>
          </a:bodyPr>
          <a:lstStyle/>
          <a:p>
            <a:r>
              <a:rPr lang="en-US" altLang="zh-TW" sz="2400" dirty="0"/>
              <a:t>P(LNL): P(Less than, </a:t>
            </a:r>
            <a:r>
              <a:rPr lang="en-US" altLang="zh-TW" sz="2400" dirty="0" err="1"/>
              <a:t>aNd</a:t>
            </a:r>
            <a:r>
              <a:rPr lang="en-US" altLang="zh-TW" sz="2400" dirty="0"/>
              <a:t>, Less than)</a:t>
            </a:r>
          </a:p>
          <a:p>
            <a:r>
              <a:rPr lang="en-US" altLang="zh-TW" sz="2400" dirty="0"/>
              <a:t>P(LNE): P(Less than, </a:t>
            </a:r>
            <a:r>
              <a:rPr lang="en-US" altLang="zh-TW" sz="2400" dirty="0" err="1"/>
              <a:t>aNd</a:t>
            </a:r>
            <a:r>
              <a:rPr lang="en-US" altLang="zh-TW" sz="2400" dirty="0"/>
              <a:t>, less than or Equal to)</a:t>
            </a:r>
          </a:p>
          <a:p>
            <a:r>
              <a:rPr lang="en-US" altLang="zh-TW" sz="2400" dirty="0"/>
              <a:t>P(ENL): P(less than or Equal to, </a:t>
            </a:r>
            <a:r>
              <a:rPr lang="en-US" altLang="zh-TW" sz="2400" dirty="0" err="1"/>
              <a:t>aNd</a:t>
            </a:r>
            <a:r>
              <a:rPr lang="en-US" altLang="zh-TW" sz="2400" dirty="0"/>
              <a:t>, Less than)</a:t>
            </a:r>
          </a:p>
          <a:p>
            <a:r>
              <a:rPr lang="en-US" altLang="zh-TW" sz="2400" dirty="0"/>
              <a:t>P(ENE): P(less than or Equal to, </a:t>
            </a:r>
            <a:r>
              <a:rPr lang="en-US" altLang="zh-TW" sz="2400" dirty="0" err="1"/>
              <a:t>aNd</a:t>
            </a:r>
            <a:r>
              <a:rPr lang="en-US" altLang="zh-TW" sz="2400" dirty="0"/>
              <a:t>, less than or Equal to)</a:t>
            </a:r>
          </a:p>
          <a:p>
            <a:r>
              <a:rPr lang="en-US" altLang="zh-TW" sz="2400" dirty="0"/>
              <a:t>P(LOL): P(Less than, Or, Less than)</a:t>
            </a:r>
          </a:p>
          <a:p>
            <a:r>
              <a:rPr lang="en-US" altLang="zh-TW" sz="2400" dirty="0"/>
              <a:t>P(LOE): P(Less than, Or, less than or Equal to)</a:t>
            </a:r>
          </a:p>
          <a:p>
            <a:r>
              <a:rPr lang="en-US" altLang="zh-TW" sz="2400" dirty="0"/>
              <a:t>P(EOL): P(less than or Equal to, Or, Less than)</a:t>
            </a:r>
          </a:p>
          <a:p>
            <a:r>
              <a:rPr lang="en-US" altLang="zh-TW" sz="2400" dirty="0"/>
              <a:t>P(EOE): P(less than or Equal to, Or, less than or Equal to)</a:t>
            </a:r>
            <a:endParaRPr lang="zh-TW" altLang="en-US" sz="2400" dirty="0"/>
          </a:p>
        </p:txBody>
      </p:sp>
    </p:spTree>
    <p:extLst>
      <p:ext uri="{BB962C8B-B14F-4D97-AF65-F5344CB8AC3E}">
        <p14:creationId xmlns:p14="http://schemas.microsoft.com/office/powerpoint/2010/main" val="38387974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EB27BB4E-C0B8-471B-BADB-F8468928A24D}"/>
              </a:ext>
            </a:extLst>
          </p:cNvPr>
          <p:cNvPicPr>
            <a:picLocks noChangeAspect="1"/>
          </p:cNvPicPr>
          <p:nvPr/>
        </p:nvPicPr>
        <p:blipFill>
          <a:blip r:embed="rId2"/>
          <a:stretch>
            <a:fillRect/>
          </a:stretch>
        </p:blipFill>
        <p:spPr>
          <a:xfrm>
            <a:off x="6583308" y="2254760"/>
            <a:ext cx="4270437" cy="3550421"/>
          </a:xfrm>
          <a:prstGeom prst="rect">
            <a:avLst/>
          </a:prstGeom>
        </p:spPr>
      </p:pic>
      <p:sp>
        <p:nvSpPr>
          <p:cNvPr id="2" name="標題 1">
            <a:extLst>
              <a:ext uri="{FF2B5EF4-FFF2-40B4-BE49-F238E27FC236}">
                <a16:creationId xmlns:a16="http://schemas.microsoft.com/office/drawing/2014/main" id="{0F57AFCD-574A-4525-9F59-D0A9CB3F50E7}"/>
              </a:ext>
            </a:extLst>
          </p:cNvPr>
          <p:cNvSpPr>
            <a:spLocks noGrp="1"/>
          </p:cNvSpPr>
          <p:nvPr>
            <p:ph type="title"/>
          </p:nvPr>
        </p:nvSpPr>
        <p:spPr>
          <a:xfrm>
            <a:off x="838200" y="365126"/>
            <a:ext cx="10814108" cy="1136504"/>
          </a:xfrm>
        </p:spPr>
        <p:txBody>
          <a:bodyPr>
            <a:normAutofit fontScale="90000"/>
          </a:bodyPr>
          <a:lstStyle/>
          <a:p>
            <a:r>
              <a:rPr lang="en-US" altLang="zh-TW" dirty="0"/>
              <a:t>Not Symmetric __P(LNL), P(LNE), P(EOL) and P(EOE)</a:t>
            </a:r>
            <a:endParaRPr lang="zh-TW" altLang="en-US" dirty="0"/>
          </a:p>
        </p:txBody>
      </p:sp>
      <p:pic>
        <p:nvPicPr>
          <p:cNvPr id="11" name="圖片 10" descr="一張含有 文字 的圖片&#10;&#10;自動產生的描述">
            <a:extLst>
              <a:ext uri="{FF2B5EF4-FFF2-40B4-BE49-F238E27FC236}">
                <a16:creationId xmlns:a16="http://schemas.microsoft.com/office/drawing/2014/main" id="{91258496-71A2-4D73-B86F-7577ED62F7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35" y="2278992"/>
            <a:ext cx="4179727" cy="1839988"/>
          </a:xfrm>
          <a:prstGeom prst="rect">
            <a:avLst/>
          </a:prstGeom>
        </p:spPr>
      </p:pic>
      <p:cxnSp>
        <p:nvCxnSpPr>
          <p:cNvPr id="13" name="直線接點 12">
            <a:extLst>
              <a:ext uri="{FF2B5EF4-FFF2-40B4-BE49-F238E27FC236}">
                <a16:creationId xmlns:a16="http://schemas.microsoft.com/office/drawing/2014/main" id="{D7F37376-8329-43D0-85AC-14C28AD7A9D1}"/>
              </a:ext>
            </a:extLst>
          </p:cNvPr>
          <p:cNvCxnSpPr/>
          <p:nvPr/>
        </p:nvCxnSpPr>
        <p:spPr>
          <a:xfrm>
            <a:off x="8150247" y="2043404"/>
            <a:ext cx="0" cy="4114800"/>
          </a:xfrm>
          <a:prstGeom prst="line">
            <a:avLst/>
          </a:prstGeom>
          <a:ln w="38100"/>
        </p:spPr>
        <p:style>
          <a:lnRef idx="1">
            <a:schemeClr val="accent4"/>
          </a:lnRef>
          <a:fillRef idx="0">
            <a:schemeClr val="accent4"/>
          </a:fillRef>
          <a:effectRef idx="0">
            <a:schemeClr val="accent4"/>
          </a:effectRef>
          <a:fontRef idx="minor">
            <a:schemeClr val="tx1"/>
          </a:fontRef>
        </p:style>
      </p:cxnSp>
      <p:cxnSp>
        <p:nvCxnSpPr>
          <p:cNvPr id="15" name="直線接點 14">
            <a:extLst>
              <a:ext uri="{FF2B5EF4-FFF2-40B4-BE49-F238E27FC236}">
                <a16:creationId xmlns:a16="http://schemas.microsoft.com/office/drawing/2014/main" id="{1E5048DE-CB1B-4C18-AD88-AEF3199DAE36}"/>
              </a:ext>
            </a:extLst>
          </p:cNvPr>
          <p:cNvCxnSpPr/>
          <p:nvPr/>
        </p:nvCxnSpPr>
        <p:spPr>
          <a:xfrm>
            <a:off x="9317716" y="2061580"/>
            <a:ext cx="0" cy="4114800"/>
          </a:xfrm>
          <a:prstGeom prst="line">
            <a:avLst/>
          </a:prstGeom>
          <a:ln w="38100"/>
        </p:spPr>
        <p:style>
          <a:lnRef idx="1">
            <a:schemeClr val="accent4"/>
          </a:lnRef>
          <a:fillRef idx="0">
            <a:schemeClr val="accent4"/>
          </a:fillRef>
          <a:effectRef idx="0">
            <a:schemeClr val="accent4"/>
          </a:effectRef>
          <a:fontRef idx="minor">
            <a:schemeClr val="tx1"/>
          </a:fontRef>
        </p:style>
      </p:cxnSp>
      <p:sp>
        <p:nvSpPr>
          <p:cNvPr id="16" name="文字方塊 15">
            <a:extLst>
              <a:ext uri="{FF2B5EF4-FFF2-40B4-BE49-F238E27FC236}">
                <a16:creationId xmlns:a16="http://schemas.microsoft.com/office/drawing/2014/main" id="{0C257DDD-F4AA-4A8A-A800-6F94A954AC25}"/>
              </a:ext>
            </a:extLst>
          </p:cNvPr>
          <p:cNvSpPr txBox="1"/>
          <p:nvPr/>
        </p:nvSpPr>
        <p:spPr>
          <a:xfrm>
            <a:off x="7398733" y="1470852"/>
            <a:ext cx="335560" cy="461665"/>
          </a:xfrm>
          <a:prstGeom prst="rect">
            <a:avLst/>
          </a:prstGeom>
          <a:noFill/>
        </p:spPr>
        <p:txBody>
          <a:bodyPr wrap="square" rtlCol="0">
            <a:spAutoFit/>
          </a:bodyPr>
          <a:lstStyle/>
          <a:p>
            <a:r>
              <a:rPr lang="en-US" altLang="zh-TW" sz="2400" b="1" dirty="0">
                <a:solidFill>
                  <a:srgbClr val="FFC000"/>
                </a:solidFill>
              </a:rPr>
              <a:t>1</a:t>
            </a:r>
            <a:endParaRPr lang="zh-TW" altLang="en-US" sz="2400" b="1" dirty="0">
              <a:solidFill>
                <a:srgbClr val="FFC000"/>
              </a:solidFill>
            </a:endParaRPr>
          </a:p>
        </p:txBody>
      </p:sp>
      <p:sp>
        <p:nvSpPr>
          <p:cNvPr id="17" name="文字方塊 16">
            <a:extLst>
              <a:ext uri="{FF2B5EF4-FFF2-40B4-BE49-F238E27FC236}">
                <a16:creationId xmlns:a16="http://schemas.microsoft.com/office/drawing/2014/main" id="{C9E31D94-10E2-42A4-8A5D-643D82C60E49}"/>
              </a:ext>
            </a:extLst>
          </p:cNvPr>
          <p:cNvSpPr txBox="1"/>
          <p:nvPr/>
        </p:nvSpPr>
        <p:spPr>
          <a:xfrm>
            <a:off x="8566202" y="1470851"/>
            <a:ext cx="335560" cy="461665"/>
          </a:xfrm>
          <a:prstGeom prst="rect">
            <a:avLst/>
          </a:prstGeom>
          <a:noFill/>
        </p:spPr>
        <p:txBody>
          <a:bodyPr wrap="square" rtlCol="0">
            <a:spAutoFit/>
          </a:bodyPr>
          <a:lstStyle/>
          <a:p>
            <a:r>
              <a:rPr lang="en-US" altLang="zh-TW" sz="2400" b="1" dirty="0">
                <a:solidFill>
                  <a:srgbClr val="FFC000"/>
                </a:solidFill>
              </a:rPr>
              <a:t>2</a:t>
            </a:r>
            <a:endParaRPr lang="zh-TW" altLang="en-US" sz="2400" b="1" dirty="0">
              <a:solidFill>
                <a:srgbClr val="FFC000"/>
              </a:solidFill>
            </a:endParaRPr>
          </a:p>
        </p:txBody>
      </p:sp>
      <p:sp>
        <p:nvSpPr>
          <p:cNvPr id="18" name="文字方塊 17">
            <a:extLst>
              <a:ext uri="{FF2B5EF4-FFF2-40B4-BE49-F238E27FC236}">
                <a16:creationId xmlns:a16="http://schemas.microsoft.com/office/drawing/2014/main" id="{185F0C87-2D68-4289-BAAC-B379AEC6DD06}"/>
              </a:ext>
            </a:extLst>
          </p:cNvPr>
          <p:cNvSpPr txBox="1"/>
          <p:nvPr/>
        </p:nvSpPr>
        <p:spPr>
          <a:xfrm>
            <a:off x="9778375" y="1466883"/>
            <a:ext cx="335560" cy="461665"/>
          </a:xfrm>
          <a:prstGeom prst="rect">
            <a:avLst/>
          </a:prstGeom>
          <a:noFill/>
        </p:spPr>
        <p:txBody>
          <a:bodyPr wrap="square" rtlCol="0">
            <a:spAutoFit/>
          </a:bodyPr>
          <a:lstStyle/>
          <a:p>
            <a:r>
              <a:rPr lang="en-US" altLang="zh-TW" sz="2400" b="1" dirty="0">
                <a:solidFill>
                  <a:srgbClr val="FFC000"/>
                </a:solidFill>
              </a:rPr>
              <a:t>3</a:t>
            </a:r>
            <a:endParaRPr lang="zh-TW" altLang="en-US" sz="2400" b="1" dirty="0">
              <a:solidFill>
                <a:srgbClr val="FFC000"/>
              </a:solidFill>
            </a:endParaRPr>
          </a:p>
        </p:txBody>
      </p:sp>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3B4B9DF0-2B43-4B9F-B9D6-81EAAFBDEBE6}"/>
                  </a:ext>
                </a:extLst>
              </p:cNvPr>
              <p:cNvSpPr txBox="1"/>
              <p:nvPr/>
            </p:nvSpPr>
            <p:spPr>
              <a:xfrm>
                <a:off x="6392830" y="2946905"/>
                <a:ext cx="380960" cy="39299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000" i="1" dirty="0" smtClean="0">
                              <a:solidFill>
                                <a:srgbClr val="FFC000"/>
                              </a:solidFill>
                              <a:latin typeface="Cambria Math" panose="02040503050406030204" pitchFamily="18" charset="0"/>
                            </a:rPr>
                          </m:ctrlPr>
                        </m:sSubPr>
                        <m:e>
                          <m:r>
                            <a:rPr lang="en-US" altLang="zh-TW" sz="2000" b="0" i="1" dirty="0" smtClean="0">
                              <a:solidFill>
                                <a:srgbClr val="FFC000"/>
                              </a:solidFill>
                              <a:latin typeface="Cambria Math" panose="02040503050406030204" pitchFamily="18" charset="0"/>
                            </a:rPr>
                            <m:t>𝑥</m:t>
                          </m:r>
                        </m:e>
                        <m:sub>
                          <m:r>
                            <a:rPr lang="en-US" altLang="zh-TW" sz="2000" b="0" i="0" dirty="0" smtClean="0">
                              <a:solidFill>
                                <a:srgbClr val="FFC000"/>
                              </a:solidFill>
                              <a:latin typeface="Cambria Math" panose="02040503050406030204" pitchFamily="18" charset="0"/>
                            </a:rPr>
                            <m:t>1</m:t>
                          </m:r>
                        </m:sub>
                      </m:sSub>
                    </m:oMath>
                  </m:oMathPara>
                </a14:m>
                <a:endParaRPr lang="zh-TW" altLang="en-US" sz="2000" baseline="-25000" dirty="0">
                  <a:solidFill>
                    <a:srgbClr val="FFC000"/>
                  </a:solidFill>
                </a:endParaRPr>
              </a:p>
            </p:txBody>
          </p:sp>
        </mc:Choice>
        <mc:Fallback xmlns="">
          <p:sp>
            <p:nvSpPr>
              <p:cNvPr id="19" name="文字方塊 18">
                <a:extLst>
                  <a:ext uri="{FF2B5EF4-FFF2-40B4-BE49-F238E27FC236}">
                    <a16:creationId xmlns:a16="http://schemas.microsoft.com/office/drawing/2014/main" id="{3B4B9DF0-2B43-4B9F-B9D6-81EAAFBDEBE6}"/>
                  </a:ext>
                </a:extLst>
              </p:cNvPr>
              <p:cNvSpPr txBox="1">
                <a:spLocks noRot="1" noChangeAspect="1" noMove="1" noResize="1" noEditPoints="1" noAdjustHandles="1" noChangeArrowheads="1" noChangeShapeType="1" noTextEdit="1"/>
              </p:cNvSpPr>
              <p:nvPr/>
            </p:nvSpPr>
            <p:spPr>
              <a:xfrm>
                <a:off x="6392830" y="2946905"/>
                <a:ext cx="380960" cy="392993"/>
              </a:xfrm>
              <a:prstGeom prst="rect">
                <a:avLst/>
              </a:prstGeom>
              <a:blipFill>
                <a:blip r:embed="rId4"/>
                <a:stretch>
                  <a:fillRect r="-3226" b="-3077"/>
                </a:stretch>
              </a:blipFill>
            </p:spPr>
            <p:txBody>
              <a:bodyPr/>
              <a:lstStyle/>
              <a:p>
                <a:r>
                  <a:rPr lang="zh-TW" altLang="en-US">
                    <a:noFill/>
                  </a:rPr>
                  <a:t> </a:t>
                </a:r>
              </a:p>
            </p:txBody>
          </p:sp>
        </mc:Fallback>
      </mc:AlternateContent>
      <p:sp>
        <p:nvSpPr>
          <p:cNvPr id="20" name="文字方塊 19">
            <a:extLst>
              <a:ext uri="{FF2B5EF4-FFF2-40B4-BE49-F238E27FC236}">
                <a16:creationId xmlns:a16="http://schemas.microsoft.com/office/drawing/2014/main" id="{B5355C74-C532-4B09-9EAB-EB9CCF938F02}"/>
              </a:ext>
            </a:extLst>
          </p:cNvPr>
          <p:cNvSpPr txBox="1"/>
          <p:nvPr/>
        </p:nvSpPr>
        <p:spPr>
          <a:xfrm>
            <a:off x="5957353" y="3478173"/>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2</a:t>
            </a:r>
            <a:endParaRPr lang="zh-TW" altLang="en-US" sz="2400" b="1" baseline="-25000" dirty="0">
              <a:solidFill>
                <a:srgbClr val="FFC000"/>
              </a:solidFill>
            </a:endParaRPr>
          </a:p>
        </p:txBody>
      </p:sp>
      <p:sp>
        <p:nvSpPr>
          <p:cNvPr id="21" name="文字方塊 20">
            <a:extLst>
              <a:ext uri="{FF2B5EF4-FFF2-40B4-BE49-F238E27FC236}">
                <a16:creationId xmlns:a16="http://schemas.microsoft.com/office/drawing/2014/main" id="{B034DBF4-10E3-4520-A928-8C43D8ABAFBB}"/>
              </a:ext>
            </a:extLst>
          </p:cNvPr>
          <p:cNvSpPr txBox="1"/>
          <p:nvPr/>
        </p:nvSpPr>
        <p:spPr>
          <a:xfrm>
            <a:off x="5957352" y="4189870"/>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3</a:t>
            </a:r>
            <a:endParaRPr lang="zh-TW" altLang="en-US" sz="2400" b="1" baseline="-25000" dirty="0">
              <a:solidFill>
                <a:srgbClr val="FFC000"/>
              </a:solidFill>
            </a:endParaRPr>
          </a:p>
        </p:txBody>
      </p:sp>
      <p:sp>
        <p:nvSpPr>
          <p:cNvPr id="22" name="文字方塊 21">
            <a:extLst>
              <a:ext uri="{FF2B5EF4-FFF2-40B4-BE49-F238E27FC236}">
                <a16:creationId xmlns:a16="http://schemas.microsoft.com/office/drawing/2014/main" id="{E5D38F54-FA9D-4519-A65A-8F6DBB2DA116}"/>
              </a:ext>
            </a:extLst>
          </p:cNvPr>
          <p:cNvSpPr txBox="1"/>
          <p:nvPr/>
        </p:nvSpPr>
        <p:spPr>
          <a:xfrm>
            <a:off x="5983828" y="5033461"/>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4</a:t>
            </a:r>
            <a:endParaRPr lang="zh-TW" altLang="en-US" sz="2400" b="1" baseline="-25000" dirty="0">
              <a:solidFill>
                <a:srgbClr val="FFC000"/>
              </a:solidFill>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66552501-7C00-4CF9-B2C3-88F7A839DB15}"/>
                  </a:ext>
                </a:extLst>
              </p:cNvPr>
              <p:cNvSpPr txBox="1"/>
              <p:nvPr/>
            </p:nvSpPr>
            <p:spPr>
              <a:xfrm>
                <a:off x="4463396" y="4118980"/>
                <a:ext cx="2964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i="1" smtClean="0">
                              <a:solidFill>
                                <a:srgbClr val="FFC000"/>
                              </a:solidFill>
                              <a:latin typeface="Cambria Math" panose="02040503050406030204" pitchFamily="18" charset="0"/>
                            </a:rPr>
                          </m:ctrlPr>
                        </m:accPr>
                        <m:e>
                          <m:sSub>
                            <m:sSubPr>
                              <m:ctrlPr>
                                <a:rPr lang="zh-TW" altLang="en-US" b="1" i="1">
                                  <a:solidFill>
                                    <a:srgbClr val="FFC000"/>
                                  </a:solidFill>
                                  <a:latin typeface="Cambria Math" panose="02040503050406030204" pitchFamily="18" charset="0"/>
                                </a:rPr>
                              </m:ctrlPr>
                            </m:sSubPr>
                            <m:e>
                              <m:r>
                                <a:rPr lang="zh-TW" altLang="en-US" b="1" i="1">
                                  <a:solidFill>
                                    <a:srgbClr val="FFC000"/>
                                  </a:solidFill>
                                  <a:latin typeface="Cambria Math" panose="02040503050406030204" pitchFamily="18" charset="0"/>
                                </a:rPr>
                                <m:t>𝒙</m:t>
                              </m:r>
                            </m:e>
                            <m:sub>
                              <m:r>
                                <a:rPr lang="zh-TW" altLang="en-US" b="1" i="0">
                                  <a:solidFill>
                                    <a:srgbClr val="FFC000"/>
                                  </a:solidFill>
                                  <a:latin typeface="Cambria Math" panose="02040503050406030204" pitchFamily="18" charset="0"/>
                                </a:rPr>
                                <m:t>𝟏</m:t>
                              </m:r>
                            </m:sub>
                          </m:sSub>
                        </m:e>
                      </m:acc>
                    </m:oMath>
                  </m:oMathPara>
                </a14:m>
                <a:endParaRPr lang="zh-TW" altLang="en-US" dirty="0"/>
              </a:p>
            </p:txBody>
          </p:sp>
        </mc:Choice>
        <mc:Fallback xmlns="">
          <p:sp>
            <p:nvSpPr>
              <p:cNvPr id="3" name="文字方塊 2">
                <a:extLst>
                  <a:ext uri="{FF2B5EF4-FFF2-40B4-BE49-F238E27FC236}">
                    <a16:creationId xmlns:a16="http://schemas.microsoft.com/office/drawing/2014/main" id="{66552501-7C00-4CF9-B2C3-88F7A839DB15}"/>
                  </a:ext>
                </a:extLst>
              </p:cNvPr>
              <p:cNvSpPr txBox="1">
                <a:spLocks noRot="1" noChangeAspect="1" noMove="1" noResize="1" noEditPoints="1" noAdjustHandles="1" noChangeArrowheads="1" noChangeShapeType="1" noTextEdit="1"/>
              </p:cNvSpPr>
              <p:nvPr/>
            </p:nvSpPr>
            <p:spPr>
              <a:xfrm>
                <a:off x="4463396" y="4118980"/>
                <a:ext cx="296491" cy="276999"/>
              </a:xfrm>
              <a:prstGeom prst="rect">
                <a:avLst/>
              </a:prstGeom>
              <a:blipFill>
                <a:blip r:embed="rId5"/>
                <a:stretch>
                  <a:fillRect l="-12245" r="-8163" b="-1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7830DB33-6D89-4BE4-BE29-7E31BEF76A04}"/>
                  </a:ext>
                </a:extLst>
              </p:cNvPr>
              <p:cNvSpPr txBox="1"/>
              <p:nvPr/>
            </p:nvSpPr>
            <p:spPr>
              <a:xfrm>
                <a:off x="6430736" y="2629385"/>
                <a:ext cx="30514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sz="2000" i="1" smtClean="0">
                              <a:solidFill>
                                <a:srgbClr val="FFC000"/>
                              </a:solidFill>
                              <a:latin typeface="Cambria Math" panose="02040503050406030204" pitchFamily="18" charset="0"/>
                            </a:rPr>
                          </m:ctrlPr>
                        </m:accPr>
                        <m:e>
                          <m:sSub>
                            <m:sSubPr>
                              <m:ctrlPr>
                                <a:rPr lang="zh-TW" altLang="en-US" sz="2000" i="1">
                                  <a:solidFill>
                                    <a:srgbClr val="FFC000"/>
                                  </a:solidFill>
                                  <a:latin typeface="Cambria Math" panose="02040503050406030204" pitchFamily="18" charset="0"/>
                                </a:rPr>
                              </m:ctrlPr>
                            </m:sSubPr>
                            <m:e>
                              <m:r>
                                <a:rPr lang="zh-TW" altLang="en-US" sz="2000" i="1">
                                  <a:solidFill>
                                    <a:srgbClr val="FFC000"/>
                                  </a:solidFill>
                                  <a:latin typeface="Cambria Math" panose="02040503050406030204" pitchFamily="18" charset="0"/>
                                </a:rPr>
                                <m:t>𝑥</m:t>
                              </m:r>
                            </m:e>
                            <m:sub>
                              <m:r>
                                <a:rPr lang="zh-TW" altLang="en-US" sz="2000" i="0">
                                  <a:solidFill>
                                    <a:srgbClr val="FFC000"/>
                                  </a:solidFill>
                                  <a:latin typeface="Cambria Math" panose="02040503050406030204" pitchFamily="18" charset="0"/>
                                </a:rPr>
                                <m:t>1</m:t>
                              </m:r>
                            </m:sub>
                          </m:sSub>
                        </m:e>
                      </m:acc>
                    </m:oMath>
                  </m:oMathPara>
                </a14:m>
                <a:endParaRPr lang="zh-TW" altLang="en-US" sz="2000" dirty="0"/>
              </a:p>
            </p:txBody>
          </p:sp>
        </mc:Choice>
        <mc:Fallback xmlns="">
          <p:sp>
            <p:nvSpPr>
              <p:cNvPr id="24" name="文字方塊 23">
                <a:extLst>
                  <a:ext uri="{FF2B5EF4-FFF2-40B4-BE49-F238E27FC236}">
                    <a16:creationId xmlns:a16="http://schemas.microsoft.com/office/drawing/2014/main" id="{7830DB33-6D89-4BE4-BE29-7E31BEF76A04}"/>
                  </a:ext>
                </a:extLst>
              </p:cNvPr>
              <p:cNvSpPr txBox="1">
                <a:spLocks noRot="1" noChangeAspect="1" noMove="1" noResize="1" noEditPoints="1" noAdjustHandles="1" noChangeArrowheads="1" noChangeShapeType="1" noTextEdit="1"/>
              </p:cNvSpPr>
              <p:nvPr/>
            </p:nvSpPr>
            <p:spPr>
              <a:xfrm>
                <a:off x="6430736" y="2629385"/>
                <a:ext cx="305147" cy="307777"/>
              </a:xfrm>
              <a:prstGeom prst="rect">
                <a:avLst/>
              </a:prstGeom>
              <a:blipFill>
                <a:blip r:embed="rId6"/>
                <a:stretch>
                  <a:fillRect l="-12000" r="-8000" b="-13725"/>
                </a:stretch>
              </a:blipFill>
            </p:spPr>
            <p:txBody>
              <a:bodyPr/>
              <a:lstStyle/>
              <a:p>
                <a:r>
                  <a:rPr lang="zh-TW" altLang="en-US">
                    <a:noFill/>
                  </a:rPr>
                  <a:t> </a:t>
                </a:r>
              </a:p>
            </p:txBody>
          </p:sp>
        </mc:Fallback>
      </mc:AlternateContent>
      <p:sp>
        <p:nvSpPr>
          <p:cNvPr id="25" name="文字方塊 24">
            <a:extLst>
              <a:ext uri="{FF2B5EF4-FFF2-40B4-BE49-F238E27FC236}">
                <a16:creationId xmlns:a16="http://schemas.microsoft.com/office/drawing/2014/main" id="{8305FB12-293B-4E8D-AB6E-6133ED6F0D0C}"/>
              </a:ext>
            </a:extLst>
          </p:cNvPr>
          <p:cNvSpPr txBox="1"/>
          <p:nvPr/>
        </p:nvSpPr>
        <p:spPr>
          <a:xfrm>
            <a:off x="5957353" y="2792153"/>
            <a:ext cx="522851" cy="461665"/>
          </a:xfrm>
          <a:prstGeom prst="rect">
            <a:avLst/>
          </a:prstGeom>
          <a:noFill/>
        </p:spPr>
        <p:txBody>
          <a:bodyPr wrap="square" rtlCol="0">
            <a:spAutoFit/>
          </a:bodyPr>
          <a:lstStyle/>
          <a:p>
            <a:r>
              <a:rPr lang="en-US" altLang="zh-TW" sz="2400" b="1" dirty="0">
                <a:solidFill>
                  <a:srgbClr val="FFC000"/>
                </a:solidFill>
              </a:rPr>
              <a:t>x</a:t>
            </a:r>
            <a:r>
              <a:rPr lang="en-US" altLang="zh-TW" sz="2400" b="1" baseline="-25000" dirty="0">
                <a:solidFill>
                  <a:srgbClr val="FFC000"/>
                </a:solidFill>
              </a:rPr>
              <a:t>1</a:t>
            </a:r>
            <a:endParaRPr lang="zh-TW" altLang="en-US" sz="2400" b="1" baseline="-25000" dirty="0">
              <a:solidFill>
                <a:srgbClr val="FFC000"/>
              </a:solidFill>
            </a:endParaRPr>
          </a:p>
        </p:txBody>
      </p:sp>
      <p:sp>
        <p:nvSpPr>
          <p:cNvPr id="23" name="文字方塊 22">
            <a:extLst>
              <a:ext uri="{FF2B5EF4-FFF2-40B4-BE49-F238E27FC236}">
                <a16:creationId xmlns:a16="http://schemas.microsoft.com/office/drawing/2014/main" id="{7303E137-3F52-4D78-9EC6-DB5F3F0A1889}"/>
              </a:ext>
            </a:extLst>
          </p:cNvPr>
          <p:cNvSpPr txBox="1"/>
          <p:nvPr/>
        </p:nvSpPr>
        <p:spPr>
          <a:xfrm>
            <a:off x="7012124" y="2009011"/>
            <a:ext cx="335560" cy="400110"/>
          </a:xfrm>
          <a:prstGeom prst="rect">
            <a:avLst/>
          </a:prstGeom>
          <a:noFill/>
        </p:spPr>
        <p:txBody>
          <a:bodyPr wrap="square" rtlCol="0">
            <a:spAutoFit/>
          </a:bodyPr>
          <a:lstStyle/>
          <a:p>
            <a:r>
              <a:rPr lang="en-US" altLang="zh-TW" sz="2000" b="1" dirty="0">
                <a:solidFill>
                  <a:srgbClr val="FFC000"/>
                </a:solidFill>
              </a:rPr>
              <a:t>3</a:t>
            </a:r>
            <a:endParaRPr lang="zh-TW" altLang="en-US" sz="2000" b="1" dirty="0">
              <a:solidFill>
                <a:srgbClr val="FFC000"/>
              </a:solidFill>
            </a:endParaRPr>
          </a:p>
        </p:txBody>
      </p:sp>
      <p:sp>
        <p:nvSpPr>
          <p:cNvPr id="26" name="文字方塊 25">
            <a:extLst>
              <a:ext uri="{FF2B5EF4-FFF2-40B4-BE49-F238E27FC236}">
                <a16:creationId xmlns:a16="http://schemas.microsoft.com/office/drawing/2014/main" id="{18EFF8C5-72BF-440F-ACE0-9B78BDED1DE5}"/>
              </a:ext>
            </a:extLst>
          </p:cNvPr>
          <p:cNvSpPr txBox="1"/>
          <p:nvPr/>
        </p:nvSpPr>
        <p:spPr>
          <a:xfrm>
            <a:off x="7413405" y="2009011"/>
            <a:ext cx="335560" cy="400110"/>
          </a:xfrm>
          <a:prstGeom prst="rect">
            <a:avLst/>
          </a:prstGeom>
          <a:noFill/>
        </p:spPr>
        <p:txBody>
          <a:bodyPr wrap="square" rtlCol="0">
            <a:spAutoFit/>
          </a:bodyPr>
          <a:lstStyle/>
          <a:p>
            <a:r>
              <a:rPr lang="en-US" altLang="zh-TW" sz="2000" b="1" dirty="0">
                <a:solidFill>
                  <a:srgbClr val="FFC000"/>
                </a:solidFill>
              </a:rPr>
              <a:t>2</a:t>
            </a:r>
            <a:endParaRPr lang="zh-TW" altLang="en-US" sz="2000" b="1" dirty="0">
              <a:solidFill>
                <a:srgbClr val="FFC000"/>
              </a:solidFill>
            </a:endParaRPr>
          </a:p>
        </p:txBody>
      </p:sp>
      <p:sp>
        <p:nvSpPr>
          <p:cNvPr id="27" name="文字方塊 26">
            <a:extLst>
              <a:ext uri="{FF2B5EF4-FFF2-40B4-BE49-F238E27FC236}">
                <a16:creationId xmlns:a16="http://schemas.microsoft.com/office/drawing/2014/main" id="{4C9640A7-2F09-4CE1-9AB6-3546F968BC6F}"/>
              </a:ext>
            </a:extLst>
          </p:cNvPr>
          <p:cNvSpPr txBox="1"/>
          <p:nvPr/>
        </p:nvSpPr>
        <p:spPr>
          <a:xfrm>
            <a:off x="7810978" y="2009011"/>
            <a:ext cx="335560" cy="400110"/>
          </a:xfrm>
          <a:prstGeom prst="rect">
            <a:avLst/>
          </a:prstGeom>
          <a:noFill/>
        </p:spPr>
        <p:txBody>
          <a:bodyPr wrap="square" rtlCol="0">
            <a:spAutoFit/>
          </a:bodyPr>
          <a:lstStyle/>
          <a:p>
            <a:r>
              <a:rPr lang="en-US" altLang="zh-TW" sz="2000" b="1" dirty="0">
                <a:solidFill>
                  <a:srgbClr val="FFC000"/>
                </a:solidFill>
              </a:rPr>
              <a:t>1</a:t>
            </a:r>
            <a:endParaRPr lang="zh-TW" altLang="en-US" sz="2000" b="1" dirty="0">
              <a:solidFill>
                <a:srgbClr val="FFC000"/>
              </a:solidFill>
            </a:endParaRPr>
          </a:p>
        </p:txBody>
      </p:sp>
    </p:spTree>
    <p:extLst>
      <p:ext uri="{BB962C8B-B14F-4D97-AF65-F5344CB8AC3E}">
        <p14:creationId xmlns:p14="http://schemas.microsoft.com/office/powerpoint/2010/main" val="20373613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2887</TotalTime>
  <Words>1962</Words>
  <Application>Microsoft Office PowerPoint</Application>
  <PresentationFormat>寬螢幕</PresentationFormat>
  <Paragraphs>411</Paragraphs>
  <Slides>42</Slides>
  <Notes>7</Notes>
  <HiddenSlides>7</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42</vt:i4>
      </vt:variant>
    </vt:vector>
  </HeadingPairs>
  <TitlesOfParts>
    <vt:vector size="49" baseType="lpstr">
      <vt:lpstr>微軟正黑體</vt:lpstr>
      <vt:lpstr>Arial</vt:lpstr>
      <vt:lpstr>Calibri</vt:lpstr>
      <vt:lpstr>Calibri Light</vt:lpstr>
      <vt:lpstr>Cambria Math</vt:lpstr>
      <vt:lpstr>Times New Roman</vt:lpstr>
      <vt:lpstr>Office 佈景主題</vt:lpstr>
      <vt:lpstr>The Generalized Definitions of the Two‑Dimensional Largest Common Substructure Problems   </vt:lpstr>
      <vt:lpstr>Abstract</vt:lpstr>
      <vt:lpstr>TLCS</vt:lpstr>
      <vt:lpstr>Side</vt:lpstr>
      <vt:lpstr>Corner</vt:lpstr>
      <vt:lpstr>Side</vt:lpstr>
      <vt:lpstr>P(corner, operator, side)</vt:lpstr>
      <vt:lpstr>Symmetric __P(ENL), P(ENE), P(LOL) , P(LOE)</vt:lpstr>
      <vt:lpstr>Not Symmetric __P(LNL), P(LNE), P(EOL) and P(EOE)</vt:lpstr>
      <vt:lpstr>P(corner, operator, side)</vt:lpstr>
      <vt:lpstr>NP‑Hardness of P(ENL) and P(ENE)</vt:lpstr>
      <vt:lpstr>NP‑Hardness of P(ENL) and P(ENE)</vt:lpstr>
      <vt:lpstr>NP‑Hardness of P(ENL) and P(ENE)</vt:lpstr>
      <vt:lpstr>NP‑Hardness of P(ENL) and P(ENE)</vt:lpstr>
      <vt:lpstr>NP‑Hardness of P(ENL) and P(ENE)</vt:lpstr>
      <vt:lpstr>NP‑Hardness of P(ENL) and P(ENE)</vt:lpstr>
      <vt:lpstr>NP‑Hardness of P(ENL) and P(ENE)</vt:lpstr>
      <vt:lpstr>NP‑Hardness of P(ENL) and P(ENE)</vt:lpstr>
      <vt:lpstr>APX‑Hardness of P(ENL) and P(ENE)_MAX 3SAT-3 </vt:lpstr>
      <vt:lpstr>3DM </vt:lpstr>
      <vt:lpstr>NP‑Hardness of P(LOL) and P(LOE)</vt:lpstr>
      <vt:lpstr>NP‑Hardness of P(LOL) and P(LOE)</vt:lpstr>
      <vt:lpstr>NP‑Hardness of P(LOL) and P(LOE)</vt:lpstr>
      <vt:lpstr>NP‑Hardness of P(LOL) and P(LOE)</vt:lpstr>
      <vt:lpstr>NP‑Hardness of P(LOL) and P(LOE)</vt:lpstr>
      <vt:lpstr>NP‑Hardness of P(LOL) and P(LOE)</vt:lpstr>
      <vt:lpstr>NP‑Hardness of P(LOL) and P(LOE)</vt:lpstr>
      <vt:lpstr>NP‑Hardness of P(LOL) and P(LOE)</vt:lpstr>
      <vt:lpstr>NP‑Hardness of P(LOL) and P(LOE)</vt:lpstr>
      <vt:lpstr>NP‑Hardness of P(LOL) and P(LOE)</vt:lpstr>
      <vt:lpstr>NP‑Hardness of P(LOL) and P(LOE)</vt:lpstr>
      <vt:lpstr>NP‑Hardness of P(LOL) and P(LOE)</vt:lpstr>
      <vt:lpstr>NP‑Hardness of P(LOL) and P(LOE)</vt:lpstr>
      <vt:lpstr>NP‑Hardness of P(LOL) and P(LOE)</vt:lpstr>
      <vt:lpstr>APX‑Hardness of P(LOL) and P(LOE)_MAX 3DM- 3 </vt:lpstr>
      <vt:lpstr>PowerPoint 簡報</vt:lpstr>
      <vt:lpstr>PowerPoint 簡報</vt:lpstr>
      <vt:lpstr>PowerPoint 簡報</vt:lpstr>
      <vt:lpstr>Logical operator</vt:lpstr>
      <vt:lpstr>Logical operator</vt:lpstr>
      <vt:lpstr>symmetric</vt:lpstr>
      <vt:lpstr>Not Symmetric __P(LNL), P(LNE), P(EOL) and P(EOE)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郁儒 廖</dc:creator>
  <cp:lastModifiedBy>pplab</cp:lastModifiedBy>
  <cp:revision>18</cp:revision>
  <dcterms:created xsi:type="dcterms:W3CDTF">2021-02-16T16:48:15Z</dcterms:created>
  <dcterms:modified xsi:type="dcterms:W3CDTF">2021-02-23T13:05:14Z</dcterms:modified>
</cp:coreProperties>
</file>