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3" r:id="rId6"/>
    <p:sldId id="262" r:id="rId7"/>
    <p:sldId id="272" r:id="rId8"/>
    <p:sldId id="264" r:id="rId9"/>
    <p:sldId id="260" r:id="rId10"/>
    <p:sldId id="271" r:id="rId11"/>
    <p:sldId id="265" r:id="rId12"/>
    <p:sldId id="261" r:id="rId13"/>
    <p:sldId id="266" r:id="rId14"/>
    <p:sldId id="267" r:id="rId15"/>
    <p:sldId id="268" r:id="rId16"/>
    <p:sldId id="270"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0BC54B-4A7D-420D-90D1-AF964FD9BDDF}" v="102" dt="2021-01-11T16:02:25.1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郁儒 廖" userId="189a1d031aa848d3" providerId="LiveId" clId="{970BC54B-4A7D-420D-90D1-AF964FD9BDDF}"/>
    <pc:docChg chg="undo custSel addSld delSld modSld sldOrd">
      <pc:chgData name="郁儒 廖" userId="189a1d031aa848d3" providerId="LiveId" clId="{970BC54B-4A7D-420D-90D1-AF964FD9BDDF}" dt="2021-01-11T16:02:28.514" v="675" actId="1076"/>
      <pc:docMkLst>
        <pc:docMk/>
      </pc:docMkLst>
      <pc:sldChg chg="addSp modSp mod">
        <pc:chgData name="郁儒 廖" userId="189a1d031aa848d3" providerId="LiveId" clId="{970BC54B-4A7D-420D-90D1-AF964FD9BDDF}" dt="2021-01-11T08:16:59.589" v="451" actId="20577"/>
        <pc:sldMkLst>
          <pc:docMk/>
          <pc:sldMk cId="1441360057" sldId="256"/>
        </pc:sldMkLst>
        <pc:spChg chg="mod">
          <ac:chgData name="郁儒 廖" userId="189a1d031aa848d3" providerId="LiveId" clId="{970BC54B-4A7D-420D-90D1-AF964FD9BDDF}" dt="2021-01-11T08:14:57.237" v="435" actId="1035"/>
          <ac:spMkLst>
            <pc:docMk/>
            <pc:sldMk cId="1441360057" sldId="256"/>
            <ac:spMk id="2" creationId="{5EEA8A6D-34BC-4486-A555-9B8822350037}"/>
          </ac:spMkLst>
        </pc:spChg>
        <pc:spChg chg="mod">
          <ac:chgData name="郁儒 廖" userId="189a1d031aa848d3" providerId="LiveId" clId="{970BC54B-4A7D-420D-90D1-AF964FD9BDDF}" dt="2021-01-11T08:14:50.681" v="424" actId="255"/>
          <ac:spMkLst>
            <pc:docMk/>
            <pc:sldMk cId="1441360057" sldId="256"/>
            <ac:spMk id="3" creationId="{A7A0CA79-BEDB-4938-AFF3-07C54C69A8F3}"/>
          </ac:spMkLst>
        </pc:spChg>
        <pc:spChg chg="add mod">
          <ac:chgData name="郁儒 廖" userId="189a1d031aa848d3" providerId="LiveId" clId="{970BC54B-4A7D-420D-90D1-AF964FD9BDDF}" dt="2021-01-11T08:16:59.589" v="451" actId="20577"/>
          <ac:spMkLst>
            <pc:docMk/>
            <pc:sldMk cId="1441360057" sldId="256"/>
            <ac:spMk id="4" creationId="{68B0350C-A48B-4EEC-9FF5-A19C5972911C}"/>
          </ac:spMkLst>
        </pc:spChg>
      </pc:sldChg>
      <pc:sldChg chg="modSp mod">
        <pc:chgData name="郁儒 廖" userId="189a1d031aa848d3" providerId="LiveId" clId="{970BC54B-4A7D-420D-90D1-AF964FD9BDDF}" dt="2021-01-11T08:24:22.776" v="611" actId="27107"/>
        <pc:sldMkLst>
          <pc:docMk/>
          <pc:sldMk cId="1404911667" sldId="257"/>
        </pc:sldMkLst>
        <pc:spChg chg="mod">
          <ac:chgData name="郁儒 廖" userId="189a1d031aa848d3" providerId="LiveId" clId="{970BC54B-4A7D-420D-90D1-AF964FD9BDDF}" dt="2021-01-11T08:19:01.891" v="481" actId="14100"/>
          <ac:spMkLst>
            <pc:docMk/>
            <pc:sldMk cId="1404911667" sldId="257"/>
            <ac:spMk id="2" creationId="{D1294F88-8F8C-4C49-8612-72777F0DE18C}"/>
          </ac:spMkLst>
        </pc:spChg>
        <pc:spChg chg="mod">
          <ac:chgData name="郁儒 廖" userId="189a1d031aa848d3" providerId="LiveId" clId="{970BC54B-4A7D-420D-90D1-AF964FD9BDDF}" dt="2021-01-11T08:24:22.776" v="611" actId="27107"/>
          <ac:spMkLst>
            <pc:docMk/>
            <pc:sldMk cId="1404911667" sldId="257"/>
            <ac:spMk id="3" creationId="{8E99CBD8-2A88-4006-B810-5BB324623D3C}"/>
          </ac:spMkLst>
        </pc:spChg>
      </pc:sldChg>
      <pc:sldChg chg="addSp modSp mod">
        <pc:chgData name="郁儒 廖" userId="189a1d031aa848d3" providerId="LiveId" clId="{970BC54B-4A7D-420D-90D1-AF964FD9BDDF}" dt="2021-01-11T08:21:25.399" v="566" actId="1036"/>
        <pc:sldMkLst>
          <pc:docMk/>
          <pc:sldMk cId="3874922080" sldId="258"/>
        </pc:sldMkLst>
        <pc:spChg chg="mod">
          <ac:chgData name="郁儒 廖" userId="189a1d031aa848d3" providerId="LiveId" clId="{970BC54B-4A7D-420D-90D1-AF964FD9BDDF}" dt="2021-01-11T08:19:25.808" v="483" actId="255"/>
          <ac:spMkLst>
            <pc:docMk/>
            <pc:sldMk cId="3874922080" sldId="258"/>
            <ac:spMk id="2" creationId="{EE5A977C-C4D9-4517-8B17-D7F7691B59F8}"/>
          </ac:spMkLst>
        </pc:spChg>
        <pc:spChg chg="add mod">
          <ac:chgData name="郁儒 廖" userId="189a1d031aa848d3" providerId="LiveId" clId="{970BC54B-4A7D-420D-90D1-AF964FD9BDDF}" dt="2021-01-11T08:21:25.399" v="566" actId="1036"/>
          <ac:spMkLst>
            <pc:docMk/>
            <pc:sldMk cId="3874922080" sldId="258"/>
            <ac:spMk id="3" creationId="{12BB57F7-4906-48AF-A721-D0FF609FED6C}"/>
          </ac:spMkLst>
        </pc:spChg>
        <pc:spChg chg="add mod">
          <ac:chgData name="郁儒 廖" userId="189a1d031aa848d3" providerId="LiveId" clId="{970BC54B-4A7D-420D-90D1-AF964FD9BDDF}" dt="2021-01-11T08:21:25.399" v="566" actId="1036"/>
          <ac:spMkLst>
            <pc:docMk/>
            <pc:sldMk cId="3874922080" sldId="258"/>
            <ac:spMk id="5" creationId="{F2775B79-ACD2-444F-8274-F3BF402C9BA3}"/>
          </ac:spMkLst>
        </pc:spChg>
        <pc:spChg chg="add mod">
          <ac:chgData name="郁儒 廖" userId="189a1d031aa848d3" providerId="LiveId" clId="{970BC54B-4A7D-420D-90D1-AF964FD9BDDF}" dt="2021-01-11T08:21:25.399" v="566" actId="1036"/>
          <ac:spMkLst>
            <pc:docMk/>
            <pc:sldMk cId="3874922080" sldId="258"/>
            <ac:spMk id="6" creationId="{D9364255-9DA1-4F45-BBB7-89312925DC8E}"/>
          </ac:spMkLst>
        </pc:spChg>
        <pc:spChg chg="add mod">
          <ac:chgData name="郁儒 廖" userId="189a1d031aa848d3" providerId="LiveId" clId="{970BC54B-4A7D-420D-90D1-AF964FD9BDDF}" dt="2021-01-11T08:21:25.399" v="566" actId="1036"/>
          <ac:spMkLst>
            <pc:docMk/>
            <pc:sldMk cId="3874922080" sldId="258"/>
            <ac:spMk id="7" creationId="{196905AE-D394-4BCB-88A9-09EEBFC5610B}"/>
          </ac:spMkLst>
        </pc:spChg>
        <pc:spChg chg="add mod">
          <ac:chgData name="郁儒 廖" userId="189a1d031aa848d3" providerId="LiveId" clId="{970BC54B-4A7D-420D-90D1-AF964FD9BDDF}" dt="2021-01-11T08:21:25.399" v="566" actId="1036"/>
          <ac:spMkLst>
            <pc:docMk/>
            <pc:sldMk cId="3874922080" sldId="258"/>
            <ac:spMk id="8" creationId="{29259B9B-85A8-447A-AE4D-CCD91B413014}"/>
          </ac:spMkLst>
        </pc:spChg>
        <pc:spChg chg="add mod">
          <ac:chgData name="郁儒 廖" userId="189a1d031aa848d3" providerId="LiveId" clId="{970BC54B-4A7D-420D-90D1-AF964FD9BDDF}" dt="2021-01-11T08:21:25.399" v="566" actId="1036"/>
          <ac:spMkLst>
            <pc:docMk/>
            <pc:sldMk cId="3874922080" sldId="258"/>
            <ac:spMk id="9" creationId="{DF93F610-16F7-48A3-9EA1-62219F4EB1BE}"/>
          </ac:spMkLst>
        </pc:spChg>
        <pc:picChg chg="mod">
          <ac:chgData name="郁儒 廖" userId="189a1d031aa848d3" providerId="LiveId" clId="{970BC54B-4A7D-420D-90D1-AF964FD9BDDF}" dt="2021-01-11T08:21:25.399" v="566" actId="1036"/>
          <ac:picMkLst>
            <pc:docMk/>
            <pc:sldMk cId="3874922080" sldId="258"/>
            <ac:picMk id="4" creationId="{4407533E-9502-4AB3-BA46-2D8F7839AC9C}"/>
          </ac:picMkLst>
        </pc:picChg>
      </pc:sldChg>
      <pc:sldChg chg="addSp delSp modSp mod">
        <pc:chgData name="郁儒 廖" userId="189a1d031aa848d3" providerId="LiveId" clId="{970BC54B-4A7D-420D-90D1-AF964FD9BDDF}" dt="2021-01-11T08:24:32.585" v="612" actId="1076"/>
        <pc:sldMkLst>
          <pc:docMk/>
          <pc:sldMk cId="3592317460" sldId="259"/>
        </pc:sldMkLst>
        <pc:spChg chg="mod">
          <ac:chgData name="郁儒 廖" userId="189a1d031aa848d3" providerId="LiveId" clId="{970BC54B-4A7D-420D-90D1-AF964FD9BDDF}" dt="2021-01-11T08:21:38.144" v="568" actId="2711"/>
          <ac:spMkLst>
            <pc:docMk/>
            <pc:sldMk cId="3592317460" sldId="259"/>
            <ac:spMk id="2" creationId="{F995B4C0-BBEB-48E6-B840-4B52455909A9}"/>
          </ac:spMkLst>
        </pc:spChg>
        <pc:spChg chg="add del mod">
          <ac:chgData name="郁儒 廖" userId="189a1d031aa848d3" providerId="LiveId" clId="{970BC54B-4A7D-420D-90D1-AF964FD9BDDF}" dt="2021-01-09T02:20:35.847" v="118" actId="478"/>
          <ac:spMkLst>
            <pc:docMk/>
            <pc:sldMk cId="3592317460" sldId="259"/>
            <ac:spMk id="3" creationId="{A95CB999-9990-4973-9DEA-72BBB2F75B7A}"/>
          </ac:spMkLst>
        </pc:spChg>
        <pc:spChg chg="add del mod">
          <ac:chgData name="郁儒 廖" userId="189a1d031aa848d3" providerId="LiveId" clId="{970BC54B-4A7D-420D-90D1-AF964FD9BDDF}" dt="2021-01-08T17:29:13.005" v="18" actId="478"/>
          <ac:spMkLst>
            <pc:docMk/>
            <pc:sldMk cId="3592317460" sldId="259"/>
            <ac:spMk id="5" creationId="{0EC078A0-A9C9-4ABE-AF13-6C73A388DEA5}"/>
          </ac:spMkLst>
        </pc:spChg>
        <pc:spChg chg="add del mod">
          <ac:chgData name="郁儒 廖" userId="189a1d031aa848d3" providerId="LiveId" clId="{970BC54B-4A7D-420D-90D1-AF964FD9BDDF}" dt="2021-01-09T02:20:34.264" v="117" actId="478"/>
          <ac:spMkLst>
            <pc:docMk/>
            <pc:sldMk cId="3592317460" sldId="259"/>
            <ac:spMk id="5" creationId="{6934092F-29DD-4ABE-BE7B-9BBB0C2D265A}"/>
          </ac:spMkLst>
        </pc:spChg>
        <pc:picChg chg="del mod">
          <ac:chgData name="郁儒 廖" userId="189a1d031aa848d3" providerId="LiveId" clId="{970BC54B-4A7D-420D-90D1-AF964FD9BDDF}" dt="2021-01-08T17:29:05.020" v="15" actId="478"/>
          <ac:picMkLst>
            <pc:docMk/>
            <pc:sldMk cId="3592317460" sldId="259"/>
            <ac:picMk id="4" creationId="{F188F750-8309-43B3-B456-94AFA491D662}"/>
          </ac:picMkLst>
        </pc:picChg>
        <pc:picChg chg="add del mod">
          <ac:chgData name="郁儒 廖" userId="189a1d031aa848d3" providerId="LiveId" clId="{970BC54B-4A7D-420D-90D1-AF964FD9BDDF}" dt="2021-01-11T08:24:32.585" v="612" actId="1076"/>
          <ac:picMkLst>
            <pc:docMk/>
            <pc:sldMk cId="3592317460" sldId="259"/>
            <ac:picMk id="1026" creationId="{A905480B-D009-46D5-9410-5B3824F7BD6C}"/>
          </ac:picMkLst>
        </pc:picChg>
      </pc:sldChg>
      <pc:sldChg chg="addSp delSp modSp add del mod ord">
        <pc:chgData name="郁儒 廖" userId="189a1d031aa848d3" providerId="LiveId" clId="{970BC54B-4A7D-420D-90D1-AF964FD9BDDF}" dt="2021-01-08T17:28:57.381" v="12" actId="47"/>
        <pc:sldMkLst>
          <pc:docMk/>
          <pc:sldMk cId="2129921573" sldId="260"/>
        </pc:sldMkLst>
        <pc:spChg chg="add mod">
          <ac:chgData name="郁儒 廖" userId="189a1d031aa848d3" providerId="LiveId" clId="{970BC54B-4A7D-420D-90D1-AF964FD9BDDF}" dt="2021-01-08T17:28:39.191" v="5" actId="478"/>
          <ac:spMkLst>
            <pc:docMk/>
            <pc:sldMk cId="2129921573" sldId="260"/>
            <ac:spMk id="5" creationId="{8CC35DCB-331B-4553-9EE4-20C0DD796D2A}"/>
          </ac:spMkLst>
        </pc:spChg>
        <pc:picChg chg="del">
          <ac:chgData name="郁儒 廖" userId="189a1d031aa848d3" providerId="LiveId" clId="{970BC54B-4A7D-420D-90D1-AF964FD9BDDF}" dt="2021-01-08T17:28:39.191" v="5" actId="478"/>
          <ac:picMkLst>
            <pc:docMk/>
            <pc:sldMk cId="2129921573" sldId="260"/>
            <ac:picMk id="4" creationId="{F188F750-8309-43B3-B456-94AFA491D662}"/>
          </ac:picMkLst>
        </pc:picChg>
      </pc:sldChg>
      <pc:sldChg chg="addSp delSp modSp add mod">
        <pc:chgData name="郁儒 廖" userId="189a1d031aa848d3" providerId="LiveId" clId="{970BC54B-4A7D-420D-90D1-AF964FD9BDDF}" dt="2021-01-11T08:26:29.196" v="658" actId="1076"/>
        <pc:sldMkLst>
          <pc:docMk/>
          <pc:sldMk cId="4268211855" sldId="260"/>
        </pc:sldMkLst>
        <pc:spChg chg="mod">
          <ac:chgData name="郁儒 廖" userId="189a1d031aa848d3" providerId="LiveId" clId="{970BC54B-4A7D-420D-90D1-AF964FD9BDDF}" dt="2021-01-11T08:22:18.569" v="576" actId="2711"/>
          <ac:spMkLst>
            <pc:docMk/>
            <pc:sldMk cId="4268211855" sldId="260"/>
            <ac:spMk id="2" creationId="{F995B4C0-BBEB-48E6-B840-4B52455909A9}"/>
          </ac:spMkLst>
        </pc:spChg>
        <pc:spChg chg="add mod">
          <ac:chgData name="郁儒 廖" userId="189a1d031aa848d3" providerId="LiveId" clId="{970BC54B-4A7D-420D-90D1-AF964FD9BDDF}" dt="2021-01-09T02:24:00.264" v="139" actId="14100"/>
          <ac:spMkLst>
            <pc:docMk/>
            <pc:sldMk cId="4268211855" sldId="260"/>
            <ac:spMk id="6" creationId="{24A925AA-46E4-4FC7-B509-4344F20E4CA6}"/>
          </ac:spMkLst>
        </pc:spChg>
        <pc:spChg chg="add del mod">
          <ac:chgData name="郁儒 廖" userId="189a1d031aa848d3" providerId="LiveId" clId="{970BC54B-4A7D-420D-90D1-AF964FD9BDDF}" dt="2021-01-11T08:25:57.468" v="634" actId="478"/>
          <ac:spMkLst>
            <pc:docMk/>
            <pc:sldMk cId="4268211855" sldId="260"/>
            <ac:spMk id="7" creationId="{D59CD33A-669A-47F8-9C2A-78DA7BE34D15}"/>
          </ac:spMkLst>
        </pc:spChg>
        <pc:spChg chg="add del mod">
          <ac:chgData name="郁儒 廖" userId="189a1d031aa848d3" providerId="LiveId" clId="{970BC54B-4A7D-420D-90D1-AF964FD9BDDF}" dt="2021-01-11T08:25:58.995" v="635" actId="478"/>
          <ac:spMkLst>
            <pc:docMk/>
            <pc:sldMk cId="4268211855" sldId="260"/>
            <ac:spMk id="8" creationId="{C564E410-B571-408C-A9BC-8FF4E51A6809}"/>
          </ac:spMkLst>
        </pc:spChg>
        <pc:picChg chg="mod modCrop">
          <ac:chgData name="郁儒 廖" userId="189a1d031aa848d3" providerId="LiveId" clId="{970BC54B-4A7D-420D-90D1-AF964FD9BDDF}" dt="2021-01-09T02:24:37.021" v="142" actId="1076"/>
          <ac:picMkLst>
            <pc:docMk/>
            <pc:sldMk cId="4268211855" sldId="260"/>
            <ac:picMk id="4" creationId="{F188F750-8309-43B3-B456-94AFA491D662}"/>
          </ac:picMkLst>
        </pc:picChg>
        <pc:picChg chg="add mod">
          <ac:chgData name="郁儒 廖" userId="189a1d031aa848d3" providerId="LiveId" clId="{970BC54B-4A7D-420D-90D1-AF964FD9BDDF}" dt="2021-01-09T02:24:51.681" v="148" actId="1076"/>
          <ac:picMkLst>
            <pc:docMk/>
            <pc:sldMk cId="4268211855" sldId="260"/>
            <ac:picMk id="5" creationId="{3BB69136-4378-4305-A1E6-52BE78F4431A}"/>
          </ac:picMkLst>
        </pc:picChg>
        <pc:picChg chg="del">
          <ac:chgData name="郁儒 廖" userId="189a1d031aa848d3" providerId="LiveId" clId="{970BC54B-4A7D-420D-90D1-AF964FD9BDDF}" dt="2021-01-08T17:29:07.103" v="16" actId="478"/>
          <ac:picMkLst>
            <pc:docMk/>
            <pc:sldMk cId="4268211855" sldId="260"/>
            <ac:picMk id="1026" creationId="{A905480B-D009-46D5-9410-5B3824F7BD6C}"/>
          </ac:picMkLst>
        </pc:picChg>
        <pc:cxnChg chg="add mod">
          <ac:chgData name="郁儒 廖" userId="189a1d031aa848d3" providerId="LiveId" clId="{970BC54B-4A7D-420D-90D1-AF964FD9BDDF}" dt="2021-01-11T08:26:23.559" v="656" actId="1582"/>
          <ac:cxnSpMkLst>
            <pc:docMk/>
            <pc:sldMk cId="4268211855" sldId="260"/>
            <ac:cxnSpMk id="9" creationId="{EA4FD44C-D93B-4C22-8284-3FE386BE37E6}"/>
          </ac:cxnSpMkLst>
        </pc:cxnChg>
        <pc:cxnChg chg="add mod">
          <ac:chgData name="郁儒 廖" userId="189a1d031aa848d3" providerId="LiveId" clId="{970BC54B-4A7D-420D-90D1-AF964FD9BDDF}" dt="2021-01-11T08:26:29.196" v="658" actId="1076"/>
          <ac:cxnSpMkLst>
            <pc:docMk/>
            <pc:sldMk cId="4268211855" sldId="260"/>
            <ac:cxnSpMk id="10" creationId="{BAA76BBC-7D2B-4033-AFC1-97BB59661D9B}"/>
          </ac:cxnSpMkLst>
        </pc:cxnChg>
      </pc:sldChg>
      <pc:sldChg chg="addSp delSp modSp add mod">
        <pc:chgData name="郁儒 廖" userId="189a1d031aa848d3" providerId="LiveId" clId="{970BC54B-4A7D-420D-90D1-AF964FD9BDDF}" dt="2021-01-11T08:22:38.096" v="580" actId="2711"/>
        <pc:sldMkLst>
          <pc:docMk/>
          <pc:sldMk cId="41293646" sldId="261"/>
        </pc:sldMkLst>
        <pc:spChg chg="mod">
          <ac:chgData name="郁儒 廖" userId="189a1d031aa848d3" providerId="LiveId" clId="{970BC54B-4A7D-420D-90D1-AF964FD9BDDF}" dt="2021-01-11T08:22:38.096" v="580" actId="2711"/>
          <ac:spMkLst>
            <pc:docMk/>
            <pc:sldMk cId="41293646" sldId="261"/>
            <ac:spMk id="2" creationId="{F995B4C0-BBEB-48E6-B840-4B52455909A9}"/>
          </ac:spMkLst>
        </pc:spChg>
        <pc:spChg chg="add mod">
          <ac:chgData name="郁儒 廖" userId="189a1d031aa848d3" providerId="LiveId" clId="{970BC54B-4A7D-420D-90D1-AF964FD9BDDF}" dt="2021-01-11T08:09:50.180" v="386" actId="20577"/>
          <ac:spMkLst>
            <pc:docMk/>
            <pc:sldMk cId="41293646" sldId="261"/>
            <ac:spMk id="3" creationId="{F0EFD8B9-5487-4C4B-A790-1554F9ACCAC6}"/>
          </ac:spMkLst>
        </pc:spChg>
        <pc:spChg chg="add mod">
          <ac:chgData name="郁儒 廖" userId="189a1d031aa848d3" providerId="LiveId" clId="{970BC54B-4A7D-420D-90D1-AF964FD9BDDF}" dt="2021-01-11T08:09:54.083" v="387" actId="1076"/>
          <ac:spMkLst>
            <pc:docMk/>
            <pc:sldMk cId="41293646" sldId="261"/>
            <ac:spMk id="5" creationId="{59A3DC00-4375-44B4-A98C-FA50F780CB84}"/>
          </ac:spMkLst>
        </pc:spChg>
        <pc:spChg chg="add del">
          <ac:chgData name="郁儒 廖" userId="189a1d031aa848d3" providerId="LiveId" clId="{970BC54B-4A7D-420D-90D1-AF964FD9BDDF}" dt="2021-01-11T08:08:05.185" v="372" actId="478"/>
          <ac:spMkLst>
            <pc:docMk/>
            <pc:sldMk cId="41293646" sldId="261"/>
            <ac:spMk id="6" creationId="{9966C052-015B-4E06-8105-6E1AED617706}"/>
          </ac:spMkLst>
        </pc:spChg>
        <pc:spChg chg="add mod">
          <ac:chgData name="郁儒 廖" userId="189a1d031aa848d3" providerId="LiveId" clId="{970BC54B-4A7D-420D-90D1-AF964FD9BDDF}" dt="2021-01-11T08:08:20.266" v="375" actId="14100"/>
          <ac:spMkLst>
            <pc:docMk/>
            <pc:sldMk cId="41293646" sldId="261"/>
            <ac:spMk id="7" creationId="{3CA0A789-E23B-496D-9683-AA173B65693E}"/>
          </ac:spMkLst>
        </pc:spChg>
        <pc:picChg chg="mod">
          <ac:chgData name="郁儒 廖" userId="189a1d031aa848d3" providerId="LiveId" clId="{970BC54B-4A7D-420D-90D1-AF964FD9BDDF}" dt="2021-01-09T02:26:07.976" v="185" actId="1076"/>
          <ac:picMkLst>
            <pc:docMk/>
            <pc:sldMk cId="41293646" sldId="261"/>
            <ac:picMk id="4" creationId="{F188F750-8309-43B3-B456-94AFA491D662}"/>
          </ac:picMkLst>
        </pc:picChg>
        <pc:picChg chg="del">
          <ac:chgData name="郁儒 廖" userId="189a1d031aa848d3" providerId="LiveId" clId="{970BC54B-4A7D-420D-90D1-AF964FD9BDDF}" dt="2021-01-08T17:30:51.437" v="33" actId="478"/>
          <ac:picMkLst>
            <pc:docMk/>
            <pc:sldMk cId="41293646" sldId="261"/>
            <ac:picMk id="5" creationId="{3BB69136-4378-4305-A1E6-52BE78F4431A}"/>
          </ac:picMkLst>
        </pc:picChg>
      </pc:sldChg>
      <pc:sldChg chg="addSp delSp modSp add mod">
        <pc:chgData name="郁儒 廖" userId="189a1d031aa848d3" providerId="LiveId" clId="{970BC54B-4A7D-420D-90D1-AF964FD9BDDF}" dt="2021-01-11T16:02:00.944" v="672" actId="1076"/>
        <pc:sldMkLst>
          <pc:docMk/>
          <pc:sldMk cId="1444173800" sldId="262"/>
        </pc:sldMkLst>
        <pc:spChg chg="mod">
          <ac:chgData name="郁儒 廖" userId="189a1d031aa848d3" providerId="LiveId" clId="{970BC54B-4A7D-420D-90D1-AF964FD9BDDF}" dt="2021-01-11T08:21:55.488" v="572" actId="2711"/>
          <ac:spMkLst>
            <pc:docMk/>
            <pc:sldMk cId="1444173800" sldId="262"/>
            <ac:spMk id="2" creationId="{F995B4C0-BBEB-48E6-B840-4B52455909A9}"/>
          </ac:spMkLst>
        </pc:spChg>
        <pc:spChg chg="del mod">
          <ac:chgData name="郁儒 廖" userId="189a1d031aa848d3" providerId="LiveId" clId="{970BC54B-4A7D-420D-90D1-AF964FD9BDDF}" dt="2021-01-09T02:20:59.064" v="120" actId="478"/>
          <ac:spMkLst>
            <pc:docMk/>
            <pc:sldMk cId="1444173800" sldId="262"/>
            <ac:spMk id="3" creationId="{A95CB999-9990-4973-9DEA-72BBB2F75B7A}"/>
          </ac:spMkLst>
        </pc:spChg>
        <pc:spChg chg="mod">
          <ac:chgData name="郁儒 廖" userId="189a1d031aa848d3" providerId="LiveId" clId="{970BC54B-4A7D-420D-90D1-AF964FD9BDDF}" dt="2021-01-11T08:25:30.162" v="631" actId="1076"/>
          <ac:spMkLst>
            <pc:docMk/>
            <pc:sldMk cId="1444173800" sldId="262"/>
            <ac:spMk id="5" creationId="{6934092F-29DD-4ABE-BE7B-9BBB0C2D265A}"/>
          </ac:spMkLst>
        </pc:spChg>
        <pc:spChg chg="add mod">
          <ac:chgData name="郁儒 廖" userId="189a1d031aa848d3" providerId="LiveId" clId="{970BC54B-4A7D-420D-90D1-AF964FD9BDDF}" dt="2021-01-11T16:02:00.944" v="672" actId="1076"/>
          <ac:spMkLst>
            <pc:docMk/>
            <pc:sldMk cId="1444173800" sldId="262"/>
            <ac:spMk id="6" creationId="{4CC9CEBE-D3E7-4C3B-A45F-4CB72509B850}"/>
          </ac:spMkLst>
        </pc:spChg>
        <pc:picChg chg="add mod">
          <ac:chgData name="郁儒 廖" userId="189a1d031aa848d3" providerId="LiveId" clId="{970BC54B-4A7D-420D-90D1-AF964FD9BDDF}" dt="2021-01-11T16:01:54.134" v="670" actId="1076"/>
          <ac:picMkLst>
            <pc:docMk/>
            <pc:sldMk cId="1444173800" sldId="262"/>
            <ac:picMk id="7" creationId="{3FE05B84-399D-448D-BF25-B087273E3BE0}"/>
          </ac:picMkLst>
        </pc:picChg>
        <pc:picChg chg="del mod">
          <ac:chgData name="郁儒 廖" userId="189a1d031aa848d3" providerId="LiveId" clId="{970BC54B-4A7D-420D-90D1-AF964FD9BDDF}" dt="2021-01-11T08:25:17.676" v="626" actId="478"/>
          <ac:picMkLst>
            <pc:docMk/>
            <pc:sldMk cId="1444173800" sldId="262"/>
            <ac:picMk id="1026" creationId="{A905480B-D009-46D5-9410-5B3824F7BD6C}"/>
          </ac:picMkLst>
        </pc:picChg>
      </pc:sldChg>
      <pc:sldChg chg="addSp delSp modSp add mod">
        <pc:chgData name="郁儒 廖" userId="189a1d031aa848d3" providerId="LiveId" clId="{970BC54B-4A7D-420D-90D1-AF964FD9BDDF}" dt="2021-01-11T08:25:05.435" v="621" actId="1076"/>
        <pc:sldMkLst>
          <pc:docMk/>
          <pc:sldMk cId="3432390502" sldId="263"/>
        </pc:sldMkLst>
        <pc:spChg chg="mod">
          <ac:chgData name="郁儒 廖" userId="189a1d031aa848d3" providerId="LiveId" clId="{970BC54B-4A7D-420D-90D1-AF964FD9BDDF}" dt="2021-01-11T08:21:47.657" v="570" actId="2711"/>
          <ac:spMkLst>
            <pc:docMk/>
            <pc:sldMk cId="3432390502" sldId="263"/>
            <ac:spMk id="2" creationId="{F995B4C0-BBEB-48E6-B840-4B52455909A9}"/>
          </ac:spMkLst>
        </pc:spChg>
        <pc:spChg chg="mod">
          <ac:chgData name="郁儒 廖" userId="189a1d031aa848d3" providerId="LiveId" clId="{970BC54B-4A7D-420D-90D1-AF964FD9BDDF}" dt="2021-01-11T08:25:02.442" v="620" actId="1076"/>
          <ac:spMkLst>
            <pc:docMk/>
            <pc:sldMk cId="3432390502" sldId="263"/>
            <ac:spMk id="3" creationId="{A95CB999-9990-4973-9DEA-72BBB2F75B7A}"/>
          </ac:spMkLst>
        </pc:spChg>
        <pc:spChg chg="mod">
          <ac:chgData name="郁儒 廖" userId="189a1d031aa848d3" providerId="LiveId" clId="{970BC54B-4A7D-420D-90D1-AF964FD9BDDF}" dt="2021-01-11T08:25:05.435" v="621" actId="1076"/>
          <ac:spMkLst>
            <pc:docMk/>
            <pc:sldMk cId="3432390502" sldId="263"/>
            <ac:spMk id="5" creationId="{6934092F-29DD-4ABE-BE7B-9BBB0C2D265A}"/>
          </ac:spMkLst>
        </pc:spChg>
        <pc:picChg chg="add mod">
          <ac:chgData name="郁儒 廖" userId="189a1d031aa848d3" providerId="LiveId" clId="{970BC54B-4A7D-420D-90D1-AF964FD9BDDF}" dt="2021-01-11T08:24:59.025" v="619" actId="167"/>
          <ac:picMkLst>
            <pc:docMk/>
            <pc:sldMk cId="3432390502" sldId="263"/>
            <ac:picMk id="6" creationId="{AF818941-A03A-4739-91C2-B571BB4E3C52}"/>
          </ac:picMkLst>
        </pc:picChg>
        <pc:picChg chg="del mod">
          <ac:chgData name="郁儒 廖" userId="189a1d031aa848d3" providerId="LiveId" clId="{970BC54B-4A7D-420D-90D1-AF964FD9BDDF}" dt="2021-01-11T08:24:46.176" v="616" actId="478"/>
          <ac:picMkLst>
            <pc:docMk/>
            <pc:sldMk cId="3432390502" sldId="263"/>
            <ac:picMk id="1026" creationId="{A905480B-D009-46D5-9410-5B3824F7BD6C}"/>
          </ac:picMkLst>
        </pc:picChg>
      </pc:sldChg>
      <pc:sldChg chg="addSp modSp add mod">
        <pc:chgData name="郁儒 廖" userId="189a1d031aa848d3" providerId="LiveId" clId="{970BC54B-4A7D-420D-90D1-AF964FD9BDDF}" dt="2021-01-11T08:22:04.137" v="574" actId="2711"/>
        <pc:sldMkLst>
          <pc:docMk/>
          <pc:sldMk cId="2121195273" sldId="264"/>
        </pc:sldMkLst>
        <pc:spChg chg="mod">
          <ac:chgData name="郁儒 廖" userId="189a1d031aa848d3" providerId="LiveId" clId="{970BC54B-4A7D-420D-90D1-AF964FD9BDDF}" dt="2021-01-11T08:22:04.137" v="574" actId="2711"/>
          <ac:spMkLst>
            <pc:docMk/>
            <pc:sldMk cId="2121195273" sldId="264"/>
            <ac:spMk id="2" creationId="{EE5A977C-C4D9-4517-8B17-D7F7691B59F8}"/>
          </ac:spMkLst>
        </pc:spChg>
        <pc:spChg chg="mod">
          <ac:chgData name="郁儒 廖" userId="189a1d031aa848d3" providerId="LiveId" clId="{970BC54B-4A7D-420D-90D1-AF964FD9BDDF}" dt="2021-01-11T08:04:10.354" v="349" actId="57"/>
          <ac:spMkLst>
            <pc:docMk/>
            <pc:sldMk cId="2121195273" sldId="264"/>
            <ac:spMk id="3" creationId="{12BB57F7-4906-48AF-A721-D0FF609FED6C}"/>
          </ac:spMkLst>
        </pc:spChg>
        <pc:spChg chg="mod">
          <ac:chgData name="郁儒 廖" userId="189a1d031aa848d3" providerId="LiveId" clId="{970BC54B-4A7D-420D-90D1-AF964FD9BDDF}" dt="2021-01-11T08:04:18.695" v="350" actId="57"/>
          <ac:spMkLst>
            <pc:docMk/>
            <pc:sldMk cId="2121195273" sldId="264"/>
            <ac:spMk id="5" creationId="{F2775B79-ACD2-444F-8274-F3BF402C9BA3}"/>
          </ac:spMkLst>
        </pc:spChg>
        <pc:spChg chg="mod">
          <ac:chgData name="郁儒 廖" userId="189a1d031aa848d3" providerId="LiveId" clId="{970BC54B-4A7D-420D-90D1-AF964FD9BDDF}" dt="2021-01-11T08:04:22.978" v="351" actId="57"/>
          <ac:spMkLst>
            <pc:docMk/>
            <pc:sldMk cId="2121195273" sldId="264"/>
            <ac:spMk id="6" creationId="{D9364255-9DA1-4F45-BBB7-89312925DC8E}"/>
          </ac:spMkLst>
        </pc:spChg>
        <pc:spChg chg="mod">
          <ac:chgData name="郁儒 廖" userId="189a1d031aa848d3" providerId="LiveId" clId="{970BC54B-4A7D-420D-90D1-AF964FD9BDDF}" dt="2021-01-11T08:04:28.988" v="352" actId="57"/>
          <ac:spMkLst>
            <pc:docMk/>
            <pc:sldMk cId="2121195273" sldId="264"/>
            <ac:spMk id="7" creationId="{196905AE-D394-4BCB-88A9-09EEBFC5610B}"/>
          </ac:spMkLst>
        </pc:spChg>
        <pc:spChg chg="mod">
          <ac:chgData name="郁儒 廖" userId="189a1d031aa848d3" providerId="LiveId" clId="{970BC54B-4A7D-420D-90D1-AF964FD9BDDF}" dt="2021-01-11T08:04:33.202" v="353" actId="57"/>
          <ac:spMkLst>
            <pc:docMk/>
            <pc:sldMk cId="2121195273" sldId="264"/>
            <ac:spMk id="8" creationId="{29259B9B-85A8-447A-AE4D-CCD91B413014}"/>
          </ac:spMkLst>
        </pc:spChg>
        <pc:spChg chg="add mod">
          <ac:chgData name="郁儒 廖" userId="189a1d031aa848d3" providerId="LiveId" clId="{970BC54B-4A7D-420D-90D1-AF964FD9BDDF}" dt="2021-01-09T02:22:54.765" v="132" actId="1582"/>
          <ac:spMkLst>
            <pc:docMk/>
            <pc:sldMk cId="2121195273" sldId="264"/>
            <ac:spMk id="9" creationId="{66B681E5-918E-452E-BA54-7FC80E3D48BD}"/>
          </ac:spMkLst>
        </pc:spChg>
      </pc:sldChg>
      <pc:sldChg chg="addSp delSp modSp add mod">
        <pc:chgData name="郁儒 廖" userId="189a1d031aa848d3" providerId="LiveId" clId="{970BC54B-4A7D-420D-90D1-AF964FD9BDDF}" dt="2021-01-11T08:27:39.995" v="666"/>
        <pc:sldMkLst>
          <pc:docMk/>
          <pc:sldMk cId="3154720585" sldId="265"/>
        </pc:sldMkLst>
        <pc:spChg chg="mod">
          <ac:chgData name="郁儒 廖" userId="189a1d031aa848d3" providerId="LiveId" clId="{970BC54B-4A7D-420D-90D1-AF964FD9BDDF}" dt="2021-01-11T08:22:30.085" v="578" actId="2711"/>
          <ac:spMkLst>
            <pc:docMk/>
            <pc:sldMk cId="3154720585" sldId="265"/>
            <ac:spMk id="2" creationId="{F995B4C0-BBEB-48E6-B840-4B52455909A9}"/>
          </ac:spMkLst>
        </pc:spChg>
        <pc:spChg chg="del">
          <ac:chgData name="郁儒 廖" userId="189a1d031aa848d3" providerId="LiveId" clId="{970BC54B-4A7D-420D-90D1-AF964FD9BDDF}" dt="2021-01-09T02:25:35.392" v="184" actId="478"/>
          <ac:spMkLst>
            <pc:docMk/>
            <pc:sldMk cId="3154720585" sldId="265"/>
            <ac:spMk id="6" creationId="{24A925AA-46E4-4FC7-B509-4344F20E4CA6}"/>
          </ac:spMkLst>
        </pc:spChg>
        <pc:spChg chg="add del mod">
          <ac:chgData name="郁儒 廖" userId="189a1d031aa848d3" providerId="LiveId" clId="{970BC54B-4A7D-420D-90D1-AF964FD9BDDF}" dt="2021-01-11T08:27:28.621" v="664" actId="478"/>
          <ac:spMkLst>
            <pc:docMk/>
            <pc:sldMk cId="3154720585" sldId="265"/>
            <ac:spMk id="6" creationId="{84092066-E7E0-4BBD-8354-A9BAE1868414}"/>
          </ac:spMkLst>
        </pc:spChg>
        <pc:spChg chg="mod">
          <ac:chgData name="郁儒 廖" userId="189a1d031aa848d3" providerId="LiveId" clId="{970BC54B-4A7D-420D-90D1-AF964FD9BDDF}" dt="2021-01-09T02:25:24.213" v="182" actId="1036"/>
          <ac:spMkLst>
            <pc:docMk/>
            <pc:sldMk cId="3154720585" sldId="265"/>
            <ac:spMk id="7" creationId="{D59CD33A-669A-47F8-9C2A-78DA7BE34D15}"/>
          </ac:spMkLst>
        </pc:spChg>
        <pc:spChg chg="mod">
          <ac:chgData name="郁儒 廖" userId="189a1d031aa848d3" providerId="LiveId" clId="{970BC54B-4A7D-420D-90D1-AF964FD9BDDF}" dt="2021-01-09T02:25:29.407" v="183" actId="1076"/>
          <ac:spMkLst>
            <pc:docMk/>
            <pc:sldMk cId="3154720585" sldId="265"/>
            <ac:spMk id="8" creationId="{C564E410-B571-408C-A9BC-8FF4E51A6809}"/>
          </ac:spMkLst>
        </pc:spChg>
        <pc:spChg chg="add mod">
          <ac:chgData name="郁儒 廖" userId="189a1d031aa848d3" providerId="LiveId" clId="{970BC54B-4A7D-420D-90D1-AF964FD9BDDF}" dt="2021-01-11T08:27:25.495" v="663"/>
          <ac:spMkLst>
            <pc:docMk/>
            <pc:sldMk cId="3154720585" sldId="265"/>
            <ac:spMk id="10" creationId="{B9CD08F5-3C04-4A9E-A62F-7F15F4B22E5B}"/>
          </ac:spMkLst>
        </pc:spChg>
        <pc:picChg chg="del">
          <ac:chgData name="郁儒 廖" userId="189a1d031aa848d3" providerId="LiveId" clId="{970BC54B-4A7D-420D-90D1-AF964FD9BDDF}" dt="2021-01-11T08:27:25.042" v="662" actId="478"/>
          <ac:picMkLst>
            <pc:docMk/>
            <pc:sldMk cId="3154720585" sldId="265"/>
            <ac:picMk id="4" creationId="{F188F750-8309-43B3-B456-94AFA491D662}"/>
          </ac:picMkLst>
        </pc:picChg>
        <pc:picChg chg="add mod">
          <ac:chgData name="郁儒 廖" userId="189a1d031aa848d3" providerId="LiveId" clId="{970BC54B-4A7D-420D-90D1-AF964FD9BDDF}" dt="2021-01-11T08:27:25.495" v="663"/>
          <ac:picMkLst>
            <pc:docMk/>
            <pc:sldMk cId="3154720585" sldId="265"/>
            <ac:picMk id="9" creationId="{E03FCE04-7D3E-4F78-9F0F-60850B53A012}"/>
          </ac:picMkLst>
        </pc:picChg>
        <pc:cxnChg chg="add mod">
          <ac:chgData name="郁儒 廖" userId="189a1d031aa848d3" providerId="LiveId" clId="{970BC54B-4A7D-420D-90D1-AF964FD9BDDF}" dt="2021-01-11T08:27:39.995" v="666"/>
          <ac:cxnSpMkLst>
            <pc:docMk/>
            <pc:sldMk cId="3154720585" sldId="265"/>
            <ac:cxnSpMk id="11" creationId="{9326EF4E-4F12-4DE6-B28C-9B1CD63B53F0}"/>
          </ac:cxnSpMkLst>
        </pc:cxnChg>
        <pc:cxnChg chg="add mod">
          <ac:chgData name="郁儒 廖" userId="189a1d031aa848d3" providerId="LiveId" clId="{970BC54B-4A7D-420D-90D1-AF964FD9BDDF}" dt="2021-01-11T08:27:39.995" v="666"/>
          <ac:cxnSpMkLst>
            <pc:docMk/>
            <pc:sldMk cId="3154720585" sldId="265"/>
            <ac:cxnSpMk id="12" creationId="{156193E6-3016-4E73-8767-A0FA3CDAD593}"/>
          </ac:cxnSpMkLst>
        </pc:cxnChg>
      </pc:sldChg>
      <pc:sldChg chg="addSp delSp modSp add mod">
        <pc:chgData name="郁儒 廖" userId="189a1d031aa848d3" providerId="LiveId" clId="{970BC54B-4A7D-420D-90D1-AF964FD9BDDF}" dt="2021-01-11T08:22:48.424" v="582" actId="2711"/>
        <pc:sldMkLst>
          <pc:docMk/>
          <pc:sldMk cId="998037135" sldId="266"/>
        </pc:sldMkLst>
        <pc:spChg chg="mod">
          <ac:chgData name="郁儒 廖" userId="189a1d031aa848d3" providerId="LiveId" clId="{970BC54B-4A7D-420D-90D1-AF964FD9BDDF}" dt="2021-01-11T08:22:48.424" v="582" actId="2711"/>
          <ac:spMkLst>
            <pc:docMk/>
            <pc:sldMk cId="998037135" sldId="266"/>
            <ac:spMk id="2" creationId="{F995B4C0-BBEB-48E6-B840-4B52455909A9}"/>
          </ac:spMkLst>
        </pc:spChg>
        <pc:spChg chg="del mod">
          <ac:chgData name="郁儒 廖" userId="189a1d031aa848d3" providerId="LiveId" clId="{970BC54B-4A7D-420D-90D1-AF964FD9BDDF}" dt="2021-01-11T08:09:02.139" v="378" actId="478"/>
          <ac:spMkLst>
            <pc:docMk/>
            <pc:sldMk cId="998037135" sldId="266"/>
            <ac:spMk id="3" creationId="{F0EFD8B9-5487-4C4B-A790-1554F9ACCAC6}"/>
          </ac:spMkLst>
        </pc:spChg>
        <pc:spChg chg="del mod">
          <ac:chgData name="郁儒 廖" userId="189a1d031aa848d3" providerId="LiveId" clId="{970BC54B-4A7D-420D-90D1-AF964FD9BDDF}" dt="2021-01-11T08:09:20.715" v="382" actId="21"/>
          <ac:spMkLst>
            <pc:docMk/>
            <pc:sldMk cId="998037135" sldId="266"/>
            <ac:spMk id="5" creationId="{59A3DC00-4375-44B4-A98C-FA50F780CB84}"/>
          </ac:spMkLst>
        </pc:spChg>
        <pc:spChg chg="add del mod">
          <ac:chgData name="郁儒 廖" userId="189a1d031aa848d3" providerId="LiveId" clId="{970BC54B-4A7D-420D-90D1-AF964FD9BDDF}" dt="2021-01-11T08:09:35.923" v="384" actId="478"/>
          <ac:spMkLst>
            <pc:docMk/>
            <pc:sldMk cId="998037135" sldId="266"/>
            <ac:spMk id="6" creationId="{A55C82A0-AE93-4349-A216-5A0A0D74692E}"/>
          </ac:spMkLst>
        </pc:spChg>
        <pc:spChg chg="add mod">
          <ac:chgData name="郁儒 廖" userId="189a1d031aa848d3" providerId="LiveId" clId="{970BC54B-4A7D-420D-90D1-AF964FD9BDDF}" dt="2021-01-11T08:09:07.655" v="380"/>
          <ac:spMkLst>
            <pc:docMk/>
            <pc:sldMk cId="998037135" sldId="266"/>
            <ac:spMk id="7" creationId="{B68CE1D2-EA20-400A-B974-AE200E475360}"/>
          </ac:spMkLst>
        </pc:spChg>
        <pc:spChg chg="add mod">
          <ac:chgData name="郁儒 廖" userId="189a1d031aa848d3" providerId="LiveId" clId="{970BC54B-4A7D-420D-90D1-AF964FD9BDDF}" dt="2021-01-11T08:09:36.765" v="385"/>
          <ac:spMkLst>
            <pc:docMk/>
            <pc:sldMk cId="998037135" sldId="266"/>
            <ac:spMk id="8" creationId="{5C3898E3-818E-45DA-8CE4-ADB28EE51FFF}"/>
          </ac:spMkLst>
        </pc:spChg>
        <pc:spChg chg="add mod">
          <ac:chgData name="郁儒 廖" userId="189a1d031aa848d3" providerId="LiveId" clId="{970BC54B-4A7D-420D-90D1-AF964FD9BDDF}" dt="2021-01-11T08:10:10.526" v="413" actId="1038"/>
          <ac:spMkLst>
            <pc:docMk/>
            <pc:sldMk cId="998037135" sldId="266"/>
            <ac:spMk id="9" creationId="{BB243BC7-6C62-42F7-9340-02B332A5F7A8}"/>
          </ac:spMkLst>
        </pc:spChg>
      </pc:sldChg>
      <pc:sldChg chg="addSp delSp modSp add mod">
        <pc:chgData name="郁儒 廖" userId="189a1d031aa848d3" providerId="LiveId" clId="{970BC54B-4A7D-420D-90D1-AF964FD9BDDF}" dt="2021-01-11T08:22:58.848" v="584" actId="2711"/>
        <pc:sldMkLst>
          <pc:docMk/>
          <pc:sldMk cId="3523608967" sldId="267"/>
        </pc:sldMkLst>
        <pc:spChg chg="mod">
          <ac:chgData name="郁儒 廖" userId="189a1d031aa848d3" providerId="LiveId" clId="{970BC54B-4A7D-420D-90D1-AF964FD9BDDF}" dt="2021-01-11T08:22:58.848" v="584" actId="2711"/>
          <ac:spMkLst>
            <pc:docMk/>
            <pc:sldMk cId="3523608967" sldId="267"/>
            <ac:spMk id="2" creationId="{F995B4C0-BBEB-48E6-B840-4B52455909A9}"/>
          </ac:spMkLst>
        </pc:spChg>
        <pc:spChg chg="del">
          <ac:chgData name="郁儒 廖" userId="189a1d031aa848d3" providerId="LiveId" clId="{970BC54B-4A7D-420D-90D1-AF964FD9BDDF}" dt="2021-01-09T03:11:02.835" v="264" actId="478"/>
          <ac:spMkLst>
            <pc:docMk/>
            <pc:sldMk cId="3523608967" sldId="267"/>
            <ac:spMk id="3" creationId="{F0EFD8B9-5487-4C4B-A790-1554F9ACCAC6}"/>
          </ac:spMkLst>
        </pc:spChg>
        <pc:spChg chg="mod">
          <ac:chgData name="郁儒 廖" userId="189a1d031aa848d3" providerId="LiveId" clId="{970BC54B-4A7D-420D-90D1-AF964FD9BDDF}" dt="2021-01-09T03:11:14.715" v="268" actId="14100"/>
          <ac:spMkLst>
            <pc:docMk/>
            <pc:sldMk cId="3523608967" sldId="267"/>
            <ac:spMk id="5" creationId="{59A3DC00-4375-44B4-A98C-FA50F780CB84}"/>
          </ac:spMkLst>
        </pc:spChg>
        <pc:spChg chg="add mod">
          <ac:chgData name="郁儒 廖" userId="189a1d031aa848d3" providerId="LiveId" clId="{970BC54B-4A7D-420D-90D1-AF964FD9BDDF}" dt="2021-01-09T03:11:20.762" v="270" actId="1076"/>
          <ac:spMkLst>
            <pc:docMk/>
            <pc:sldMk cId="3523608967" sldId="267"/>
            <ac:spMk id="6" creationId="{4ACFC371-8D0F-4EE8-B34B-68CF5C48931C}"/>
          </ac:spMkLst>
        </pc:spChg>
        <pc:picChg chg="mod">
          <ac:chgData name="郁儒 廖" userId="189a1d031aa848d3" providerId="LiveId" clId="{970BC54B-4A7D-420D-90D1-AF964FD9BDDF}" dt="2021-01-09T03:11:09.843" v="266" actId="1076"/>
          <ac:picMkLst>
            <pc:docMk/>
            <pc:sldMk cId="3523608967" sldId="267"/>
            <ac:picMk id="4" creationId="{F188F750-8309-43B3-B456-94AFA491D662}"/>
          </ac:picMkLst>
        </pc:picChg>
      </pc:sldChg>
      <pc:sldChg chg="addSp delSp modSp add mod">
        <pc:chgData name="郁儒 廖" userId="189a1d031aa848d3" providerId="LiveId" clId="{970BC54B-4A7D-420D-90D1-AF964FD9BDDF}" dt="2021-01-11T08:23:08.600" v="586" actId="2711"/>
        <pc:sldMkLst>
          <pc:docMk/>
          <pc:sldMk cId="1827112856" sldId="268"/>
        </pc:sldMkLst>
        <pc:spChg chg="mod">
          <ac:chgData name="郁儒 廖" userId="189a1d031aa848d3" providerId="LiveId" clId="{970BC54B-4A7D-420D-90D1-AF964FD9BDDF}" dt="2021-01-11T08:23:08.600" v="586" actId="2711"/>
          <ac:spMkLst>
            <pc:docMk/>
            <pc:sldMk cId="1827112856" sldId="268"/>
            <ac:spMk id="2" creationId="{F995B4C0-BBEB-48E6-B840-4B52455909A9}"/>
          </ac:spMkLst>
        </pc:spChg>
        <pc:spChg chg="add del">
          <ac:chgData name="郁儒 廖" userId="189a1d031aa848d3" providerId="LiveId" clId="{970BC54B-4A7D-420D-90D1-AF964FD9BDDF}" dt="2021-01-09T03:11:57.082" v="279" actId="478"/>
          <ac:spMkLst>
            <pc:docMk/>
            <pc:sldMk cId="1827112856" sldId="268"/>
            <ac:spMk id="5" creationId="{59A3DC00-4375-44B4-A98C-FA50F780CB84}"/>
          </ac:spMkLst>
        </pc:spChg>
        <pc:spChg chg="mod">
          <ac:chgData name="郁儒 廖" userId="189a1d031aa848d3" providerId="LiveId" clId="{970BC54B-4A7D-420D-90D1-AF964FD9BDDF}" dt="2021-01-09T03:11:59.347" v="280" actId="1076"/>
          <ac:spMkLst>
            <pc:docMk/>
            <pc:sldMk cId="1827112856" sldId="268"/>
            <ac:spMk id="6" creationId="{4ACFC371-8D0F-4EE8-B34B-68CF5C48931C}"/>
          </ac:spMkLst>
        </pc:spChg>
        <pc:spChg chg="add del mod">
          <ac:chgData name="郁儒 廖" userId="189a1d031aa848d3" providerId="LiveId" clId="{970BC54B-4A7D-420D-90D1-AF964FD9BDDF}" dt="2021-01-09T03:11:42.575" v="273" actId="478"/>
          <ac:spMkLst>
            <pc:docMk/>
            <pc:sldMk cId="1827112856" sldId="268"/>
            <ac:spMk id="7" creationId="{55A96126-C100-48CB-AE0E-9839CFAE633E}"/>
          </ac:spMkLst>
        </pc:spChg>
        <pc:spChg chg="add mod">
          <ac:chgData name="郁儒 廖" userId="189a1d031aa848d3" providerId="LiveId" clId="{970BC54B-4A7D-420D-90D1-AF964FD9BDDF}" dt="2021-01-09T03:12:47.835" v="291" actId="14100"/>
          <ac:spMkLst>
            <pc:docMk/>
            <pc:sldMk cId="1827112856" sldId="268"/>
            <ac:spMk id="10" creationId="{8718659D-E2AB-4A29-8BE9-020EA5392A3A}"/>
          </ac:spMkLst>
        </pc:spChg>
        <pc:spChg chg="add del mod">
          <ac:chgData name="郁儒 廖" userId="189a1d031aa848d3" providerId="LiveId" clId="{970BC54B-4A7D-420D-90D1-AF964FD9BDDF}" dt="2021-01-09T03:12:53.020" v="293" actId="478"/>
          <ac:spMkLst>
            <pc:docMk/>
            <pc:sldMk cId="1827112856" sldId="268"/>
            <ac:spMk id="11" creationId="{0A83B9D7-64F0-45E5-915F-38901C8631FF}"/>
          </ac:spMkLst>
        </pc:spChg>
        <pc:spChg chg="add mod">
          <ac:chgData name="郁儒 廖" userId="189a1d031aa848d3" providerId="LiveId" clId="{970BC54B-4A7D-420D-90D1-AF964FD9BDDF}" dt="2021-01-09T03:13:09.362" v="296" actId="1076"/>
          <ac:spMkLst>
            <pc:docMk/>
            <pc:sldMk cId="1827112856" sldId="268"/>
            <ac:spMk id="12" creationId="{ADA81AC4-0EA2-41A9-BC82-20A55D286E69}"/>
          </ac:spMkLst>
        </pc:spChg>
        <pc:spChg chg="add mod">
          <ac:chgData name="郁儒 廖" userId="189a1d031aa848d3" providerId="LiveId" clId="{970BC54B-4A7D-420D-90D1-AF964FD9BDDF}" dt="2021-01-09T03:13:32.298" v="302" actId="1582"/>
          <ac:spMkLst>
            <pc:docMk/>
            <pc:sldMk cId="1827112856" sldId="268"/>
            <ac:spMk id="14" creationId="{697AA95E-DB63-4DF6-AB1D-4C4C0C68D4FD}"/>
          </ac:spMkLst>
        </pc:spChg>
        <pc:picChg chg="add del mod">
          <ac:chgData name="郁儒 廖" userId="189a1d031aa848d3" providerId="LiveId" clId="{970BC54B-4A7D-420D-90D1-AF964FD9BDDF}" dt="2021-01-09T03:12:21.839" v="287" actId="1076"/>
          <ac:picMkLst>
            <pc:docMk/>
            <pc:sldMk cId="1827112856" sldId="268"/>
            <ac:picMk id="4" creationId="{F188F750-8309-43B3-B456-94AFA491D662}"/>
          </ac:picMkLst>
        </pc:picChg>
        <pc:picChg chg="add mod">
          <ac:chgData name="郁儒 廖" userId="189a1d031aa848d3" providerId="LiveId" clId="{970BC54B-4A7D-420D-90D1-AF964FD9BDDF}" dt="2021-01-09T03:12:07.755" v="282" actId="1076"/>
          <ac:picMkLst>
            <pc:docMk/>
            <pc:sldMk cId="1827112856" sldId="268"/>
            <ac:picMk id="8" creationId="{F13AAAFE-066D-45A1-BC55-C6944C0250F1}"/>
          </ac:picMkLst>
        </pc:picChg>
        <pc:picChg chg="add del mod">
          <ac:chgData name="郁儒 廖" userId="189a1d031aa848d3" providerId="LiveId" clId="{970BC54B-4A7D-420D-90D1-AF964FD9BDDF}" dt="2021-01-09T03:12:12.814" v="284"/>
          <ac:picMkLst>
            <pc:docMk/>
            <pc:sldMk cId="1827112856" sldId="268"/>
            <ac:picMk id="9" creationId="{21F494AA-B215-486E-B78C-E9640CD1FF3E}"/>
          </ac:picMkLst>
        </pc:picChg>
        <pc:picChg chg="add del mod">
          <ac:chgData name="郁儒 廖" userId="189a1d031aa848d3" providerId="LiveId" clId="{970BC54B-4A7D-420D-90D1-AF964FD9BDDF}" dt="2021-01-09T03:13:15.710" v="298"/>
          <ac:picMkLst>
            <pc:docMk/>
            <pc:sldMk cId="1827112856" sldId="268"/>
            <ac:picMk id="13" creationId="{2487ADAD-DF70-4506-A8A9-67F15DA950B9}"/>
          </ac:picMkLst>
        </pc:picChg>
      </pc:sldChg>
      <pc:sldChg chg="modSp add del mod">
        <pc:chgData name="郁儒 廖" userId="189a1d031aa848d3" providerId="LiveId" clId="{970BC54B-4A7D-420D-90D1-AF964FD9BDDF}" dt="2021-01-11T08:11:35.543" v="417" actId="47"/>
        <pc:sldMkLst>
          <pc:docMk/>
          <pc:sldMk cId="3114532811" sldId="269"/>
        </pc:sldMkLst>
        <pc:spChg chg="mod">
          <ac:chgData name="郁儒 廖" userId="189a1d031aa848d3" providerId="LiveId" clId="{970BC54B-4A7D-420D-90D1-AF964FD9BDDF}" dt="2021-01-11T08:11:20.847" v="416"/>
          <ac:spMkLst>
            <pc:docMk/>
            <pc:sldMk cId="3114532811" sldId="269"/>
            <ac:spMk id="2" creationId="{F995B4C0-BBEB-48E6-B840-4B52455909A9}"/>
          </ac:spMkLst>
        </pc:spChg>
      </pc:sldChg>
      <pc:sldChg chg="addSp delSp modSp new mod">
        <pc:chgData name="郁儒 廖" userId="189a1d031aa848d3" providerId="LiveId" clId="{970BC54B-4A7D-420D-90D1-AF964FD9BDDF}" dt="2021-01-11T08:23:48.675" v="607" actId="20577"/>
        <pc:sldMkLst>
          <pc:docMk/>
          <pc:sldMk cId="4133931038" sldId="270"/>
        </pc:sldMkLst>
        <pc:spChg chg="mod">
          <ac:chgData name="郁儒 廖" userId="189a1d031aa848d3" providerId="LiveId" clId="{970BC54B-4A7D-420D-90D1-AF964FD9BDDF}" dt="2021-01-11T08:23:48.675" v="607" actId="20577"/>
          <ac:spMkLst>
            <pc:docMk/>
            <pc:sldMk cId="4133931038" sldId="270"/>
            <ac:spMk id="2" creationId="{614FEDEC-50C8-4BD4-BEBF-55A75574C505}"/>
          </ac:spMkLst>
        </pc:spChg>
        <pc:spChg chg="del">
          <ac:chgData name="郁儒 廖" userId="189a1d031aa848d3" providerId="LiveId" clId="{970BC54B-4A7D-420D-90D1-AF964FD9BDDF}" dt="2021-01-09T03:18:47.275" v="307"/>
          <ac:spMkLst>
            <pc:docMk/>
            <pc:sldMk cId="4133931038" sldId="270"/>
            <ac:spMk id="3" creationId="{95A08DD9-3B2A-4BFC-9325-8BAD1CDAD359}"/>
          </ac:spMkLst>
        </pc:spChg>
        <pc:picChg chg="add mod">
          <ac:chgData name="郁儒 廖" userId="189a1d031aa848d3" providerId="LiveId" clId="{970BC54B-4A7D-420D-90D1-AF964FD9BDDF}" dt="2021-01-09T03:19:48.098" v="325" actId="14100"/>
          <ac:picMkLst>
            <pc:docMk/>
            <pc:sldMk cId="4133931038" sldId="270"/>
            <ac:picMk id="4" creationId="{64100E5D-1CF4-4051-84BE-FBA09B74A08F}"/>
          </ac:picMkLst>
        </pc:picChg>
        <pc:picChg chg="add mod">
          <ac:chgData name="郁儒 廖" userId="189a1d031aa848d3" providerId="LiveId" clId="{970BC54B-4A7D-420D-90D1-AF964FD9BDDF}" dt="2021-01-09T03:19:44.002" v="323" actId="1076"/>
          <ac:picMkLst>
            <pc:docMk/>
            <pc:sldMk cId="4133931038" sldId="270"/>
            <ac:picMk id="1026" creationId="{4961CD04-1566-46FF-A481-A0AEB5B82AB8}"/>
          </ac:picMkLst>
        </pc:picChg>
      </pc:sldChg>
      <pc:sldChg chg="addSp modSp add mod">
        <pc:chgData name="郁儒 廖" userId="189a1d031aa848d3" providerId="LiveId" clId="{970BC54B-4A7D-420D-90D1-AF964FD9BDDF}" dt="2021-01-11T08:27:38.396" v="665"/>
        <pc:sldMkLst>
          <pc:docMk/>
          <pc:sldMk cId="2596788604" sldId="271"/>
        </pc:sldMkLst>
        <pc:spChg chg="mod">
          <ac:chgData name="郁儒 廖" userId="189a1d031aa848d3" providerId="LiveId" clId="{970BC54B-4A7D-420D-90D1-AF964FD9BDDF}" dt="2021-01-11T08:27:11.187" v="661" actId="14100"/>
          <ac:spMkLst>
            <pc:docMk/>
            <pc:sldMk cId="2596788604" sldId="271"/>
            <ac:spMk id="6" creationId="{24A925AA-46E4-4FC7-B509-4344F20E4CA6}"/>
          </ac:spMkLst>
        </pc:spChg>
        <pc:picChg chg="mod">
          <ac:chgData name="郁儒 廖" userId="189a1d031aa848d3" providerId="LiveId" clId="{970BC54B-4A7D-420D-90D1-AF964FD9BDDF}" dt="2021-01-11T08:27:05.307" v="659" actId="1076"/>
          <ac:picMkLst>
            <pc:docMk/>
            <pc:sldMk cId="2596788604" sldId="271"/>
            <ac:picMk id="4" creationId="{F188F750-8309-43B3-B456-94AFA491D662}"/>
          </ac:picMkLst>
        </pc:picChg>
        <pc:cxnChg chg="add mod">
          <ac:chgData name="郁儒 廖" userId="189a1d031aa848d3" providerId="LiveId" clId="{970BC54B-4A7D-420D-90D1-AF964FD9BDDF}" dt="2021-01-11T08:27:38.396" v="665"/>
          <ac:cxnSpMkLst>
            <pc:docMk/>
            <pc:sldMk cId="2596788604" sldId="271"/>
            <ac:cxnSpMk id="9" creationId="{86A896C3-58B5-4715-BE4E-3C9DCF6E46EB}"/>
          </ac:cxnSpMkLst>
        </pc:cxnChg>
        <pc:cxnChg chg="add mod">
          <ac:chgData name="郁儒 廖" userId="189a1d031aa848d3" providerId="LiveId" clId="{970BC54B-4A7D-420D-90D1-AF964FD9BDDF}" dt="2021-01-11T08:27:38.396" v="665"/>
          <ac:cxnSpMkLst>
            <pc:docMk/>
            <pc:sldMk cId="2596788604" sldId="271"/>
            <ac:cxnSpMk id="10" creationId="{7B672EB9-406B-4467-BD6D-B205B043E4B4}"/>
          </ac:cxnSpMkLst>
        </pc:cxnChg>
      </pc:sldChg>
      <pc:sldChg chg="modSp add mod">
        <pc:chgData name="郁儒 廖" userId="189a1d031aa848d3" providerId="LiveId" clId="{970BC54B-4A7D-420D-90D1-AF964FD9BDDF}" dt="2021-01-11T16:02:28.514" v="675" actId="1076"/>
        <pc:sldMkLst>
          <pc:docMk/>
          <pc:sldMk cId="3870838388" sldId="272"/>
        </pc:sldMkLst>
        <pc:spChg chg="mod">
          <ac:chgData name="郁儒 廖" userId="189a1d031aa848d3" providerId="LiveId" clId="{970BC54B-4A7D-420D-90D1-AF964FD9BDDF}" dt="2021-01-11T16:00:20.024" v="669" actId="1076"/>
          <ac:spMkLst>
            <pc:docMk/>
            <pc:sldMk cId="3870838388" sldId="272"/>
            <ac:spMk id="5" creationId="{6934092F-29DD-4ABE-BE7B-9BBB0C2D265A}"/>
          </ac:spMkLst>
        </pc:spChg>
        <pc:spChg chg="mod">
          <ac:chgData name="郁儒 廖" userId="189a1d031aa848d3" providerId="LiveId" clId="{970BC54B-4A7D-420D-90D1-AF964FD9BDDF}" dt="2021-01-11T16:02:28.514" v="675" actId="1076"/>
          <ac:spMkLst>
            <pc:docMk/>
            <pc:sldMk cId="3870838388" sldId="272"/>
            <ac:spMk id="6" creationId="{4CC9CEBE-D3E7-4C3B-A45F-4CB72509B850}"/>
          </ac:spMkLst>
        </pc:spChg>
        <pc:picChg chg="mod">
          <ac:chgData name="郁儒 廖" userId="189a1d031aa848d3" providerId="LiveId" clId="{970BC54B-4A7D-420D-90D1-AF964FD9BDDF}" dt="2021-01-11T16:02:25.104" v="674" actId="1076"/>
          <ac:picMkLst>
            <pc:docMk/>
            <pc:sldMk cId="3870838388" sldId="272"/>
            <ac:picMk id="7" creationId="{3FE05B84-399D-448D-BF25-B087273E3BE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BD7385-FBA8-4AE7-B7CE-D36F2FF0ED4E}"/>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E02BA91D-0644-4399-8AF6-623217D844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10B80575-3B81-4D8B-A1E2-2016E26904BC}"/>
              </a:ext>
            </a:extLst>
          </p:cNvPr>
          <p:cNvSpPr>
            <a:spLocks noGrp="1"/>
          </p:cNvSpPr>
          <p:nvPr>
            <p:ph type="dt" sz="half" idx="10"/>
          </p:nvPr>
        </p:nvSpPr>
        <p:spPr/>
        <p:txBody>
          <a:bodyPr/>
          <a:lstStyle/>
          <a:p>
            <a:fld id="{B4CE0C6C-B12F-4B1E-A3F6-30BFAA16BFAE}" type="datetimeFigureOut">
              <a:rPr lang="zh-TW" altLang="en-US" smtClean="0"/>
              <a:t>2021/1/11</a:t>
            </a:fld>
            <a:endParaRPr lang="zh-TW" altLang="en-US"/>
          </a:p>
        </p:txBody>
      </p:sp>
      <p:sp>
        <p:nvSpPr>
          <p:cNvPr id="5" name="頁尾版面配置區 4">
            <a:extLst>
              <a:ext uri="{FF2B5EF4-FFF2-40B4-BE49-F238E27FC236}">
                <a16:creationId xmlns:a16="http://schemas.microsoft.com/office/drawing/2014/main" id="{07BD4155-A424-43CA-BC35-C7212EFD988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92D5BB2-F43E-460B-8335-0D7B13A9E98A}"/>
              </a:ext>
            </a:extLst>
          </p:cNvPr>
          <p:cNvSpPr>
            <a:spLocks noGrp="1"/>
          </p:cNvSpPr>
          <p:nvPr>
            <p:ph type="sldNum" sz="quarter" idx="12"/>
          </p:nvPr>
        </p:nvSpPr>
        <p:spPr/>
        <p:txBody>
          <a:bodyPr/>
          <a:lstStyle/>
          <a:p>
            <a:fld id="{805B5A03-979A-479E-9541-18C5C3D811B4}" type="slidenum">
              <a:rPr lang="zh-TW" altLang="en-US" smtClean="0"/>
              <a:t>‹#›</a:t>
            </a:fld>
            <a:endParaRPr lang="zh-TW" altLang="en-US"/>
          </a:p>
        </p:txBody>
      </p:sp>
    </p:spTree>
    <p:extLst>
      <p:ext uri="{BB962C8B-B14F-4D97-AF65-F5344CB8AC3E}">
        <p14:creationId xmlns:p14="http://schemas.microsoft.com/office/powerpoint/2010/main" val="103685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38870B-9F54-40E6-88E3-7B51B6FFD02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02BDA826-7463-4831-958A-DC67C93FA541}"/>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4E02273-5877-4196-A048-1C8130F7937F}"/>
              </a:ext>
            </a:extLst>
          </p:cNvPr>
          <p:cNvSpPr>
            <a:spLocks noGrp="1"/>
          </p:cNvSpPr>
          <p:nvPr>
            <p:ph type="dt" sz="half" idx="10"/>
          </p:nvPr>
        </p:nvSpPr>
        <p:spPr/>
        <p:txBody>
          <a:bodyPr/>
          <a:lstStyle/>
          <a:p>
            <a:fld id="{B4CE0C6C-B12F-4B1E-A3F6-30BFAA16BFAE}" type="datetimeFigureOut">
              <a:rPr lang="zh-TW" altLang="en-US" smtClean="0"/>
              <a:t>2021/1/11</a:t>
            </a:fld>
            <a:endParaRPr lang="zh-TW" altLang="en-US"/>
          </a:p>
        </p:txBody>
      </p:sp>
      <p:sp>
        <p:nvSpPr>
          <p:cNvPr id="5" name="頁尾版面配置區 4">
            <a:extLst>
              <a:ext uri="{FF2B5EF4-FFF2-40B4-BE49-F238E27FC236}">
                <a16:creationId xmlns:a16="http://schemas.microsoft.com/office/drawing/2014/main" id="{B37E1681-7DD0-4749-B882-816B717C12F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3125284-C59A-46A2-94C9-CD9764F77020}"/>
              </a:ext>
            </a:extLst>
          </p:cNvPr>
          <p:cNvSpPr>
            <a:spLocks noGrp="1"/>
          </p:cNvSpPr>
          <p:nvPr>
            <p:ph type="sldNum" sz="quarter" idx="12"/>
          </p:nvPr>
        </p:nvSpPr>
        <p:spPr/>
        <p:txBody>
          <a:bodyPr/>
          <a:lstStyle/>
          <a:p>
            <a:fld id="{805B5A03-979A-479E-9541-18C5C3D811B4}" type="slidenum">
              <a:rPr lang="zh-TW" altLang="en-US" smtClean="0"/>
              <a:t>‹#›</a:t>
            </a:fld>
            <a:endParaRPr lang="zh-TW" altLang="en-US"/>
          </a:p>
        </p:txBody>
      </p:sp>
    </p:spTree>
    <p:extLst>
      <p:ext uri="{BB962C8B-B14F-4D97-AF65-F5344CB8AC3E}">
        <p14:creationId xmlns:p14="http://schemas.microsoft.com/office/powerpoint/2010/main" val="1025106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957C7E-2FDA-465C-9B82-540A3388D76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D8421A2A-5150-47BF-8F4A-24C1D3733F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40258803-259B-4DE5-B5B3-FC5437A92707}"/>
              </a:ext>
            </a:extLst>
          </p:cNvPr>
          <p:cNvSpPr>
            <a:spLocks noGrp="1"/>
          </p:cNvSpPr>
          <p:nvPr>
            <p:ph type="dt" sz="half" idx="10"/>
          </p:nvPr>
        </p:nvSpPr>
        <p:spPr/>
        <p:txBody>
          <a:bodyPr/>
          <a:lstStyle/>
          <a:p>
            <a:fld id="{B4CE0C6C-B12F-4B1E-A3F6-30BFAA16BFAE}" type="datetimeFigureOut">
              <a:rPr lang="zh-TW" altLang="en-US" smtClean="0"/>
              <a:t>2021/1/11</a:t>
            </a:fld>
            <a:endParaRPr lang="zh-TW" altLang="en-US"/>
          </a:p>
        </p:txBody>
      </p:sp>
      <p:sp>
        <p:nvSpPr>
          <p:cNvPr id="5" name="頁尾版面配置區 4">
            <a:extLst>
              <a:ext uri="{FF2B5EF4-FFF2-40B4-BE49-F238E27FC236}">
                <a16:creationId xmlns:a16="http://schemas.microsoft.com/office/drawing/2014/main" id="{412AE482-8B08-41BA-819D-5D1A5262B93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36A6BB4-19E1-4135-AB9C-FCF6C3633063}"/>
              </a:ext>
            </a:extLst>
          </p:cNvPr>
          <p:cNvSpPr>
            <a:spLocks noGrp="1"/>
          </p:cNvSpPr>
          <p:nvPr>
            <p:ph type="sldNum" sz="quarter" idx="12"/>
          </p:nvPr>
        </p:nvSpPr>
        <p:spPr/>
        <p:txBody>
          <a:bodyPr/>
          <a:lstStyle/>
          <a:p>
            <a:fld id="{805B5A03-979A-479E-9541-18C5C3D811B4}" type="slidenum">
              <a:rPr lang="zh-TW" altLang="en-US" smtClean="0"/>
              <a:t>‹#›</a:t>
            </a:fld>
            <a:endParaRPr lang="zh-TW" altLang="en-US"/>
          </a:p>
        </p:txBody>
      </p:sp>
    </p:spTree>
    <p:extLst>
      <p:ext uri="{BB962C8B-B14F-4D97-AF65-F5344CB8AC3E}">
        <p14:creationId xmlns:p14="http://schemas.microsoft.com/office/powerpoint/2010/main" val="1286432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5F3503-82A1-4636-9526-97C0A4366D5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CD5FD8C3-603C-4F6F-B8DA-1828CB8568F5}"/>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C5097988-5495-43F3-951E-843FAB33A48A}"/>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00F4D180-0E7E-4424-8E23-61D3DC6B87F0}"/>
              </a:ext>
            </a:extLst>
          </p:cNvPr>
          <p:cNvSpPr>
            <a:spLocks noGrp="1"/>
          </p:cNvSpPr>
          <p:nvPr>
            <p:ph type="dt" sz="half" idx="10"/>
          </p:nvPr>
        </p:nvSpPr>
        <p:spPr/>
        <p:txBody>
          <a:bodyPr/>
          <a:lstStyle/>
          <a:p>
            <a:fld id="{B4CE0C6C-B12F-4B1E-A3F6-30BFAA16BFAE}" type="datetimeFigureOut">
              <a:rPr lang="zh-TW" altLang="en-US" smtClean="0"/>
              <a:t>2021/1/11</a:t>
            </a:fld>
            <a:endParaRPr lang="zh-TW" altLang="en-US"/>
          </a:p>
        </p:txBody>
      </p:sp>
      <p:sp>
        <p:nvSpPr>
          <p:cNvPr id="6" name="頁尾版面配置區 5">
            <a:extLst>
              <a:ext uri="{FF2B5EF4-FFF2-40B4-BE49-F238E27FC236}">
                <a16:creationId xmlns:a16="http://schemas.microsoft.com/office/drawing/2014/main" id="{BDCF1C67-81E4-4AA5-8D87-E6D6887FF6A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1377A02-2DA8-4DB3-BBEA-7C2EEF4AB305}"/>
              </a:ext>
            </a:extLst>
          </p:cNvPr>
          <p:cNvSpPr>
            <a:spLocks noGrp="1"/>
          </p:cNvSpPr>
          <p:nvPr>
            <p:ph type="sldNum" sz="quarter" idx="12"/>
          </p:nvPr>
        </p:nvSpPr>
        <p:spPr/>
        <p:txBody>
          <a:bodyPr/>
          <a:lstStyle/>
          <a:p>
            <a:fld id="{805B5A03-979A-479E-9541-18C5C3D811B4}" type="slidenum">
              <a:rPr lang="zh-TW" altLang="en-US" smtClean="0"/>
              <a:t>‹#›</a:t>
            </a:fld>
            <a:endParaRPr lang="zh-TW" altLang="en-US"/>
          </a:p>
        </p:txBody>
      </p:sp>
    </p:spTree>
    <p:extLst>
      <p:ext uri="{BB962C8B-B14F-4D97-AF65-F5344CB8AC3E}">
        <p14:creationId xmlns:p14="http://schemas.microsoft.com/office/powerpoint/2010/main" val="2479689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3E564D-0337-4597-9A95-6E27796C7117}"/>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E57FC8B-44AC-430F-A117-F1C39A953F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14750E75-4B37-4E81-94B8-BCFDF918472E}"/>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9A269748-ED0D-41BE-A36F-A5ECA03094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23399345-A5F7-4B0C-913E-B21E32A300EF}"/>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88BC8E09-198F-4108-B56E-173A77B5C562}"/>
              </a:ext>
            </a:extLst>
          </p:cNvPr>
          <p:cNvSpPr>
            <a:spLocks noGrp="1"/>
          </p:cNvSpPr>
          <p:nvPr>
            <p:ph type="dt" sz="half" idx="10"/>
          </p:nvPr>
        </p:nvSpPr>
        <p:spPr/>
        <p:txBody>
          <a:bodyPr/>
          <a:lstStyle/>
          <a:p>
            <a:fld id="{B4CE0C6C-B12F-4B1E-A3F6-30BFAA16BFAE}" type="datetimeFigureOut">
              <a:rPr lang="zh-TW" altLang="en-US" smtClean="0"/>
              <a:t>2021/1/11</a:t>
            </a:fld>
            <a:endParaRPr lang="zh-TW" altLang="en-US"/>
          </a:p>
        </p:txBody>
      </p:sp>
      <p:sp>
        <p:nvSpPr>
          <p:cNvPr id="8" name="頁尾版面配置區 7">
            <a:extLst>
              <a:ext uri="{FF2B5EF4-FFF2-40B4-BE49-F238E27FC236}">
                <a16:creationId xmlns:a16="http://schemas.microsoft.com/office/drawing/2014/main" id="{C384928A-C47A-4C62-A3CF-F2AD4C61108F}"/>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1FA87FF-23C4-416A-A800-68DDA5996C3C}"/>
              </a:ext>
            </a:extLst>
          </p:cNvPr>
          <p:cNvSpPr>
            <a:spLocks noGrp="1"/>
          </p:cNvSpPr>
          <p:nvPr>
            <p:ph type="sldNum" sz="quarter" idx="12"/>
          </p:nvPr>
        </p:nvSpPr>
        <p:spPr/>
        <p:txBody>
          <a:bodyPr/>
          <a:lstStyle/>
          <a:p>
            <a:fld id="{805B5A03-979A-479E-9541-18C5C3D811B4}" type="slidenum">
              <a:rPr lang="zh-TW" altLang="en-US" smtClean="0"/>
              <a:t>‹#›</a:t>
            </a:fld>
            <a:endParaRPr lang="zh-TW" altLang="en-US"/>
          </a:p>
        </p:txBody>
      </p:sp>
    </p:spTree>
    <p:extLst>
      <p:ext uri="{BB962C8B-B14F-4D97-AF65-F5344CB8AC3E}">
        <p14:creationId xmlns:p14="http://schemas.microsoft.com/office/powerpoint/2010/main" val="85834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3DBEDE-109F-47E6-8AB2-21FD9123E61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5D89F52-FED1-4FCC-A595-54F393ED845E}"/>
              </a:ext>
            </a:extLst>
          </p:cNvPr>
          <p:cNvSpPr>
            <a:spLocks noGrp="1"/>
          </p:cNvSpPr>
          <p:nvPr>
            <p:ph type="dt" sz="half" idx="10"/>
          </p:nvPr>
        </p:nvSpPr>
        <p:spPr/>
        <p:txBody>
          <a:bodyPr/>
          <a:lstStyle/>
          <a:p>
            <a:fld id="{B4CE0C6C-B12F-4B1E-A3F6-30BFAA16BFAE}" type="datetimeFigureOut">
              <a:rPr lang="zh-TW" altLang="en-US" smtClean="0"/>
              <a:t>2021/1/11</a:t>
            </a:fld>
            <a:endParaRPr lang="zh-TW" altLang="en-US"/>
          </a:p>
        </p:txBody>
      </p:sp>
      <p:sp>
        <p:nvSpPr>
          <p:cNvPr id="4" name="頁尾版面配置區 3">
            <a:extLst>
              <a:ext uri="{FF2B5EF4-FFF2-40B4-BE49-F238E27FC236}">
                <a16:creationId xmlns:a16="http://schemas.microsoft.com/office/drawing/2014/main" id="{6D184EC2-57C3-4B83-A5D6-1D1F9522A80F}"/>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9A309DEC-67E0-4DAF-ABBE-0ED74F19B4CD}"/>
              </a:ext>
            </a:extLst>
          </p:cNvPr>
          <p:cNvSpPr>
            <a:spLocks noGrp="1"/>
          </p:cNvSpPr>
          <p:nvPr>
            <p:ph type="sldNum" sz="quarter" idx="12"/>
          </p:nvPr>
        </p:nvSpPr>
        <p:spPr/>
        <p:txBody>
          <a:bodyPr/>
          <a:lstStyle/>
          <a:p>
            <a:fld id="{805B5A03-979A-479E-9541-18C5C3D811B4}" type="slidenum">
              <a:rPr lang="zh-TW" altLang="en-US" smtClean="0"/>
              <a:t>‹#›</a:t>
            </a:fld>
            <a:endParaRPr lang="zh-TW" altLang="en-US"/>
          </a:p>
        </p:txBody>
      </p:sp>
    </p:spTree>
    <p:extLst>
      <p:ext uri="{BB962C8B-B14F-4D97-AF65-F5344CB8AC3E}">
        <p14:creationId xmlns:p14="http://schemas.microsoft.com/office/powerpoint/2010/main" val="819910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39E92ED1-AEF5-436A-BE23-6D16D0D8CD23}"/>
              </a:ext>
            </a:extLst>
          </p:cNvPr>
          <p:cNvSpPr>
            <a:spLocks noGrp="1"/>
          </p:cNvSpPr>
          <p:nvPr>
            <p:ph type="dt" sz="half" idx="10"/>
          </p:nvPr>
        </p:nvSpPr>
        <p:spPr/>
        <p:txBody>
          <a:bodyPr/>
          <a:lstStyle/>
          <a:p>
            <a:fld id="{B4CE0C6C-B12F-4B1E-A3F6-30BFAA16BFAE}" type="datetimeFigureOut">
              <a:rPr lang="zh-TW" altLang="en-US" smtClean="0"/>
              <a:t>2021/1/11</a:t>
            </a:fld>
            <a:endParaRPr lang="zh-TW" altLang="en-US"/>
          </a:p>
        </p:txBody>
      </p:sp>
      <p:sp>
        <p:nvSpPr>
          <p:cNvPr id="3" name="頁尾版面配置區 2">
            <a:extLst>
              <a:ext uri="{FF2B5EF4-FFF2-40B4-BE49-F238E27FC236}">
                <a16:creationId xmlns:a16="http://schemas.microsoft.com/office/drawing/2014/main" id="{B873AEA7-5883-4E30-AC5B-70590493DFCE}"/>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2D1E23BA-D0DC-40AB-A6F6-DDBDA1268D5B}"/>
              </a:ext>
            </a:extLst>
          </p:cNvPr>
          <p:cNvSpPr>
            <a:spLocks noGrp="1"/>
          </p:cNvSpPr>
          <p:nvPr>
            <p:ph type="sldNum" sz="quarter" idx="12"/>
          </p:nvPr>
        </p:nvSpPr>
        <p:spPr/>
        <p:txBody>
          <a:bodyPr/>
          <a:lstStyle/>
          <a:p>
            <a:fld id="{805B5A03-979A-479E-9541-18C5C3D811B4}" type="slidenum">
              <a:rPr lang="zh-TW" altLang="en-US" smtClean="0"/>
              <a:t>‹#›</a:t>
            </a:fld>
            <a:endParaRPr lang="zh-TW" altLang="en-US"/>
          </a:p>
        </p:txBody>
      </p:sp>
    </p:spTree>
    <p:extLst>
      <p:ext uri="{BB962C8B-B14F-4D97-AF65-F5344CB8AC3E}">
        <p14:creationId xmlns:p14="http://schemas.microsoft.com/office/powerpoint/2010/main" val="3901002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697A1C-128A-4885-9E8A-4612AA6AD47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530EBDC4-5DF6-4E35-8FEF-AC88B93F5D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EC8ED854-F8D8-4033-B656-2965A5185D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E0059DE-83CD-458A-B836-C6AC6582673D}"/>
              </a:ext>
            </a:extLst>
          </p:cNvPr>
          <p:cNvSpPr>
            <a:spLocks noGrp="1"/>
          </p:cNvSpPr>
          <p:nvPr>
            <p:ph type="dt" sz="half" idx="10"/>
          </p:nvPr>
        </p:nvSpPr>
        <p:spPr/>
        <p:txBody>
          <a:bodyPr/>
          <a:lstStyle/>
          <a:p>
            <a:fld id="{B4CE0C6C-B12F-4B1E-A3F6-30BFAA16BFAE}" type="datetimeFigureOut">
              <a:rPr lang="zh-TW" altLang="en-US" smtClean="0"/>
              <a:t>2021/1/11</a:t>
            </a:fld>
            <a:endParaRPr lang="zh-TW" altLang="en-US"/>
          </a:p>
        </p:txBody>
      </p:sp>
      <p:sp>
        <p:nvSpPr>
          <p:cNvPr id="6" name="頁尾版面配置區 5">
            <a:extLst>
              <a:ext uri="{FF2B5EF4-FFF2-40B4-BE49-F238E27FC236}">
                <a16:creationId xmlns:a16="http://schemas.microsoft.com/office/drawing/2014/main" id="{57F73B78-2881-44C5-9A6B-4721FBE2F92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94619BE-C41F-49F8-A3BD-38ECDF70152C}"/>
              </a:ext>
            </a:extLst>
          </p:cNvPr>
          <p:cNvSpPr>
            <a:spLocks noGrp="1"/>
          </p:cNvSpPr>
          <p:nvPr>
            <p:ph type="sldNum" sz="quarter" idx="12"/>
          </p:nvPr>
        </p:nvSpPr>
        <p:spPr/>
        <p:txBody>
          <a:bodyPr/>
          <a:lstStyle/>
          <a:p>
            <a:fld id="{805B5A03-979A-479E-9541-18C5C3D811B4}" type="slidenum">
              <a:rPr lang="zh-TW" altLang="en-US" smtClean="0"/>
              <a:t>‹#›</a:t>
            </a:fld>
            <a:endParaRPr lang="zh-TW" altLang="en-US"/>
          </a:p>
        </p:txBody>
      </p:sp>
    </p:spTree>
    <p:extLst>
      <p:ext uri="{BB962C8B-B14F-4D97-AF65-F5344CB8AC3E}">
        <p14:creationId xmlns:p14="http://schemas.microsoft.com/office/powerpoint/2010/main" val="58038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234186-4943-4DD5-AD33-DF86C654543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F0926F44-4A79-4675-9247-85314DC088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FB1AFC56-1999-458A-B197-BE0E996A7B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8C53539-2CC3-4ACC-A968-D0AB48D07E6C}"/>
              </a:ext>
            </a:extLst>
          </p:cNvPr>
          <p:cNvSpPr>
            <a:spLocks noGrp="1"/>
          </p:cNvSpPr>
          <p:nvPr>
            <p:ph type="dt" sz="half" idx="10"/>
          </p:nvPr>
        </p:nvSpPr>
        <p:spPr/>
        <p:txBody>
          <a:bodyPr/>
          <a:lstStyle/>
          <a:p>
            <a:fld id="{B4CE0C6C-B12F-4B1E-A3F6-30BFAA16BFAE}" type="datetimeFigureOut">
              <a:rPr lang="zh-TW" altLang="en-US" smtClean="0"/>
              <a:t>2021/1/11</a:t>
            </a:fld>
            <a:endParaRPr lang="zh-TW" altLang="en-US"/>
          </a:p>
        </p:txBody>
      </p:sp>
      <p:sp>
        <p:nvSpPr>
          <p:cNvPr id="6" name="頁尾版面配置區 5">
            <a:extLst>
              <a:ext uri="{FF2B5EF4-FFF2-40B4-BE49-F238E27FC236}">
                <a16:creationId xmlns:a16="http://schemas.microsoft.com/office/drawing/2014/main" id="{A2180FAD-7780-48A7-9579-AF72F6B0109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0BCEE16-87F2-4C46-9895-310A658726A1}"/>
              </a:ext>
            </a:extLst>
          </p:cNvPr>
          <p:cNvSpPr>
            <a:spLocks noGrp="1"/>
          </p:cNvSpPr>
          <p:nvPr>
            <p:ph type="sldNum" sz="quarter" idx="12"/>
          </p:nvPr>
        </p:nvSpPr>
        <p:spPr/>
        <p:txBody>
          <a:bodyPr/>
          <a:lstStyle/>
          <a:p>
            <a:fld id="{805B5A03-979A-479E-9541-18C5C3D811B4}" type="slidenum">
              <a:rPr lang="zh-TW" altLang="en-US" smtClean="0"/>
              <a:t>‹#›</a:t>
            </a:fld>
            <a:endParaRPr lang="zh-TW" altLang="en-US"/>
          </a:p>
        </p:txBody>
      </p:sp>
    </p:spTree>
    <p:extLst>
      <p:ext uri="{BB962C8B-B14F-4D97-AF65-F5344CB8AC3E}">
        <p14:creationId xmlns:p14="http://schemas.microsoft.com/office/powerpoint/2010/main" val="2634679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866B21-D276-4520-ABE9-14226ED834EC}"/>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61766FFF-34E6-4A15-81D3-49FA1DD8B96E}"/>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D251C90-4B2C-4B3E-B66A-7026C88CDD4C}"/>
              </a:ext>
            </a:extLst>
          </p:cNvPr>
          <p:cNvSpPr>
            <a:spLocks noGrp="1"/>
          </p:cNvSpPr>
          <p:nvPr>
            <p:ph type="dt" sz="half" idx="10"/>
          </p:nvPr>
        </p:nvSpPr>
        <p:spPr/>
        <p:txBody>
          <a:bodyPr/>
          <a:lstStyle/>
          <a:p>
            <a:fld id="{B4CE0C6C-B12F-4B1E-A3F6-30BFAA16BFAE}" type="datetimeFigureOut">
              <a:rPr lang="zh-TW" altLang="en-US" smtClean="0"/>
              <a:t>2021/1/11</a:t>
            </a:fld>
            <a:endParaRPr lang="zh-TW" altLang="en-US"/>
          </a:p>
        </p:txBody>
      </p:sp>
      <p:sp>
        <p:nvSpPr>
          <p:cNvPr id="5" name="頁尾版面配置區 4">
            <a:extLst>
              <a:ext uri="{FF2B5EF4-FFF2-40B4-BE49-F238E27FC236}">
                <a16:creationId xmlns:a16="http://schemas.microsoft.com/office/drawing/2014/main" id="{8E072E4B-ECE9-46F4-AF50-61404AEEE37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EDDD06E-02EE-461D-AA8B-D7D401BF7914}"/>
              </a:ext>
            </a:extLst>
          </p:cNvPr>
          <p:cNvSpPr>
            <a:spLocks noGrp="1"/>
          </p:cNvSpPr>
          <p:nvPr>
            <p:ph type="sldNum" sz="quarter" idx="12"/>
          </p:nvPr>
        </p:nvSpPr>
        <p:spPr/>
        <p:txBody>
          <a:bodyPr/>
          <a:lstStyle/>
          <a:p>
            <a:fld id="{805B5A03-979A-479E-9541-18C5C3D811B4}" type="slidenum">
              <a:rPr lang="zh-TW" altLang="en-US" smtClean="0"/>
              <a:t>‹#›</a:t>
            </a:fld>
            <a:endParaRPr lang="zh-TW" altLang="en-US"/>
          </a:p>
        </p:txBody>
      </p:sp>
    </p:spTree>
    <p:extLst>
      <p:ext uri="{BB962C8B-B14F-4D97-AF65-F5344CB8AC3E}">
        <p14:creationId xmlns:p14="http://schemas.microsoft.com/office/powerpoint/2010/main" val="2475694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19CC1662-7918-4CDC-BC77-D6FBCC86F691}"/>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DF6C076E-10CD-482F-89CA-568A9FBE893E}"/>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BBE8309-56FB-43B1-8410-45DAF73B16EE}"/>
              </a:ext>
            </a:extLst>
          </p:cNvPr>
          <p:cNvSpPr>
            <a:spLocks noGrp="1"/>
          </p:cNvSpPr>
          <p:nvPr>
            <p:ph type="dt" sz="half" idx="10"/>
          </p:nvPr>
        </p:nvSpPr>
        <p:spPr/>
        <p:txBody>
          <a:bodyPr/>
          <a:lstStyle/>
          <a:p>
            <a:fld id="{B4CE0C6C-B12F-4B1E-A3F6-30BFAA16BFAE}" type="datetimeFigureOut">
              <a:rPr lang="zh-TW" altLang="en-US" smtClean="0"/>
              <a:t>2021/1/11</a:t>
            </a:fld>
            <a:endParaRPr lang="zh-TW" altLang="en-US"/>
          </a:p>
        </p:txBody>
      </p:sp>
      <p:sp>
        <p:nvSpPr>
          <p:cNvPr id="5" name="頁尾版面配置區 4">
            <a:extLst>
              <a:ext uri="{FF2B5EF4-FFF2-40B4-BE49-F238E27FC236}">
                <a16:creationId xmlns:a16="http://schemas.microsoft.com/office/drawing/2014/main" id="{30B2F24D-AEA1-4C0E-A633-BD35522FB24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EC94DA3-019E-4E23-A40A-AFB613274822}"/>
              </a:ext>
            </a:extLst>
          </p:cNvPr>
          <p:cNvSpPr>
            <a:spLocks noGrp="1"/>
          </p:cNvSpPr>
          <p:nvPr>
            <p:ph type="sldNum" sz="quarter" idx="12"/>
          </p:nvPr>
        </p:nvSpPr>
        <p:spPr/>
        <p:txBody>
          <a:bodyPr/>
          <a:lstStyle/>
          <a:p>
            <a:fld id="{805B5A03-979A-479E-9541-18C5C3D811B4}" type="slidenum">
              <a:rPr lang="zh-TW" altLang="en-US" smtClean="0"/>
              <a:t>‹#›</a:t>
            </a:fld>
            <a:endParaRPr lang="zh-TW" altLang="en-US"/>
          </a:p>
        </p:txBody>
      </p:sp>
    </p:spTree>
    <p:extLst>
      <p:ext uri="{BB962C8B-B14F-4D97-AF65-F5344CB8AC3E}">
        <p14:creationId xmlns:p14="http://schemas.microsoft.com/office/powerpoint/2010/main" val="1339564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68C0FD4D-423C-4E43-BAD1-1ADC702B18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108E2618-CA08-4277-B1B3-A2BC8FD652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1F9CCBB-41DD-4DA5-BAA2-30A82C0CFE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CE0C6C-B12F-4B1E-A3F6-30BFAA16BFAE}" type="datetimeFigureOut">
              <a:rPr lang="zh-TW" altLang="en-US" smtClean="0"/>
              <a:t>2021/1/11</a:t>
            </a:fld>
            <a:endParaRPr lang="zh-TW" altLang="en-US"/>
          </a:p>
        </p:txBody>
      </p:sp>
      <p:sp>
        <p:nvSpPr>
          <p:cNvPr id="5" name="頁尾版面配置區 4">
            <a:extLst>
              <a:ext uri="{FF2B5EF4-FFF2-40B4-BE49-F238E27FC236}">
                <a16:creationId xmlns:a16="http://schemas.microsoft.com/office/drawing/2014/main" id="{B447E23E-2111-48CC-8D0E-BCDA0F66BE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8F1EB7ED-4679-4992-8D0F-D25CFC8EEB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5B5A03-979A-479E-9541-18C5C3D811B4}" type="slidenum">
              <a:rPr lang="zh-TW" altLang="en-US" smtClean="0"/>
              <a:t>‹#›</a:t>
            </a:fld>
            <a:endParaRPr lang="zh-TW" altLang="en-US"/>
          </a:p>
        </p:txBody>
      </p:sp>
    </p:spTree>
    <p:extLst>
      <p:ext uri="{BB962C8B-B14F-4D97-AF65-F5344CB8AC3E}">
        <p14:creationId xmlns:p14="http://schemas.microsoft.com/office/powerpoint/2010/main" val="37481543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EA8A6D-34BC-4486-A555-9B8822350037}"/>
              </a:ext>
            </a:extLst>
          </p:cNvPr>
          <p:cNvSpPr>
            <a:spLocks noGrp="1"/>
          </p:cNvSpPr>
          <p:nvPr>
            <p:ph type="ctrTitle"/>
          </p:nvPr>
        </p:nvSpPr>
        <p:spPr>
          <a:xfrm>
            <a:off x="1524000" y="1030084"/>
            <a:ext cx="9144000" cy="2387600"/>
          </a:xfrm>
        </p:spPr>
        <p:txBody>
          <a:bodyPr>
            <a:normAutofit fontScale="90000"/>
          </a:bodyPr>
          <a:lstStyle/>
          <a:p>
            <a:r>
              <a:rPr lang="en-US" altLang="zh-TW" sz="4000" i="0" dirty="0">
                <a:solidFill>
                  <a:srgbClr val="333333"/>
                </a:solidFill>
                <a:effectLst/>
                <a:latin typeface="Times New Roman" panose="02020603050405020304" pitchFamily="18" charset="0"/>
                <a:cs typeface="Times New Roman" panose="02020603050405020304" pitchFamily="18" charset="0"/>
              </a:rPr>
              <a:t>Quick-MLCS: a new algorithm for the multiple longest common subsequence problem</a:t>
            </a:r>
            <a:br>
              <a:rPr lang="en-US" altLang="zh-TW" sz="4000" i="0" dirty="0">
                <a:solidFill>
                  <a:srgbClr val="333333"/>
                </a:solidFill>
                <a:effectLst/>
                <a:latin typeface="Times New Roman" panose="02020603050405020304" pitchFamily="18" charset="0"/>
                <a:cs typeface="Times New Roman" panose="02020603050405020304" pitchFamily="18" charset="0"/>
              </a:rPr>
            </a:br>
            <a:r>
              <a:rPr lang="en-US" altLang="zh-TW" sz="2000" i="0" dirty="0">
                <a:effectLst/>
                <a:latin typeface="Times New Roman" panose="02020603050405020304" pitchFamily="18" charset="0"/>
                <a:cs typeface="Times New Roman" panose="02020603050405020304" pitchFamily="18" charset="0"/>
              </a:rPr>
              <a:t>Majid </a:t>
            </a:r>
            <a:r>
              <a:rPr lang="en-US" altLang="zh-TW" sz="2000" i="0" dirty="0" err="1">
                <a:effectLst/>
                <a:latin typeface="Times New Roman" panose="02020603050405020304" pitchFamily="18" charset="0"/>
                <a:cs typeface="Times New Roman" panose="02020603050405020304" pitchFamily="18" charset="0"/>
              </a:rPr>
              <a:t>Sazvar</a:t>
            </a:r>
            <a:r>
              <a:rPr lang="en-US" altLang="zh-TW" sz="2000" i="0" dirty="0">
                <a:effectLst/>
                <a:latin typeface="Times New Roman" panose="02020603050405020304" pitchFamily="18" charset="0"/>
                <a:cs typeface="Times New Roman" panose="02020603050405020304" pitchFamily="18" charset="0"/>
              </a:rPr>
              <a:t>, Mahmoud </a:t>
            </a:r>
            <a:r>
              <a:rPr lang="en-US" altLang="zh-TW" sz="2000" i="0" dirty="0" err="1">
                <a:effectLst/>
                <a:latin typeface="Times New Roman" panose="02020603050405020304" pitchFamily="18" charset="0"/>
                <a:cs typeface="Times New Roman" panose="02020603050405020304" pitchFamily="18" charset="0"/>
              </a:rPr>
              <a:t>Naghibzadeh</a:t>
            </a:r>
            <a:r>
              <a:rPr lang="en-US" altLang="zh-TW" sz="2000" i="0" dirty="0">
                <a:effectLst/>
                <a:latin typeface="Times New Roman" panose="02020603050405020304" pitchFamily="18" charset="0"/>
                <a:cs typeface="Times New Roman" panose="02020603050405020304" pitchFamily="18" charset="0"/>
              </a:rPr>
              <a:t>, </a:t>
            </a:r>
            <a:r>
              <a:rPr lang="en-US" altLang="zh-TW" sz="2000" i="0" dirty="0" err="1">
                <a:effectLst/>
                <a:latin typeface="Times New Roman" panose="02020603050405020304" pitchFamily="18" charset="0"/>
                <a:cs typeface="Times New Roman" panose="02020603050405020304" pitchFamily="18" charset="0"/>
              </a:rPr>
              <a:t>Nayyereh</a:t>
            </a:r>
            <a:r>
              <a:rPr lang="en-US" altLang="zh-TW" sz="2000" i="0" dirty="0">
                <a:effectLst/>
                <a:latin typeface="Times New Roman" panose="02020603050405020304" pitchFamily="18" charset="0"/>
                <a:cs typeface="Times New Roman" panose="02020603050405020304" pitchFamily="18" charset="0"/>
              </a:rPr>
              <a:t> </a:t>
            </a:r>
            <a:r>
              <a:rPr lang="en-US" altLang="zh-TW" sz="2000" i="0" dirty="0" err="1">
                <a:effectLst/>
                <a:latin typeface="Times New Roman" panose="02020603050405020304" pitchFamily="18" charset="0"/>
                <a:cs typeface="Times New Roman" panose="02020603050405020304" pitchFamily="18" charset="0"/>
              </a:rPr>
              <a:t>Saadati</a:t>
            </a:r>
            <a:br>
              <a:rPr lang="en-US" altLang="zh-TW" sz="2000" i="0" dirty="0">
                <a:effectLst/>
                <a:latin typeface="Times New Roman" panose="02020603050405020304" pitchFamily="18" charset="0"/>
                <a:cs typeface="Times New Roman" panose="02020603050405020304" pitchFamily="18" charset="0"/>
              </a:rPr>
            </a:br>
            <a:r>
              <a:rPr lang="en-US" altLang="zh-TW" sz="4000" b="1" i="0" dirty="0">
                <a:solidFill>
                  <a:srgbClr val="333333"/>
                </a:solidFill>
                <a:effectLst/>
                <a:latin typeface="Times New Roman" panose="02020603050405020304" pitchFamily="18" charset="0"/>
                <a:cs typeface="Times New Roman" panose="02020603050405020304" pitchFamily="18" charset="0"/>
              </a:rPr>
              <a:t> </a:t>
            </a:r>
            <a:endParaRPr lang="zh-TW" altLang="en-US" sz="40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A7A0CA79-BEDB-4938-AFF3-07C54C69A8F3}"/>
              </a:ext>
            </a:extLst>
          </p:cNvPr>
          <p:cNvSpPr>
            <a:spLocks noGrp="1"/>
          </p:cNvSpPr>
          <p:nvPr>
            <p:ph type="subTitle" idx="1"/>
          </p:nvPr>
        </p:nvSpPr>
        <p:spPr>
          <a:xfrm>
            <a:off x="1524000" y="3602038"/>
            <a:ext cx="9144000" cy="1062241"/>
          </a:xfrm>
        </p:spPr>
        <p:txBody>
          <a:bodyPr>
            <a:normAutofit/>
          </a:bodyPr>
          <a:lstStyle/>
          <a:p>
            <a:r>
              <a:rPr lang="en-US" altLang="zh-TW" sz="1800" dirty="0">
                <a:solidFill>
                  <a:srgbClr val="333333"/>
                </a:solidFill>
                <a:latin typeface="Times New Roman" panose="02020603050405020304" pitchFamily="18" charset="0"/>
                <a:ea typeface="+mj-ea"/>
                <a:cs typeface="Times New Roman" panose="02020603050405020304" pitchFamily="18" charset="0"/>
              </a:rPr>
              <a:t>Proceedings of the Fifth International C* Conference on Computer Science and Software Engineering,</a:t>
            </a:r>
            <a:r>
              <a:rPr lang="zh-TW" altLang="en-US" sz="1800" dirty="0">
                <a:solidFill>
                  <a:srgbClr val="333333"/>
                </a:solidFill>
                <a:latin typeface="Times New Roman" panose="02020603050405020304" pitchFamily="18" charset="0"/>
                <a:ea typeface="+mj-ea"/>
                <a:cs typeface="Times New Roman" panose="02020603050405020304" pitchFamily="18" charset="0"/>
              </a:rPr>
              <a:t> </a:t>
            </a:r>
            <a:r>
              <a:rPr lang="en-US" altLang="zh-TW" sz="1800" dirty="0">
                <a:solidFill>
                  <a:srgbClr val="333333"/>
                </a:solidFill>
                <a:latin typeface="Times New Roman" panose="02020603050405020304" pitchFamily="18" charset="0"/>
                <a:ea typeface="+mj-ea"/>
                <a:cs typeface="Times New Roman" panose="02020603050405020304" pitchFamily="18" charset="0"/>
              </a:rPr>
              <a:t>June 2012, Pages 61–66</a:t>
            </a:r>
          </a:p>
          <a:p>
            <a:endParaRPr lang="zh-TW" altLang="en-US" sz="2000" u="sng" dirty="0"/>
          </a:p>
        </p:txBody>
      </p:sp>
      <p:sp>
        <p:nvSpPr>
          <p:cNvPr id="4" name="副標題 2">
            <a:extLst>
              <a:ext uri="{FF2B5EF4-FFF2-40B4-BE49-F238E27FC236}">
                <a16:creationId xmlns:a16="http://schemas.microsoft.com/office/drawing/2014/main" id="{68B0350C-A48B-4EEC-9FF5-A19C5972911C}"/>
              </a:ext>
            </a:extLst>
          </p:cNvPr>
          <p:cNvSpPr txBox="1">
            <a:spLocks/>
          </p:cNvSpPr>
          <p:nvPr/>
        </p:nvSpPr>
        <p:spPr>
          <a:xfrm>
            <a:off x="8783273" y="5308917"/>
            <a:ext cx="2471956" cy="820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1600" dirty="0">
                <a:latin typeface="微軟正黑體" pitchFamily="34" charset="-120"/>
                <a:ea typeface="微軟正黑體" pitchFamily="34" charset="-120"/>
              </a:rPr>
              <a:t>Presenter :</a:t>
            </a:r>
            <a:r>
              <a:rPr lang="zh-TW" altLang="en-US" sz="1600" dirty="0">
                <a:latin typeface="微軟正黑體" pitchFamily="34" charset="-120"/>
                <a:ea typeface="微軟正黑體" pitchFamily="34" charset="-120"/>
              </a:rPr>
              <a:t> </a:t>
            </a:r>
            <a:r>
              <a:rPr lang="en-US" altLang="zh-TW" sz="1600" dirty="0"/>
              <a:t>Yu-Ju, Liao</a:t>
            </a:r>
          </a:p>
          <a:p>
            <a:r>
              <a:rPr lang="en-US" altLang="zh-TW" sz="1600" dirty="0">
                <a:latin typeface="微軟正黑體" pitchFamily="34" charset="-120"/>
                <a:ea typeface="微軟正黑體" pitchFamily="34" charset="-120"/>
              </a:rPr>
              <a:t>Date :</a:t>
            </a:r>
            <a:r>
              <a:rPr lang="zh-TW" altLang="en-US" sz="1600" dirty="0">
                <a:latin typeface="微軟正黑體" pitchFamily="34" charset="-120"/>
                <a:ea typeface="微軟正黑體" pitchFamily="34" charset="-120"/>
              </a:rPr>
              <a:t> </a:t>
            </a:r>
            <a:r>
              <a:rPr lang="en-US" altLang="zh-TW" sz="1600" dirty="0">
                <a:latin typeface="微軟正黑體" pitchFamily="34" charset="-120"/>
                <a:ea typeface="微軟正黑體" pitchFamily="34" charset="-120"/>
              </a:rPr>
              <a:t>Jan. </a:t>
            </a:r>
            <a:r>
              <a:rPr lang="en-US" altLang="zh-TW" sz="1600" dirty="0">
                <a:latin typeface="Times New Roman" panose="02020603050405020304" pitchFamily="18" charset="0"/>
                <a:cs typeface="Times New Roman" panose="02020603050405020304" pitchFamily="18" charset="0"/>
              </a:rPr>
              <a:t>12, 2021</a:t>
            </a:r>
            <a:endParaRPr lang="zh-TW" altLang="en-US" sz="1600" dirty="0"/>
          </a:p>
        </p:txBody>
      </p:sp>
    </p:spTree>
    <p:extLst>
      <p:ext uri="{BB962C8B-B14F-4D97-AF65-F5344CB8AC3E}">
        <p14:creationId xmlns:p14="http://schemas.microsoft.com/office/powerpoint/2010/main" val="1441360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1294F88-8F8C-4C49-8612-72777F0DE18C}"/>
              </a:ext>
            </a:extLst>
          </p:cNvPr>
          <p:cNvSpPr>
            <a:spLocks noGrp="1"/>
          </p:cNvSpPr>
          <p:nvPr>
            <p:ph type="title"/>
          </p:nvPr>
        </p:nvSpPr>
        <p:spPr>
          <a:xfrm>
            <a:off x="838200" y="205734"/>
            <a:ext cx="10515600" cy="1102949"/>
          </a:xfrm>
        </p:spPr>
        <p:txBody>
          <a:bodyPr>
            <a:normAutofit/>
          </a:bodyPr>
          <a:lstStyle/>
          <a:p>
            <a:pPr algn="l"/>
            <a:r>
              <a:rPr lang="en-US" altLang="zh-TW" sz="4000" dirty="0">
                <a:solidFill>
                  <a:srgbClr val="333333"/>
                </a:solidFill>
                <a:effectLst/>
                <a:latin typeface="Times New Roman" panose="02020603050405020304" pitchFamily="18" charset="0"/>
                <a:cs typeface="Times New Roman" panose="02020603050405020304" pitchFamily="18" charset="0"/>
              </a:rPr>
              <a:t>Abstract</a:t>
            </a:r>
          </a:p>
        </p:txBody>
      </p:sp>
      <p:sp>
        <p:nvSpPr>
          <p:cNvPr id="3" name="內容版面配置區 2">
            <a:extLst>
              <a:ext uri="{FF2B5EF4-FFF2-40B4-BE49-F238E27FC236}">
                <a16:creationId xmlns:a16="http://schemas.microsoft.com/office/drawing/2014/main" id="{8E99CBD8-2A88-4006-B810-5BB324623D3C}"/>
              </a:ext>
            </a:extLst>
          </p:cNvPr>
          <p:cNvSpPr>
            <a:spLocks noGrp="1"/>
          </p:cNvSpPr>
          <p:nvPr>
            <p:ph idx="1"/>
          </p:nvPr>
        </p:nvSpPr>
        <p:spPr>
          <a:xfrm>
            <a:off x="838200" y="1422953"/>
            <a:ext cx="10805719" cy="4351338"/>
          </a:xfrm>
        </p:spPr>
        <p:txBody>
          <a:bodyPr>
            <a:noAutofit/>
          </a:bodyPr>
          <a:lstStyle/>
          <a:p>
            <a:pPr marL="0" indent="0">
              <a:buNone/>
            </a:pPr>
            <a:r>
              <a:rPr lang="en-US" altLang="zh-TW" sz="2700" b="0" i="0" dirty="0">
                <a:solidFill>
                  <a:srgbClr val="333333"/>
                </a:solidFill>
                <a:effectLst/>
                <a:latin typeface="Times New Roman" panose="02020603050405020304" pitchFamily="18" charset="0"/>
                <a:cs typeface="Times New Roman" panose="02020603050405020304" pitchFamily="18" charset="0"/>
              </a:rPr>
              <a:t>Finding the longest common subsequence (LCS) of multiple strings is a well-known problem that has many applications in various fields, such as computational biology and computational genomics. This problem has been studied by a number of researchers and over the years, its complexity has been improved from various aspects. This paper presents a new algorithm for the general case of multiple LCS (MLCS) which is based on one of the fastest existing algorithms. The proposed algorithm is founded on the dominant point approach and uses a linear sorting technique to minimize the dominant points set. The main idea is that, after linearly sorting dominant points, a one-pass linear algorithm can minimize the dominant points set. The results of theoretical and experimental evaluations indicate that the efficiency of the newly proposed algorithm in different scenarios is better than the fastest existing algorithm.</a:t>
            </a:r>
            <a:endParaRPr lang="zh-TW" altLang="en-US" sz="2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4911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E5A977C-C4D9-4517-8B17-D7F7691B59F8}"/>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D</a:t>
            </a:r>
            <a:r>
              <a:rPr lang="en-US" altLang="zh-TW" sz="4000" baseline="30000" dirty="0">
                <a:latin typeface="Times New Roman" panose="02020603050405020304" pitchFamily="18" charset="0"/>
                <a:cs typeface="Times New Roman" panose="02020603050405020304" pitchFamily="18" charset="0"/>
              </a:rPr>
              <a:t>k</a:t>
            </a:r>
            <a:endParaRPr lang="zh-TW" altLang="en-US" sz="4000" baseline="30000" dirty="0">
              <a:latin typeface="Times New Roman" panose="02020603050405020304" pitchFamily="18" charset="0"/>
              <a:cs typeface="Times New Roman" panose="02020603050405020304" pitchFamily="18" charset="0"/>
            </a:endParaRPr>
          </a:p>
        </p:txBody>
      </p:sp>
      <p:pic>
        <p:nvPicPr>
          <p:cNvPr id="4" name="內容版面配置區 3">
            <a:extLst>
              <a:ext uri="{FF2B5EF4-FFF2-40B4-BE49-F238E27FC236}">
                <a16:creationId xmlns:a16="http://schemas.microsoft.com/office/drawing/2014/main" id="{4407533E-9502-4AB3-BA46-2D8F7839AC9C}"/>
              </a:ext>
            </a:extLst>
          </p:cNvPr>
          <p:cNvPicPr>
            <a:picLocks noGrp="1" noChangeAspect="1"/>
          </p:cNvPicPr>
          <p:nvPr>
            <p:ph idx="1"/>
          </p:nvPr>
        </p:nvPicPr>
        <p:blipFill>
          <a:blip r:embed="rId2"/>
          <a:stretch>
            <a:fillRect/>
          </a:stretch>
        </p:blipFill>
        <p:spPr>
          <a:xfrm>
            <a:off x="3154086" y="1358725"/>
            <a:ext cx="4563786" cy="4781109"/>
          </a:xfrm>
          <a:prstGeom prst="rect">
            <a:avLst/>
          </a:prstGeom>
        </p:spPr>
      </p:pic>
      <p:sp>
        <p:nvSpPr>
          <p:cNvPr id="3" name="文字方塊 2">
            <a:extLst>
              <a:ext uri="{FF2B5EF4-FFF2-40B4-BE49-F238E27FC236}">
                <a16:creationId xmlns:a16="http://schemas.microsoft.com/office/drawing/2014/main" id="{12BB57F7-4906-48AF-A721-D0FF609FED6C}"/>
              </a:ext>
            </a:extLst>
          </p:cNvPr>
          <p:cNvSpPr txBox="1"/>
          <p:nvPr/>
        </p:nvSpPr>
        <p:spPr>
          <a:xfrm>
            <a:off x="3533878" y="6211378"/>
            <a:ext cx="520118" cy="461665"/>
          </a:xfrm>
          <a:prstGeom prst="rect">
            <a:avLst/>
          </a:prstGeom>
          <a:noFill/>
        </p:spPr>
        <p:txBody>
          <a:bodyPr wrap="square" rtlCol="0">
            <a:spAutoFit/>
          </a:bodyPr>
          <a:lstStyle/>
          <a:p>
            <a:r>
              <a:rPr lang="en-US" altLang="zh-TW" sz="2400" dirty="0"/>
              <a:t>D</a:t>
            </a:r>
            <a:r>
              <a:rPr lang="en-US" altLang="zh-TW" sz="2400" baseline="30000" dirty="0"/>
              <a:t>0</a:t>
            </a:r>
            <a:endParaRPr lang="zh-TW" altLang="en-US" sz="2400" baseline="30000" dirty="0"/>
          </a:p>
        </p:txBody>
      </p:sp>
      <p:sp>
        <p:nvSpPr>
          <p:cNvPr id="5" name="文字方塊 4">
            <a:extLst>
              <a:ext uri="{FF2B5EF4-FFF2-40B4-BE49-F238E27FC236}">
                <a16:creationId xmlns:a16="http://schemas.microsoft.com/office/drawing/2014/main" id="{F2775B79-ACD2-444F-8274-F3BF402C9BA3}"/>
              </a:ext>
            </a:extLst>
          </p:cNvPr>
          <p:cNvSpPr txBox="1"/>
          <p:nvPr/>
        </p:nvSpPr>
        <p:spPr>
          <a:xfrm>
            <a:off x="4090692" y="6211432"/>
            <a:ext cx="520118" cy="461665"/>
          </a:xfrm>
          <a:prstGeom prst="rect">
            <a:avLst/>
          </a:prstGeom>
          <a:noFill/>
        </p:spPr>
        <p:txBody>
          <a:bodyPr wrap="square" rtlCol="0">
            <a:spAutoFit/>
          </a:bodyPr>
          <a:lstStyle/>
          <a:p>
            <a:r>
              <a:rPr lang="en-US" altLang="zh-TW" sz="2400" dirty="0"/>
              <a:t>D</a:t>
            </a:r>
            <a:r>
              <a:rPr lang="en-US" altLang="zh-TW" sz="2400" baseline="30000" dirty="0"/>
              <a:t>1</a:t>
            </a:r>
            <a:endParaRPr lang="zh-TW" altLang="en-US" sz="2400" baseline="30000" dirty="0"/>
          </a:p>
        </p:txBody>
      </p:sp>
      <p:sp>
        <p:nvSpPr>
          <p:cNvPr id="6" name="文字方塊 5">
            <a:extLst>
              <a:ext uri="{FF2B5EF4-FFF2-40B4-BE49-F238E27FC236}">
                <a16:creationId xmlns:a16="http://schemas.microsoft.com/office/drawing/2014/main" id="{D9364255-9DA1-4F45-BBB7-89312925DC8E}"/>
              </a:ext>
            </a:extLst>
          </p:cNvPr>
          <p:cNvSpPr txBox="1"/>
          <p:nvPr/>
        </p:nvSpPr>
        <p:spPr>
          <a:xfrm>
            <a:off x="4587741" y="6211378"/>
            <a:ext cx="520118" cy="461665"/>
          </a:xfrm>
          <a:prstGeom prst="rect">
            <a:avLst/>
          </a:prstGeom>
          <a:noFill/>
        </p:spPr>
        <p:txBody>
          <a:bodyPr wrap="square" rtlCol="0">
            <a:spAutoFit/>
          </a:bodyPr>
          <a:lstStyle/>
          <a:p>
            <a:r>
              <a:rPr lang="en-US" altLang="zh-TW" sz="2400" dirty="0"/>
              <a:t>D</a:t>
            </a:r>
            <a:r>
              <a:rPr lang="en-US" altLang="zh-TW" sz="2400" baseline="30000" dirty="0"/>
              <a:t>2</a:t>
            </a:r>
            <a:endParaRPr lang="zh-TW" altLang="en-US" sz="2400" baseline="30000" dirty="0"/>
          </a:p>
        </p:txBody>
      </p:sp>
      <p:sp>
        <p:nvSpPr>
          <p:cNvPr id="7" name="文字方塊 6">
            <a:extLst>
              <a:ext uri="{FF2B5EF4-FFF2-40B4-BE49-F238E27FC236}">
                <a16:creationId xmlns:a16="http://schemas.microsoft.com/office/drawing/2014/main" id="{196905AE-D394-4BCB-88A9-09EEBFC5610B}"/>
              </a:ext>
            </a:extLst>
          </p:cNvPr>
          <p:cNvSpPr txBox="1"/>
          <p:nvPr/>
        </p:nvSpPr>
        <p:spPr>
          <a:xfrm>
            <a:off x="5625180" y="6211378"/>
            <a:ext cx="520118" cy="461665"/>
          </a:xfrm>
          <a:prstGeom prst="rect">
            <a:avLst/>
          </a:prstGeom>
          <a:noFill/>
        </p:spPr>
        <p:txBody>
          <a:bodyPr wrap="square" rtlCol="0">
            <a:spAutoFit/>
          </a:bodyPr>
          <a:lstStyle/>
          <a:p>
            <a:r>
              <a:rPr lang="en-US" altLang="zh-TW" sz="2400" dirty="0"/>
              <a:t>D</a:t>
            </a:r>
            <a:r>
              <a:rPr lang="en-US" altLang="zh-TW" sz="2400" baseline="30000" dirty="0"/>
              <a:t>3</a:t>
            </a:r>
            <a:endParaRPr lang="zh-TW" altLang="en-US" sz="2400" baseline="30000" dirty="0"/>
          </a:p>
        </p:txBody>
      </p:sp>
      <p:sp>
        <p:nvSpPr>
          <p:cNvPr id="8" name="文字方塊 7">
            <a:extLst>
              <a:ext uri="{FF2B5EF4-FFF2-40B4-BE49-F238E27FC236}">
                <a16:creationId xmlns:a16="http://schemas.microsoft.com/office/drawing/2014/main" id="{29259B9B-85A8-447A-AE4D-CCD91B413014}"/>
              </a:ext>
            </a:extLst>
          </p:cNvPr>
          <p:cNvSpPr txBox="1"/>
          <p:nvPr/>
        </p:nvSpPr>
        <p:spPr>
          <a:xfrm>
            <a:off x="6983475" y="6211378"/>
            <a:ext cx="520118" cy="461665"/>
          </a:xfrm>
          <a:prstGeom prst="rect">
            <a:avLst/>
          </a:prstGeom>
          <a:noFill/>
        </p:spPr>
        <p:txBody>
          <a:bodyPr wrap="square" rtlCol="0">
            <a:spAutoFit/>
          </a:bodyPr>
          <a:lstStyle/>
          <a:p>
            <a:r>
              <a:rPr lang="en-US" altLang="zh-TW" sz="2400" dirty="0"/>
              <a:t>D</a:t>
            </a:r>
            <a:r>
              <a:rPr lang="en-US" altLang="zh-TW" sz="2400" baseline="30000" dirty="0"/>
              <a:t>4</a:t>
            </a:r>
            <a:endParaRPr lang="zh-TW" altLang="en-US" sz="2400" baseline="30000" dirty="0"/>
          </a:p>
        </p:txBody>
      </p:sp>
      <p:sp>
        <p:nvSpPr>
          <p:cNvPr id="9" name="橢圓 8">
            <a:extLst>
              <a:ext uri="{FF2B5EF4-FFF2-40B4-BE49-F238E27FC236}">
                <a16:creationId xmlns:a16="http://schemas.microsoft.com/office/drawing/2014/main" id="{DF93F610-16F7-48A3-9EA1-62219F4EB1BE}"/>
              </a:ext>
            </a:extLst>
          </p:cNvPr>
          <p:cNvSpPr/>
          <p:nvPr/>
        </p:nvSpPr>
        <p:spPr>
          <a:xfrm>
            <a:off x="3533878" y="1859798"/>
            <a:ext cx="414993" cy="402672"/>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874922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95B4C0-BBEB-48E6-B840-4B52455909A9}"/>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Successor Table</a:t>
            </a:r>
            <a:endParaRPr lang="zh-TW" altLang="en-US" sz="4000" dirty="0">
              <a:latin typeface="Times New Roman" panose="02020603050405020304" pitchFamily="18" charset="0"/>
              <a:cs typeface="Times New Roman" panose="02020603050405020304" pitchFamily="18" charset="0"/>
            </a:endParaRPr>
          </a:p>
        </p:txBody>
      </p:sp>
      <p:pic>
        <p:nvPicPr>
          <p:cNvPr id="1026" name="Picture 2" descr="Figure 4. The successor matrix T for two sequences a = CTTAGCA and b = ACAGTAG">
            <a:extLst>
              <a:ext uri="{FF2B5EF4-FFF2-40B4-BE49-F238E27FC236}">
                <a16:creationId xmlns:a16="http://schemas.microsoft.com/office/drawing/2014/main" id="{A905480B-D009-46D5-9410-5B3824F7BD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8816" y="2067033"/>
            <a:ext cx="8492805" cy="3445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2317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Figure 4. The successor matrix T for two sequences a = CTTAGCA and b = ACAGTAG">
            <a:extLst>
              <a:ext uri="{FF2B5EF4-FFF2-40B4-BE49-F238E27FC236}">
                <a16:creationId xmlns:a16="http://schemas.microsoft.com/office/drawing/2014/main" id="{AF818941-A03A-4739-91C2-B571BB4E3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8816" y="2067033"/>
            <a:ext cx="8492805" cy="3445652"/>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F995B4C0-BBEB-48E6-B840-4B52455909A9}"/>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Successor Table</a:t>
            </a:r>
            <a:endParaRPr lang="zh-TW" altLang="en-US" sz="4000" dirty="0">
              <a:latin typeface="Times New Roman" panose="02020603050405020304" pitchFamily="18" charset="0"/>
              <a:cs typeface="Times New Roman" panose="02020603050405020304" pitchFamily="18" charset="0"/>
            </a:endParaRPr>
          </a:p>
        </p:txBody>
      </p:sp>
      <p:sp>
        <p:nvSpPr>
          <p:cNvPr id="3" name="橢圓 2">
            <a:extLst>
              <a:ext uri="{FF2B5EF4-FFF2-40B4-BE49-F238E27FC236}">
                <a16:creationId xmlns:a16="http://schemas.microsoft.com/office/drawing/2014/main" id="{A95CB999-9990-4973-9DEA-72BBB2F75B7A}"/>
              </a:ext>
            </a:extLst>
          </p:cNvPr>
          <p:cNvSpPr/>
          <p:nvPr/>
        </p:nvSpPr>
        <p:spPr>
          <a:xfrm>
            <a:off x="1635154" y="3086303"/>
            <a:ext cx="411060" cy="2323750"/>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a:extLst>
              <a:ext uri="{FF2B5EF4-FFF2-40B4-BE49-F238E27FC236}">
                <a16:creationId xmlns:a16="http://schemas.microsoft.com/office/drawing/2014/main" id="{6934092F-29DD-4ABE-BE7B-9BBB0C2D265A}"/>
              </a:ext>
            </a:extLst>
          </p:cNvPr>
          <p:cNvSpPr/>
          <p:nvPr/>
        </p:nvSpPr>
        <p:spPr>
          <a:xfrm>
            <a:off x="5838387" y="3188935"/>
            <a:ext cx="411060" cy="2323750"/>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432390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Figure 4. The successor matrix T for two sequences a = CTTAGCA and b = ACAGTAG">
            <a:extLst>
              <a:ext uri="{FF2B5EF4-FFF2-40B4-BE49-F238E27FC236}">
                <a16:creationId xmlns:a16="http://schemas.microsoft.com/office/drawing/2014/main" id="{3FE05B84-399D-448D-BF25-B087273E3B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8816" y="2083811"/>
            <a:ext cx="8492805" cy="3445652"/>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F995B4C0-BBEB-48E6-B840-4B52455909A9}"/>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Successor Table</a:t>
            </a:r>
            <a:endParaRPr lang="zh-TW" altLang="en-US" sz="4000" dirty="0">
              <a:latin typeface="Times New Roman" panose="02020603050405020304" pitchFamily="18" charset="0"/>
              <a:cs typeface="Times New Roman" panose="02020603050405020304" pitchFamily="18" charset="0"/>
            </a:endParaRPr>
          </a:p>
        </p:txBody>
      </p:sp>
      <p:sp>
        <p:nvSpPr>
          <p:cNvPr id="5" name="橢圓 4">
            <a:extLst>
              <a:ext uri="{FF2B5EF4-FFF2-40B4-BE49-F238E27FC236}">
                <a16:creationId xmlns:a16="http://schemas.microsoft.com/office/drawing/2014/main" id="{6934092F-29DD-4ABE-BE7B-9BBB0C2D265A}"/>
              </a:ext>
            </a:extLst>
          </p:cNvPr>
          <p:cNvSpPr/>
          <p:nvPr/>
        </p:nvSpPr>
        <p:spPr>
          <a:xfrm>
            <a:off x="3964846" y="2615772"/>
            <a:ext cx="411060" cy="513126"/>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a:extLst>
              <a:ext uri="{FF2B5EF4-FFF2-40B4-BE49-F238E27FC236}">
                <a16:creationId xmlns:a16="http://schemas.microsoft.com/office/drawing/2014/main" id="{4CC9CEBE-D3E7-4C3B-A45F-4CB72509B850}"/>
              </a:ext>
            </a:extLst>
          </p:cNvPr>
          <p:cNvSpPr/>
          <p:nvPr/>
        </p:nvSpPr>
        <p:spPr>
          <a:xfrm>
            <a:off x="2073130" y="3161251"/>
            <a:ext cx="411060" cy="535497"/>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444173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Figure 4. The successor matrix T for two sequences a = CTTAGCA and b = ACAGTAG">
            <a:extLst>
              <a:ext uri="{FF2B5EF4-FFF2-40B4-BE49-F238E27FC236}">
                <a16:creationId xmlns:a16="http://schemas.microsoft.com/office/drawing/2014/main" id="{3FE05B84-399D-448D-BF25-B087273E3B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2038" y="2083811"/>
            <a:ext cx="8492805" cy="3445652"/>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F995B4C0-BBEB-48E6-B840-4B52455909A9}"/>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Successor Table</a:t>
            </a:r>
            <a:endParaRPr lang="zh-TW" altLang="en-US" sz="4000" dirty="0">
              <a:latin typeface="Times New Roman" panose="02020603050405020304" pitchFamily="18" charset="0"/>
              <a:cs typeface="Times New Roman" panose="02020603050405020304" pitchFamily="18" charset="0"/>
            </a:endParaRPr>
          </a:p>
        </p:txBody>
      </p:sp>
      <p:sp>
        <p:nvSpPr>
          <p:cNvPr id="5" name="橢圓 4">
            <a:extLst>
              <a:ext uri="{FF2B5EF4-FFF2-40B4-BE49-F238E27FC236}">
                <a16:creationId xmlns:a16="http://schemas.microsoft.com/office/drawing/2014/main" id="{6934092F-29DD-4ABE-BE7B-9BBB0C2D265A}"/>
              </a:ext>
            </a:extLst>
          </p:cNvPr>
          <p:cNvSpPr/>
          <p:nvPr/>
        </p:nvSpPr>
        <p:spPr>
          <a:xfrm>
            <a:off x="2547106" y="2615772"/>
            <a:ext cx="411060" cy="513126"/>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a:extLst>
              <a:ext uri="{FF2B5EF4-FFF2-40B4-BE49-F238E27FC236}">
                <a16:creationId xmlns:a16="http://schemas.microsoft.com/office/drawing/2014/main" id="{4CC9CEBE-D3E7-4C3B-A45F-4CB72509B850}"/>
              </a:ext>
            </a:extLst>
          </p:cNvPr>
          <p:cNvSpPr/>
          <p:nvPr/>
        </p:nvSpPr>
        <p:spPr>
          <a:xfrm>
            <a:off x="2039574" y="3734500"/>
            <a:ext cx="411060" cy="513126"/>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870838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E5A977C-C4D9-4517-8B17-D7F7691B59F8}"/>
              </a:ext>
            </a:extLst>
          </p:cNvPr>
          <p:cNvSpPr>
            <a:spLocks noGrp="1"/>
          </p:cNvSpPr>
          <p:nvPr>
            <p:ph type="title"/>
          </p:nvPr>
        </p:nvSpPr>
        <p:spPr/>
        <p:txBody>
          <a:bodyPr>
            <a:normAutofit/>
          </a:bodyPr>
          <a:lstStyle/>
          <a:p>
            <a:r>
              <a:rPr lang="en-US" altLang="zh-TW" sz="4000" dirty="0" err="1">
                <a:latin typeface="Times New Roman" panose="02020603050405020304" pitchFamily="18" charset="0"/>
                <a:cs typeface="Times New Roman" panose="02020603050405020304" pitchFamily="18" charset="0"/>
              </a:rPr>
              <a:t>Succ</a:t>
            </a:r>
            <a:r>
              <a:rPr lang="en-US" altLang="zh-TW" sz="4000" dirty="0">
                <a:latin typeface="Times New Roman" panose="02020603050405020304" pitchFamily="18" charset="0"/>
                <a:cs typeface="Times New Roman" panose="02020603050405020304" pitchFamily="18" charset="0"/>
              </a:rPr>
              <a:t>(D</a:t>
            </a:r>
            <a:r>
              <a:rPr lang="en-US" altLang="zh-TW" sz="4000" baseline="30000" dirty="0">
                <a:latin typeface="Times New Roman" panose="02020603050405020304" pitchFamily="18" charset="0"/>
                <a:cs typeface="Times New Roman" panose="02020603050405020304" pitchFamily="18" charset="0"/>
              </a:rPr>
              <a:t>k</a:t>
            </a:r>
            <a:r>
              <a:rPr lang="en-US" altLang="zh-TW" sz="4000" dirty="0">
                <a:latin typeface="Times New Roman" panose="02020603050405020304" pitchFamily="18" charset="0"/>
                <a:cs typeface="Times New Roman" panose="02020603050405020304" pitchFamily="18" charset="0"/>
              </a:rPr>
              <a:t>,∑)</a:t>
            </a:r>
            <a:endParaRPr lang="zh-TW" altLang="en-US" sz="4000" dirty="0">
              <a:latin typeface="Times New Roman" panose="02020603050405020304" pitchFamily="18" charset="0"/>
              <a:cs typeface="Times New Roman" panose="02020603050405020304" pitchFamily="18" charset="0"/>
            </a:endParaRPr>
          </a:p>
        </p:txBody>
      </p:sp>
      <p:pic>
        <p:nvPicPr>
          <p:cNvPr id="4" name="內容版面配置區 3">
            <a:extLst>
              <a:ext uri="{FF2B5EF4-FFF2-40B4-BE49-F238E27FC236}">
                <a16:creationId xmlns:a16="http://schemas.microsoft.com/office/drawing/2014/main" id="{4407533E-9502-4AB3-BA46-2D8F7839AC9C}"/>
              </a:ext>
            </a:extLst>
          </p:cNvPr>
          <p:cNvPicPr>
            <a:picLocks noGrp="1" noChangeAspect="1"/>
          </p:cNvPicPr>
          <p:nvPr>
            <p:ph idx="1"/>
          </p:nvPr>
        </p:nvPicPr>
        <p:blipFill>
          <a:blip r:embed="rId2"/>
          <a:stretch>
            <a:fillRect/>
          </a:stretch>
        </p:blipFill>
        <p:spPr>
          <a:xfrm>
            <a:off x="3198127" y="1905793"/>
            <a:ext cx="4192573" cy="4392219"/>
          </a:xfrm>
          <a:prstGeom prst="rect">
            <a:avLst/>
          </a:prstGeom>
        </p:spPr>
      </p:pic>
      <p:sp>
        <p:nvSpPr>
          <p:cNvPr id="3" name="文字方塊 2">
            <a:extLst>
              <a:ext uri="{FF2B5EF4-FFF2-40B4-BE49-F238E27FC236}">
                <a16:creationId xmlns:a16="http://schemas.microsoft.com/office/drawing/2014/main" id="{12BB57F7-4906-48AF-A721-D0FF609FED6C}"/>
              </a:ext>
            </a:extLst>
          </p:cNvPr>
          <p:cNvSpPr txBox="1"/>
          <p:nvPr/>
        </p:nvSpPr>
        <p:spPr>
          <a:xfrm>
            <a:off x="3506598" y="6270521"/>
            <a:ext cx="520118" cy="369332"/>
          </a:xfrm>
          <a:prstGeom prst="rect">
            <a:avLst/>
          </a:prstGeom>
          <a:noFill/>
        </p:spPr>
        <p:txBody>
          <a:bodyPr wrap="square" rtlCol="0">
            <a:spAutoFit/>
          </a:bodyPr>
          <a:lstStyle/>
          <a:p>
            <a:r>
              <a:rPr lang="en-US" altLang="zh-TW" dirty="0">
                <a:solidFill>
                  <a:srgbClr val="FF0000"/>
                </a:solidFill>
              </a:rPr>
              <a:t>D</a:t>
            </a:r>
            <a:r>
              <a:rPr lang="en-US" altLang="zh-TW" baseline="30000" dirty="0">
                <a:solidFill>
                  <a:srgbClr val="FF0000"/>
                </a:solidFill>
              </a:rPr>
              <a:t>0</a:t>
            </a:r>
            <a:endParaRPr lang="zh-TW" altLang="en-US" baseline="30000" dirty="0">
              <a:solidFill>
                <a:srgbClr val="FF0000"/>
              </a:solidFill>
            </a:endParaRPr>
          </a:p>
        </p:txBody>
      </p:sp>
      <p:sp>
        <p:nvSpPr>
          <p:cNvPr id="5" name="文字方塊 4">
            <a:extLst>
              <a:ext uri="{FF2B5EF4-FFF2-40B4-BE49-F238E27FC236}">
                <a16:creationId xmlns:a16="http://schemas.microsoft.com/office/drawing/2014/main" id="{F2775B79-ACD2-444F-8274-F3BF402C9BA3}"/>
              </a:ext>
            </a:extLst>
          </p:cNvPr>
          <p:cNvSpPr txBox="1"/>
          <p:nvPr/>
        </p:nvSpPr>
        <p:spPr>
          <a:xfrm>
            <a:off x="3988969" y="6270521"/>
            <a:ext cx="520118" cy="369332"/>
          </a:xfrm>
          <a:prstGeom prst="rect">
            <a:avLst/>
          </a:prstGeom>
          <a:noFill/>
        </p:spPr>
        <p:txBody>
          <a:bodyPr wrap="square" rtlCol="0">
            <a:spAutoFit/>
          </a:bodyPr>
          <a:lstStyle/>
          <a:p>
            <a:r>
              <a:rPr lang="en-US" altLang="zh-TW" dirty="0"/>
              <a:t>D</a:t>
            </a:r>
            <a:r>
              <a:rPr lang="en-US" altLang="zh-TW" baseline="30000" dirty="0"/>
              <a:t>1</a:t>
            </a:r>
            <a:endParaRPr lang="zh-TW" altLang="en-US" baseline="30000" dirty="0"/>
          </a:p>
        </p:txBody>
      </p:sp>
      <p:sp>
        <p:nvSpPr>
          <p:cNvPr id="6" name="文字方塊 5">
            <a:extLst>
              <a:ext uri="{FF2B5EF4-FFF2-40B4-BE49-F238E27FC236}">
                <a16:creationId xmlns:a16="http://schemas.microsoft.com/office/drawing/2014/main" id="{D9364255-9DA1-4F45-BBB7-89312925DC8E}"/>
              </a:ext>
            </a:extLst>
          </p:cNvPr>
          <p:cNvSpPr txBox="1"/>
          <p:nvPr/>
        </p:nvSpPr>
        <p:spPr>
          <a:xfrm>
            <a:off x="4521672" y="6270209"/>
            <a:ext cx="520118" cy="369332"/>
          </a:xfrm>
          <a:prstGeom prst="rect">
            <a:avLst/>
          </a:prstGeom>
          <a:noFill/>
        </p:spPr>
        <p:txBody>
          <a:bodyPr wrap="square" rtlCol="0">
            <a:spAutoFit/>
          </a:bodyPr>
          <a:lstStyle/>
          <a:p>
            <a:r>
              <a:rPr lang="en-US" altLang="zh-TW" dirty="0"/>
              <a:t>D</a:t>
            </a:r>
            <a:r>
              <a:rPr lang="en-US" altLang="zh-TW" baseline="30000" dirty="0"/>
              <a:t>2</a:t>
            </a:r>
            <a:endParaRPr lang="zh-TW" altLang="en-US" baseline="30000" dirty="0"/>
          </a:p>
        </p:txBody>
      </p:sp>
      <p:sp>
        <p:nvSpPr>
          <p:cNvPr id="7" name="文字方塊 6">
            <a:extLst>
              <a:ext uri="{FF2B5EF4-FFF2-40B4-BE49-F238E27FC236}">
                <a16:creationId xmlns:a16="http://schemas.microsoft.com/office/drawing/2014/main" id="{196905AE-D394-4BCB-88A9-09EEBFC5610B}"/>
              </a:ext>
            </a:extLst>
          </p:cNvPr>
          <p:cNvSpPr txBox="1"/>
          <p:nvPr/>
        </p:nvSpPr>
        <p:spPr>
          <a:xfrm>
            <a:off x="5436068" y="6270209"/>
            <a:ext cx="520118" cy="369332"/>
          </a:xfrm>
          <a:prstGeom prst="rect">
            <a:avLst/>
          </a:prstGeom>
          <a:noFill/>
        </p:spPr>
        <p:txBody>
          <a:bodyPr wrap="square" rtlCol="0">
            <a:spAutoFit/>
          </a:bodyPr>
          <a:lstStyle/>
          <a:p>
            <a:r>
              <a:rPr lang="en-US" altLang="zh-TW" dirty="0"/>
              <a:t>D</a:t>
            </a:r>
            <a:r>
              <a:rPr lang="en-US" altLang="zh-TW" baseline="30000" dirty="0"/>
              <a:t>3</a:t>
            </a:r>
            <a:endParaRPr lang="zh-TW" altLang="en-US" baseline="30000" dirty="0"/>
          </a:p>
        </p:txBody>
      </p:sp>
      <p:sp>
        <p:nvSpPr>
          <p:cNvPr id="8" name="文字方塊 7">
            <a:extLst>
              <a:ext uri="{FF2B5EF4-FFF2-40B4-BE49-F238E27FC236}">
                <a16:creationId xmlns:a16="http://schemas.microsoft.com/office/drawing/2014/main" id="{29259B9B-85A8-447A-AE4D-CCD91B413014}"/>
              </a:ext>
            </a:extLst>
          </p:cNvPr>
          <p:cNvSpPr txBox="1"/>
          <p:nvPr/>
        </p:nvSpPr>
        <p:spPr>
          <a:xfrm>
            <a:off x="6616816" y="6284111"/>
            <a:ext cx="520118" cy="369332"/>
          </a:xfrm>
          <a:prstGeom prst="rect">
            <a:avLst/>
          </a:prstGeom>
          <a:noFill/>
        </p:spPr>
        <p:txBody>
          <a:bodyPr wrap="square" rtlCol="0">
            <a:spAutoFit/>
          </a:bodyPr>
          <a:lstStyle/>
          <a:p>
            <a:r>
              <a:rPr lang="en-US" altLang="zh-TW" dirty="0"/>
              <a:t>D</a:t>
            </a:r>
            <a:r>
              <a:rPr lang="en-US" altLang="zh-TW" baseline="30000" dirty="0"/>
              <a:t>4</a:t>
            </a:r>
            <a:endParaRPr lang="zh-TW" altLang="en-US" baseline="30000" dirty="0"/>
          </a:p>
        </p:txBody>
      </p:sp>
      <p:sp>
        <p:nvSpPr>
          <p:cNvPr id="9" name="橢圓 8">
            <a:extLst>
              <a:ext uri="{FF2B5EF4-FFF2-40B4-BE49-F238E27FC236}">
                <a16:creationId xmlns:a16="http://schemas.microsoft.com/office/drawing/2014/main" id="{66B681E5-918E-452E-BA54-7FC80E3D48BD}"/>
              </a:ext>
            </a:extLst>
          </p:cNvPr>
          <p:cNvSpPr/>
          <p:nvPr/>
        </p:nvSpPr>
        <p:spPr>
          <a:xfrm>
            <a:off x="3489820" y="2223083"/>
            <a:ext cx="499149" cy="59561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121195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95B4C0-BBEB-48E6-B840-4B52455909A9}"/>
              </a:ext>
            </a:extLst>
          </p:cNvPr>
          <p:cNvSpPr>
            <a:spLocks noGrp="1"/>
          </p:cNvSpPr>
          <p:nvPr>
            <p:ph type="title"/>
          </p:nvPr>
        </p:nvSpPr>
        <p:spPr/>
        <p:txBody>
          <a:bodyPr>
            <a:normAutofit/>
          </a:bodyPr>
          <a:lstStyle/>
          <a:p>
            <a:r>
              <a:rPr lang="en-US" altLang="zh-TW" sz="4000" dirty="0" err="1">
                <a:latin typeface="Times New Roman" panose="02020603050405020304" pitchFamily="18" charset="0"/>
                <a:cs typeface="Times New Roman" panose="02020603050405020304" pitchFamily="18" charset="0"/>
              </a:rPr>
              <a:t>Succ</a:t>
            </a:r>
            <a:r>
              <a:rPr lang="en-US" altLang="zh-TW" sz="4000" dirty="0">
                <a:latin typeface="Times New Roman" panose="02020603050405020304" pitchFamily="18" charset="0"/>
                <a:cs typeface="Times New Roman" panose="02020603050405020304" pitchFamily="18" charset="0"/>
              </a:rPr>
              <a:t>(D</a:t>
            </a:r>
            <a:r>
              <a:rPr lang="en-US" altLang="zh-TW" sz="4000" baseline="30000" dirty="0">
                <a:latin typeface="Times New Roman" panose="02020603050405020304" pitchFamily="18" charset="0"/>
                <a:cs typeface="Times New Roman" panose="02020603050405020304" pitchFamily="18" charset="0"/>
              </a:rPr>
              <a:t>k</a:t>
            </a:r>
            <a:r>
              <a:rPr lang="en-US" altLang="zh-TW" sz="4000" dirty="0">
                <a:latin typeface="Times New Roman" panose="02020603050405020304" pitchFamily="18" charset="0"/>
                <a:cs typeface="Times New Roman" panose="02020603050405020304" pitchFamily="18" charset="0"/>
              </a:rPr>
              <a:t>,∑)</a:t>
            </a:r>
            <a:endParaRPr lang="zh-TW" altLang="en-US" sz="4000" dirty="0">
              <a:latin typeface="Times New Roman" panose="02020603050405020304" pitchFamily="18" charset="0"/>
              <a:cs typeface="Times New Roman" panose="02020603050405020304" pitchFamily="18" charset="0"/>
            </a:endParaRPr>
          </a:p>
        </p:txBody>
      </p:sp>
      <p:pic>
        <p:nvPicPr>
          <p:cNvPr id="4" name="內容版面配置區 3">
            <a:extLst>
              <a:ext uri="{FF2B5EF4-FFF2-40B4-BE49-F238E27FC236}">
                <a16:creationId xmlns:a16="http://schemas.microsoft.com/office/drawing/2014/main" id="{F188F750-8309-43B3-B456-94AFA491D662}"/>
              </a:ext>
            </a:extLst>
          </p:cNvPr>
          <p:cNvPicPr>
            <a:picLocks noGrp="1" noChangeAspect="1"/>
          </p:cNvPicPr>
          <p:nvPr>
            <p:ph idx="1"/>
          </p:nvPr>
        </p:nvPicPr>
        <p:blipFill rotWithShape="1">
          <a:blip r:embed="rId2"/>
          <a:srcRect t="6454" r="32189"/>
          <a:stretch/>
        </p:blipFill>
        <p:spPr>
          <a:xfrm>
            <a:off x="7526782" y="2751589"/>
            <a:ext cx="3647354" cy="3421460"/>
          </a:xfrm>
          <a:prstGeom prst="rect">
            <a:avLst/>
          </a:prstGeom>
        </p:spPr>
      </p:pic>
      <p:pic>
        <p:nvPicPr>
          <p:cNvPr id="5" name="Picture 2" descr="Figure 4. The successor matrix T for two sequences a = CTTAGCA and b = ACAGTAG">
            <a:extLst>
              <a:ext uri="{FF2B5EF4-FFF2-40B4-BE49-F238E27FC236}">
                <a16:creationId xmlns:a16="http://schemas.microsoft.com/office/drawing/2014/main" id="{3BB69136-4378-4305-A1E6-52BE78F443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751" y="3109769"/>
            <a:ext cx="6667500" cy="2705100"/>
          </a:xfrm>
          <a:prstGeom prst="rect">
            <a:avLst/>
          </a:prstGeom>
          <a:noFill/>
          <a:extLst>
            <a:ext uri="{909E8E84-426E-40DD-AFC4-6F175D3DCCD1}">
              <a14:hiddenFill xmlns:a14="http://schemas.microsoft.com/office/drawing/2010/main">
                <a:solidFill>
                  <a:srgbClr val="FFFFFF"/>
                </a:solidFill>
              </a14:hiddenFill>
            </a:ext>
          </a:extLst>
        </p:spPr>
      </p:pic>
      <p:sp>
        <p:nvSpPr>
          <p:cNvPr id="6" name="橢圓 5">
            <a:extLst>
              <a:ext uri="{FF2B5EF4-FFF2-40B4-BE49-F238E27FC236}">
                <a16:creationId xmlns:a16="http://schemas.microsoft.com/office/drawing/2014/main" id="{24A925AA-46E4-4FC7-B509-4344F20E4CA6}"/>
              </a:ext>
            </a:extLst>
          </p:cNvPr>
          <p:cNvSpPr/>
          <p:nvPr/>
        </p:nvSpPr>
        <p:spPr>
          <a:xfrm>
            <a:off x="8028264" y="3246539"/>
            <a:ext cx="1266738" cy="59561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 name="直線單箭頭接點 8">
            <a:extLst>
              <a:ext uri="{FF2B5EF4-FFF2-40B4-BE49-F238E27FC236}">
                <a16:creationId xmlns:a16="http://schemas.microsoft.com/office/drawing/2014/main" id="{EA4FD44C-D93B-4C22-8284-3FE386BE37E6}"/>
              </a:ext>
            </a:extLst>
          </p:cNvPr>
          <p:cNvCxnSpPr/>
          <p:nvPr/>
        </p:nvCxnSpPr>
        <p:spPr>
          <a:xfrm>
            <a:off x="973123" y="2952925"/>
            <a:ext cx="0" cy="67950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BAA76BBC-7D2B-4033-AFC1-97BB59661D9B}"/>
              </a:ext>
            </a:extLst>
          </p:cNvPr>
          <p:cNvCxnSpPr/>
          <p:nvPr/>
        </p:nvCxnSpPr>
        <p:spPr>
          <a:xfrm>
            <a:off x="4304950" y="2952925"/>
            <a:ext cx="0" cy="67950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211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95B4C0-BBEB-48E6-B840-4B52455909A9}"/>
              </a:ext>
            </a:extLst>
          </p:cNvPr>
          <p:cNvSpPr>
            <a:spLocks noGrp="1"/>
          </p:cNvSpPr>
          <p:nvPr>
            <p:ph type="title"/>
          </p:nvPr>
        </p:nvSpPr>
        <p:spPr/>
        <p:txBody>
          <a:bodyPr>
            <a:normAutofit/>
          </a:bodyPr>
          <a:lstStyle/>
          <a:p>
            <a:r>
              <a:rPr lang="en-US" altLang="zh-TW" sz="4000" dirty="0" err="1">
                <a:latin typeface="Times New Roman" panose="02020603050405020304" pitchFamily="18" charset="0"/>
                <a:cs typeface="Times New Roman" panose="02020603050405020304" pitchFamily="18" charset="0"/>
              </a:rPr>
              <a:t>Succ</a:t>
            </a:r>
            <a:r>
              <a:rPr lang="en-US" altLang="zh-TW" sz="4000" dirty="0">
                <a:latin typeface="Times New Roman" panose="02020603050405020304" pitchFamily="18" charset="0"/>
                <a:cs typeface="Times New Roman" panose="02020603050405020304" pitchFamily="18" charset="0"/>
              </a:rPr>
              <a:t>(D</a:t>
            </a:r>
            <a:r>
              <a:rPr lang="en-US" altLang="zh-TW" sz="4000" baseline="30000" dirty="0">
                <a:latin typeface="Times New Roman" panose="02020603050405020304" pitchFamily="18" charset="0"/>
                <a:cs typeface="Times New Roman" panose="02020603050405020304" pitchFamily="18" charset="0"/>
              </a:rPr>
              <a:t>k</a:t>
            </a:r>
            <a:r>
              <a:rPr lang="en-US" altLang="zh-TW" sz="4000" dirty="0">
                <a:latin typeface="Times New Roman" panose="02020603050405020304" pitchFamily="18" charset="0"/>
                <a:cs typeface="Times New Roman" panose="02020603050405020304" pitchFamily="18" charset="0"/>
              </a:rPr>
              <a:t>,∑)</a:t>
            </a:r>
            <a:endParaRPr lang="zh-TW" altLang="en-US" sz="4000" dirty="0">
              <a:latin typeface="Times New Roman" panose="02020603050405020304" pitchFamily="18" charset="0"/>
              <a:cs typeface="Times New Roman" panose="02020603050405020304" pitchFamily="18" charset="0"/>
            </a:endParaRPr>
          </a:p>
        </p:txBody>
      </p:sp>
      <p:pic>
        <p:nvPicPr>
          <p:cNvPr id="4" name="內容版面配置區 3">
            <a:extLst>
              <a:ext uri="{FF2B5EF4-FFF2-40B4-BE49-F238E27FC236}">
                <a16:creationId xmlns:a16="http://schemas.microsoft.com/office/drawing/2014/main" id="{F188F750-8309-43B3-B456-94AFA491D662}"/>
              </a:ext>
            </a:extLst>
          </p:cNvPr>
          <p:cNvPicPr>
            <a:picLocks noGrp="1" noChangeAspect="1"/>
          </p:cNvPicPr>
          <p:nvPr>
            <p:ph idx="1"/>
          </p:nvPr>
        </p:nvPicPr>
        <p:blipFill rotWithShape="1">
          <a:blip r:embed="rId2"/>
          <a:srcRect t="6454" r="32189"/>
          <a:stretch/>
        </p:blipFill>
        <p:spPr>
          <a:xfrm>
            <a:off x="7535171" y="2692866"/>
            <a:ext cx="3647354" cy="3421460"/>
          </a:xfrm>
          <a:prstGeom prst="rect">
            <a:avLst/>
          </a:prstGeom>
        </p:spPr>
      </p:pic>
      <p:pic>
        <p:nvPicPr>
          <p:cNvPr id="5" name="Picture 2" descr="Figure 4. The successor matrix T for two sequences a = CTTAGCA and b = ACAGTAG">
            <a:extLst>
              <a:ext uri="{FF2B5EF4-FFF2-40B4-BE49-F238E27FC236}">
                <a16:creationId xmlns:a16="http://schemas.microsoft.com/office/drawing/2014/main" id="{3BB69136-4378-4305-A1E6-52BE78F443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751" y="3109769"/>
            <a:ext cx="6667500" cy="2705100"/>
          </a:xfrm>
          <a:prstGeom prst="rect">
            <a:avLst/>
          </a:prstGeom>
          <a:noFill/>
          <a:extLst>
            <a:ext uri="{909E8E84-426E-40DD-AFC4-6F175D3DCCD1}">
              <a14:hiddenFill xmlns:a14="http://schemas.microsoft.com/office/drawing/2010/main">
                <a:solidFill>
                  <a:srgbClr val="FFFFFF"/>
                </a:solidFill>
              </a14:hiddenFill>
            </a:ext>
          </a:extLst>
        </p:spPr>
      </p:pic>
      <p:sp>
        <p:nvSpPr>
          <p:cNvPr id="6" name="橢圓 5">
            <a:extLst>
              <a:ext uri="{FF2B5EF4-FFF2-40B4-BE49-F238E27FC236}">
                <a16:creationId xmlns:a16="http://schemas.microsoft.com/office/drawing/2014/main" id="{24A925AA-46E4-4FC7-B509-4344F20E4CA6}"/>
              </a:ext>
            </a:extLst>
          </p:cNvPr>
          <p:cNvSpPr/>
          <p:nvPr/>
        </p:nvSpPr>
        <p:spPr>
          <a:xfrm>
            <a:off x="9622171" y="3131191"/>
            <a:ext cx="1442907" cy="75291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a:extLst>
              <a:ext uri="{FF2B5EF4-FFF2-40B4-BE49-F238E27FC236}">
                <a16:creationId xmlns:a16="http://schemas.microsoft.com/office/drawing/2014/main" id="{D59CD33A-669A-47F8-9C2A-78DA7BE34D15}"/>
              </a:ext>
            </a:extLst>
          </p:cNvPr>
          <p:cNvSpPr/>
          <p:nvPr/>
        </p:nvSpPr>
        <p:spPr>
          <a:xfrm>
            <a:off x="807789" y="3950592"/>
            <a:ext cx="420149" cy="51172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a:extLst>
              <a:ext uri="{FF2B5EF4-FFF2-40B4-BE49-F238E27FC236}">
                <a16:creationId xmlns:a16="http://schemas.microsoft.com/office/drawing/2014/main" id="{C564E410-B571-408C-A9BC-8FF4E51A6809}"/>
              </a:ext>
            </a:extLst>
          </p:cNvPr>
          <p:cNvSpPr/>
          <p:nvPr/>
        </p:nvSpPr>
        <p:spPr>
          <a:xfrm>
            <a:off x="4080893" y="3950592"/>
            <a:ext cx="420149" cy="51172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 name="直線單箭頭接點 8">
            <a:extLst>
              <a:ext uri="{FF2B5EF4-FFF2-40B4-BE49-F238E27FC236}">
                <a16:creationId xmlns:a16="http://schemas.microsoft.com/office/drawing/2014/main" id="{86A896C3-58B5-4715-BE4E-3C9DCF6E46EB}"/>
              </a:ext>
            </a:extLst>
          </p:cNvPr>
          <p:cNvCxnSpPr/>
          <p:nvPr/>
        </p:nvCxnSpPr>
        <p:spPr>
          <a:xfrm>
            <a:off x="973123" y="2952925"/>
            <a:ext cx="0" cy="67950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7B672EB9-406B-4467-BD6D-B205B043E4B4}"/>
              </a:ext>
            </a:extLst>
          </p:cNvPr>
          <p:cNvCxnSpPr/>
          <p:nvPr/>
        </p:nvCxnSpPr>
        <p:spPr>
          <a:xfrm>
            <a:off x="4304950" y="2952925"/>
            <a:ext cx="0" cy="67950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6788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95B4C0-BBEB-48E6-B840-4B52455909A9}"/>
              </a:ext>
            </a:extLst>
          </p:cNvPr>
          <p:cNvSpPr>
            <a:spLocks noGrp="1"/>
          </p:cNvSpPr>
          <p:nvPr>
            <p:ph type="title"/>
          </p:nvPr>
        </p:nvSpPr>
        <p:spPr/>
        <p:txBody>
          <a:bodyPr>
            <a:normAutofit/>
          </a:bodyPr>
          <a:lstStyle/>
          <a:p>
            <a:r>
              <a:rPr lang="en-US" altLang="zh-TW" sz="4000" dirty="0" err="1">
                <a:latin typeface="Times New Roman" panose="02020603050405020304" pitchFamily="18" charset="0"/>
                <a:cs typeface="Times New Roman" panose="02020603050405020304" pitchFamily="18" charset="0"/>
              </a:rPr>
              <a:t>Succ</a:t>
            </a:r>
            <a:r>
              <a:rPr lang="en-US" altLang="zh-TW" sz="4000" dirty="0">
                <a:latin typeface="Times New Roman" panose="02020603050405020304" pitchFamily="18" charset="0"/>
                <a:cs typeface="Times New Roman" panose="02020603050405020304" pitchFamily="18" charset="0"/>
              </a:rPr>
              <a:t>(Dk,∑)</a:t>
            </a:r>
            <a:endParaRPr lang="zh-TW" altLang="en-US" sz="4000" dirty="0">
              <a:latin typeface="Times New Roman" panose="02020603050405020304" pitchFamily="18" charset="0"/>
              <a:cs typeface="Times New Roman" panose="02020603050405020304" pitchFamily="18" charset="0"/>
            </a:endParaRPr>
          </a:p>
        </p:txBody>
      </p:sp>
      <p:pic>
        <p:nvPicPr>
          <p:cNvPr id="5" name="Picture 2" descr="Figure 4. The successor matrix T for two sequences a = CTTAGCA and b = ACAGTAG">
            <a:extLst>
              <a:ext uri="{FF2B5EF4-FFF2-40B4-BE49-F238E27FC236}">
                <a16:creationId xmlns:a16="http://schemas.microsoft.com/office/drawing/2014/main" id="{3BB69136-4378-4305-A1E6-52BE78F443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751" y="3109769"/>
            <a:ext cx="6667500" cy="2705100"/>
          </a:xfrm>
          <a:prstGeom prst="rect">
            <a:avLst/>
          </a:prstGeom>
          <a:noFill/>
          <a:extLst>
            <a:ext uri="{909E8E84-426E-40DD-AFC4-6F175D3DCCD1}">
              <a14:hiddenFill xmlns:a14="http://schemas.microsoft.com/office/drawing/2010/main">
                <a:solidFill>
                  <a:srgbClr val="FFFFFF"/>
                </a:solidFill>
              </a14:hiddenFill>
            </a:ext>
          </a:extLst>
        </p:spPr>
      </p:pic>
      <p:sp>
        <p:nvSpPr>
          <p:cNvPr id="7" name="橢圓 6">
            <a:extLst>
              <a:ext uri="{FF2B5EF4-FFF2-40B4-BE49-F238E27FC236}">
                <a16:creationId xmlns:a16="http://schemas.microsoft.com/office/drawing/2014/main" id="{D59CD33A-669A-47F8-9C2A-78DA7BE34D15}"/>
              </a:ext>
            </a:extLst>
          </p:cNvPr>
          <p:cNvSpPr/>
          <p:nvPr/>
        </p:nvSpPr>
        <p:spPr>
          <a:xfrm>
            <a:off x="807789" y="4386820"/>
            <a:ext cx="420149" cy="51172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a:extLst>
              <a:ext uri="{FF2B5EF4-FFF2-40B4-BE49-F238E27FC236}">
                <a16:creationId xmlns:a16="http://schemas.microsoft.com/office/drawing/2014/main" id="{C564E410-B571-408C-A9BC-8FF4E51A6809}"/>
              </a:ext>
            </a:extLst>
          </p:cNvPr>
          <p:cNvSpPr/>
          <p:nvPr/>
        </p:nvSpPr>
        <p:spPr>
          <a:xfrm>
            <a:off x="4064115" y="4386820"/>
            <a:ext cx="420149" cy="51172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內容版面配置區 3">
            <a:extLst>
              <a:ext uri="{FF2B5EF4-FFF2-40B4-BE49-F238E27FC236}">
                <a16:creationId xmlns:a16="http://schemas.microsoft.com/office/drawing/2014/main" id="{E03FCE04-7D3E-4F78-9F0F-60850B53A012}"/>
              </a:ext>
            </a:extLst>
          </p:cNvPr>
          <p:cNvPicPr>
            <a:picLocks noChangeAspect="1"/>
          </p:cNvPicPr>
          <p:nvPr/>
        </p:nvPicPr>
        <p:blipFill rotWithShape="1">
          <a:blip r:embed="rId3"/>
          <a:srcRect t="6454" r="32189"/>
          <a:stretch/>
        </p:blipFill>
        <p:spPr>
          <a:xfrm>
            <a:off x="7535171" y="2692866"/>
            <a:ext cx="3647354" cy="3421460"/>
          </a:xfrm>
          <a:prstGeom prst="rect">
            <a:avLst/>
          </a:prstGeom>
        </p:spPr>
      </p:pic>
      <p:sp>
        <p:nvSpPr>
          <p:cNvPr id="10" name="橢圓 9">
            <a:extLst>
              <a:ext uri="{FF2B5EF4-FFF2-40B4-BE49-F238E27FC236}">
                <a16:creationId xmlns:a16="http://schemas.microsoft.com/office/drawing/2014/main" id="{B9CD08F5-3C04-4A9E-A62F-7F15F4B22E5B}"/>
              </a:ext>
            </a:extLst>
          </p:cNvPr>
          <p:cNvSpPr/>
          <p:nvPr/>
        </p:nvSpPr>
        <p:spPr>
          <a:xfrm>
            <a:off x="9622171" y="3131191"/>
            <a:ext cx="1442907" cy="75291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 name="直線單箭頭接點 10">
            <a:extLst>
              <a:ext uri="{FF2B5EF4-FFF2-40B4-BE49-F238E27FC236}">
                <a16:creationId xmlns:a16="http://schemas.microsoft.com/office/drawing/2014/main" id="{9326EF4E-4F12-4DE6-B28C-9B1CD63B53F0}"/>
              </a:ext>
            </a:extLst>
          </p:cNvPr>
          <p:cNvCxnSpPr/>
          <p:nvPr/>
        </p:nvCxnSpPr>
        <p:spPr>
          <a:xfrm>
            <a:off x="973123" y="2952925"/>
            <a:ext cx="0" cy="67950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156193E6-3016-4E73-8767-A0FA3CDAD593}"/>
              </a:ext>
            </a:extLst>
          </p:cNvPr>
          <p:cNvCxnSpPr/>
          <p:nvPr/>
        </p:nvCxnSpPr>
        <p:spPr>
          <a:xfrm>
            <a:off x="4304950" y="2952925"/>
            <a:ext cx="0" cy="67950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4720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95B4C0-BBEB-48E6-B840-4B52455909A9}"/>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Minima</a:t>
            </a:r>
            <a:r>
              <a:rPr lang="zh-TW" altLang="en-US" sz="4000" dirty="0">
                <a:latin typeface="Times New Roman" panose="02020603050405020304" pitchFamily="18" charset="0"/>
                <a:cs typeface="Times New Roman" panose="02020603050405020304" pitchFamily="18" charset="0"/>
              </a:rPr>
              <a:t> </a:t>
            </a:r>
            <a:r>
              <a:rPr lang="en-US" altLang="zh-TW" sz="4000" dirty="0" err="1">
                <a:latin typeface="Times New Roman" panose="02020603050405020304" pitchFamily="18" charset="0"/>
                <a:cs typeface="Times New Roman" panose="02020603050405020304" pitchFamily="18" charset="0"/>
              </a:rPr>
              <a:t>Succ</a:t>
            </a:r>
            <a:r>
              <a:rPr lang="en-US" altLang="zh-TW" sz="4000" dirty="0">
                <a:latin typeface="Times New Roman" panose="02020603050405020304" pitchFamily="18" charset="0"/>
                <a:cs typeface="Times New Roman" panose="02020603050405020304" pitchFamily="18" charset="0"/>
              </a:rPr>
              <a:t>(Dk,∑)</a:t>
            </a:r>
            <a:endParaRPr lang="zh-TW" altLang="en-US" sz="4000" dirty="0">
              <a:latin typeface="Times New Roman" panose="02020603050405020304" pitchFamily="18" charset="0"/>
              <a:cs typeface="Times New Roman" panose="02020603050405020304" pitchFamily="18" charset="0"/>
            </a:endParaRPr>
          </a:p>
        </p:txBody>
      </p:sp>
      <p:pic>
        <p:nvPicPr>
          <p:cNvPr id="4" name="內容版面配置區 3">
            <a:extLst>
              <a:ext uri="{FF2B5EF4-FFF2-40B4-BE49-F238E27FC236}">
                <a16:creationId xmlns:a16="http://schemas.microsoft.com/office/drawing/2014/main" id="{F188F750-8309-43B3-B456-94AFA491D662}"/>
              </a:ext>
            </a:extLst>
          </p:cNvPr>
          <p:cNvPicPr>
            <a:picLocks noGrp="1" noChangeAspect="1"/>
          </p:cNvPicPr>
          <p:nvPr>
            <p:ph idx="1"/>
          </p:nvPr>
        </p:nvPicPr>
        <p:blipFill>
          <a:blip r:embed="rId2"/>
          <a:stretch>
            <a:fillRect/>
          </a:stretch>
        </p:blipFill>
        <p:spPr>
          <a:xfrm>
            <a:off x="838200" y="2221927"/>
            <a:ext cx="5378687" cy="3657507"/>
          </a:xfrm>
          <a:prstGeom prst="rect">
            <a:avLst/>
          </a:prstGeom>
        </p:spPr>
      </p:pic>
      <p:sp>
        <p:nvSpPr>
          <p:cNvPr id="3" name="文字方塊 2">
            <a:extLst>
              <a:ext uri="{FF2B5EF4-FFF2-40B4-BE49-F238E27FC236}">
                <a16:creationId xmlns:a16="http://schemas.microsoft.com/office/drawing/2014/main" id="{F0EFD8B9-5487-4C4B-A790-1554F9ACCAC6}"/>
              </a:ext>
            </a:extLst>
          </p:cNvPr>
          <p:cNvSpPr txBox="1"/>
          <p:nvPr/>
        </p:nvSpPr>
        <p:spPr>
          <a:xfrm>
            <a:off x="6644081" y="1853967"/>
            <a:ext cx="4622334" cy="2246769"/>
          </a:xfrm>
          <a:prstGeom prst="rect">
            <a:avLst/>
          </a:prstGeom>
          <a:noFill/>
        </p:spPr>
        <p:txBody>
          <a:bodyPr wrap="square" rtlCol="0">
            <a:spAutoFit/>
          </a:bodyPr>
          <a:lstStyle/>
          <a:p>
            <a:r>
              <a:rPr lang="en-US" altLang="zh-TW" sz="2800" dirty="0"/>
              <a:t>{[</a:t>
            </a:r>
            <a:r>
              <a:rPr lang="en-US" altLang="zh-TW" sz="2800" dirty="0">
                <a:solidFill>
                  <a:srgbClr val="FF0000"/>
                </a:solidFill>
              </a:rPr>
              <a:t>1</a:t>
            </a:r>
            <a:r>
              <a:rPr lang="en-US" altLang="zh-TW" sz="2800" dirty="0"/>
              <a:t>, 2], [</a:t>
            </a:r>
            <a:r>
              <a:rPr lang="en-US" altLang="zh-TW" sz="2800" dirty="0">
                <a:solidFill>
                  <a:srgbClr val="FF0000"/>
                </a:solidFill>
              </a:rPr>
              <a:t>4</a:t>
            </a:r>
            <a:r>
              <a:rPr lang="en-US" altLang="zh-TW" sz="2800" dirty="0"/>
              <a:t>, 1], [</a:t>
            </a:r>
            <a:r>
              <a:rPr lang="en-US" altLang="zh-TW" sz="2800" dirty="0">
                <a:solidFill>
                  <a:srgbClr val="FF0000"/>
                </a:solidFill>
              </a:rPr>
              <a:t>2</a:t>
            </a:r>
            <a:r>
              <a:rPr lang="en-US" altLang="zh-TW" sz="2800" dirty="0"/>
              <a:t>, 5], [</a:t>
            </a:r>
            <a:r>
              <a:rPr lang="en-US" altLang="zh-TW" sz="2800" dirty="0">
                <a:solidFill>
                  <a:srgbClr val="FF0000"/>
                </a:solidFill>
              </a:rPr>
              <a:t>5</a:t>
            </a:r>
            <a:r>
              <a:rPr lang="en-US" altLang="zh-TW" sz="2800" dirty="0"/>
              <a:t>, 4]}</a:t>
            </a:r>
          </a:p>
          <a:p>
            <a:endParaRPr lang="en-US" altLang="zh-TW" sz="2800" dirty="0"/>
          </a:p>
          <a:p>
            <a:r>
              <a:rPr lang="en-US" altLang="zh-TW" sz="2800" dirty="0"/>
              <a:t>=&gt; {[1, 2], [2, 5], [4, 1], [5, 4]}</a:t>
            </a:r>
          </a:p>
          <a:p>
            <a:endParaRPr lang="en-US" altLang="zh-TW" sz="2800" dirty="0"/>
          </a:p>
          <a:p>
            <a:r>
              <a:rPr lang="en-US" altLang="zh-TW" sz="2800" dirty="0"/>
              <a:t>=&gt;MIN: {[1, 2], </a:t>
            </a:r>
            <a:endParaRPr lang="zh-TW" altLang="en-US" dirty="0"/>
          </a:p>
        </p:txBody>
      </p:sp>
      <p:sp>
        <p:nvSpPr>
          <p:cNvPr id="5" name="橢圓 4">
            <a:extLst>
              <a:ext uri="{FF2B5EF4-FFF2-40B4-BE49-F238E27FC236}">
                <a16:creationId xmlns:a16="http://schemas.microsoft.com/office/drawing/2014/main" id="{59A3DC00-4375-44B4-A98C-FA50F780CB84}"/>
              </a:ext>
            </a:extLst>
          </p:cNvPr>
          <p:cNvSpPr/>
          <p:nvPr/>
        </p:nvSpPr>
        <p:spPr>
          <a:xfrm>
            <a:off x="8368019" y="3608292"/>
            <a:ext cx="335560" cy="4026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a:extLst>
              <a:ext uri="{FF2B5EF4-FFF2-40B4-BE49-F238E27FC236}">
                <a16:creationId xmlns:a16="http://schemas.microsoft.com/office/drawing/2014/main" id="{3CA0A789-E23B-496D-9683-AA173B65693E}"/>
              </a:ext>
            </a:extLst>
          </p:cNvPr>
          <p:cNvSpPr/>
          <p:nvPr/>
        </p:nvSpPr>
        <p:spPr>
          <a:xfrm>
            <a:off x="2659310" y="2927757"/>
            <a:ext cx="1828800" cy="68053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1293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95B4C0-BBEB-48E6-B840-4B52455909A9}"/>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Minima</a:t>
            </a:r>
            <a:r>
              <a:rPr lang="zh-TW" altLang="en-US" sz="4000" dirty="0">
                <a:latin typeface="Times New Roman" panose="02020603050405020304" pitchFamily="18" charset="0"/>
                <a:cs typeface="Times New Roman" panose="02020603050405020304" pitchFamily="18" charset="0"/>
              </a:rPr>
              <a:t> </a:t>
            </a:r>
            <a:r>
              <a:rPr lang="en-US" altLang="zh-TW" sz="4000" dirty="0" err="1">
                <a:latin typeface="Times New Roman" panose="02020603050405020304" pitchFamily="18" charset="0"/>
                <a:cs typeface="Times New Roman" panose="02020603050405020304" pitchFamily="18" charset="0"/>
              </a:rPr>
              <a:t>Succ</a:t>
            </a:r>
            <a:r>
              <a:rPr lang="en-US" altLang="zh-TW" sz="4000" dirty="0">
                <a:latin typeface="Times New Roman" panose="02020603050405020304" pitchFamily="18" charset="0"/>
                <a:cs typeface="Times New Roman" panose="02020603050405020304" pitchFamily="18" charset="0"/>
              </a:rPr>
              <a:t>(Dk,∑)</a:t>
            </a:r>
            <a:endParaRPr lang="zh-TW" altLang="en-US" sz="4000" dirty="0">
              <a:latin typeface="Times New Roman" panose="02020603050405020304" pitchFamily="18" charset="0"/>
              <a:cs typeface="Times New Roman" panose="02020603050405020304" pitchFamily="18" charset="0"/>
            </a:endParaRPr>
          </a:p>
        </p:txBody>
      </p:sp>
      <p:pic>
        <p:nvPicPr>
          <p:cNvPr id="4" name="內容版面配置區 3">
            <a:extLst>
              <a:ext uri="{FF2B5EF4-FFF2-40B4-BE49-F238E27FC236}">
                <a16:creationId xmlns:a16="http://schemas.microsoft.com/office/drawing/2014/main" id="{F188F750-8309-43B3-B456-94AFA491D662}"/>
              </a:ext>
            </a:extLst>
          </p:cNvPr>
          <p:cNvPicPr>
            <a:picLocks noGrp="1" noChangeAspect="1"/>
          </p:cNvPicPr>
          <p:nvPr>
            <p:ph idx="1"/>
          </p:nvPr>
        </p:nvPicPr>
        <p:blipFill>
          <a:blip r:embed="rId2"/>
          <a:stretch>
            <a:fillRect/>
          </a:stretch>
        </p:blipFill>
        <p:spPr>
          <a:xfrm>
            <a:off x="838200" y="2221927"/>
            <a:ext cx="5378687" cy="3657507"/>
          </a:xfrm>
          <a:prstGeom prst="rect">
            <a:avLst/>
          </a:prstGeom>
        </p:spPr>
      </p:pic>
      <p:sp>
        <p:nvSpPr>
          <p:cNvPr id="7" name="橢圓 6">
            <a:extLst>
              <a:ext uri="{FF2B5EF4-FFF2-40B4-BE49-F238E27FC236}">
                <a16:creationId xmlns:a16="http://schemas.microsoft.com/office/drawing/2014/main" id="{B68CE1D2-EA20-400A-B974-AE200E475360}"/>
              </a:ext>
            </a:extLst>
          </p:cNvPr>
          <p:cNvSpPr/>
          <p:nvPr/>
        </p:nvSpPr>
        <p:spPr>
          <a:xfrm>
            <a:off x="2659310" y="2927757"/>
            <a:ext cx="1828800" cy="68053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5C3898E3-818E-45DA-8CE4-ADB28EE51FFF}"/>
              </a:ext>
            </a:extLst>
          </p:cNvPr>
          <p:cNvSpPr txBox="1"/>
          <p:nvPr/>
        </p:nvSpPr>
        <p:spPr>
          <a:xfrm>
            <a:off x="6644081" y="1853967"/>
            <a:ext cx="4622334" cy="2523768"/>
          </a:xfrm>
          <a:prstGeom prst="rect">
            <a:avLst/>
          </a:prstGeom>
          <a:noFill/>
        </p:spPr>
        <p:txBody>
          <a:bodyPr wrap="square" rtlCol="0">
            <a:spAutoFit/>
          </a:bodyPr>
          <a:lstStyle/>
          <a:p>
            <a:r>
              <a:rPr lang="en-US" altLang="zh-TW" sz="2800" dirty="0"/>
              <a:t>{[</a:t>
            </a:r>
            <a:r>
              <a:rPr lang="en-US" altLang="zh-TW" sz="2800" dirty="0">
                <a:solidFill>
                  <a:srgbClr val="FF0000"/>
                </a:solidFill>
              </a:rPr>
              <a:t>1</a:t>
            </a:r>
            <a:r>
              <a:rPr lang="en-US" altLang="zh-TW" sz="2800" dirty="0"/>
              <a:t>, 2], [</a:t>
            </a:r>
            <a:r>
              <a:rPr lang="en-US" altLang="zh-TW" sz="2800" dirty="0">
                <a:solidFill>
                  <a:srgbClr val="FF0000"/>
                </a:solidFill>
              </a:rPr>
              <a:t>4</a:t>
            </a:r>
            <a:r>
              <a:rPr lang="en-US" altLang="zh-TW" sz="2800" dirty="0"/>
              <a:t>, 1], [</a:t>
            </a:r>
            <a:r>
              <a:rPr lang="en-US" altLang="zh-TW" sz="2800" dirty="0">
                <a:solidFill>
                  <a:srgbClr val="FF0000"/>
                </a:solidFill>
              </a:rPr>
              <a:t>2</a:t>
            </a:r>
            <a:r>
              <a:rPr lang="en-US" altLang="zh-TW" sz="2800" dirty="0"/>
              <a:t>, 5], [</a:t>
            </a:r>
            <a:r>
              <a:rPr lang="en-US" altLang="zh-TW" sz="2800" dirty="0">
                <a:solidFill>
                  <a:srgbClr val="FF0000"/>
                </a:solidFill>
              </a:rPr>
              <a:t>5</a:t>
            </a:r>
            <a:r>
              <a:rPr lang="en-US" altLang="zh-TW" sz="2800" dirty="0"/>
              <a:t>, 4]}</a:t>
            </a:r>
          </a:p>
          <a:p>
            <a:endParaRPr lang="en-US" altLang="zh-TW" sz="2800" dirty="0"/>
          </a:p>
          <a:p>
            <a:r>
              <a:rPr lang="en-US" altLang="zh-TW" sz="2800" dirty="0"/>
              <a:t>=&gt; {[1, 2], [2, 5], [4, 1], [5, 4]}</a:t>
            </a:r>
          </a:p>
          <a:p>
            <a:endParaRPr lang="en-US" altLang="zh-TW" sz="2800" dirty="0"/>
          </a:p>
          <a:p>
            <a:r>
              <a:rPr lang="en-US" altLang="zh-TW" sz="2800" dirty="0"/>
              <a:t>=&gt;MIN: {[1, 2], [4, 1]}</a:t>
            </a:r>
          </a:p>
          <a:p>
            <a:endParaRPr lang="zh-TW" altLang="en-US" dirty="0"/>
          </a:p>
        </p:txBody>
      </p:sp>
      <p:sp>
        <p:nvSpPr>
          <p:cNvPr id="9" name="橢圓 8">
            <a:extLst>
              <a:ext uri="{FF2B5EF4-FFF2-40B4-BE49-F238E27FC236}">
                <a16:creationId xmlns:a16="http://schemas.microsoft.com/office/drawing/2014/main" id="{BB243BC7-6C62-42F7-9340-02B332A5F7A8}"/>
              </a:ext>
            </a:extLst>
          </p:cNvPr>
          <p:cNvSpPr/>
          <p:nvPr/>
        </p:nvSpPr>
        <p:spPr>
          <a:xfrm>
            <a:off x="9282420" y="3608292"/>
            <a:ext cx="335560" cy="4026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998037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95B4C0-BBEB-48E6-B840-4B52455909A9}"/>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D</a:t>
            </a:r>
            <a:r>
              <a:rPr lang="en-US" altLang="zh-TW" sz="4000" baseline="30000" dirty="0">
                <a:latin typeface="Times New Roman" panose="02020603050405020304" pitchFamily="18" charset="0"/>
                <a:cs typeface="Times New Roman" panose="02020603050405020304" pitchFamily="18" charset="0"/>
              </a:rPr>
              <a:t>k</a:t>
            </a:r>
            <a:endParaRPr lang="zh-TW" altLang="en-US" sz="4000" baseline="30000" dirty="0">
              <a:latin typeface="Times New Roman" panose="02020603050405020304" pitchFamily="18" charset="0"/>
              <a:cs typeface="Times New Roman" panose="02020603050405020304" pitchFamily="18" charset="0"/>
            </a:endParaRPr>
          </a:p>
        </p:txBody>
      </p:sp>
      <p:pic>
        <p:nvPicPr>
          <p:cNvPr id="4" name="內容版面配置區 3">
            <a:extLst>
              <a:ext uri="{FF2B5EF4-FFF2-40B4-BE49-F238E27FC236}">
                <a16:creationId xmlns:a16="http://schemas.microsoft.com/office/drawing/2014/main" id="{F188F750-8309-43B3-B456-94AFA491D662}"/>
              </a:ext>
            </a:extLst>
          </p:cNvPr>
          <p:cNvPicPr>
            <a:picLocks noGrp="1" noChangeAspect="1"/>
          </p:cNvPicPr>
          <p:nvPr>
            <p:ph idx="1"/>
          </p:nvPr>
        </p:nvPicPr>
        <p:blipFill>
          <a:blip r:embed="rId2"/>
          <a:stretch>
            <a:fillRect/>
          </a:stretch>
        </p:blipFill>
        <p:spPr>
          <a:xfrm>
            <a:off x="2750890" y="2322595"/>
            <a:ext cx="5378687" cy="3657507"/>
          </a:xfrm>
          <a:prstGeom prst="rect">
            <a:avLst/>
          </a:prstGeom>
        </p:spPr>
      </p:pic>
      <p:sp>
        <p:nvSpPr>
          <p:cNvPr id="5" name="橢圓 4">
            <a:extLst>
              <a:ext uri="{FF2B5EF4-FFF2-40B4-BE49-F238E27FC236}">
                <a16:creationId xmlns:a16="http://schemas.microsoft.com/office/drawing/2014/main" id="{59A3DC00-4375-44B4-A98C-FA50F780CB84}"/>
              </a:ext>
            </a:extLst>
          </p:cNvPr>
          <p:cNvSpPr/>
          <p:nvPr/>
        </p:nvSpPr>
        <p:spPr>
          <a:xfrm>
            <a:off x="6459523" y="3137483"/>
            <a:ext cx="1577130" cy="4026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a:extLst>
              <a:ext uri="{FF2B5EF4-FFF2-40B4-BE49-F238E27FC236}">
                <a16:creationId xmlns:a16="http://schemas.microsoft.com/office/drawing/2014/main" id="{4ACFC371-8D0F-4EE8-B34B-68CF5C48931C}"/>
              </a:ext>
            </a:extLst>
          </p:cNvPr>
          <p:cNvSpPr/>
          <p:nvPr/>
        </p:nvSpPr>
        <p:spPr>
          <a:xfrm>
            <a:off x="3189215" y="3748676"/>
            <a:ext cx="1577130" cy="4026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523608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95B4C0-BBEB-48E6-B840-4B52455909A9}"/>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D</a:t>
            </a:r>
            <a:r>
              <a:rPr lang="en-US" altLang="zh-TW" sz="4000" baseline="30000" dirty="0">
                <a:latin typeface="Times New Roman" panose="02020603050405020304" pitchFamily="18" charset="0"/>
                <a:cs typeface="Times New Roman" panose="02020603050405020304" pitchFamily="18" charset="0"/>
              </a:rPr>
              <a:t>k</a:t>
            </a:r>
            <a:endParaRPr lang="zh-TW" altLang="en-US" sz="4000" dirty="0">
              <a:latin typeface="Times New Roman" panose="02020603050405020304" pitchFamily="18" charset="0"/>
              <a:cs typeface="Times New Roman" panose="02020603050405020304" pitchFamily="18" charset="0"/>
            </a:endParaRPr>
          </a:p>
        </p:txBody>
      </p:sp>
      <p:pic>
        <p:nvPicPr>
          <p:cNvPr id="4" name="內容版面配置區 3">
            <a:extLst>
              <a:ext uri="{FF2B5EF4-FFF2-40B4-BE49-F238E27FC236}">
                <a16:creationId xmlns:a16="http://schemas.microsoft.com/office/drawing/2014/main" id="{F188F750-8309-43B3-B456-94AFA491D662}"/>
              </a:ext>
            </a:extLst>
          </p:cNvPr>
          <p:cNvPicPr>
            <a:picLocks noGrp="1" noChangeAspect="1"/>
          </p:cNvPicPr>
          <p:nvPr>
            <p:ph idx="1"/>
          </p:nvPr>
        </p:nvPicPr>
        <p:blipFill>
          <a:blip r:embed="rId2"/>
          <a:stretch>
            <a:fillRect/>
          </a:stretch>
        </p:blipFill>
        <p:spPr>
          <a:xfrm>
            <a:off x="838200" y="2255483"/>
            <a:ext cx="5378687" cy="3657507"/>
          </a:xfrm>
          <a:prstGeom prst="rect">
            <a:avLst/>
          </a:prstGeom>
        </p:spPr>
      </p:pic>
      <p:sp>
        <p:nvSpPr>
          <p:cNvPr id="6" name="橢圓 5">
            <a:extLst>
              <a:ext uri="{FF2B5EF4-FFF2-40B4-BE49-F238E27FC236}">
                <a16:creationId xmlns:a16="http://schemas.microsoft.com/office/drawing/2014/main" id="{4ACFC371-8D0F-4EE8-B34B-68CF5C48931C}"/>
              </a:ext>
            </a:extLst>
          </p:cNvPr>
          <p:cNvSpPr/>
          <p:nvPr/>
        </p:nvSpPr>
        <p:spPr>
          <a:xfrm>
            <a:off x="1234580" y="3748676"/>
            <a:ext cx="1577130" cy="4026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8" name="內容版面配置區 3">
            <a:extLst>
              <a:ext uri="{FF2B5EF4-FFF2-40B4-BE49-F238E27FC236}">
                <a16:creationId xmlns:a16="http://schemas.microsoft.com/office/drawing/2014/main" id="{F13AAAFE-066D-45A1-BC55-C6944C0250F1}"/>
              </a:ext>
            </a:extLst>
          </p:cNvPr>
          <p:cNvPicPr>
            <a:picLocks noChangeAspect="1"/>
          </p:cNvPicPr>
          <p:nvPr/>
        </p:nvPicPr>
        <p:blipFill>
          <a:blip r:embed="rId3"/>
          <a:stretch>
            <a:fillRect/>
          </a:stretch>
        </p:blipFill>
        <p:spPr>
          <a:xfrm>
            <a:off x="7161227" y="1612178"/>
            <a:ext cx="4192573" cy="4392219"/>
          </a:xfrm>
          <a:prstGeom prst="rect">
            <a:avLst/>
          </a:prstGeom>
        </p:spPr>
      </p:pic>
      <p:sp>
        <p:nvSpPr>
          <p:cNvPr id="10" name="橢圓 9">
            <a:extLst>
              <a:ext uri="{FF2B5EF4-FFF2-40B4-BE49-F238E27FC236}">
                <a16:creationId xmlns:a16="http://schemas.microsoft.com/office/drawing/2014/main" id="{8718659D-E2AB-4A29-8BE9-020EA5392A3A}"/>
              </a:ext>
            </a:extLst>
          </p:cNvPr>
          <p:cNvSpPr/>
          <p:nvPr/>
        </p:nvSpPr>
        <p:spPr>
          <a:xfrm>
            <a:off x="8468948" y="2535069"/>
            <a:ext cx="414993" cy="40267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a:extLst>
              <a:ext uri="{FF2B5EF4-FFF2-40B4-BE49-F238E27FC236}">
                <a16:creationId xmlns:a16="http://schemas.microsoft.com/office/drawing/2014/main" id="{ADA81AC4-0EA2-41A9-BC82-20A55D286E69}"/>
              </a:ext>
            </a:extLst>
          </p:cNvPr>
          <p:cNvSpPr/>
          <p:nvPr/>
        </p:nvSpPr>
        <p:spPr>
          <a:xfrm>
            <a:off x="7995232" y="4025403"/>
            <a:ext cx="414993" cy="40267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a:extLst>
              <a:ext uri="{FF2B5EF4-FFF2-40B4-BE49-F238E27FC236}">
                <a16:creationId xmlns:a16="http://schemas.microsoft.com/office/drawing/2014/main" id="{697AA95E-DB63-4DF6-AB1D-4C4C0C68D4FD}"/>
              </a:ext>
            </a:extLst>
          </p:cNvPr>
          <p:cNvSpPr/>
          <p:nvPr/>
        </p:nvSpPr>
        <p:spPr>
          <a:xfrm>
            <a:off x="7493290" y="2090189"/>
            <a:ext cx="414993" cy="402672"/>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827112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14FEDEC-50C8-4BD4-BEBF-55A75574C505}"/>
              </a:ext>
            </a:extLst>
          </p:cNvPr>
          <p:cNvSpPr>
            <a:spLocks noGrp="1"/>
          </p:cNvSpPr>
          <p:nvPr>
            <p:ph type="title"/>
          </p:nvPr>
        </p:nvSpPr>
        <p:spPr/>
        <p:txBody>
          <a:bodyPr/>
          <a:lstStyle/>
          <a:p>
            <a:r>
              <a:rPr lang="en-US" altLang="zh-TW" dirty="0"/>
              <a:t>Experimental Evaluation</a:t>
            </a:r>
            <a:endParaRPr lang="zh-TW" altLang="en-US" dirty="0"/>
          </a:p>
        </p:txBody>
      </p:sp>
      <p:pic>
        <p:nvPicPr>
          <p:cNvPr id="1026" name="Picture 2" descr="Table 2. The Average Running Time (in Milliseconds) of Quick-MLCS and Quick-DP Algorithms for Random TwoSequence MLCS Problems of lengths ranging between 100 and 1,000">
            <a:extLst>
              <a:ext uri="{FF2B5EF4-FFF2-40B4-BE49-F238E27FC236}">
                <a16:creationId xmlns:a16="http://schemas.microsoft.com/office/drawing/2014/main" id="{4961CD04-1566-46FF-A481-A0AEB5B82AB8}"/>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7180"/>
          <a:stretch/>
        </p:blipFill>
        <p:spPr bwMode="auto">
          <a:xfrm>
            <a:off x="241041" y="2275992"/>
            <a:ext cx="4394478" cy="3517641"/>
          </a:xfrm>
          <a:prstGeom prst="rect">
            <a:avLst/>
          </a:prstGeom>
          <a:noFill/>
          <a:extLst>
            <a:ext uri="{909E8E84-426E-40DD-AFC4-6F175D3DCCD1}">
              <a14:hiddenFill xmlns:a14="http://schemas.microsoft.com/office/drawing/2010/main">
                <a:solidFill>
                  <a:srgbClr val="FFFFFF"/>
                </a:solidFill>
              </a14:hiddenFill>
            </a:ext>
          </a:extLst>
        </p:spPr>
      </p:pic>
      <p:pic>
        <p:nvPicPr>
          <p:cNvPr id="4" name="圖片 3">
            <a:extLst>
              <a:ext uri="{FF2B5EF4-FFF2-40B4-BE49-F238E27FC236}">
                <a16:creationId xmlns:a16="http://schemas.microsoft.com/office/drawing/2014/main" id="{64100E5D-1CF4-4051-84BE-FBA09B74A08F}"/>
              </a:ext>
            </a:extLst>
          </p:cNvPr>
          <p:cNvPicPr>
            <a:picLocks noChangeAspect="1"/>
          </p:cNvPicPr>
          <p:nvPr/>
        </p:nvPicPr>
        <p:blipFill>
          <a:blip r:embed="rId3"/>
          <a:stretch>
            <a:fillRect/>
          </a:stretch>
        </p:blipFill>
        <p:spPr>
          <a:xfrm>
            <a:off x="4863621" y="2177682"/>
            <a:ext cx="6759791" cy="3868555"/>
          </a:xfrm>
          <a:prstGeom prst="rect">
            <a:avLst/>
          </a:prstGeom>
        </p:spPr>
      </p:pic>
    </p:spTree>
    <p:extLst>
      <p:ext uri="{BB962C8B-B14F-4D97-AF65-F5344CB8AC3E}">
        <p14:creationId xmlns:p14="http://schemas.microsoft.com/office/powerpoint/2010/main" val="413393103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1153</TotalTime>
  <Words>375</Words>
  <Application>Microsoft Office PowerPoint</Application>
  <PresentationFormat>寬螢幕</PresentationFormat>
  <Paragraphs>40</Paragraphs>
  <Slides>16</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16</vt:i4>
      </vt:variant>
    </vt:vector>
  </HeadingPairs>
  <TitlesOfParts>
    <vt:vector size="22" baseType="lpstr">
      <vt:lpstr>微軟正黑體</vt:lpstr>
      <vt:lpstr>Arial</vt:lpstr>
      <vt:lpstr>Calibri</vt:lpstr>
      <vt:lpstr>Calibri Light</vt:lpstr>
      <vt:lpstr>Times New Roman</vt:lpstr>
      <vt:lpstr>Office 佈景主題</vt:lpstr>
      <vt:lpstr>Quick-MLCS: a new algorithm for the multiple longest common subsequence problem Majid Sazvar, Mahmoud Naghibzadeh, Nayyereh Saadati  </vt:lpstr>
      <vt:lpstr>Abstract</vt:lpstr>
      <vt:lpstr>Dk</vt:lpstr>
      <vt:lpstr>Successor Table</vt:lpstr>
      <vt:lpstr>Successor Table</vt:lpstr>
      <vt:lpstr>Successor Table</vt:lpstr>
      <vt:lpstr>Successor Table</vt:lpstr>
      <vt:lpstr>Succ(Dk,∑)</vt:lpstr>
      <vt:lpstr>Succ(Dk,∑)</vt:lpstr>
      <vt:lpstr>Succ(Dk,∑)</vt:lpstr>
      <vt:lpstr>Succ(Dk,∑)</vt:lpstr>
      <vt:lpstr>Minima Succ(Dk,∑)</vt:lpstr>
      <vt:lpstr>Minima Succ(Dk,∑)</vt:lpstr>
      <vt:lpstr>Dk</vt:lpstr>
      <vt:lpstr>Dk</vt:lpstr>
      <vt:lpstr>Experimental Evaluation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Quick-MLCS: a new algorithm for the multiple longest common subsequence problem Majid Sazvar, Mahmoud Naghibzadeh, Nayyereh Saadati  </dc:title>
  <dc:creator>郁儒 廖</dc:creator>
  <cp:lastModifiedBy>郁儒 廖</cp:lastModifiedBy>
  <cp:revision>6</cp:revision>
  <dcterms:created xsi:type="dcterms:W3CDTF">2021-01-08T08:06:51Z</dcterms:created>
  <dcterms:modified xsi:type="dcterms:W3CDTF">2021-01-11T16:02:50Z</dcterms:modified>
</cp:coreProperties>
</file>