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81" r:id="rId3"/>
    <p:sldId id="267" r:id="rId4"/>
    <p:sldId id="282" r:id="rId5"/>
    <p:sldId id="284" r:id="rId6"/>
    <p:sldId id="285" r:id="rId7"/>
    <p:sldId id="283" r:id="rId8"/>
    <p:sldId id="286" r:id="rId9"/>
    <p:sldId id="288" r:id="rId10"/>
    <p:sldId id="293" r:id="rId11"/>
    <p:sldId id="292" r:id="rId12"/>
    <p:sldId id="289" r:id="rId13"/>
    <p:sldId id="290" r:id="rId14"/>
    <p:sldId id="291" r:id="rId15"/>
    <p:sldId id="294"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F2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290FA8-A7D4-44E9-ADF4-3783012E1A54}" v="73" dt="2021-07-27T06:09:15.622"/>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34" autoAdjust="0"/>
    <p:restoredTop sz="90000" autoAdjust="0"/>
  </p:normalViewPr>
  <p:slideViewPr>
    <p:cSldViewPr snapToGrid="0">
      <p:cViewPr varScale="1">
        <p:scale>
          <a:sx n="102" d="100"/>
          <a:sy n="102" d="100"/>
        </p:scale>
        <p:origin x="72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郁儒 廖" userId="189a1d031aa848d3" providerId="LiveId" clId="{CE290FA8-A7D4-44E9-ADF4-3783012E1A54}"/>
    <pc:docChg chg="undo custSel addSld delSld modSld sldOrd">
      <pc:chgData name="郁儒 廖" userId="189a1d031aa848d3" providerId="LiveId" clId="{CE290FA8-A7D4-44E9-ADF4-3783012E1A54}" dt="2021-07-27T06:09:43.438" v="630" actId="14100"/>
      <pc:docMkLst>
        <pc:docMk/>
      </pc:docMkLst>
      <pc:sldChg chg="modSp mod">
        <pc:chgData name="郁儒 廖" userId="189a1d031aa848d3" providerId="LiveId" clId="{CE290FA8-A7D4-44E9-ADF4-3783012E1A54}" dt="2021-07-27T05:27:42.104" v="599" actId="20577"/>
        <pc:sldMkLst>
          <pc:docMk/>
          <pc:sldMk cId="1310905560" sldId="256"/>
        </pc:sldMkLst>
        <pc:spChg chg="mod">
          <ac:chgData name="郁儒 廖" userId="189a1d031aa848d3" providerId="LiveId" clId="{CE290FA8-A7D4-44E9-ADF4-3783012E1A54}" dt="2021-07-27T05:26:44.346" v="588"/>
          <ac:spMkLst>
            <pc:docMk/>
            <pc:sldMk cId="1310905560" sldId="256"/>
            <ac:spMk id="2" creationId="{B963378F-50B2-45BD-A6DA-5CB61DB247F9}"/>
          </ac:spMkLst>
        </pc:spChg>
        <pc:spChg chg="mod">
          <ac:chgData name="郁儒 廖" userId="189a1d031aa848d3" providerId="LiveId" clId="{CE290FA8-A7D4-44E9-ADF4-3783012E1A54}" dt="2021-07-27T05:27:09.968" v="592" actId="20577"/>
          <ac:spMkLst>
            <pc:docMk/>
            <pc:sldMk cId="1310905560" sldId="256"/>
            <ac:spMk id="3" creationId="{71E7239B-5619-42E5-947E-7CC9BEF1FE52}"/>
          </ac:spMkLst>
        </pc:spChg>
        <pc:spChg chg="mod">
          <ac:chgData name="郁儒 廖" userId="189a1d031aa848d3" providerId="LiveId" clId="{CE290FA8-A7D4-44E9-ADF4-3783012E1A54}" dt="2021-07-27T05:27:42.104" v="599" actId="20577"/>
          <ac:spMkLst>
            <pc:docMk/>
            <pc:sldMk cId="1310905560" sldId="256"/>
            <ac:spMk id="5" creationId="{E943A7B3-D75F-42BE-987F-B5D29452E318}"/>
          </ac:spMkLst>
        </pc:spChg>
      </pc:sldChg>
      <pc:sldChg chg="del">
        <pc:chgData name="郁儒 廖" userId="189a1d031aa848d3" providerId="LiveId" clId="{CE290FA8-A7D4-44E9-ADF4-3783012E1A54}" dt="2021-07-18T06:04:38.733" v="247" actId="47"/>
        <pc:sldMkLst>
          <pc:docMk/>
          <pc:sldMk cId="2573059498" sldId="258"/>
        </pc:sldMkLst>
      </pc:sldChg>
      <pc:sldChg chg="del">
        <pc:chgData name="郁儒 廖" userId="189a1d031aa848d3" providerId="LiveId" clId="{CE290FA8-A7D4-44E9-ADF4-3783012E1A54}" dt="2021-07-18T06:04:37.419" v="246" actId="47"/>
        <pc:sldMkLst>
          <pc:docMk/>
          <pc:sldMk cId="3515119788" sldId="259"/>
        </pc:sldMkLst>
      </pc:sldChg>
      <pc:sldChg chg="del">
        <pc:chgData name="郁儒 廖" userId="189a1d031aa848d3" providerId="LiveId" clId="{CE290FA8-A7D4-44E9-ADF4-3783012E1A54}" dt="2021-07-18T06:04:30.791" v="242" actId="47"/>
        <pc:sldMkLst>
          <pc:docMk/>
          <pc:sldMk cId="3353010267" sldId="260"/>
        </pc:sldMkLst>
      </pc:sldChg>
      <pc:sldChg chg="del">
        <pc:chgData name="郁儒 廖" userId="189a1d031aa848d3" providerId="LiveId" clId="{CE290FA8-A7D4-44E9-ADF4-3783012E1A54}" dt="2021-07-18T06:04:31.598" v="243" actId="47"/>
        <pc:sldMkLst>
          <pc:docMk/>
          <pc:sldMk cId="3679457579" sldId="261"/>
        </pc:sldMkLst>
      </pc:sldChg>
      <pc:sldChg chg="del">
        <pc:chgData name="郁儒 廖" userId="189a1d031aa848d3" providerId="LiveId" clId="{CE290FA8-A7D4-44E9-ADF4-3783012E1A54}" dt="2021-07-18T06:04:33.411" v="244" actId="47"/>
        <pc:sldMkLst>
          <pc:docMk/>
          <pc:sldMk cId="2166195919" sldId="262"/>
        </pc:sldMkLst>
      </pc:sldChg>
      <pc:sldChg chg="del">
        <pc:chgData name="郁儒 廖" userId="189a1d031aa848d3" providerId="LiveId" clId="{CE290FA8-A7D4-44E9-ADF4-3783012E1A54}" dt="2021-07-18T06:04:39.808" v="248" actId="47"/>
        <pc:sldMkLst>
          <pc:docMk/>
          <pc:sldMk cId="3405566990" sldId="263"/>
        </pc:sldMkLst>
      </pc:sldChg>
      <pc:sldChg chg="del">
        <pc:chgData name="郁儒 廖" userId="189a1d031aa848d3" providerId="LiveId" clId="{CE290FA8-A7D4-44E9-ADF4-3783012E1A54}" dt="2021-07-18T06:04:41.167" v="249" actId="47"/>
        <pc:sldMkLst>
          <pc:docMk/>
          <pc:sldMk cId="1720717751" sldId="264"/>
        </pc:sldMkLst>
      </pc:sldChg>
      <pc:sldChg chg="modSp del mod">
        <pc:chgData name="郁儒 廖" userId="189a1d031aa848d3" providerId="LiveId" clId="{CE290FA8-A7D4-44E9-ADF4-3783012E1A54}" dt="2021-07-17T14:22:50.813" v="10" actId="47"/>
        <pc:sldMkLst>
          <pc:docMk/>
          <pc:sldMk cId="1214235823" sldId="265"/>
        </pc:sldMkLst>
        <pc:spChg chg="mod">
          <ac:chgData name="郁儒 廖" userId="189a1d031aa848d3" providerId="LiveId" clId="{CE290FA8-A7D4-44E9-ADF4-3783012E1A54}" dt="2021-07-17T14:22:47.176" v="9" actId="20577"/>
          <ac:spMkLst>
            <pc:docMk/>
            <pc:sldMk cId="1214235823" sldId="265"/>
            <ac:spMk id="3" creationId="{13A791DE-558D-404E-B9D6-E2E18467D5B7}"/>
          </ac:spMkLst>
        </pc:spChg>
      </pc:sldChg>
      <pc:sldChg chg="del">
        <pc:chgData name="郁儒 廖" userId="189a1d031aa848d3" providerId="LiveId" clId="{CE290FA8-A7D4-44E9-ADF4-3783012E1A54}" dt="2021-07-18T06:04:34.917" v="245" actId="47"/>
        <pc:sldMkLst>
          <pc:docMk/>
          <pc:sldMk cId="436955770" sldId="266"/>
        </pc:sldMkLst>
      </pc:sldChg>
      <pc:sldChg chg="addSp delSp modSp mod">
        <pc:chgData name="郁儒 廖" userId="189a1d031aa848d3" providerId="LiveId" clId="{CE290FA8-A7D4-44E9-ADF4-3783012E1A54}" dt="2021-07-27T06:09:43.438" v="630" actId="14100"/>
        <pc:sldMkLst>
          <pc:docMk/>
          <pc:sldMk cId="241416973" sldId="267"/>
        </pc:sldMkLst>
        <pc:spChg chg="mod">
          <ac:chgData name="郁儒 廖" userId="189a1d031aa848d3" providerId="LiveId" clId="{CE290FA8-A7D4-44E9-ADF4-3783012E1A54}" dt="2021-07-17T14:31:28.777" v="110" actId="20577"/>
          <ac:spMkLst>
            <pc:docMk/>
            <pc:sldMk cId="241416973" sldId="267"/>
            <ac:spMk id="2" creationId="{D6A8277B-EDA6-452C-9F3A-ACBBCEC32FC4}"/>
          </ac:spMkLst>
        </pc:spChg>
        <pc:spChg chg="add mod">
          <ac:chgData name="郁儒 廖" userId="189a1d031aa848d3" providerId="LiveId" clId="{CE290FA8-A7D4-44E9-ADF4-3783012E1A54}" dt="2021-07-27T06:09:38.914" v="628" actId="20577"/>
          <ac:spMkLst>
            <pc:docMk/>
            <pc:sldMk cId="241416973" sldId="267"/>
            <ac:spMk id="4" creationId="{F295903F-D2E5-48CE-8311-2AD281F8E88E}"/>
          </ac:spMkLst>
        </pc:spChg>
        <pc:spChg chg="add del mod">
          <ac:chgData name="郁儒 廖" userId="189a1d031aa848d3" providerId="LiveId" clId="{CE290FA8-A7D4-44E9-ADF4-3783012E1A54}" dt="2021-07-27T06:09:07.376" v="615" actId="478"/>
          <ac:spMkLst>
            <pc:docMk/>
            <pc:sldMk cId="241416973" sldId="267"/>
            <ac:spMk id="10" creationId="{8DA8BF74-FE9D-4519-8620-99AE75A2367E}"/>
          </ac:spMkLst>
        </pc:spChg>
        <pc:spChg chg="add del mod">
          <ac:chgData name="郁儒 廖" userId="189a1d031aa848d3" providerId="LiveId" clId="{CE290FA8-A7D4-44E9-ADF4-3783012E1A54}" dt="2021-07-27T06:09:10.493" v="616" actId="478"/>
          <ac:spMkLst>
            <pc:docMk/>
            <pc:sldMk cId="241416973" sldId="267"/>
            <ac:spMk id="11" creationId="{DCCFAB12-E387-4B75-909B-61F3577D6F05}"/>
          </ac:spMkLst>
        </pc:spChg>
        <pc:picChg chg="del">
          <ac:chgData name="郁儒 廖" userId="189a1d031aa848d3" providerId="LiveId" clId="{CE290FA8-A7D4-44E9-ADF4-3783012E1A54}" dt="2021-07-17T14:25:14.288" v="39" actId="478"/>
          <ac:picMkLst>
            <pc:docMk/>
            <pc:sldMk cId="241416973" sldId="267"/>
            <ac:picMk id="5" creationId="{3407E8DD-85EC-4C6E-A845-8088A23510E7}"/>
          </ac:picMkLst>
        </pc:picChg>
        <pc:picChg chg="del">
          <ac:chgData name="郁儒 廖" userId="189a1d031aa848d3" providerId="LiveId" clId="{CE290FA8-A7D4-44E9-ADF4-3783012E1A54}" dt="2021-07-17T14:25:13.738" v="38" actId="478"/>
          <ac:picMkLst>
            <pc:docMk/>
            <pc:sldMk cId="241416973" sldId="267"/>
            <ac:picMk id="7" creationId="{5C606B4B-5B79-496C-9B21-4C061E6C1E65}"/>
          </ac:picMkLst>
        </pc:picChg>
        <pc:picChg chg="add mod">
          <ac:chgData name="郁儒 廖" userId="189a1d031aa848d3" providerId="LiveId" clId="{CE290FA8-A7D4-44E9-ADF4-3783012E1A54}" dt="2021-07-27T06:09:15.622" v="619" actId="1076"/>
          <ac:picMkLst>
            <pc:docMk/>
            <pc:sldMk cId="241416973" sldId="267"/>
            <ac:picMk id="9" creationId="{8FE30836-4E34-4954-AF9F-42EC74B3FB2D}"/>
          </ac:picMkLst>
        </pc:picChg>
        <pc:picChg chg="add mod modCrop">
          <ac:chgData name="郁儒 廖" userId="189a1d031aa848d3" providerId="LiveId" clId="{CE290FA8-A7D4-44E9-ADF4-3783012E1A54}" dt="2021-07-27T06:09:43.438" v="630" actId="14100"/>
          <ac:picMkLst>
            <pc:docMk/>
            <pc:sldMk cId="241416973" sldId="267"/>
            <ac:picMk id="12" creationId="{C9E48EDE-4C35-494E-8EC4-E4F919E37AD6}"/>
          </ac:picMkLst>
        </pc:picChg>
        <pc:picChg chg="add del mod">
          <ac:chgData name="郁儒 廖" userId="189a1d031aa848d3" providerId="LiveId" clId="{CE290FA8-A7D4-44E9-ADF4-3783012E1A54}" dt="2021-07-27T06:09:04.569" v="613" actId="478"/>
          <ac:picMkLst>
            <pc:docMk/>
            <pc:sldMk cId="241416973" sldId="267"/>
            <ac:picMk id="1026" creationId="{248CCDC8-4F61-4FF3-8C60-E4A53D0FFD5F}"/>
          </ac:picMkLst>
        </pc:picChg>
        <pc:picChg chg="add del">
          <ac:chgData name="郁儒 廖" userId="189a1d031aa848d3" providerId="LiveId" clId="{CE290FA8-A7D4-44E9-ADF4-3783012E1A54}" dt="2021-07-17T14:35:45.190" v="139" actId="478"/>
          <ac:picMkLst>
            <pc:docMk/>
            <pc:sldMk cId="241416973" sldId="267"/>
            <ac:picMk id="1028" creationId="{E7FBCA58-D5BD-4EC5-BD03-9B28EA37243A}"/>
          </ac:picMkLst>
        </pc:picChg>
        <pc:cxnChg chg="add del mod">
          <ac:chgData name="郁儒 廖" userId="189a1d031aa848d3" providerId="LiveId" clId="{CE290FA8-A7D4-44E9-ADF4-3783012E1A54}" dt="2021-07-27T06:09:05.624" v="614" actId="478"/>
          <ac:cxnSpMkLst>
            <pc:docMk/>
            <pc:sldMk cId="241416973" sldId="267"/>
            <ac:cxnSpMk id="8" creationId="{395C5FB2-CB1A-43B2-BF33-8E1FDB248AC7}"/>
          </ac:cxnSpMkLst>
        </pc:cxnChg>
      </pc:sldChg>
      <pc:sldChg chg="addSp delSp modSp add mod">
        <pc:chgData name="郁儒 廖" userId="189a1d031aa848d3" providerId="LiveId" clId="{CE290FA8-A7D4-44E9-ADF4-3783012E1A54}" dt="2021-07-17T14:39:54.916" v="211" actId="1076"/>
        <pc:sldMkLst>
          <pc:docMk/>
          <pc:sldMk cId="3166609206" sldId="268"/>
        </pc:sldMkLst>
        <pc:spChg chg="mod">
          <ac:chgData name="郁儒 廖" userId="189a1d031aa848d3" providerId="LiveId" clId="{CE290FA8-A7D4-44E9-ADF4-3783012E1A54}" dt="2021-07-17T14:39:42.083" v="205" actId="20577"/>
          <ac:spMkLst>
            <pc:docMk/>
            <pc:sldMk cId="3166609206" sldId="268"/>
            <ac:spMk id="4" creationId="{F295903F-D2E5-48CE-8311-2AD281F8E88E}"/>
          </ac:spMkLst>
        </pc:spChg>
        <pc:spChg chg="del">
          <ac:chgData name="郁儒 廖" userId="189a1d031aa848d3" providerId="LiveId" clId="{CE290FA8-A7D4-44E9-ADF4-3783012E1A54}" dt="2021-07-17T14:36:03.655" v="149" actId="478"/>
          <ac:spMkLst>
            <pc:docMk/>
            <pc:sldMk cId="3166609206" sldId="268"/>
            <ac:spMk id="10" creationId="{8DA8BF74-FE9D-4519-8620-99AE75A2367E}"/>
          </ac:spMkLst>
        </pc:spChg>
        <pc:spChg chg="del mod">
          <ac:chgData name="郁儒 廖" userId="189a1d031aa848d3" providerId="LiveId" clId="{CE290FA8-A7D4-44E9-ADF4-3783012E1A54}" dt="2021-07-17T14:36:01.384" v="147" actId="478"/>
          <ac:spMkLst>
            <pc:docMk/>
            <pc:sldMk cId="3166609206" sldId="268"/>
            <ac:spMk id="11" creationId="{DCCFAB12-E387-4B75-909B-61F3577D6F05}"/>
          </ac:spMkLst>
        </pc:spChg>
        <pc:picChg chg="add del mod modCrop">
          <ac:chgData name="郁儒 廖" userId="189a1d031aa848d3" providerId="LiveId" clId="{CE290FA8-A7D4-44E9-ADF4-3783012E1A54}" dt="2021-07-17T14:38:01.120" v="164" actId="478"/>
          <ac:picMkLst>
            <pc:docMk/>
            <pc:sldMk cId="3166609206" sldId="268"/>
            <ac:picMk id="3" creationId="{5B82F403-D953-4A89-B479-DBBE1802B411}"/>
          </ac:picMkLst>
        </pc:picChg>
        <pc:picChg chg="add mod">
          <ac:chgData name="郁儒 廖" userId="189a1d031aa848d3" providerId="LiveId" clId="{CE290FA8-A7D4-44E9-ADF4-3783012E1A54}" dt="2021-07-17T14:39:52.713" v="210" actId="1076"/>
          <ac:picMkLst>
            <pc:docMk/>
            <pc:sldMk cId="3166609206" sldId="268"/>
            <ac:picMk id="5" creationId="{682F1B4C-7056-4721-8D1D-BD7EB72C0217}"/>
          </ac:picMkLst>
        </pc:picChg>
        <pc:picChg chg="add mod">
          <ac:chgData name="郁儒 廖" userId="189a1d031aa848d3" providerId="LiveId" clId="{CE290FA8-A7D4-44E9-ADF4-3783012E1A54}" dt="2021-07-17T14:39:54.916" v="211" actId="1076"/>
          <ac:picMkLst>
            <pc:docMk/>
            <pc:sldMk cId="3166609206" sldId="268"/>
            <ac:picMk id="6" creationId="{9FAC3BD5-CA98-40D5-9C8D-D85D5ABE788D}"/>
          </ac:picMkLst>
        </pc:picChg>
        <pc:picChg chg="del">
          <ac:chgData name="郁儒 廖" userId="189a1d031aa848d3" providerId="LiveId" clId="{CE290FA8-A7D4-44E9-ADF4-3783012E1A54}" dt="2021-07-17T14:35:57.335" v="142" actId="478"/>
          <ac:picMkLst>
            <pc:docMk/>
            <pc:sldMk cId="3166609206" sldId="268"/>
            <ac:picMk id="12" creationId="{C9E48EDE-4C35-494E-8EC4-E4F919E37AD6}"/>
          </ac:picMkLst>
        </pc:picChg>
        <pc:picChg chg="del">
          <ac:chgData name="郁儒 廖" userId="189a1d031aa848d3" providerId="LiveId" clId="{CE290FA8-A7D4-44E9-ADF4-3783012E1A54}" dt="2021-07-17T14:35:59.042" v="144" actId="478"/>
          <ac:picMkLst>
            <pc:docMk/>
            <pc:sldMk cId="3166609206" sldId="268"/>
            <ac:picMk id="1026" creationId="{248CCDC8-4F61-4FF3-8C60-E4A53D0FFD5F}"/>
          </ac:picMkLst>
        </pc:picChg>
        <pc:cxnChg chg="del">
          <ac:chgData name="郁儒 廖" userId="189a1d031aa848d3" providerId="LiveId" clId="{CE290FA8-A7D4-44E9-ADF4-3783012E1A54}" dt="2021-07-17T14:36:02.455" v="148" actId="478"/>
          <ac:cxnSpMkLst>
            <pc:docMk/>
            <pc:sldMk cId="3166609206" sldId="268"/>
            <ac:cxnSpMk id="8" creationId="{395C5FB2-CB1A-43B2-BF33-8E1FDB248AC7}"/>
          </ac:cxnSpMkLst>
        </pc:cxnChg>
      </pc:sldChg>
      <pc:sldChg chg="addSp delSp modSp add mod">
        <pc:chgData name="郁儒 廖" userId="189a1d031aa848d3" providerId="LiveId" clId="{CE290FA8-A7D4-44E9-ADF4-3783012E1A54}" dt="2021-07-24T18:03:51.813" v="388" actId="14100"/>
        <pc:sldMkLst>
          <pc:docMk/>
          <pc:sldMk cId="3730348283" sldId="269"/>
        </pc:sldMkLst>
        <pc:spChg chg="mod">
          <ac:chgData name="郁儒 廖" userId="189a1d031aa848d3" providerId="LiveId" clId="{CE290FA8-A7D4-44E9-ADF4-3783012E1A54}" dt="2021-07-17T14:40:32.535" v="230" actId="20577"/>
          <ac:spMkLst>
            <pc:docMk/>
            <pc:sldMk cId="3730348283" sldId="269"/>
            <ac:spMk id="2" creationId="{D6A8277B-EDA6-452C-9F3A-ACBBCEC32FC4}"/>
          </ac:spMkLst>
        </pc:spChg>
        <pc:spChg chg="add mod">
          <ac:chgData name="郁儒 廖" userId="189a1d031aa848d3" providerId="LiveId" clId="{CE290FA8-A7D4-44E9-ADF4-3783012E1A54}" dt="2021-07-23T11:28:53.612" v="270" actId="1076"/>
          <ac:spMkLst>
            <pc:docMk/>
            <pc:sldMk cId="3730348283" sldId="269"/>
            <ac:spMk id="3" creationId="{77054F84-D25D-409A-A373-1951079F871A}"/>
          </ac:spMkLst>
        </pc:spChg>
        <pc:spChg chg="add mod">
          <ac:chgData name="郁儒 廖" userId="189a1d031aa848d3" providerId="LiveId" clId="{CE290FA8-A7D4-44E9-ADF4-3783012E1A54}" dt="2021-07-24T18:03:51.813" v="388" actId="14100"/>
          <ac:spMkLst>
            <pc:docMk/>
            <pc:sldMk cId="3730348283" sldId="269"/>
            <ac:spMk id="4" creationId="{2E8CACBA-9080-420A-8A43-5AF30B4BE4AD}"/>
          </ac:spMkLst>
        </pc:spChg>
        <pc:spChg chg="del mod">
          <ac:chgData name="郁儒 廖" userId="189a1d031aa848d3" providerId="LiveId" clId="{CE290FA8-A7D4-44E9-ADF4-3783012E1A54}" dt="2021-07-17T14:40:40.212" v="235" actId="478"/>
          <ac:spMkLst>
            <pc:docMk/>
            <pc:sldMk cId="3730348283" sldId="269"/>
            <ac:spMk id="4" creationId="{F295903F-D2E5-48CE-8311-2AD281F8E88E}"/>
          </ac:spMkLst>
        </pc:spChg>
        <pc:spChg chg="add del mod">
          <ac:chgData name="郁儒 廖" userId="189a1d031aa848d3" providerId="LiveId" clId="{CE290FA8-A7D4-44E9-ADF4-3783012E1A54}" dt="2021-07-17T14:41:00.560" v="236"/>
          <ac:spMkLst>
            <pc:docMk/>
            <pc:sldMk cId="3730348283" sldId="269"/>
            <ac:spMk id="7" creationId="{0CA88C01-DCD3-4C79-A03D-3DE3AFEE3134}"/>
          </ac:spMkLst>
        </pc:spChg>
        <pc:picChg chg="del">
          <ac:chgData name="郁儒 廖" userId="189a1d031aa848d3" providerId="LiveId" clId="{CE290FA8-A7D4-44E9-ADF4-3783012E1A54}" dt="2021-07-17T14:40:34.490" v="231" actId="478"/>
          <ac:picMkLst>
            <pc:docMk/>
            <pc:sldMk cId="3730348283" sldId="269"/>
            <ac:picMk id="5" creationId="{682F1B4C-7056-4721-8D1D-BD7EB72C0217}"/>
          </ac:picMkLst>
        </pc:picChg>
        <pc:picChg chg="del mod">
          <ac:chgData name="郁儒 廖" userId="189a1d031aa848d3" providerId="LiveId" clId="{CE290FA8-A7D4-44E9-ADF4-3783012E1A54}" dt="2021-07-17T14:40:35.122" v="233" actId="478"/>
          <ac:picMkLst>
            <pc:docMk/>
            <pc:sldMk cId="3730348283" sldId="269"/>
            <ac:picMk id="6" creationId="{9FAC3BD5-CA98-40D5-9C8D-D85D5ABE788D}"/>
          </ac:picMkLst>
        </pc:picChg>
        <pc:picChg chg="add mod modCrop">
          <ac:chgData name="郁儒 廖" userId="189a1d031aa848d3" providerId="LiveId" clId="{CE290FA8-A7D4-44E9-ADF4-3783012E1A54}" dt="2021-07-23T11:26:54.547" v="252" actId="1076"/>
          <ac:picMkLst>
            <pc:docMk/>
            <pc:sldMk cId="3730348283" sldId="269"/>
            <ac:picMk id="8" creationId="{9F2F42F3-0BD4-4846-959C-F5713662D6D2}"/>
          </ac:picMkLst>
        </pc:picChg>
      </pc:sldChg>
      <pc:sldChg chg="addSp delSp modSp new mod">
        <pc:chgData name="郁儒 廖" userId="189a1d031aa848d3" providerId="LiveId" clId="{CE290FA8-A7D4-44E9-ADF4-3783012E1A54}" dt="2021-07-24T18:02:50.329" v="370" actId="22"/>
        <pc:sldMkLst>
          <pc:docMk/>
          <pc:sldMk cId="612480251" sldId="270"/>
        </pc:sldMkLst>
        <pc:spChg chg="mod">
          <ac:chgData name="郁儒 廖" userId="189a1d031aa848d3" providerId="LiveId" clId="{CE290FA8-A7D4-44E9-ADF4-3783012E1A54}" dt="2021-07-24T18:01:47.888" v="367"/>
          <ac:spMkLst>
            <pc:docMk/>
            <pc:sldMk cId="612480251" sldId="270"/>
            <ac:spMk id="2" creationId="{31EEA96D-6767-4A89-84BF-40B7D6C406DA}"/>
          </ac:spMkLst>
        </pc:spChg>
        <pc:spChg chg="del">
          <ac:chgData name="郁儒 廖" userId="189a1d031aa848d3" providerId="LiveId" clId="{CE290FA8-A7D4-44E9-ADF4-3783012E1A54}" dt="2021-07-24T17:46:07.348" v="272"/>
          <ac:spMkLst>
            <pc:docMk/>
            <pc:sldMk cId="612480251" sldId="270"/>
            <ac:spMk id="3" creationId="{B21077FF-8D2A-4E8F-A8B1-26CEF1D1936B}"/>
          </ac:spMkLst>
        </pc:spChg>
        <pc:spChg chg="add">
          <ac:chgData name="郁儒 廖" userId="189a1d031aa848d3" providerId="LiveId" clId="{CE290FA8-A7D4-44E9-ADF4-3783012E1A54}" dt="2021-07-24T18:02:50.329" v="370" actId="22"/>
          <ac:spMkLst>
            <pc:docMk/>
            <pc:sldMk cId="612480251" sldId="270"/>
            <ac:spMk id="6" creationId="{CD1529A4-63A1-45FB-B291-EDE108FE2E08}"/>
          </ac:spMkLst>
        </pc:spChg>
        <pc:picChg chg="add mod modCrop">
          <ac:chgData name="郁儒 廖" userId="189a1d031aa848d3" providerId="LiveId" clId="{CE290FA8-A7D4-44E9-ADF4-3783012E1A54}" dt="2021-07-24T18:02:19.869" v="369" actId="1076"/>
          <ac:picMkLst>
            <pc:docMk/>
            <pc:sldMk cId="612480251" sldId="270"/>
            <ac:picMk id="4" creationId="{490E72E3-BBC4-4F10-9503-FB8C7DA61056}"/>
          </ac:picMkLst>
        </pc:picChg>
      </pc:sldChg>
      <pc:sldChg chg="addSp delSp modSp add mod">
        <pc:chgData name="郁儒 廖" userId="189a1d031aa848d3" providerId="LiveId" clId="{CE290FA8-A7D4-44E9-ADF4-3783012E1A54}" dt="2021-07-24T18:00:47.661" v="366" actId="1076"/>
        <pc:sldMkLst>
          <pc:docMk/>
          <pc:sldMk cId="1643148301" sldId="271"/>
        </pc:sldMkLst>
        <pc:spChg chg="add del mod">
          <ac:chgData name="郁儒 廖" userId="189a1d031aa848d3" providerId="LiveId" clId="{CE290FA8-A7D4-44E9-ADF4-3783012E1A54}" dt="2021-07-24T17:48:03.412" v="293" actId="478"/>
          <ac:spMkLst>
            <pc:docMk/>
            <pc:sldMk cId="1643148301" sldId="271"/>
            <ac:spMk id="5" creationId="{26529FA3-3B21-41FC-B8C4-CF22A500FB24}"/>
          </ac:spMkLst>
        </pc:spChg>
        <pc:spChg chg="add mod">
          <ac:chgData name="郁儒 廖" userId="189a1d031aa848d3" providerId="LiveId" clId="{CE290FA8-A7D4-44E9-ADF4-3783012E1A54}" dt="2021-07-24T17:54:06.750" v="354" actId="208"/>
          <ac:spMkLst>
            <pc:docMk/>
            <pc:sldMk cId="1643148301" sldId="271"/>
            <ac:spMk id="6" creationId="{D062D2FA-3605-4209-9490-372C5A27D06F}"/>
          </ac:spMkLst>
        </pc:spChg>
        <pc:spChg chg="add mod">
          <ac:chgData name="郁儒 廖" userId="189a1d031aa848d3" providerId="LiveId" clId="{CE290FA8-A7D4-44E9-ADF4-3783012E1A54}" dt="2021-07-24T17:54:20.973" v="356" actId="1076"/>
          <ac:spMkLst>
            <pc:docMk/>
            <pc:sldMk cId="1643148301" sldId="271"/>
            <ac:spMk id="10" creationId="{819D7A24-47F2-4B36-9CFA-969CC90CC346}"/>
          </ac:spMkLst>
        </pc:spChg>
        <pc:spChg chg="add mod">
          <ac:chgData name="郁儒 廖" userId="189a1d031aa848d3" providerId="LiveId" clId="{CE290FA8-A7D4-44E9-ADF4-3783012E1A54}" dt="2021-07-24T18:00:47.661" v="366" actId="1076"/>
          <ac:spMkLst>
            <pc:docMk/>
            <pc:sldMk cId="1643148301" sldId="271"/>
            <ac:spMk id="13" creationId="{07FB3D3F-AF05-4609-B8CE-4FAB7B1E7DD6}"/>
          </ac:spMkLst>
        </pc:spChg>
        <pc:picChg chg="del">
          <ac:chgData name="郁儒 廖" userId="189a1d031aa848d3" providerId="LiveId" clId="{CE290FA8-A7D4-44E9-ADF4-3783012E1A54}" dt="2021-07-24T17:47:57.294" v="290" actId="478"/>
          <ac:picMkLst>
            <pc:docMk/>
            <pc:sldMk cId="1643148301" sldId="271"/>
            <ac:picMk id="4" creationId="{490E72E3-BBC4-4F10-9503-FB8C7DA61056}"/>
          </ac:picMkLst>
        </pc:picChg>
        <pc:picChg chg="add mod">
          <ac:chgData name="郁儒 廖" userId="189a1d031aa848d3" providerId="LiveId" clId="{CE290FA8-A7D4-44E9-ADF4-3783012E1A54}" dt="2021-07-24T17:53:16.909" v="346" actId="1076"/>
          <ac:picMkLst>
            <pc:docMk/>
            <pc:sldMk cId="1643148301" sldId="271"/>
            <ac:picMk id="8" creationId="{8D9D1387-BD00-4E2B-95D5-A495F8D46641}"/>
          </ac:picMkLst>
        </pc:picChg>
        <pc:picChg chg="add mod">
          <ac:chgData name="郁儒 廖" userId="189a1d031aa848d3" providerId="LiveId" clId="{CE290FA8-A7D4-44E9-ADF4-3783012E1A54}" dt="2021-07-24T18:00:30.365" v="362" actId="14100"/>
          <ac:picMkLst>
            <pc:docMk/>
            <pc:sldMk cId="1643148301" sldId="271"/>
            <ac:picMk id="9" creationId="{00422705-6A67-4E13-93DB-0357C07B6811}"/>
          </ac:picMkLst>
        </pc:picChg>
        <pc:picChg chg="add mod">
          <ac:chgData name="郁儒 廖" userId="189a1d031aa848d3" providerId="LiveId" clId="{CE290FA8-A7D4-44E9-ADF4-3783012E1A54}" dt="2021-07-24T18:00:25.084" v="360" actId="1076"/>
          <ac:picMkLst>
            <pc:docMk/>
            <pc:sldMk cId="1643148301" sldId="271"/>
            <ac:picMk id="1026" creationId="{2483219A-00C8-489E-A7F0-1F15452192AA}"/>
          </ac:picMkLst>
        </pc:picChg>
        <pc:picChg chg="add del mod">
          <ac:chgData name="郁儒 廖" userId="189a1d031aa848d3" providerId="LiveId" clId="{CE290FA8-A7D4-44E9-ADF4-3783012E1A54}" dt="2021-07-24T17:48:46.922" v="306" actId="478"/>
          <ac:picMkLst>
            <pc:docMk/>
            <pc:sldMk cId="1643148301" sldId="271"/>
            <ac:picMk id="1028" creationId="{C3390DAD-1C47-458D-BA83-E32470B7D5A3}"/>
          </ac:picMkLst>
        </pc:picChg>
      </pc:sldChg>
      <pc:sldChg chg="addSp delSp modSp new mod">
        <pc:chgData name="郁儒 廖" userId="189a1d031aa848d3" providerId="LiveId" clId="{CE290FA8-A7D4-44E9-ADF4-3783012E1A54}" dt="2021-07-24T17:52:15.037" v="336" actId="1076"/>
        <pc:sldMkLst>
          <pc:docMk/>
          <pc:sldMk cId="1708893990" sldId="272"/>
        </pc:sldMkLst>
        <pc:spChg chg="mod">
          <ac:chgData name="郁儒 廖" userId="189a1d031aa848d3" providerId="LiveId" clId="{CE290FA8-A7D4-44E9-ADF4-3783012E1A54}" dt="2021-07-24T17:51:20.979" v="319" actId="20577"/>
          <ac:spMkLst>
            <pc:docMk/>
            <pc:sldMk cId="1708893990" sldId="272"/>
            <ac:spMk id="2" creationId="{716E27F3-A6FF-4346-A231-DEA8C2F1A6F4}"/>
          </ac:spMkLst>
        </pc:spChg>
        <pc:spChg chg="del">
          <ac:chgData name="郁儒 廖" userId="189a1d031aa848d3" providerId="LiveId" clId="{CE290FA8-A7D4-44E9-ADF4-3783012E1A54}" dt="2021-07-24T17:51:18.819" v="316"/>
          <ac:spMkLst>
            <pc:docMk/>
            <pc:sldMk cId="1708893990" sldId="272"/>
            <ac:spMk id="3" creationId="{EFB150A1-F460-43AD-B8C2-A22B81E6BC5F}"/>
          </ac:spMkLst>
        </pc:spChg>
        <pc:spChg chg="add mod">
          <ac:chgData name="郁儒 廖" userId="189a1d031aa848d3" providerId="LiveId" clId="{CE290FA8-A7D4-44E9-ADF4-3783012E1A54}" dt="2021-07-24T17:52:15.037" v="336" actId="1076"/>
          <ac:spMkLst>
            <pc:docMk/>
            <pc:sldMk cId="1708893990" sldId="272"/>
            <ac:spMk id="4" creationId="{88337500-A4AC-4D18-826D-9F9279AA6B8A}"/>
          </ac:spMkLst>
        </pc:spChg>
        <pc:picChg chg="add mod">
          <ac:chgData name="郁儒 廖" userId="189a1d031aa848d3" providerId="LiveId" clId="{CE290FA8-A7D4-44E9-ADF4-3783012E1A54}" dt="2021-07-24T17:51:29.933" v="320" actId="1076"/>
          <ac:picMkLst>
            <pc:docMk/>
            <pc:sldMk cId="1708893990" sldId="272"/>
            <ac:picMk id="2050" creationId="{CD2C5727-6CF7-4166-B1FD-9A6B05E767B3}"/>
          </ac:picMkLst>
        </pc:picChg>
      </pc:sldChg>
      <pc:sldChg chg="delSp modSp add del ord">
        <pc:chgData name="郁儒 廖" userId="189a1d031aa848d3" providerId="LiveId" clId="{CE290FA8-A7D4-44E9-ADF4-3783012E1A54}" dt="2021-07-24T17:49:53.021" v="313" actId="47"/>
        <pc:sldMkLst>
          <pc:docMk/>
          <pc:sldMk cId="1758154840" sldId="272"/>
        </pc:sldMkLst>
        <pc:picChg chg="del">
          <ac:chgData name="郁儒 廖" userId="189a1d031aa848d3" providerId="LiveId" clId="{CE290FA8-A7D4-44E9-ADF4-3783012E1A54}" dt="2021-07-24T17:48:42.338" v="303" actId="478"/>
          <ac:picMkLst>
            <pc:docMk/>
            <pc:sldMk cId="1758154840" sldId="272"/>
            <ac:picMk id="1026" creationId="{2483219A-00C8-489E-A7F0-1F15452192AA}"/>
          </ac:picMkLst>
        </pc:picChg>
        <pc:picChg chg="mod">
          <ac:chgData name="郁儒 廖" userId="189a1d031aa848d3" providerId="LiveId" clId="{CE290FA8-A7D4-44E9-ADF4-3783012E1A54}" dt="2021-07-24T17:49:04.309" v="311" actId="14100"/>
          <ac:picMkLst>
            <pc:docMk/>
            <pc:sldMk cId="1758154840" sldId="272"/>
            <ac:picMk id="1028" creationId="{C3390DAD-1C47-458D-BA83-E32470B7D5A3}"/>
          </ac:picMkLst>
        </pc:picChg>
      </pc:sldChg>
      <pc:sldChg chg="add ord">
        <pc:chgData name="郁儒 廖" userId="189a1d031aa848d3" providerId="LiveId" clId="{CE290FA8-A7D4-44E9-ADF4-3783012E1A54}" dt="2021-07-24T17:52:37.838" v="339"/>
        <pc:sldMkLst>
          <pc:docMk/>
          <pc:sldMk cId="1569140240" sldId="273"/>
        </pc:sldMkLst>
      </pc:sldChg>
      <pc:sldChg chg="addSp delSp modSp new mod">
        <pc:chgData name="郁儒 廖" userId="189a1d031aa848d3" providerId="LiveId" clId="{CE290FA8-A7D4-44E9-ADF4-3783012E1A54}" dt="2021-07-25T03:07:16.414" v="581" actId="14100"/>
        <pc:sldMkLst>
          <pc:docMk/>
          <pc:sldMk cId="4060451678" sldId="274"/>
        </pc:sldMkLst>
        <pc:spChg chg="mod">
          <ac:chgData name="郁儒 廖" userId="189a1d031aa848d3" providerId="LiveId" clId="{CE290FA8-A7D4-44E9-ADF4-3783012E1A54}" dt="2021-07-24T18:03:05.773" v="380" actId="20577"/>
          <ac:spMkLst>
            <pc:docMk/>
            <pc:sldMk cId="4060451678" sldId="274"/>
            <ac:spMk id="2" creationId="{5F3DBE48-F582-4210-8455-88167B475D2E}"/>
          </ac:spMkLst>
        </pc:spChg>
        <pc:spChg chg="del">
          <ac:chgData name="郁儒 廖" userId="189a1d031aa848d3" providerId="LiveId" clId="{CE290FA8-A7D4-44E9-ADF4-3783012E1A54}" dt="2021-07-24T18:05:33.151" v="389"/>
          <ac:spMkLst>
            <pc:docMk/>
            <pc:sldMk cId="4060451678" sldId="274"/>
            <ac:spMk id="3" creationId="{82A49E8B-872F-48C9-9FBB-8B84A2FFA0EE}"/>
          </ac:spMkLst>
        </pc:spChg>
        <pc:spChg chg="add mod">
          <ac:chgData name="郁儒 廖" userId="189a1d031aa848d3" providerId="LiveId" clId="{CE290FA8-A7D4-44E9-ADF4-3783012E1A54}" dt="2021-07-24T18:10:30.356" v="414" actId="1076"/>
          <ac:spMkLst>
            <pc:docMk/>
            <pc:sldMk cId="4060451678" sldId="274"/>
            <ac:spMk id="5" creationId="{76FE55B1-B35E-43D9-8134-37E5A5237685}"/>
          </ac:spMkLst>
        </pc:spChg>
        <pc:spChg chg="add mod">
          <ac:chgData name="郁儒 廖" userId="189a1d031aa848d3" providerId="LiveId" clId="{CE290FA8-A7D4-44E9-ADF4-3783012E1A54}" dt="2021-07-24T18:10:40.300" v="416" actId="1076"/>
          <ac:spMkLst>
            <pc:docMk/>
            <pc:sldMk cId="4060451678" sldId="274"/>
            <ac:spMk id="10" creationId="{18228516-59B3-4FE2-A6D6-84A751C34D05}"/>
          </ac:spMkLst>
        </pc:spChg>
        <pc:picChg chg="add mod">
          <ac:chgData name="郁儒 廖" userId="189a1d031aa848d3" providerId="LiveId" clId="{CE290FA8-A7D4-44E9-ADF4-3783012E1A54}" dt="2021-07-24T18:10:35.653" v="415" actId="1076"/>
          <ac:picMkLst>
            <pc:docMk/>
            <pc:sldMk cId="4060451678" sldId="274"/>
            <ac:picMk id="4" creationId="{2156ABF1-55AF-4D86-A95D-78E14E556BA9}"/>
          </ac:picMkLst>
        </pc:picChg>
        <pc:picChg chg="add mod">
          <ac:chgData name="郁儒 廖" userId="189a1d031aa848d3" providerId="LiveId" clId="{CE290FA8-A7D4-44E9-ADF4-3783012E1A54}" dt="2021-07-24T18:10:48.517" v="419" actId="1076"/>
          <ac:picMkLst>
            <pc:docMk/>
            <pc:sldMk cId="4060451678" sldId="274"/>
            <ac:picMk id="12" creationId="{210F4CBB-ECC1-41BE-BB2E-63F7D6B8FA8E}"/>
          </ac:picMkLst>
        </pc:picChg>
        <pc:picChg chg="add mod">
          <ac:chgData name="郁儒 廖" userId="189a1d031aa848d3" providerId="LiveId" clId="{CE290FA8-A7D4-44E9-ADF4-3783012E1A54}" dt="2021-07-24T18:12:03.933" v="430" actId="1076"/>
          <ac:picMkLst>
            <pc:docMk/>
            <pc:sldMk cId="4060451678" sldId="274"/>
            <ac:picMk id="22" creationId="{EF213945-2A91-4CDF-9245-4505860F2713}"/>
          </ac:picMkLst>
        </pc:picChg>
        <pc:cxnChg chg="add mod">
          <ac:chgData name="郁儒 廖" userId="189a1d031aa848d3" providerId="LiveId" clId="{CE290FA8-A7D4-44E9-ADF4-3783012E1A54}" dt="2021-07-24T18:10:43.021" v="417" actId="1076"/>
          <ac:cxnSpMkLst>
            <pc:docMk/>
            <pc:sldMk cId="4060451678" sldId="274"/>
            <ac:cxnSpMk id="7" creationId="{6DE49F1A-36EB-4148-B8C6-92BC3E69D765}"/>
          </ac:cxnSpMkLst>
        </pc:cxnChg>
        <pc:cxnChg chg="add mod">
          <ac:chgData name="郁儒 廖" userId="189a1d031aa848d3" providerId="LiveId" clId="{CE290FA8-A7D4-44E9-ADF4-3783012E1A54}" dt="2021-07-24T18:10:46.157" v="418" actId="1076"/>
          <ac:cxnSpMkLst>
            <pc:docMk/>
            <pc:sldMk cId="4060451678" sldId="274"/>
            <ac:cxnSpMk id="8" creationId="{B860984A-1D1A-4AC4-94C7-2809DD1E4C0C}"/>
          </ac:cxnSpMkLst>
        </pc:cxnChg>
        <pc:cxnChg chg="add mod">
          <ac:chgData name="郁儒 廖" userId="189a1d031aa848d3" providerId="LiveId" clId="{CE290FA8-A7D4-44E9-ADF4-3783012E1A54}" dt="2021-07-25T03:07:16.414" v="581" actId="14100"/>
          <ac:cxnSpMkLst>
            <pc:docMk/>
            <pc:sldMk cId="4060451678" sldId="274"/>
            <ac:cxnSpMk id="14" creationId="{0ED46792-2684-4FCF-86E9-EE07AEECF7D3}"/>
          </ac:cxnSpMkLst>
        </pc:cxnChg>
      </pc:sldChg>
      <pc:sldChg chg="addSp delSp modSp add mod">
        <pc:chgData name="郁儒 廖" userId="189a1d031aa848d3" providerId="LiveId" clId="{CE290FA8-A7D4-44E9-ADF4-3783012E1A54}" dt="2021-07-24T18:17:19.363" v="491" actId="478"/>
        <pc:sldMkLst>
          <pc:docMk/>
          <pc:sldMk cId="4088539193" sldId="275"/>
        </pc:sldMkLst>
        <pc:spChg chg="mod">
          <ac:chgData name="郁儒 廖" userId="189a1d031aa848d3" providerId="LiveId" clId="{CE290FA8-A7D4-44E9-ADF4-3783012E1A54}" dt="2021-07-24T18:15:08.763" v="453" actId="20577"/>
          <ac:spMkLst>
            <pc:docMk/>
            <pc:sldMk cId="4088539193" sldId="275"/>
            <ac:spMk id="2" creationId="{5F3DBE48-F582-4210-8455-88167B475D2E}"/>
          </ac:spMkLst>
        </pc:spChg>
        <pc:spChg chg="del">
          <ac:chgData name="郁儒 廖" userId="189a1d031aa848d3" providerId="LiveId" clId="{CE290FA8-A7D4-44E9-ADF4-3783012E1A54}" dt="2021-07-24T18:13:57.884" v="435" actId="478"/>
          <ac:spMkLst>
            <pc:docMk/>
            <pc:sldMk cId="4088539193" sldId="275"/>
            <ac:spMk id="5" creationId="{76FE55B1-B35E-43D9-8134-37E5A5237685}"/>
          </ac:spMkLst>
        </pc:spChg>
        <pc:spChg chg="add del mod">
          <ac:chgData name="郁儒 廖" userId="189a1d031aa848d3" providerId="LiveId" clId="{CE290FA8-A7D4-44E9-ADF4-3783012E1A54}" dt="2021-07-24T18:13:57.884" v="435" actId="478"/>
          <ac:spMkLst>
            <pc:docMk/>
            <pc:sldMk cId="4088539193" sldId="275"/>
            <ac:spMk id="6" creationId="{35F27EF8-2BBB-4FD8-B5F7-BAE78EBC4C40}"/>
          </ac:spMkLst>
        </pc:spChg>
        <pc:spChg chg="del">
          <ac:chgData name="郁儒 廖" userId="189a1d031aa848d3" providerId="LiveId" clId="{CE290FA8-A7D4-44E9-ADF4-3783012E1A54}" dt="2021-07-24T18:13:57.884" v="435" actId="478"/>
          <ac:spMkLst>
            <pc:docMk/>
            <pc:sldMk cId="4088539193" sldId="275"/>
            <ac:spMk id="10" creationId="{18228516-59B3-4FE2-A6D6-84A751C34D05}"/>
          </ac:spMkLst>
        </pc:spChg>
        <pc:spChg chg="add mod">
          <ac:chgData name="郁儒 廖" userId="189a1d031aa848d3" providerId="LiveId" clId="{CE290FA8-A7D4-44E9-ADF4-3783012E1A54}" dt="2021-07-24T18:16:44.013" v="474" actId="14100"/>
          <ac:spMkLst>
            <pc:docMk/>
            <pc:sldMk cId="4088539193" sldId="275"/>
            <ac:spMk id="20" creationId="{A9E9C65A-9533-4F3E-8868-36DA0C1D5308}"/>
          </ac:spMkLst>
        </pc:spChg>
        <pc:spChg chg="add mod">
          <ac:chgData name="郁儒 廖" userId="189a1d031aa848d3" providerId="LiveId" clId="{CE290FA8-A7D4-44E9-ADF4-3783012E1A54}" dt="2021-07-24T18:16:54.395" v="480" actId="20577"/>
          <ac:spMkLst>
            <pc:docMk/>
            <pc:sldMk cId="4088539193" sldId="275"/>
            <ac:spMk id="23" creationId="{12E12CF4-EB5A-435C-902B-52B004EEAAF8}"/>
          </ac:spMkLst>
        </pc:spChg>
        <pc:spChg chg="add mod">
          <ac:chgData name="郁儒 廖" userId="189a1d031aa848d3" providerId="LiveId" clId="{CE290FA8-A7D4-44E9-ADF4-3783012E1A54}" dt="2021-07-24T18:17:08.521" v="489" actId="20577"/>
          <ac:spMkLst>
            <pc:docMk/>
            <pc:sldMk cId="4088539193" sldId="275"/>
            <ac:spMk id="24" creationId="{A8E74644-2461-45A4-8D84-34730FC66438}"/>
          </ac:spMkLst>
        </pc:spChg>
        <pc:picChg chg="del">
          <ac:chgData name="郁儒 廖" userId="189a1d031aa848d3" providerId="LiveId" clId="{CE290FA8-A7D4-44E9-ADF4-3783012E1A54}" dt="2021-07-24T18:13:49.018" v="433" actId="478"/>
          <ac:picMkLst>
            <pc:docMk/>
            <pc:sldMk cId="4088539193" sldId="275"/>
            <ac:picMk id="4" creationId="{2156ABF1-55AF-4D86-A95D-78E14E556BA9}"/>
          </ac:picMkLst>
        </pc:picChg>
        <pc:picChg chg="add del mod">
          <ac:chgData name="郁儒 廖" userId="189a1d031aa848d3" providerId="LiveId" clId="{CE290FA8-A7D4-44E9-ADF4-3783012E1A54}" dt="2021-07-24T18:17:19.363" v="491" actId="478"/>
          <ac:picMkLst>
            <pc:docMk/>
            <pc:sldMk cId="4088539193" sldId="275"/>
            <ac:picMk id="11" creationId="{23427283-8C26-4B6E-A445-C57B1FDB559E}"/>
          </ac:picMkLst>
        </pc:picChg>
        <pc:picChg chg="del">
          <ac:chgData name="郁儒 廖" userId="189a1d031aa848d3" providerId="LiveId" clId="{CE290FA8-A7D4-44E9-ADF4-3783012E1A54}" dt="2021-07-24T18:13:53.049" v="434" actId="478"/>
          <ac:picMkLst>
            <pc:docMk/>
            <pc:sldMk cId="4088539193" sldId="275"/>
            <ac:picMk id="12" creationId="{210F4CBB-ECC1-41BE-BB2E-63F7D6B8FA8E}"/>
          </ac:picMkLst>
        </pc:picChg>
        <pc:picChg chg="add mod">
          <ac:chgData name="郁儒 廖" userId="189a1d031aa848d3" providerId="LiveId" clId="{CE290FA8-A7D4-44E9-ADF4-3783012E1A54}" dt="2021-07-24T18:15:53.165" v="459" actId="1076"/>
          <ac:picMkLst>
            <pc:docMk/>
            <pc:sldMk cId="4088539193" sldId="275"/>
            <ac:picMk id="15" creationId="{7816074C-61F1-48A5-BFA0-2A19A0E2804C}"/>
          </ac:picMkLst>
        </pc:picChg>
        <pc:picChg chg="add mod">
          <ac:chgData name="郁儒 廖" userId="189a1d031aa848d3" providerId="LiveId" clId="{CE290FA8-A7D4-44E9-ADF4-3783012E1A54}" dt="2021-07-24T18:15:55.789" v="460" actId="1076"/>
          <ac:picMkLst>
            <pc:docMk/>
            <pc:sldMk cId="4088539193" sldId="275"/>
            <ac:picMk id="17" creationId="{0AFCE2B6-3338-4E90-9275-8EF897D20035}"/>
          </ac:picMkLst>
        </pc:picChg>
        <pc:picChg chg="add mod">
          <ac:chgData name="郁儒 廖" userId="189a1d031aa848d3" providerId="LiveId" clId="{CE290FA8-A7D4-44E9-ADF4-3783012E1A54}" dt="2021-07-24T18:16:22.773" v="462" actId="1076"/>
          <ac:picMkLst>
            <pc:docMk/>
            <pc:sldMk cId="4088539193" sldId="275"/>
            <ac:picMk id="19" creationId="{AAA49C79-6DB8-494C-9F04-83235636C9D5}"/>
          </ac:picMkLst>
        </pc:picChg>
        <pc:picChg chg="del">
          <ac:chgData name="郁儒 廖" userId="189a1d031aa848d3" providerId="LiveId" clId="{CE290FA8-A7D4-44E9-ADF4-3783012E1A54}" dt="2021-07-24T18:13:57.884" v="435" actId="478"/>
          <ac:picMkLst>
            <pc:docMk/>
            <pc:sldMk cId="4088539193" sldId="275"/>
            <ac:picMk id="22" creationId="{EF213945-2A91-4CDF-9245-4505860F2713}"/>
          </ac:picMkLst>
        </pc:picChg>
        <pc:cxnChg chg="del">
          <ac:chgData name="郁儒 廖" userId="189a1d031aa848d3" providerId="LiveId" clId="{CE290FA8-A7D4-44E9-ADF4-3783012E1A54}" dt="2021-07-24T18:13:57.884" v="435" actId="478"/>
          <ac:cxnSpMkLst>
            <pc:docMk/>
            <pc:sldMk cId="4088539193" sldId="275"/>
            <ac:cxnSpMk id="7" creationId="{6DE49F1A-36EB-4148-B8C6-92BC3E69D765}"/>
          </ac:cxnSpMkLst>
        </pc:cxnChg>
        <pc:cxnChg chg="del">
          <ac:chgData name="郁儒 廖" userId="189a1d031aa848d3" providerId="LiveId" clId="{CE290FA8-A7D4-44E9-ADF4-3783012E1A54}" dt="2021-07-24T18:13:57.884" v="435" actId="478"/>
          <ac:cxnSpMkLst>
            <pc:docMk/>
            <pc:sldMk cId="4088539193" sldId="275"/>
            <ac:cxnSpMk id="8" creationId="{B860984A-1D1A-4AC4-94C7-2809DD1E4C0C}"/>
          </ac:cxnSpMkLst>
        </pc:cxnChg>
        <pc:cxnChg chg="del">
          <ac:chgData name="郁儒 廖" userId="189a1d031aa848d3" providerId="LiveId" clId="{CE290FA8-A7D4-44E9-ADF4-3783012E1A54}" dt="2021-07-24T18:13:57.884" v="435" actId="478"/>
          <ac:cxnSpMkLst>
            <pc:docMk/>
            <pc:sldMk cId="4088539193" sldId="275"/>
            <ac:cxnSpMk id="14" creationId="{0ED46792-2684-4FCF-86E9-EE07AEECF7D3}"/>
          </ac:cxnSpMkLst>
        </pc:cxnChg>
      </pc:sldChg>
      <pc:sldChg chg="addSp delSp modSp add mod">
        <pc:chgData name="郁儒 廖" userId="189a1d031aa848d3" providerId="LiveId" clId="{CE290FA8-A7D4-44E9-ADF4-3783012E1A54}" dt="2021-07-24T18:20:26.635" v="536"/>
        <pc:sldMkLst>
          <pc:docMk/>
          <pc:sldMk cId="895972717" sldId="276"/>
        </pc:sldMkLst>
        <pc:spChg chg="mod">
          <ac:chgData name="郁儒 廖" userId="189a1d031aa848d3" providerId="LiveId" clId="{CE290FA8-A7D4-44E9-ADF4-3783012E1A54}" dt="2021-07-24T18:18:04.609" v="492"/>
          <ac:spMkLst>
            <pc:docMk/>
            <pc:sldMk cId="895972717" sldId="276"/>
            <ac:spMk id="2" creationId="{5F3DBE48-F582-4210-8455-88167B475D2E}"/>
          </ac:spMkLst>
        </pc:spChg>
        <pc:spChg chg="add mod">
          <ac:chgData name="郁儒 廖" userId="189a1d031aa848d3" providerId="LiveId" clId="{CE290FA8-A7D4-44E9-ADF4-3783012E1A54}" dt="2021-07-24T18:20:26.635" v="536"/>
          <ac:spMkLst>
            <pc:docMk/>
            <pc:sldMk cId="895972717" sldId="276"/>
            <ac:spMk id="5" creationId="{2997800A-4C16-41C5-A09B-D4C483B1FF9D}"/>
          </ac:spMkLst>
        </pc:spChg>
        <pc:spChg chg="del">
          <ac:chgData name="郁儒 廖" userId="189a1d031aa848d3" providerId="LiveId" clId="{CE290FA8-A7D4-44E9-ADF4-3783012E1A54}" dt="2021-07-24T18:18:10.396" v="498" actId="478"/>
          <ac:spMkLst>
            <pc:docMk/>
            <pc:sldMk cId="895972717" sldId="276"/>
            <ac:spMk id="20" creationId="{A9E9C65A-9533-4F3E-8868-36DA0C1D5308}"/>
          </ac:spMkLst>
        </pc:spChg>
        <pc:spChg chg="del">
          <ac:chgData name="郁儒 廖" userId="189a1d031aa848d3" providerId="LiveId" clId="{CE290FA8-A7D4-44E9-ADF4-3783012E1A54}" dt="2021-07-24T18:18:09.210" v="497" actId="478"/>
          <ac:spMkLst>
            <pc:docMk/>
            <pc:sldMk cId="895972717" sldId="276"/>
            <ac:spMk id="23" creationId="{12E12CF4-EB5A-435C-902B-52B004EEAAF8}"/>
          </ac:spMkLst>
        </pc:spChg>
        <pc:spChg chg="del">
          <ac:chgData name="郁儒 廖" userId="189a1d031aa848d3" providerId="LiveId" clId="{CE290FA8-A7D4-44E9-ADF4-3783012E1A54}" dt="2021-07-24T18:18:08.157" v="496" actId="478"/>
          <ac:spMkLst>
            <pc:docMk/>
            <pc:sldMk cId="895972717" sldId="276"/>
            <ac:spMk id="24" creationId="{A8E74644-2461-45A4-8D84-34730FC66438}"/>
          </ac:spMkLst>
        </pc:spChg>
        <pc:picChg chg="add mod">
          <ac:chgData name="郁儒 廖" userId="189a1d031aa848d3" providerId="LiveId" clId="{CE290FA8-A7D4-44E9-ADF4-3783012E1A54}" dt="2021-07-24T18:18:30.413" v="502" actId="1076"/>
          <ac:picMkLst>
            <pc:docMk/>
            <pc:sldMk cId="895972717" sldId="276"/>
            <ac:picMk id="4" creationId="{84FC0F8C-F0C8-4FED-879D-7025B28442DF}"/>
          </ac:picMkLst>
        </pc:picChg>
        <pc:picChg chg="mod">
          <ac:chgData name="郁儒 廖" userId="189a1d031aa848d3" providerId="LiveId" clId="{CE290FA8-A7D4-44E9-ADF4-3783012E1A54}" dt="2021-07-24T18:18:36.693" v="504" actId="1076"/>
          <ac:picMkLst>
            <pc:docMk/>
            <pc:sldMk cId="895972717" sldId="276"/>
            <ac:picMk id="11" creationId="{23427283-8C26-4B6E-A445-C57B1FDB559E}"/>
          </ac:picMkLst>
        </pc:picChg>
        <pc:picChg chg="del">
          <ac:chgData name="郁儒 廖" userId="189a1d031aa848d3" providerId="LiveId" clId="{CE290FA8-A7D4-44E9-ADF4-3783012E1A54}" dt="2021-07-24T18:18:06.466" v="494" actId="478"/>
          <ac:picMkLst>
            <pc:docMk/>
            <pc:sldMk cId="895972717" sldId="276"/>
            <ac:picMk id="15" creationId="{7816074C-61F1-48A5-BFA0-2A19A0E2804C}"/>
          </ac:picMkLst>
        </pc:picChg>
        <pc:picChg chg="del">
          <ac:chgData name="郁儒 廖" userId="189a1d031aa848d3" providerId="LiveId" clId="{CE290FA8-A7D4-44E9-ADF4-3783012E1A54}" dt="2021-07-24T18:18:05.896" v="493" actId="478"/>
          <ac:picMkLst>
            <pc:docMk/>
            <pc:sldMk cId="895972717" sldId="276"/>
            <ac:picMk id="17" creationId="{0AFCE2B6-3338-4E90-9275-8EF897D20035}"/>
          </ac:picMkLst>
        </pc:picChg>
        <pc:picChg chg="del">
          <ac:chgData name="郁儒 廖" userId="189a1d031aa848d3" providerId="LiveId" clId="{CE290FA8-A7D4-44E9-ADF4-3783012E1A54}" dt="2021-07-24T18:18:06.958" v="495" actId="478"/>
          <ac:picMkLst>
            <pc:docMk/>
            <pc:sldMk cId="895972717" sldId="276"/>
            <ac:picMk id="19" creationId="{AAA49C79-6DB8-494C-9F04-83235636C9D5}"/>
          </ac:picMkLst>
        </pc:picChg>
      </pc:sldChg>
      <pc:sldChg chg="addSp delSp modSp add mod modShow">
        <pc:chgData name="郁儒 廖" userId="189a1d031aa848d3" providerId="LiveId" clId="{CE290FA8-A7D4-44E9-ADF4-3783012E1A54}" dt="2021-07-27T05:28:19.635" v="608" actId="729"/>
        <pc:sldMkLst>
          <pc:docMk/>
          <pc:sldMk cId="986427882" sldId="277"/>
        </pc:sldMkLst>
        <pc:spChg chg="mod">
          <ac:chgData name="郁儒 廖" userId="189a1d031aa848d3" providerId="LiveId" clId="{CE290FA8-A7D4-44E9-ADF4-3783012E1A54}" dt="2021-07-24T18:23:06.896" v="538"/>
          <ac:spMkLst>
            <pc:docMk/>
            <pc:sldMk cId="986427882" sldId="277"/>
            <ac:spMk id="2" creationId="{5F3DBE48-F582-4210-8455-88167B475D2E}"/>
          </ac:spMkLst>
        </pc:spChg>
        <pc:spChg chg="mod">
          <ac:chgData name="郁儒 廖" userId="189a1d031aa848d3" providerId="LiveId" clId="{CE290FA8-A7D4-44E9-ADF4-3783012E1A54}" dt="2021-07-24T18:23:36.580" v="544" actId="1076"/>
          <ac:spMkLst>
            <pc:docMk/>
            <pc:sldMk cId="986427882" sldId="277"/>
            <ac:spMk id="5" creationId="{2997800A-4C16-41C5-A09B-D4C483B1FF9D}"/>
          </ac:spMkLst>
        </pc:spChg>
        <pc:picChg chg="del">
          <ac:chgData name="郁儒 廖" userId="189a1d031aa848d3" providerId="LiveId" clId="{CE290FA8-A7D4-44E9-ADF4-3783012E1A54}" dt="2021-07-24T18:23:23.957" v="539" actId="478"/>
          <ac:picMkLst>
            <pc:docMk/>
            <pc:sldMk cId="986427882" sldId="277"/>
            <ac:picMk id="4" creationId="{84FC0F8C-F0C8-4FED-879D-7025B28442DF}"/>
          </ac:picMkLst>
        </pc:picChg>
        <pc:picChg chg="add mod">
          <ac:chgData name="郁儒 廖" userId="189a1d031aa848d3" providerId="LiveId" clId="{CE290FA8-A7D4-44E9-ADF4-3783012E1A54}" dt="2021-07-24T18:23:41.364" v="547" actId="1076"/>
          <ac:picMkLst>
            <pc:docMk/>
            <pc:sldMk cId="986427882" sldId="277"/>
            <ac:picMk id="6" creationId="{B6C10702-40EF-4024-8C46-9FE9DE7D1195}"/>
          </ac:picMkLst>
        </pc:picChg>
        <pc:picChg chg="del">
          <ac:chgData name="郁儒 廖" userId="189a1d031aa848d3" providerId="LiveId" clId="{CE290FA8-A7D4-44E9-ADF4-3783012E1A54}" dt="2021-07-24T18:23:24.819" v="540" actId="478"/>
          <ac:picMkLst>
            <pc:docMk/>
            <pc:sldMk cId="986427882" sldId="277"/>
            <ac:picMk id="11" creationId="{23427283-8C26-4B6E-A445-C57B1FDB559E}"/>
          </ac:picMkLst>
        </pc:picChg>
      </pc:sldChg>
      <pc:sldChg chg="addSp delSp modSp add mod modShow">
        <pc:chgData name="郁儒 廖" userId="189a1d031aa848d3" providerId="LiveId" clId="{CE290FA8-A7D4-44E9-ADF4-3783012E1A54}" dt="2021-07-27T05:28:15.834" v="607" actId="729"/>
        <pc:sldMkLst>
          <pc:docMk/>
          <pc:sldMk cId="2549370280" sldId="278"/>
        </pc:sldMkLst>
        <pc:spChg chg="mod">
          <ac:chgData name="郁儒 廖" userId="189a1d031aa848d3" providerId="LiveId" clId="{CE290FA8-A7D4-44E9-ADF4-3783012E1A54}" dt="2021-07-24T18:26:46.629" v="553" actId="20577"/>
          <ac:spMkLst>
            <pc:docMk/>
            <pc:sldMk cId="2549370280" sldId="278"/>
            <ac:spMk id="2" creationId="{5F3DBE48-F582-4210-8455-88167B475D2E}"/>
          </ac:spMkLst>
        </pc:spChg>
        <pc:picChg chg="add mod">
          <ac:chgData name="郁儒 廖" userId="189a1d031aa848d3" providerId="LiveId" clId="{CE290FA8-A7D4-44E9-ADF4-3783012E1A54}" dt="2021-07-24T18:27:11.796" v="560" actId="1076"/>
          <ac:picMkLst>
            <pc:docMk/>
            <pc:sldMk cId="2549370280" sldId="278"/>
            <ac:picMk id="4" creationId="{C9E58167-DC45-4F55-AF9B-4E740B477C38}"/>
          </ac:picMkLst>
        </pc:picChg>
        <pc:picChg chg="del">
          <ac:chgData name="郁儒 廖" userId="189a1d031aa848d3" providerId="LiveId" clId="{CE290FA8-A7D4-44E9-ADF4-3783012E1A54}" dt="2021-07-24T18:26:48.467" v="554" actId="478"/>
          <ac:picMkLst>
            <pc:docMk/>
            <pc:sldMk cId="2549370280" sldId="278"/>
            <ac:picMk id="6" creationId="{B6C10702-40EF-4024-8C46-9FE9DE7D1195}"/>
          </ac:picMkLst>
        </pc:picChg>
      </pc:sldChg>
      <pc:sldChg chg="addSp delSp modSp add del mod modShow">
        <pc:chgData name="郁儒 廖" userId="189a1d031aa848d3" providerId="LiveId" clId="{CE290FA8-A7D4-44E9-ADF4-3783012E1A54}" dt="2021-07-27T06:06:42.266" v="612" actId="47"/>
        <pc:sldMkLst>
          <pc:docMk/>
          <pc:sldMk cId="4289364975" sldId="279"/>
        </pc:sldMkLst>
        <pc:spChg chg="mod">
          <ac:chgData name="郁儒 廖" userId="189a1d031aa848d3" providerId="LiveId" clId="{CE290FA8-A7D4-44E9-ADF4-3783012E1A54}" dt="2021-07-24T18:30:23.203" v="566" actId="20577"/>
          <ac:spMkLst>
            <pc:docMk/>
            <pc:sldMk cId="4289364975" sldId="279"/>
            <ac:spMk id="2" creationId="{5F3DBE48-F582-4210-8455-88167B475D2E}"/>
          </ac:spMkLst>
        </pc:spChg>
        <pc:picChg chg="del">
          <ac:chgData name="郁儒 廖" userId="189a1d031aa848d3" providerId="LiveId" clId="{CE290FA8-A7D4-44E9-ADF4-3783012E1A54}" dt="2021-07-24T18:30:25.880" v="567" actId="478"/>
          <ac:picMkLst>
            <pc:docMk/>
            <pc:sldMk cId="4289364975" sldId="279"/>
            <ac:picMk id="4" creationId="{C9E58167-DC45-4F55-AF9B-4E740B477C38}"/>
          </ac:picMkLst>
        </pc:picChg>
        <pc:picChg chg="add mod">
          <ac:chgData name="郁儒 廖" userId="189a1d031aa848d3" providerId="LiveId" clId="{CE290FA8-A7D4-44E9-ADF4-3783012E1A54}" dt="2021-07-24T18:30:44.948" v="571" actId="1076"/>
          <ac:picMkLst>
            <pc:docMk/>
            <pc:sldMk cId="4289364975" sldId="279"/>
            <ac:picMk id="6" creationId="{9C668F7F-9D09-494C-9EDF-C36E6189F463}"/>
          </ac:picMkLst>
        </pc:picChg>
      </pc:sldChg>
      <pc:sldChg chg="add del mod modShow">
        <pc:chgData name="郁儒 廖" userId="189a1d031aa848d3" providerId="LiveId" clId="{CE290FA8-A7D4-44E9-ADF4-3783012E1A54}" dt="2021-07-27T06:06:38.674" v="611" actId="47"/>
        <pc:sldMkLst>
          <pc:docMk/>
          <pc:sldMk cId="3461190198" sldId="280"/>
        </pc:sldMkLst>
      </pc:sldChg>
      <pc:sldChg chg="modSp new mod">
        <pc:chgData name="郁儒 廖" userId="189a1d031aa848d3" providerId="LiveId" clId="{CE290FA8-A7D4-44E9-ADF4-3783012E1A54}" dt="2021-07-27T05:27:51.573" v="600" actId="5793"/>
        <pc:sldMkLst>
          <pc:docMk/>
          <pc:sldMk cId="1339591712" sldId="281"/>
        </pc:sldMkLst>
        <pc:spChg chg="mod">
          <ac:chgData name="郁儒 廖" userId="189a1d031aa848d3" providerId="LiveId" clId="{CE290FA8-A7D4-44E9-ADF4-3783012E1A54}" dt="2021-07-25T05:53:20.406" v="585"/>
          <ac:spMkLst>
            <pc:docMk/>
            <pc:sldMk cId="1339591712" sldId="281"/>
            <ac:spMk id="2" creationId="{D3BF29CD-F8CF-4F47-92BE-649B84536DD9}"/>
          </ac:spMkLst>
        </pc:spChg>
        <pc:spChg chg="mod">
          <ac:chgData name="郁儒 廖" userId="189a1d031aa848d3" providerId="LiveId" clId="{CE290FA8-A7D4-44E9-ADF4-3783012E1A54}" dt="2021-07-27T05:27:51.573" v="600" actId="5793"/>
          <ac:spMkLst>
            <pc:docMk/>
            <pc:sldMk cId="1339591712" sldId="281"/>
            <ac:spMk id="3" creationId="{5444A68A-3CE0-4A7F-9A14-0740120E091F}"/>
          </ac:spMkLst>
        </pc:spChg>
      </pc:sldChg>
    </pc:docChg>
  </pc:docChgLst>
  <pc:docChgLst>
    <pc:chgData name="郁儒 廖" userId="189a1d031aa848d3" providerId="LiveId" clId="{F7E03734-E1EE-48DE-9C2C-A02502A248C3}"/>
    <pc:docChg chg="undo custSel addSld modSld sldOrd">
      <pc:chgData name="郁儒 廖" userId="189a1d031aa848d3" providerId="LiveId" clId="{F7E03734-E1EE-48DE-9C2C-A02502A248C3}" dt="2021-06-29T06:27:05.226" v="405" actId="20577"/>
      <pc:docMkLst>
        <pc:docMk/>
      </pc:docMkLst>
      <pc:sldChg chg="addSp delSp modSp mod">
        <pc:chgData name="郁儒 廖" userId="189a1d031aa848d3" providerId="LiveId" clId="{F7E03734-E1EE-48DE-9C2C-A02502A248C3}" dt="2021-06-29T06:27:05.226" v="405" actId="20577"/>
        <pc:sldMkLst>
          <pc:docMk/>
          <pc:sldMk cId="1310905560" sldId="256"/>
        </pc:sldMkLst>
        <pc:spChg chg="mod">
          <ac:chgData name="郁儒 廖" userId="189a1d031aa848d3" providerId="LiveId" clId="{F7E03734-E1EE-48DE-9C2C-A02502A248C3}" dt="2021-06-26T16:01:18.582" v="272" actId="1076"/>
          <ac:spMkLst>
            <pc:docMk/>
            <pc:sldMk cId="1310905560" sldId="256"/>
            <ac:spMk id="2" creationId="{B963378F-50B2-45BD-A6DA-5CB61DB247F9}"/>
          </ac:spMkLst>
        </pc:spChg>
        <pc:spChg chg="mod">
          <ac:chgData name="郁儒 廖" userId="189a1d031aa848d3" providerId="LiveId" clId="{F7E03734-E1EE-48DE-9C2C-A02502A248C3}" dt="2021-06-26T16:01:33.256" v="278" actId="1036"/>
          <ac:spMkLst>
            <pc:docMk/>
            <pc:sldMk cId="1310905560" sldId="256"/>
            <ac:spMk id="3" creationId="{71E7239B-5619-42E5-947E-7CC9BEF1FE52}"/>
          </ac:spMkLst>
        </pc:spChg>
        <pc:spChg chg="add del mod">
          <ac:chgData name="郁儒 廖" userId="189a1d031aa848d3" providerId="LiveId" clId="{F7E03734-E1EE-48DE-9C2C-A02502A248C3}" dt="2021-06-26T15:59:48.174" v="258" actId="478"/>
          <ac:spMkLst>
            <pc:docMk/>
            <pc:sldMk cId="1310905560" sldId="256"/>
            <ac:spMk id="4" creationId="{ACE1550D-4A56-4151-A627-51590743053C}"/>
          </ac:spMkLst>
        </pc:spChg>
        <pc:spChg chg="add mod">
          <ac:chgData name="郁儒 廖" userId="189a1d031aa848d3" providerId="LiveId" clId="{F7E03734-E1EE-48DE-9C2C-A02502A248C3}" dt="2021-06-29T06:27:05.226" v="405" actId="20577"/>
          <ac:spMkLst>
            <pc:docMk/>
            <pc:sldMk cId="1310905560" sldId="256"/>
            <ac:spMk id="5" creationId="{E943A7B3-D75F-42BE-987F-B5D29452E318}"/>
          </ac:spMkLst>
        </pc:spChg>
      </pc:sldChg>
      <pc:sldChg chg="modSp mod">
        <pc:chgData name="郁儒 廖" userId="189a1d031aa848d3" providerId="LiveId" clId="{F7E03734-E1EE-48DE-9C2C-A02502A248C3}" dt="2021-06-27T14:20:55.197" v="382" actId="20577"/>
        <pc:sldMkLst>
          <pc:docMk/>
          <pc:sldMk cId="2573059498" sldId="258"/>
        </pc:sldMkLst>
        <pc:spChg chg="mod">
          <ac:chgData name="郁儒 廖" userId="189a1d031aa848d3" providerId="LiveId" clId="{F7E03734-E1EE-48DE-9C2C-A02502A248C3}" dt="2021-06-26T16:03:35.398" v="301" actId="108"/>
          <ac:spMkLst>
            <pc:docMk/>
            <pc:sldMk cId="2573059498" sldId="258"/>
            <ac:spMk id="2" creationId="{47AB24D3-3C1B-4033-BC50-76F4ABFC7748}"/>
          </ac:spMkLst>
        </pc:spChg>
        <pc:spChg chg="mod">
          <ac:chgData name="郁儒 廖" userId="189a1d031aa848d3" providerId="LiveId" clId="{F7E03734-E1EE-48DE-9C2C-A02502A248C3}" dt="2021-06-26T16:04:08.224" v="310" actId="113"/>
          <ac:spMkLst>
            <pc:docMk/>
            <pc:sldMk cId="2573059498" sldId="258"/>
            <ac:spMk id="6" creationId="{0F99D5B4-A2E2-4A60-9E54-A84D4DC5F055}"/>
          </ac:spMkLst>
        </pc:spChg>
        <pc:spChg chg="mod">
          <ac:chgData name="郁儒 廖" userId="189a1d031aa848d3" providerId="LiveId" clId="{F7E03734-E1EE-48DE-9C2C-A02502A248C3}" dt="2021-06-26T16:04:37.092" v="311" actId="2711"/>
          <ac:spMkLst>
            <pc:docMk/>
            <pc:sldMk cId="2573059498" sldId="258"/>
            <ac:spMk id="7" creationId="{54B50B5B-0771-4250-8A8E-75209CA49F4B}"/>
          </ac:spMkLst>
        </pc:spChg>
        <pc:spChg chg="mod">
          <ac:chgData name="郁儒 廖" userId="189a1d031aa848d3" providerId="LiveId" clId="{F7E03734-E1EE-48DE-9C2C-A02502A248C3}" dt="2021-06-27T14:20:55.197" v="382" actId="20577"/>
          <ac:spMkLst>
            <pc:docMk/>
            <pc:sldMk cId="2573059498" sldId="258"/>
            <ac:spMk id="8" creationId="{E88579BE-F294-484D-BDCD-7FD9728485CA}"/>
          </ac:spMkLst>
        </pc:spChg>
        <pc:spChg chg="mod">
          <ac:chgData name="郁儒 廖" userId="189a1d031aa848d3" providerId="LiveId" clId="{F7E03734-E1EE-48DE-9C2C-A02502A248C3}" dt="2021-06-26T16:04:54.375" v="313" actId="2711"/>
          <ac:spMkLst>
            <pc:docMk/>
            <pc:sldMk cId="2573059498" sldId="258"/>
            <ac:spMk id="9" creationId="{25E96A07-4275-4C3A-B0F3-9FAC6D8FED6F}"/>
          </ac:spMkLst>
        </pc:spChg>
        <pc:spChg chg="mod">
          <ac:chgData name="郁儒 廖" userId="189a1d031aa848d3" providerId="LiveId" clId="{F7E03734-E1EE-48DE-9C2C-A02502A248C3}" dt="2021-06-26T16:04:59.061" v="314" actId="2711"/>
          <ac:spMkLst>
            <pc:docMk/>
            <pc:sldMk cId="2573059498" sldId="258"/>
            <ac:spMk id="10" creationId="{DA5D15EC-FB11-4EAF-A240-F4881E5EA7A8}"/>
          </ac:spMkLst>
        </pc:spChg>
      </pc:sldChg>
      <pc:sldChg chg="modSp mod ord">
        <pc:chgData name="郁儒 廖" userId="189a1d031aa848d3" providerId="LiveId" clId="{F7E03734-E1EE-48DE-9C2C-A02502A248C3}" dt="2021-06-27T14:11:18.442" v="322"/>
        <pc:sldMkLst>
          <pc:docMk/>
          <pc:sldMk cId="3515119788" sldId="259"/>
        </pc:sldMkLst>
        <pc:spChg chg="mod">
          <ac:chgData name="郁儒 廖" userId="189a1d031aa848d3" providerId="LiveId" clId="{F7E03734-E1EE-48DE-9C2C-A02502A248C3}" dt="2021-06-26T16:02:09.590" v="281" actId="108"/>
          <ac:spMkLst>
            <pc:docMk/>
            <pc:sldMk cId="3515119788" sldId="259"/>
            <ac:spMk id="2" creationId="{46D4B5A4-2E12-4B48-997F-0A3F6BB8E5EE}"/>
          </ac:spMkLst>
        </pc:spChg>
      </pc:sldChg>
      <pc:sldChg chg="modSp mod">
        <pc:chgData name="郁儒 廖" userId="189a1d031aa848d3" providerId="LiveId" clId="{F7E03734-E1EE-48DE-9C2C-A02502A248C3}" dt="2021-06-27T14:23:26.793" v="384" actId="20577"/>
        <pc:sldMkLst>
          <pc:docMk/>
          <pc:sldMk cId="3353010267" sldId="260"/>
        </pc:sldMkLst>
        <pc:spChg chg="mod">
          <ac:chgData name="郁儒 廖" userId="189a1d031aa848d3" providerId="LiveId" clId="{F7E03734-E1EE-48DE-9C2C-A02502A248C3}" dt="2021-06-27T14:23:26.793" v="384" actId="20577"/>
          <ac:spMkLst>
            <pc:docMk/>
            <pc:sldMk cId="3353010267" sldId="260"/>
            <ac:spMk id="2" creationId="{46D4B5A4-2E12-4B48-997F-0A3F6BB8E5EE}"/>
          </ac:spMkLst>
        </pc:spChg>
        <pc:spChg chg="mod">
          <ac:chgData name="郁儒 廖" userId="189a1d031aa848d3" providerId="LiveId" clId="{F7E03734-E1EE-48DE-9C2C-A02502A248C3}" dt="2021-06-27T14:17:05.809" v="356" actId="20577"/>
          <ac:spMkLst>
            <pc:docMk/>
            <pc:sldMk cId="3353010267" sldId="260"/>
            <ac:spMk id="6" creationId="{56B442F7-5136-4E93-9FE2-2CAC213991C3}"/>
          </ac:spMkLst>
        </pc:spChg>
        <pc:graphicFrameChg chg="modGraphic">
          <ac:chgData name="郁儒 廖" userId="189a1d031aa848d3" providerId="LiveId" clId="{F7E03734-E1EE-48DE-9C2C-A02502A248C3}" dt="2021-06-27T14:16:58.756" v="353" actId="20577"/>
          <ac:graphicFrameMkLst>
            <pc:docMk/>
            <pc:sldMk cId="3353010267" sldId="260"/>
            <ac:graphicFrameMk id="8" creationId="{006AF39E-8E64-46EE-89F2-035694BC962B}"/>
          </ac:graphicFrameMkLst>
        </pc:graphicFrameChg>
      </pc:sldChg>
      <pc:sldChg chg="addSp delSp modSp mod">
        <pc:chgData name="郁儒 廖" userId="189a1d031aa848d3" providerId="LiveId" clId="{F7E03734-E1EE-48DE-9C2C-A02502A248C3}" dt="2021-06-27T14:23:30.041" v="385" actId="20577"/>
        <pc:sldMkLst>
          <pc:docMk/>
          <pc:sldMk cId="3679457579" sldId="261"/>
        </pc:sldMkLst>
        <pc:spChg chg="del">
          <ac:chgData name="郁儒 廖" userId="189a1d031aa848d3" providerId="LiveId" clId="{F7E03734-E1EE-48DE-9C2C-A02502A248C3}" dt="2021-06-26T16:03:01.460" v="290" actId="478"/>
          <ac:spMkLst>
            <pc:docMk/>
            <pc:sldMk cId="3679457579" sldId="261"/>
            <ac:spMk id="2" creationId="{46D4B5A4-2E12-4B48-997F-0A3F6BB8E5EE}"/>
          </ac:spMkLst>
        </pc:spChg>
        <pc:spChg chg="mod">
          <ac:chgData name="郁儒 廖" userId="189a1d031aa848d3" providerId="LiveId" clId="{F7E03734-E1EE-48DE-9C2C-A02502A248C3}" dt="2021-06-27T14:16:49.767" v="350" actId="20577"/>
          <ac:spMkLst>
            <pc:docMk/>
            <pc:sldMk cId="3679457579" sldId="261"/>
            <ac:spMk id="6" creationId="{56B442F7-5136-4E93-9FE2-2CAC213991C3}"/>
          </ac:spMkLst>
        </pc:spChg>
        <pc:spChg chg="add del mod">
          <ac:chgData name="郁儒 廖" userId="189a1d031aa848d3" providerId="LiveId" clId="{F7E03734-E1EE-48DE-9C2C-A02502A248C3}" dt="2021-06-26T16:03:03.573" v="291" actId="478"/>
          <ac:spMkLst>
            <pc:docMk/>
            <pc:sldMk cId="3679457579" sldId="261"/>
            <ac:spMk id="9" creationId="{96B04D9E-B30D-4A69-A4C1-C72C313A1153}"/>
          </ac:spMkLst>
        </pc:spChg>
        <pc:spChg chg="add mod">
          <ac:chgData name="郁儒 廖" userId="189a1d031aa848d3" providerId="LiveId" clId="{F7E03734-E1EE-48DE-9C2C-A02502A248C3}" dt="2021-06-27T14:23:30.041" v="385" actId="20577"/>
          <ac:spMkLst>
            <pc:docMk/>
            <pc:sldMk cId="3679457579" sldId="261"/>
            <ac:spMk id="10" creationId="{31815381-98AE-4F5B-9A6C-08961D44B59B}"/>
          </ac:spMkLst>
        </pc:spChg>
        <pc:graphicFrameChg chg="modGraphic">
          <ac:chgData name="郁儒 廖" userId="189a1d031aa848d3" providerId="LiveId" clId="{F7E03734-E1EE-48DE-9C2C-A02502A248C3}" dt="2021-06-27T14:16:40.230" v="347" actId="20577"/>
          <ac:graphicFrameMkLst>
            <pc:docMk/>
            <pc:sldMk cId="3679457579" sldId="261"/>
            <ac:graphicFrameMk id="8" creationId="{006AF39E-8E64-46EE-89F2-035694BC962B}"/>
          </ac:graphicFrameMkLst>
        </pc:graphicFrameChg>
      </pc:sldChg>
      <pc:sldChg chg="addSp delSp modSp mod">
        <pc:chgData name="郁儒 廖" userId="189a1d031aa848d3" providerId="LiveId" clId="{F7E03734-E1EE-48DE-9C2C-A02502A248C3}" dt="2021-06-27T14:23:34.001" v="386" actId="20577"/>
        <pc:sldMkLst>
          <pc:docMk/>
          <pc:sldMk cId="2166195919" sldId="262"/>
        </pc:sldMkLst>
        <pc:spChg chg="del">
          <ac:chgData name="郁儒 廖" userId="189a1d031aa848d3" providerId="LiveId" clId="{F7E03734-E1EE-48DE-9C2C-A02502A248C3}" dt="2021-06-26T16:03:07.212" v="293" actId="478"/>
          <ac:spMkLst>
            <pc:docMk/>
            <pc:sldMk cId="2166195919" sldId="262"/>
            <ac:spMk id="2" creationId="{46D4B5A4-2E12-4B48-997F-0A3F6BB8E5EE}"/>
          </ac:spMkLst>
        </pc:spChg>
        <pc:spChg chg="mod">
          <ac:chgData name="郁儒 廖" userId="189a1d031aa848d3" providerId="LiveId" clId="{F7E03734-E1EE-48DE-9C2C-A02502A248C3}" dt="2021-06-27T14:16:24.522" v="344" actId="20577"/>
          <ac:spMkLst>
            <pc:docMk/>
            <pc:sldMk cId="2166195919" sldId="262"/>
            <ac:spMk id="6" creationId="{56B442F7-5136-4E93-9FE2-2CAC213991C3}"/>
          </ac:spMkLst>
        </pc:spChg>
        <pc:spChg chg="add del mod">
          <ac:chgData name="郁儒 廖" userId="189a1d031aa848d3" providerId="LiveId" clId="{F7E03734-E1EE-48DE-9C2C-A02502A248C3}" dt="2021-06-26T16:03:09.405" v="294" actId="478"/>
          <ac:spMkLst>
            <pc:docMk/>
            <pc:sldMk cId="2166195919" sldId="262"/>
            <ac:spMk id="10" creationId="{70BBB809-686D-4CEC-93AA-D5B3B2B35460}"/>
          </ac:spMkLst>
        </pc:spChg>
        <pc:spChg chg="add mod">
          <ac:chgData name="郁儒 廖" userId="189a1d031aa848d3" providerId="LiveId" clId="{F7E03734-E1EE-48DE-9C2C-A02502A248C3}" dt="2021-06-27T14:23:34.001" v="386" actId="20577"/>
          <ac:spMkLst>
            <pc:docMk/>
            <pc:sldMk cId="2166195919" sldId="262"/>
            <ac:spMk id="11" creationId="{63D33D3B-20F9-481F-AF36-DDE7CAA21EDD}"/>
          </ac:spMkLst>
        </pc:spChg>
        <pc:graphicFrameChg chg="modGraphic">
          <ac:chgData name="郁儒 廖" userId="189a1d031aa848d3" providerId="LiveId" clId="{F7E03734-E1EE-48DE-9C2C-A02502A248C3}" dt="2021-06-27T14:16:17.852" v="342" actId="20577"/>
          <ac:graphicFrameMkLst>
            <pc:docMk/>
            <pc:sldMk cId="2166195919" sldId="262"/>
            <ac:graphicFrameMk id="8" creationId="{006AF39E-8E64-46EE-89F2-035694BC962B}"/>
          </ac:graphicFrameMkLst>
        </pc:graphicFrameChg>
      </pc:sldChg>
      <pc:sldChg chg="addSp delSp modSp new mod">
        <pc:chgData name="郁儒 廖" userId="189a1d031aa848d3" providerId="LiveId" clId="{F7E03734-E1EE-48DE-9C2C-A02502A248C3}" dt="2021-06-27T14:22:51.561" v="383" actId="1076"/>
        <pc:sldMkLst>
          <pc:docMk/>
          <pc:sldMk cId="3405566990" sldId="263"/>
        </pc:sldMkLst>
        <pc:spChg chg="mod">
          <ac:chgData name="郁儒 廖" userId="189a1d031aa848d3" providerId="LiveId" clId="{F7E03734-E1EE-48DE-9C2C-A02502A248C3}" dt="2021-06-26T16:05:32.214" v="315" actId="108"/>
          <ac:spMkLst>
            <pc:docMk/>
            <pc:sldMk cId="3405566990" sldId="263"/>
            <ac:spMk id="2" creationId="{871DA2CC-86CE-43D0-9AA4-0B9F02AB7E2C}"/>
          </ac:spMkLst>
        </pc:spChg>
        <pc:spChg chg="del">
          <ac:chgData name="郁儒 廖" userId="189a1d031aa848d3" providerId="LiveId" clId="{F7E03734-E1EE-48DE-9C2C-A02502A248C3}" dt="2021-06-26T15:06:27.054" v="1"/>
          <ac:spMkLst>
            <pc:docMk/>
            <pc:sldMk cId="3405566990" sldId="263"/>
            <ac:spMk id="3" creationId="{1092DADC-AC3B-4153-8FB2-F51F9B6DF0FB}"/>
          </ac:spMkLst>
        </pc:spChg>
        <pc:spChg chg="add del mod">
          <ac:chgData name="郁儒 廖" userId="189a1d031aa848d3" providerId="LiveId" clId="{F7E03734-E1EE-48DE-9C2C-A02502A248C3}" dt="2021-06-26T15:08:45.936" v="12"/>
          <ac:spMkLst>
            <pc:docMk/>
            <pc:sldMk cId="3405566990" sldId="263"/>
            <ac:spMk id="8" creationId="{328596ED-DC25-421B-9587-A92F160C842A}"/>
          </ac:spMkLst>
        </pc:spChg>
        <pc:picChg chg="add del mod">
          <ac:chgData name="郁儒 廖" userId="189a1d031aa848d3" providerId="LiveId" clId="{F7E03734-E1EE-48DE-9C2C-A02502A248C3}" dt="2021-06-26T15:08:24.112" v="11" actId="478"/>
          <ac:picMkLst>
            <pc:docMk/>
            <pc:sldMk cId="3405566990" sldId="263"/>
            <ac:picMk id="4" creationId="{C149A7D8-DE8D-4A0C-9507-66EB6F680343}"/>
          </ac:picMkLst>
        </pc:picChg>
        <pc:picChg chg="add mod modCrop">
          <ac:chgData name="郁儒 廖" userId="189a1d031aa848d3" providerId="LiveId" clId="{F7E03734-E1EE-48DE-9C2C-A02502A248C3}" dt="2021-06-26T15:09:22.960" v="16" actId="1076"/>
          <ac:picMkLst>
            <pc:docMk/>
            <pc:sldMk cId="3405566990" sldId="263"/>
            <ac:picMk id="6" creationId="{E354104B-0801-4CA0-98FD-552E1846872B}"/>
          </ac:picMkLst>
        </pc:picChg>
        <pc:picChg chg="add mod">
          <ac:chgData name="郁儒 廖" userId="189a1d031aa848d3" providerId="LiveId" clId="{F7E03734-E1EE-48DE-9C2C-A02502A248C3}" dt="2021-06-27T14:22:51.561" v="383" actId="1076"/>
          <ac:picMkLst>
            <pc:docMk/>
            <pc:sldMk cId="3405566990" sldId="263"/>
            <ac:picMk id="10" creationId="{F18BFCA9-F27F-4774-AB88-724DD1ACE7E9}"/>
          </ac:picMkLst>
        </pc:picChg>
        <pc:picChg chg="add del mod modCrop">
          <ac:chgData name="郁儒 廖" userId="189a1d031aa848d3" providerId="LiveId" clId="{F7E03734-E1EE-48DE-9C2C-A02502A248C3}" dt="2021-06-26T15:09:32.831" v="18" actId="478"/>
          <ac:picMkLst>
            <pc:docMk/>
            <pc:sldMk cId="3405566990" sldId="263"/>
            <ac:picMk id="12" creationId="{F6E5B030-3DC8-4FED-84DB-3E594A744DF5}"/>
          </ac:picMkLst>
        </pc:picChg>
      </pc:sldChg>
      <pc:sldChg chg="addSp delSp modSp add mod">
        <pc:chgData name="郁儒 廖" userId="189a1d031aa848d3" providerId="LiveId" clId="{F7E03734-E1EE-48DE-9C2C-A02502A248C3}" dt="2021-06-26T16:05:39.869" v="317" actId="1076"/>
        <pc:sldMkLst>
          <pc:docMk/>
          <pc:sldMk cId="1720717751" sldId="264"/>
        </pc:sldMkLst>
        <pc:spChg chg="mod">
          <ac:chgData name="郁儒 廖" userId="189a1d031aa848d3" providerId="LiveId" clId="{F7E03734-E1EE-48DE-9C2C-A02502A248C3}" dt="2021-06-26T16:05:38.279" v="316" actId="108"/>
          <ac:spMkLst>
            <pc:docMk/>
            <pc:sldMk cId="1720717751" sldId="264"/>
            <ac:spMk id="2" creationId="{871DA2CC-86CE-43D0-9AA4-0B9F02AB7E2C}"/>
          </ac:spMkLst>
        </pc:spChg>
        <pc:spChg chg="add del mod">
          <ac:chgData name="郁儒 廖" userId="189a1d031aa848d3" providerId="LiveId" clId="{F7E03734-E1EE-48DE-9C2C-A02502A248C3}" dt="2021-06-26T15:09:52.239" v="35" actId="478"/>
          <ac:spMkLst>
            <pc:docMk/>
            <pc:sldMk cId="1720717751" sldId="264"/>
            <ac:spMk id="4" creationId="{F31D7F13-9E3B-4905-BD5C-9F756C7A82B5}"/>
          </ac:spMkLst>
        </pc:spChg>
        <pc:picChg chg="del">
          <ac:chgData name="郁儒 廖" userId="189a1d031aa848d3" providerId="LiveId" clId="{F7E03734-E1EE-48DE-9C2C-A02502A248C3}" dt="2021-06-26T15:09:53.321" v="36" actId="478"/>
          <ac:picMkLst>
            <pc:docMk/>
            <pc:sldMk cId="1720717751" sldId="264"/>
            <ac:picMk id="6" creationId="{E354104B-0801-4CA0-98FD-552E1846872B}"/>
          </ac:picMkLst>
        </pc:picChg>
        <pc:picChg chg="del">
          <ac:chgData name="郁儒 廖" userId="189a1d031aa848d3" providerId="LiveId" clId="{F7E03734-E1EE-48DE-9C2C-A02502A248C3}" dt="2021-06-26T15:09:49.855" v="33" actId="478"/>
          <ac:picMkLst>
            <pc:docMk/>
            <pc:sldMk cId="1720717751" sldId="264"/>
            <ac:picMk id="10" creationId="{F18BFCA9-F27F-4774-AB88-724DD1ACE7E9}"/>
          </ac:picMkLst>
        </pc:picChg>
        <pc:picChg chg="mod">
          <ac:chgData name="郁儒 廖" userId="189a1d031aa848d3" providerId="LiveId" clId="{F7E03734-E1EE-48DE-9C2C-A02502A248C3}" dt="2021-06-26T16:05:39.869" v="317" actId="1076"/>
          <ac:picMkLst>
            <pc:docMk/>
            <pc:sldMk cId="1720717751" sldId="264"/>
            <ac:picMk id="12" creationId="{F6E5B030-3DC8-4FED-84DB-3E594A744DF5}"/>
          </ac:picMkLst>
        </pc:picChg>
      </pc:sldChg>
      <pc:sldChg chg="modSp new mod">
        <pc:chgData name="郁儒 廖" userId="189a1d031aa848d3" providerId="LiveId" clId="{F7E03734-E1EE-48DE-9C2C-A02502A248C3}" dt="2021-06-26T16:01:50.347" v="280" actId="2711"/>
        <pc:sldMkLst>
          <pc:docMk/>
          <pc:sldMk cId="1214235823" sldId="265"/>
        </pc:sldMkLst>
        <pc:spChg chg="mod">
          <ac:chgData name="郁儒 廖" userId="189a1d031aa848d3" providerId="LiveId" clId="{F7E03734-E1EE-48DE-9C2C-A02502A248C3}" dt="2021-06-26T16:01:44.347" v="279" actId="2711"/>
          <ac:spMkLst>
            <pc:docMk/>
            <pc:sldMk cId="1214235823" sldId="265"/>
            <ac:spMk id="2" creationId="{C45B4BC6-4778-44D8-BC43-38E9FA09807D}"/>
          </ac:spMkLst>
        </pc:spChg>
        <pc:spChg chg="mod">
          <ac:chgData name="郁儒 廖" userId="189a1d031aa848d3" providerId="LiveId" clId="{F7E03734-E1EE-48DE-9C2C-A02502A248C3}" dt="2021-06-26T16:01:50.347" v="280" actId="2711"/>
          <ac:spMkLst>
            <pc:docMk/>
            <pc:sldMk cId="1214235823" sldId="265"/>
            <ac:spMk id="3" creationId="{13A791DE-558D-404E-B9D6-E2E18467D5B7}"/>
          </ac:spMkLst>
        </pc:spChg>
      </pc:sldChg>
      <pc:sldChg chg="addSp delSp modSp add mod">
        <pc:chgData name="郁儒 廖" userId="189a1d031aa848d3" providerId="LiveId" clId="{F7E03734-E1EE-48DE-9C2C-A02502A248C3}" dt="2021-06-27T14:23:37.521" v="387" actId="20577"/>
        <pc:sldMkLst>
          <pc:docMk/>
          <pc:sldMk cId="436955770" sldId="266"/>
        </pc:sldMkLst>
        <pc:spChg chg="del">
          <ac:chgData name="郁儒 廖" userId="189a1d031aa848d3" providerId="LiveId" clId="{F7E03734-E1EE-48DE-9C2C-A02502A248C3}" dt="2021-06-26T16:03:18.299" v="296" actId="478"/>
          <ac:spMkLst>
            <pc:docMk/>
            <pc:sldMk cId="436955770" sldId="266"/>
            <ac:spMk id="2" creationId="{46D4B5A4-2E12-4B48-997F-0A3F6BB8E5EE}"/>
          </ac:spMkLst>
        </pc:spChg>
        <pc:spChg chg="mod">
          <ac:chgData name="郁儒 廖" userId="189a1d031aa848d3" providerId="LiveId" clId="{F7E03734-E1EE-48DE-9C2C-A02502A248C3}" dt="2021-06-27T14:16:09.160" v="338" actId="20577"/>
          <ac:spMkLst>
            <pc:docMk/>
            <pc:sldMk cId="436955770" sldId="266"/>
            <ac:spMk id="6" creationId="{56B442F7-5136-4E93-9FE2-2CAC213991C3}"/>
          </ac:spMkLst>
        </pc:spChg>
        <pc:spChg chg="mod">
          <ac:chgData name="郁儒 廖" userId="189a1d031aa848d3" providerId="LiveId" clId="{F7E03734-E1EE-48DE-9C2C-A02502A248C3}" dt="2021-06-26T15:57:25.583" v="240" actId="20577"/>
          <ac:spMkLst>
            <pc:docMk/>
            <pc:sldMk cId="436955770" sldId="266"/>
            <ac:spMk id="7" creationId="{3C66C7FC-85B6-4F14-9AE1-6CD346D7F60C}"/>
          </ac:spMkLst>
        </pc:spChg>
        <pc:spChg chg="add del mod">
          <ac:chgData name="郁儒 廖" userId="189a1d031aa848d3" providerId="LiveId" clId="{F7E03734-E1EE-48DE-9C2C-A02502A248C3}" dt="2021-06-26T16:03:19.669" v="297" actId="478"/>
          <ac:spMkLst>
            <pc:docMk/>
            <pc:sldMk cId="436955770" sldId="266"/>
            <ac:spMk id="9" creationId="{EACDEBF3-A8A0-4D6F-ADEF-DF968F522A00}"/>
          </ac:spMkLst>
        </pc:spChg>
        <pc:spChg chg="add mod">
          <ac:chgData name="郁儒 廖" userId="189a1d031aa848d3" providerId="LiveId" clId="{F7E03734-E1EE-48DE-9C2C-A02502A248C3}" dt="2021-06-27T14:23:37.521" v="387" actId="20577"/>
          <ac:spMkLst>
            <pc:docMk/>
            <pc:sldMk cId="436955770" sldId="266"/>
            <ac:spMk id="10" creationId="{1EE41A3C-529C-4A3F-BE05-CD65AF5791C2}"/>
          </ac:spMkLst>
        </pc:spChg>
        <pc:graphicFrameChg chg="modGraphic">
          <ac:chgData name="郁儒 廖" userId="189a1d031aa848d3" providerId="LiveId" clId="{F7E03734-E1EE-48DE-9C2C-A02502A248C3}" dt="2021-06-26T17:36:46.386" v="318" actId="2084"/>
          <ac:graphicFrameMkLst>
            <pc:docMk/>
            <pc:sldMk cId="436955770" sldId="266"/>
            <ac:graphicFrameMk id="8" creationId="{006AF39E-8E64-46EE-89F2-035694BC962B}"/>
          </ac:graphicFrameMkLst>
        </pc:graphicFrameChg>
      </pc:sldChg>
      <pc:sldChg chg="addSp delSp modSp new mod">
        <pc:chgData name="郁儒 廖" userId="189a1d031aa848d3" providerId="LiveId" clId="{F7E03734-E1EE-48DE-9C2C-A02502A248C3}" dt="2021-06-29T05:07:12.884" v="403" actId="1035"/>
        <pc:sldMkLst>
          <pc:docMk/>
          <pc:sldMk cId="241416973" sldId="267"/>
        </pc:sldMkLst>
        <pc:spChg chg="mod">
          <ac:chgData name="郁儒 廖" userId="189a1d031aa848d3" providerId="LiveId" clId="{F7E03734-E1EE-48DE-9C2C-A02502A248C3}" dt="2021-06-27T14:19:51.970" v="374" actId="108"/>
          <ac:spMkLst>
            <pc:docMk/>
            <pc:sldMk cId="241416973" sldId="267"/>
            <ac:spMk id="2" creationId="{D6A8277B-EDA6-452C-9F3A-ACBBCEC32FC4}"/>
          </ac:spMkLst>
        </pc:spChg>
        <pc:spChg chg="del">
          <ac:chgData name="郁儒 廖" userId="189a1d031aa848d3" providerId="LiveId" clId="{F7E03734-E1EE-48DE-9C2C-A02502A248C3}" dt="2021-06-27T14:18:27.624" v="358"/>
          <ac:spMkLst>
            <pc:docMk/>
            <pc:sldMk cId="241416973" sldId="267"/>
            <ac:spMk id="3" creationId="{0CC80AB5-D57B-4FE1-A7E8-BC00F6DC7E0D}"/>
          </ac:spMkLst>
        </pc:spChg>
        <pc:picChg chg="add mod ord">
          <ac:chgData name="郁儒 廖" userId="189a1d031aa848d3" providerId="LiveId" clId="{F7E03734-E1EE-48DE-9C2C-A02502A248C3}" dt="2021-06-27T14:20:08.969" v="380" actId="1076"/>
          <ac:picMkLst>
            <pc:docMk/>
            <pc:sldMk cId="241416973" sldId="267"/>
            <ac:picMk id="5" creationId="{3407E8DD-85EC-4C6E-A845-8088A23510E7}"/>
          </ac:picMkLst>
        </pc:picChg>
        <pc:picChg chg="add mod modCrop">
          <ac:chgData name="郁儒 廖" userId="189a1d031aa848d3" providerId="LiveId" clId="{F7E03734-E1EE-48DE-9C2C-A02502A248C3}" dt="2021-06-29T05:07:12.884" v="403" actId="1035"/>
          <ac:picMkLst>
            <pc:docMk/>
            <pc:sldMk cId="241416973" sldId="267"/>
            <ac:picMk id="7" creationId="{5C606B4B-5B79-496C-9B21-4C061E6C1E6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093E5-9E32-46CB-9BD1-CF3DC61B1798}" type="datetimeFigureOut">
              <a:rPr lang="zh-TW" altLang="en-US" smtClean="0"/>
              <a:t>2021/8/10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21738E-A880-49BD-B814-06B562C38314}" type="slidenum">
              <a:rPr lang="zh-TW" altLang="en-US" smtClean="0"/>
              <a:t>‹#›</a:t>
            </a:fld>
            <a:endParaRPr lang="zh-TW" altLang="en-US"/>
          </a:p>
        </p:txBody>
      </p:sp>
    </p:spTree>
    <p:extLst>
      <p:ext uri="{BB962C8B-B14F-4D97-AF65-F5344CB8AC3E}">
        <p14:creationId xmlns:p14="http://schemas.microsoft.com/office/powerpoint/2010/main" val="47641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2</a:t>
            </a:fld>
            <a:endParaRPr lang="zh-TW" altLang="en-US"/>
          </a:p>
        </p:txBody>
      </p:sp>
    </p:spTree>
    <p:extLst>
      <p:ext uri="{BB962C8B-B14F-4D97-AF65-F5344CB8AC3E}">
        <p14:creationId xmlns:p14="http://schemas.microsoft.com/office/powerpoint/2010/main" val="4012989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3</a:t>
            </a:fld>
            <a:endParaRPr lang="zh-TW" altLang="en-US"/>
          </a:p>
        </p:txBody>
      </p:sp>
    </p:spTree>
    <p:extLst>
      <p:ext uri="{BB962C8B-B14F-4D97-AF65-F5344CB8AC3E}">
        <p14:creationId xmlns:p14="http://schemas.microsoft.com/office/powerpoint/2010/main" val="3971451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t>=&gt;</a:t>
            </a:r>
            <a:r>
              <a:rPr lang="pl-PL" altLang="zh-TW" sz="1200" dirty="0"/>
              <a:t>v</a:t>
            </a:r>
            <a:r>
              <a:rPr lang="pl-PL" altLang="zh-TW" sz="1200" baseline="-25000" dirty="0"/>
              <a:t>0,</a:t>
            </a:r>
            <a:r>
              <a:rPr lang="en-US" altLang="zh-TW" sz="1200" baseline="-25000" dirty="0"/>
              <a:t>3</a:t>
            </a:r>
            <a:r>
              <a:rPr lang="pl-PL" altLang="zh-TW" sz="1200" baseline="-25000" dirty="0"/>
              <a:t> </a:t>
            </a:r>
            <a:r>
              <a:rPr lang="pl-PL" altLang="zh-TW" sz="1200" dirty="0"/>
              <a:t>to v</a:t>
            </a:r>
            <a:r>
              <a:rPr lang="en-US" altLang="zh-TW" sz="1200" baseline="-25000" dirty="0"/>
              <a:t>4,9</a:t>
            </a:r>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4</a:t>
            </a:fld>
            <a:endParaRPr lang="zh-TW" altLang="en-US"/>
          </a:p>
        </p:txBody>
      </p:sp>
    </p:spTree>
    <p:extLst>
      <p:ext uri="{BB962C8B-B14F-4D97-AF65-F5344CB8AC3E}">
        <p14:creationId xmlns:p14="http://schemas.microsoft.com/office/powerpoint/2010/main" val="701864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t>=&gt;</a:t>
            </a:r>
            <a:r>
              <a:rPr lang="pl-PL" altLang="zh-TW" sz="1200" dirty="0"/>
              <a:t>v</a:t>
            </a:r>
            <a:r>
              <a:rPr lang="pl-PL" altLang="zh-TW" sz="1200" baseline="-25000" dirty="0"/>
              <a:t>0,</a:t>
            </a:r>
            <a:r>
              <a:rPr lang="en-US" altLang="zh-TW" sz="1200" baseline="-25000" dirty="0"/>
              <a:t>3</a:t>
            </a:r>
            <a:r>
              <a:rPr lang="pl-PL" altLang="zh-TW" sz="1200" baseline="-25000" dirty="0"/>
              <a:t> </a:t>
            </a:r>
            <a:r>
              <a:rPr lang="pl-PL" altLang="zh-TW" sz="1200" dirty="0"/>
              <a:t>to v</a:t>
            </a:r>
            <a:r>
              <a:rPr lang="en-US" altLang="zh-TW" sz="1200" baseline="-25000" dirty="0"/>
              <a:t>4,9</a:t>
            </a:r>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5</a:t>
            </a:fld>
            <a:endParaRPr lang="zh-TW" altLang="en-US"/>
          </a:p>
        </p:txBody>
      </p:sp>
    </p:spTree>
    <p:extLst>
      <p:ext uri="{BB962C8B-B14F-4D97-AF65-F5344CB8AC3E}">
        <p14:creationId xmlns:p14="http://schemas.microsoft.com/office/powerpoint/2010/main" val="505036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t>=&gt;</a:t>
            </a:r>
            <a:r>
              <a:rPr lang="pl-PL" altLang="zh-TW" sz="1200" dirty="0"/>
              <a:t>v</a:t>
            </a:r>
            <a:r>
              <a:rPr lang="pl-PL" altLang="zh-TW" sz="1200" baseline="-25000" dirty="0"/>
              <a:t>0,</a:t>
            </a:r>
            <a:r>
              <a:rPr lang="en-US" altLang="zh-TW" sz="1200" baseline="-25000" dirty="0"/>
              <a:t>3</a:t>
            </a:r>
            <a:r>
              <a:rPr lang="pl-PL" altLang="zh-TW" sz="1200" baseline="-25000" dirty="0"/>
              <a:t> </a:t>
            </a:r>
            <a:r>
              <a:rPr lang="pl-PL" altLang="zh-TW" sz="1200" dirty="0"/>
              <a:t>to v</a:t>
            </a:r>
            <a:r>
              <a:rPr lang="en-US" altLang="zh-TW" sz="1200" baseline="-25000" dirty="0"/>
              <a:t>4,9</a:t>
            </a:r>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6</a:t>
            </a:fld>
            <a:endParaRPr lang="zh-TW" altLang="en-US"/>
          </a:p>
        </p:txBody>
      </p:sp>
    </p:spTree>
    <p:extLst>
      <p:ext uri="{BB962C8B-B14F-4D97-AF65-F5344CB8AC3E}">
        <p14:creationId xmlns:p14="http://schemas.microsoft.com/office/powerpoint/2010/main" val="2094955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7</a:t>
            </a:fld>
            <a:endParaRPr lang="zh-TW" altLang="en-US"/>
          </a:p>
        </p:txBody>
      </p:sp>
    </p:spTree>
    <p:extLst>
      <p:ext uri="{BB962C8B-B14F-4D97-AF65-F5344CB8AC3E}">
        <p14:creationId xmlns:p14="http://schemas.microsoft.com/office/powerpoint/2010/main" val="2564338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8</a:t>
            </a:fld>
            <a:endParaRPr lang="zh-TW" altLang="en-US"/>
          </a:p>
        </p:txBody>
      </p:sp>
    </p:spTree>
    <p:extLst>
      <p:ext uri="{BB962C8B-B14F-4D97-AF65-F5344CB8AC3E}">
        <p14:creationId xmlns:p14="http://schemas.microsoft.com/office/powerpoint/2010/main" val="4087283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9</a:t>
            </a:fld>
            <a:endParaRPr lang="zh-TW" altLang="en-US"/>
          </a:p>
        </p:txBody>
      </p:sp>
    </p:spTree>
    <p:extLst>
      <p:ext uri="{BB962C8B-B14F-4D97-AF65-F5344CB8AC3E}">
        <p14:creationId xmlns:p14="http://schemas.microsoft.com/office/powerpoint/2010/main" val="3586478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10</a:t>
            </a:fld>
            <a:endParaRPr lang="zh-TW" altLang="en-US"/>
          </a:p>
        </p:txBody>
      </p:sp>
    </p:spTree>
    <p:extLst>
      <p:ext uri="{BB962C8B-B14F-4D97-AF65-F5344CB8AC3E}">
        <p14:creationId xmlns:p14="http://schemas.microsoft.com/office/powerpoint/2010/main" val="2735415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11</a:t>
            </a:fld>
            <a:endParaRPr lang="zh-TW" altLang="en-US"/>
          </a:p>
        </p:txBody>
      </p:sp>
    </p:spTree>
    <p:extLst>
      <p:ext uri="{BB962C8B-B14F-4D97-AF65-F5344CB8AC3E}">
        <p14:creationId xmlns:p14="http://schemas.microsoft.com/office/powerpoint/2010/main" val="1662858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12</a:t>
            </a:fld>
            <a:endParaRPr lang="zh-TW" altLang="en-US"/>
          </a:p>
        </p:txBody>
      </p:sp>
    </p:spTree>
    <p:extLst>
      <p:ext uri="{BB962C8B-B14F-4D97-AF65-F5344CB8AC3E}">
        <p14:creationId xmlns:p14="http://schemas.microsoft.com/office/powerpoint/2010/main" val="2148626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t>=&gt;</a:t>
            </a:r>
            <a:r>
              <a:rPr lang="pl-PL" altLang="zh-TW" sz="1200" dirty="0"/>
              <a:t>v</a:t>
            </a:r>
            <a:r>
              <a:rPr lang="pl-PL" altLang="zh-TW" sz="1200" baseline="-25000" dirty="0"/>
              <a:t>0,</a:t>
            </a:r>
            <a:r>
              <a:rPr lang="en-US" altLang="zh-TW" sz="1200" baseline="-25000" dirty="0"/>
              <a:t>3</a:t>
            </a:r>
            <a:r>
              <a:rPr lang="pl-PL" altLang="zh-TW" sz="1200" baseline="-25000" dirty="0"/>
              <a:t> </a:t>
            </a:r>
            <a:r>
              <a:rPr lang="pl-PL" altLang="zh-TW" sz="1200" dirty="0"/>
              <a:t>to v</a:t>
            </a:r>
            <a:r>
              <a:rPr lang="en-US" altLang="zh-TW" sz="1200" baseline="-25000" dirty="0"/>
              <a:t>4,</a:t>
            </a:r>
            <a:r>
              <a:rPr lang="en-US" altLang="zh-TW" sz="1200" dirty="0"/>
              <a:t> w</a:t>
            </a:r>
            <a:r>
              <a:rPr lang="en-US" altLang="zh-TW" sz="1200" baseline="-25000" dirty="0"/>
              <a:t>mis9</a:t>
            </a:r>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13</a:t>
            </a:fld>
            <a:endParaRPr lang="zh-TW" altLang="en-US"/>
          </a:p>
        </p:txBody>
      </p:sp>
    </p:spTree>
    <p:extLst>
      <p:ext uri="{BB962C8B-B14F-4D97-AF65-F5344CB8AC3E}">
        <p14:creationId xmlns:p14="http://schemas.microsoft.com/office/powerpoint/2010/main" val="1181387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14</a:t>
            </a:fld>
            <a:endParaRPr lang="zh-TW" altLang="en-US"/>
          </a:p>
        </p:txBody>
      </p:sp>
    </p:spTree>
    <p:extLst>
      <p:ext uri="{BB962C8B-B14F-4D97-AF65-F5344CB8AC3E}">
        <p14:creationId xmlns:p14="http://schemas.microsoft.com/office/powerpoint/2010/main" val="3433592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A721738E-A880-49BD-B814-06B562C38314}" type="slidenum">
              <a:rPr lang="zh-TW" altLang="en-US" smtClean="0"/>
              <a:t>15</a:t>
            </a:fld>
            <a:endParaRPr lang="zh-TW" altLang="en-US"/>
          </a:p>
        </p:txBody>
      </p:sp>
    </p:spTree>
    <p:extLst>
      <p:ext uri="{BB962C8B-B14F-4D97-AF65-F5344CB8AC3E}">
        <p14:creationId xmlns:p14="http://schemas.microsoft.com/office/powerpoint/2010/main" val="4094279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3AABAC-6B8E-458B-87A9-FC95DF0B8F5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71B5578-F299-4881-8B5B-102DDAA799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84E2F50-9F48-4153-B7FB-AE89C9F8F345}"/>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FC8BE511-9E7D-4A66-B9D9-10D3819E00C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B5E1956-0432-4163-B095-BE9592A1B4B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88326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724DBA-E9AB-4458-8D72-D12468563E1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492CF5B-48D0-486D-BDE5-702510CF3892}"/>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C1CA7C-731F-42D8-9E66-E55ACB51AD33}"/>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70B2252B-3157-43F1-BDB9-D5E06E5E12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48BD8F-585C-4901-AAD4-C8A30024AD3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140992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F83A60-D16F-4B0A-A2D5-0CF74289D20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3B30B74-D6CF-41E7-894C-2E9D290BEF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3F89CFB-10FA-4ABB-BBE0-5D82B49781DB}"/>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38B75838-7C4B-414C-AB5A-D6E9CC0163A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0D81BAC-02FA-43D7-82F7-37BA220AC21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923255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1A3CAF-2D56-4F31-A4DA-4ACE1AD65B5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5323DF0-8F79-43AF-B6B1-5DDBDE61B2F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7CE4B7C-31E0-4994-BDB4-7E3D7D0AA6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1FD789-2003-43D6-A165-5FB527BB3D04}"/>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6" name="頁尾版面配置區 5">
            <a:extLst>
              <a:ext uri="{FF2B5EF4-FFF2-40B4-BE49-F238E27FC236}">
                <a16:creationId xmlns:a16="http://schemas.microsoft.com/office/drawing/2014/main" id="{33C5753D-B95D-4D58-AE0C-17ABA6690FF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E2808E-C4E2-4D43-B0F8-AF225F342A1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732698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0C2EE-D1F1-4E59-BC1D-45244DBBBC1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6272FEA-976A-46B4-80CB-B4F073C06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DB90053-F827-46C2-8CA9-C4803CF676AA}"/>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6A95FC0-310C-435C-A28E-2349643C89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2137BD6-A73C-48CF-AF8E-BADAFDA98E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E8CB200-2405-4077-AF2B-BB45D6A8CFBF}"/>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8" name="頁尾版面配置區 7">
            <a:extLst>
              <a:ext uri="{FF2B5EF4-FFF2-40B4-BE49-F238E27FC236}">
                <a16:creationId xmlns:a16="http://schemas.microsoft.com/office/drawing/2014/main" id="{2553B3E4-697D-4346-A4F6-25009467430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3603104-FBBC-47F6-B186-4B034EE53F14}"/>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14607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20AB8C-172F-4256-912D-2ABF696763C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15EC422-CFDD-4192-8D7B-E749FC8C9A9C}"/>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4" name="頁尾版面配置區 3">
            <a:extLst>
              <a:ext uri="{FF2B5EF4-FFF2-40B4-BE49-F238E27FC236}">
                <a16:creationId xmlns:a16="http://schemas.microsoft.com/office/drawing/2014/main" id="{6B379ACF-F041-4A75-88E9-844E576F7B2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6303947-7C54-46F8-8A6C-9740764B4EE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2795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8F5FEF2-1B25-499E-ADEF-336142F06CF7}"/>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3" name="頁尾版面配置區 2">
            <a:extLst>
              <a:ext uri="{FF2B5EF4-FFF2-40B4-BE49-F238E27FC236}">
                <a16:creationId xmlns:a16="http://schemas.microsoft.com/office/drawing/2014/main" id="{AC534BB4-23D8-4326-A942-3A40EDC88F0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A862594-5ADB-4578-BBBC-DA6FD707FC2B}"/>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57683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FDC25A-2D74-4FD9-A623-2AC6DA94869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78FD3C7A-03FA-4F7D-82BE-E415D6064A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373B6B-7224-433D-B944-619CC07EB9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5A10749-EBB6-4433-83D9-C9F3F1335DCE}"/>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6" name="頁尾版面配置區 5">
            <a:extLst>
              <a:ext uri="{FF2B5EF4-FFF2-40B4-BE49-F238E27FC236}">
                <a16:creationId xmlns:a16="http://schemas.microsoft.com/office/drawing/2014/main" id="{C51CCFD6-CDD0-4036-9EB5-10A41441ADC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1ADF89F-1605-4E7C-B65D-735D72BD372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471869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DAEBBF-E5A1-4483-A48B-35A46F4C22D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515D8BB-761E-470D-BD12-60F8515C35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12DBCFAA-8436-4014-A249-727DD9BA64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CA481B0-C03C-4ADD-AF5D-B68095E0207E}"/>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6" name="頁尾版面配置區 5">
            <a:extLst>
              <a:ext uri="{FF2B5EF4-FFF2-40B4-BE49-F238E27FC236}">
                <a16:creationId xmlns:a16="http://schemas.microsoft.com/office/drawing/2014/main" id="{828C2B1C-0BCE-49C6-9F15-AD78FFE2C64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EE5F118-8F1E-4318-9458-2039211056A0}"/>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63443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8D3A47-B576-4E78-AFD8-969CE5C3750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C8E1B31-5433-408D-83C5-7E7E3A0C1D5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0BA576-DD3F-4D3F-A1E4-8C2C20E3DDF7}"/>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A1A458E2-B47E-4BFC-9417-D71FB1D999A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F4CA44-F054-4C5E-A20D-66475D27A45C}"/>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60075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B695474-749B-46ED-8421-5CF8F3E5060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5F59AFC-9F25-4896-8342-7C00D9907AC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2B817EC-97FE-4024-9A6C-38E83AD796E1}"/>
              </a:ext>
            </a:extLst>
          </p:cNvPr>
          <p:cNvSpPr>
            <a:spLocks noGrp="1"/>
          </p:cNvSpPr>
          <p:nvPr>
            <p:ph type="dt" sz="half" idx="10"/>
          </p:nvPr>
        </p:nvSpPr>
        <p:spPr/>
        <p:txBody>
          <a:bodyPr/>
          <a:lstStyle/>
          <a:p>
            <a:fld id="{7A2423A0-705C-4784-8939-75A5005BCEE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78A8F477-E65E-481A-B117-0C96774C7B8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AA5132-440A-428F-B04E-D89094DD18A9}"/>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390275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08F0E7A-AAF4-41A0-921F-E7CF53951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0653E51-E47D-4FA4-BF3A-2EB883BCD8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F8EF7A0-37CE-4C90-91E0-19707D2A9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2423A0-705C-4784-8939-75A5005BCEE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C6FD17EE-A0D2-4BEF-8A28-0945579BA6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7C8CD83-5395-4058-83B2-77176E37F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602199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63378F-50B2-45BD-A6DA-5CB61DB247F9}"/>
              </a:ext>
            </a:extLst>
          </p:cNvPr>
          <p:cNvSpPr>
            <a:spLocks noGrp="1"/>
          </p:cNvSpPr>
          <p:nvPr>
            <p:ph type="ctrTitle"/>
          </p:nvPr>
        </p:nvSpPr>
        <p:spPr>
          <a:xfrm>
            <a:off x="1524000" y="1543574"/>
            <a:ext cx="9144000" cy="1366873"/>
          </a:xfrm>
        </p:spPr>
        <p:txBody>
          <a:bodyPr>
            <a:normAutofit/>
          </a:bodyPr>
          <a:lstStyle/>
          <a:p>
            <a:r>
              <a:rPr lang="en-US" altLang="zh-TW" sz="3600" dirty="0">
                <a:latin typeface="Times New Roman" panose="02020603050405020304" pitchFamily="18" charset="0"/>
                <a:cs typeface="Times New Roman" panose="02020603050405020304" pitchFamily="18" charset="0"/>
              </a:rPr>
              <a:t>Dynamic String Alignment</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71E7239B-5619-42E5-947E-7CC9BEF1FE52}"/>
              </a:ext>
            </a:extLst>
          </p:cNvPr>
          <p:cNvSpPr>
            <a:spLocks noGrp="1"/>
          </p:cNvSpPr>
          <p:nvPr>
            <p:ph type="subTitle" idx="1"/>
          </p:nvPr>
        </p:nvSpPr>
        <p:spPr>
          <a:xfrm>
            <a:off x="1524000" y="3261792"/>
            <a:ext cx="9144000" cy="1177017"/>
          </a:xfrm>
        </p:spPr>
        <p:txBody>
          <a:bodyPr>
            <a:normAutofit/>
          </a:bodyPr>
          <a:lstStyle/>
          <a:p>
            <a:r>
              <a:rPr lang="en-US" altLang="zh-TW" sz="1600" dirty="0">
                <a:latin typeface="Times New Roman" panose="02020603050405020304" pitchFamily="18" charset="0"/>
                <a:cs typeface="Times New Roman" panose="02020603050405020304" pitchFamily="18" charset="0"/>
              </a:rPr>
              <a:t>Tomasz </a:t>
            </a:r>
            <a:r>
              <a:rPr lang="en-US" altLang="zh-TW" sz="1600" dirty="0" err="1">
                <a:latin typeface="Times New Roman" panose="02020603050405020304" pitchFamily="18" charset="0"/>
                <a:cs typeface="Times New Roman" panose="02020603050405020304" pitchFamily="18" charset="0"/>
              </a:rPr>
              <a:t>Kociumaka</a:t>
            </a:r>
            <a:r>
              <a:rPr lang="en-US" altLang="zh-TW" sz="1600" dirty="0">
                <a:latin typeface="Times New Roman" panose="02020603050405020304" pitchFamily="18" charset="0"/>
                <a:cs typeface="Times New Roman" panose="02020603050405020304" pitchFamily="18" charset="0"/>
              </a:rPr>
              <a:t>, Shay </a:t>
            </a:r>
            <a:r>
              <a:rPr lang="en-US" altLang="zh-TW" sz="1600" dirty="0" err="1">
                <a:latin typeface="Times New Roman" panose="02020603050405020304" pitchFamily="18" charset="0"/>
                <a:cs typeface="Times New Roman" panose="02020603050405020304" pitchFamily="18" charset="0"/>
              </a:rPr>
              <a:t>Mozes</a:t>
            </a:r>
            <a:endParaRPr lang="en-US" altLang="zh-TW" sz="1600" dirty="0">
              <a:latin typeface="Times New Roman" panose="02020603050405020304" pitchFamily="18" charset="0"/>
              <a:cs typeface="Times New Roman" panose="02020603050405020304" pitchFamily="18" charset="0"/>
            </a:endParaRPr>
          </a:p>
          <a:p>
            <a:r>
              <a:rPr lang="en-US" altLang="zh-TW" sz="1600" dirty="0">
                <a:latin typeface="Times New Roman" panose="02020603050405020304" pitchFamily="18" charset="0"/>
                <a:cs typeface="Times New Roman" panose="02020603050405020304" pitchFamily="18" charset="0"/>
              </a:rPr>
              <a:t>31st Annual Symposium on Combinatorial Pattern Matching (CPM 2020), Copenhagen</a:t>
            </a:r>
            <a:endParaRPr lang="zh-TW" altLang="en-US" sz="1600" dirty="0">
              <a:latin typeface="Times New Roman" panose="02020603050405020304" pitchFamily="18" charset="0"/>
              <a:cs typeface="Times New Roman" panose="02020603050405020304" pitchFamily="18" charset="0"/>
            </a:endParaRPr>
          </a:p>
        </p:txBody>
      </p:sp>
      <p:sp>
        <p:nvSpPr>
          <p:cNvPr id="5" name="副標題 2">
            <a:extLst>
              <a:ext uri="{FF2B5EF4-FFF2-40B4-BE49-F238E27FC236}">
                <a16:creationId xmlns:a16="http://schemas.microsoft.com/office/drawing/2014/main" id="{E943A7B3-D75F-42BE-987F-B5D29452E318}"/>
              </a:ext>
            </a:extLst>
          </p:cNvPr>
          <p:cNvSpPr txBox="1">
            <a:spLocks/>
          </p:cNvSpPr>
          <p:nvPr/>
        </p:nvSpPr>
        <p:spPr>
          <a:xfrm>
            <a:off x="9177555" y="5393255"/>
            <a:ext cx="2471956" cy="820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600" dirty="0">
                <a:latin typeface="Times New Roman" panose="02020603050405020304" pitchFamily="18" charset="0"/>
                <a:ea typeface="微軟正黑體" pitchFamily="34" charset="-120"/>
                <a:cs typeface="Times New Roman" panose="02020603050405020304" pitchFamily="18" charset="0"/>
              </a:rPr>
              <a:t>Presenter :</a:t>
            </a:r>
            <a:r>
              <a:rPr lang="zh-TW" altLang="en-US" sz="1600" dirty="0">
                <a:latin typeface="Times New Roman" panose="02020603050405020304" pitchFamily="18" charset="0"/>
                <a:ea typeface="微軟正黑體" pitchFamily="34" charset="-12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Yu-Ju, Liao</a:t>
            </a:r>
          </a:p>
          <a:p>
            <a:r>
              <a:rPr lang="en-US" altLang="zh-TW" sz="1600" dirty="0">
                <a:latin typeface="Times New Roman" panose="02020603050405020304" pitchFamily="18" charset="0"/>
                <a:ea typeface="微軟正黑體" pitchFamily="34" charset="-120"/>
                <a:cs typeface="Times New Roman" panose="02020603050405020304" pitchFamily="18" charset="0"/>
              </a:rPr>
              <a:t>Date :</a:t>
            </a:r>
            <a:r>
              <a:rPr lang="zh-TW" altLang="en-US" sz="1600" dirty="0">
                <a:latin typeface="Times New Roman" panose="02020603050405020304" pitchFamily="18" charset="0"/>
                <a:ea typeface="微軟正黑體" pitchFamily="34" charset="-120"/>
                <a:cs typeface="Times New Roman" panose="02020603050405020304" pitchFamily="18" charset="0"/>
              </a:rPr>
              <a:t> </a:t>
            </a:r>
            <a:r>
              <a:rPr lang="en-US" altLang="zh-TW" sz="1600" dirty="0">
                <a:latin typeface="Times New Roman" panose="02020603050405020304" pitchFamily="18" charset="0"/>
                <a:ea typeface="微軟正黑體" pitchFamily="34" charset="-120"/>
                <a:cs typeface="Times New Roman" panose="02020603050405020304" pitchFamily="18" charset="0"/>
              </a:rPr>
              <a:t>Aug.</a:t>
            </a:r>
            <a:r>
              <a:rPr lang="en-US" altLang="zh-TW" sz="1600" dirty="0">
                <a:latin typeface="Times New Roman" panose="02020603050405020304" pitchFamily="18" charset="0"/>
                <a:cs typeface="Times New Roman" panose="02020603050405020304" pitchFamily="18" charset="0"/>
              </a:rPr>
              <a:t> 10, 2021</a:t>
            </a:r>
            <a:endParaRPr lang="zh-TW"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0905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BF29CD-F8CF-4F47-92BE-649B84536DD9}"/>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444A68A-3CE0-4A7F-9A14-0740120E091F}"/>
              </a:ext>
            </a:extLst>
          </p:cNvPr>
          <p:cNvSpPr>
            <a:spLocks noGrp="1"/>
          </p:cNvSpPr>
          <p:nvPr>
            <p:ph idx="1"/>
          </p:nvPr>
        </p:nvSpPr>
        <p:spPr>
          <a:xfrm>
            <a:off x="580927" y="1524295"/>
            <a:ext cx="11030146" cy="4351338"/>
          </a:xfrm>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We consider the problem of dynamically maintaining an optimal alignment of two strings, each of length at most n, as they undergo insertions, deletions, and substitutions of letters. The string alignment problem generalizes the longest common subsequence (LCS) problem and the edit distance problem (also with non-unit costs, as long as insertions and deletions cost the same). The conditional lower bound of </a:t>
            </a:r>
            <a:r>
              <a:rPr lang="en-US" altLang="zh-TW" sz="2400" dirty="0" err="1">
                <a:latin typeface="Times New Roman" panose="02020603050405020304" pitchFamily="18" charset="0"/>
                <a:cs typeface="Times New Roman" panose="02020603050405020304" pitchFamily="18" charset="0"/>
              </a:rPr>
              <a:t>Backurs</a:t>
            </a:r>
            <a:r>
              <a:rPr lang="en-US" altLang="zh-TW" sz="2400" dirty="0">
                <a:latin typeface="Times New Roman" panose="02020603050405020304" pitchFamily="18" charset="0"/>
                <a:cs typeface="Times New Roman" panose="02020603050405020304" pitchFamily="18" charset="0"/>
              </a:rPr>
              <a:t> and Indyk [J. </a:t>
            </a:r>
            <a:r>
              <a:rPr lang="en-US" altLang="zh-TW" sz="2400" dirty="0" err="1">
                <a:latin typeface="Times New Roman" panose="02020603050405020304" pitchFamily="18" charset="0"/>
                <a:cs typeface="Times New Roman" panose="02020603050405020304" pitchFamily="18" charset="0"/>
              </a:rPr>
              <a:t>Comput</a:t>
            </a:r>
            <a:r>
              <a:rPr lang="en-US" altLang="zh-TW" sz="2400" dirty="0">
                <a:latin typeface="Times New Roman" panose="02020603050405020304" pitchFamily="18" charset="0"/>
                <a:cs typeface="Times New Roman" panose="02020603050405020304" pitchFamily="18" charset="0"/>
              </a:rPr>
              <a:t>. 2018] for computing the LCS in the static case implies that strongly sublinear update time for the dynamic string alignment problem would refute the Strong Exponential Time Hypothesis. We essentially match this lower bound when the alignment weights are constants, by showing how to process each update in O˜(n) time. When the weights are integers bounded in absolute value by some w = n </a:t>
            </a:r>
            <a:r>
              <a:rPr lang="en-US" altLang="zh-TW" sz="2400" baseline="30000" dirty="0">
                <a:latin typeface="Times New Roman" panose="02020603050405020304" pitchFamily="18" charset="0"/>
                <a:cs typeface="Times New Roman" panose="02020603050405020304" pitchFamily="18" charset="0"/>
              </a:rPr>
              <a:t>O(1)</a:t>
            </a:r>
            <a:r>
              <a:rPr lang="en-US" altLang="zh-TW" sz="2400" dirty="0">
                <a:latin typeface="Times New Roman" panose="02020603050405020304" pitchFamily="18" charset="0"/>
                <a:cs typeface="Times New Roman" panose="02020603050405020304" pitchFamily="18" charset="0"/>
              </a:rPr>
              <a:t>, we can maintain the alignment in O˜(n · min{ √ n, w}) time per update. For the O˜(</a:t>
            </a:r>
            <a:r>
              <a:rPr lang="en-US" altLang="zh-TW" sz="2400" dirty="0" err="1">
                <a:latin typeface="Times New Roman" panose="02020603050405020304" pitchFamily="18" charset="0"/>
                <a:cs typeface="Times New Roman" panose="02020603050405020304" pitchFamily="18" charset="0"/>
              </a:rPr>
              <a:t>nw</a:t>
            </a:r>
            <a:r>
              <a:rPr lang="en-US" altLang="zh-TW" sz="2400" dirty="0">
                <a:latin typeface="Times New Roman" panose="02020603050405020304" pitchFamily="18" charset="0"/>
                <a:cs typeface="Times New Roman" panose="02020603050405020304" pitchFamily="18" charset="0"/>
              </a:rPr>
              <a:t>)-time algorithm, we heavily rely on </a:t>
            </a:r>
            <a:r>
              <a:rPr lang="en-US" altLang="zh-TW" sz="2400" dirty="0" err="1">
                <a:latin typeface="Times New Roman" panose="02020603050405020304" pitchFamily="18" charset="0"/>
                <a:cs typeface="Times New Roman" panose="02020603050405020304" pitchFamily="18" charset="0"/>
              </a:rPr>
              <a:t>Tiskin’s</a:t>
            </a:r>
            <a:r>
              <a:rPr lang="en-US" altLang="zh-TW" sz="2400" dirty="0">
                <a:latin typeface="Times New Roman" panose="02020603050405020304" pitchFamily="18" charset="0"/>
                <a:cs typeface="Times New Roman" panose="02020603050405020304" pitchFamily="18" charset="0"/>
              </a:rPr>
              <a:t> work on semi-local LCS, and in particular, in an implicit way, on his algorithm for computing the (min, +)-product of two simple unit-Monge matrices [</a:t>
            </a:r>
            <a:r>
              <a:rPr lang="en-US" altLang="zh-TW" sz="2400" dirty="0" err="1">
                <a:latin typeface="Times New Roman" panose="02020603050405020304" pitchFamily="18" charset="0"/>
                <a:cs typeface="Times New Roman" panose="02020603050405020304" pitchFamily="18" charset="0"/>
              </a:rPr>
              <a:t>Algorithmica</a:t>
            </a:r>
            <a:r>
              <a:rPr lang="en-US" altLang="zh-TW" sz="2400" dirty="0">
                <a:latin typeface="Times New Roman" panose="02020603050405020304" pitchFamily="18" charset="0"/>
                <a:cs typeface="Times New Roman" panose="02020603050405020304" pitchFamily="18" charset="0"/>
              </a:rPr>
              <a:t> 2015]. As for the O˜(n √ n)-time algorithm, we employ efficient data structures for computing distances in planar graphs.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9591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LCS</a:t>
            </a:r>
            <a:endParaRPr lang="zh-TW" altLang="en-US"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C19021E2-E828-4FFD-A7FF-7F1B52E679CF}"/>
              </a:ext>
            </a:extLst>
          </p:cNvPr>
          <p:cNvPicPr>
            <a:picLocks noChangeAspect="1"/>
          </p:cNvPicPr>
          <p:nvPr/>
        </p:nvPicPr>
        <p:blipFill>
          <a:blip r:embed="rId3"/>
          <a:stretch>
            <a:fillRect/>
          </a:stretch>
        </p:blipFill>
        <p:spPr>
          <a:xfrm>
            <a:off x="2229439" y="2806831"/>
            <a:ext cx="7467600" cy="2743200"/>
          </a:xfrm>
          <a:prstGeom prst="rect">
            <a:avLst/>
          </a:prstGeom>
        </p:spPr>
      </p:pic>
      <p:sp>
        <p:nvSpPr>
          <p:cNvPr id="11" name="文字方塊 10">
            <a:extLst>
              <a:ext uri="{FF2B5EF4-FFF2-40B4-BE49-F238E27FC236}">
                <a16:creationId xmlns:a16="http://schemas.microsoft.com/office/drawing/2014/main" id="{050DA5F4-3CD9-47AC-9CA7-C5F45B2CEC51}"/>
              </a:ext>
            </a:extLst>
          </p:cNvPr>
          <p:cNvSpPr txBox="1"/>
          <p:nvPr/>
        </p:nvSpPr>
        <p:spPr>
          <a:xfrm>
            <a:off x="1338606" y="1590347"/>
            <a:ext cx="1781666" cy="954107"/>
          </a:xfrm>
          <a:prstGeom prst="rect">
            <a:avLst/>
          </a:prstGeom>
          <a:noFill/>
        </p:spPr>
        <p:txBody>
          <a:bodyPr wrap="square" rtlCol="0">
            <a:spAutoFit/>
          </a:bodyPr>
          <a:lstStyle/>
          <a:p>
            <a:r>
              <a:rPr lang="en-US" altLang="zh-TW" sz="2800" dirty="0"/>
              <a:t>S = </a:t>
            </a:r>
            <a:r>
              <a:rPr lang="en-US" altLang="zh-TW" sz="2800" dirty="0" err="1"/>
              <a:t>abac</a:t>
            </a:r>
            <a:endParaRPr lang="en-US" altLang="zh-TW" sz="2800" dirty="0"/>
          </a:p>
          <a:p>
            <a:r>
              <a:rPr lang="en-US" altLang="zh-TW" sz="2800" dirty="0"/>
              <a:t>T = </a:t>
            </a:r>
            <a:r>
              <a:rPr lang="en-US" altLang="zh-TW" sz="2800" dirty="0" err="1"/>
              <a:t>abcab</a:t>
            </a:r>
            <a:endParaRPr lang="zh-TW" altLang="en-US" sz="2800" dirty="0"/>
          </a:p>
        </p:txBody>
      </p:sp>
      <p:sp>
        <p:nvSpPr>
          <p:cNvPr id="13" name="文字方塊 12">
            <a:extLst>
              <a:ext uri="{FF2B5EF4-FFF2-40B4-BE49-F238E27FC236}">
                <a16:creationId xmlns:a16="http://schemas.microsoft.com/office/drawing/2014/main" id="{405A18DE-331C-46AF-A0C2-D2B4DDE4E35A}"/>
              </a:ext>
            </a:extLst>
          </p:cNvPr>
          <p:cNvSpPr txBox="1"/>
          <p:nvPr/>
        </p:nvSpPr>
        <p:spPr>
          <a:xfrm>
            <a:off x="1338606" y="2915910"/>
            <a:ext cx="1781666" cy="523220"/>
          </a:xfrm>
          <a:prstGeom prst="rect">
            <a:avLst/>
          </a:prstGeom>
          <a:noFill/>
        </p:spPr>
        <p:txBody>
          <a:bodyPr wrap="square" rtlCol="0">
            <a:spAutoFit/>
          </a:bodyPr>
          <a:lstStyle/>
          <a:p>
            <a:pPr marL="457200" indent="-457200">
              <a:buFont typeface="Arial" panose="020B0604020202020204" pitchFamily="34" charset="0"/>
              <a:buChar char="•"/>
            </a:pPr>
            <a:r>
              <a:rPr lang="en-US" altLang="zh-TW" sz="2800" dirty="0"/>
              <a:t>G</a:t>
            </a:r>
            <a:endParaRPr lang="zh-TW" altLang="en-US" sz="2800" dirty="0"/>
          </a:p>
        </p:txBody>
      </p:sp>
    </p:spTree>
    <p:extLst>
      <p:ext uri="{BB962C8B-B14F-4D97-AF65-F5344CB8AC3E}">
        <p14:creationId xmlns:p14="http://schemas.microsoft.com/office/powerpoint/2010/main" val="241416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LCS</a:t>
            </a:r>
            <a:endParaRPr lang="zh-TW" altLang="en-US"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C19021E2-E828-4FFD-A7FF-7F1B52E679CF}"/>
              </a:ext>
            </a:extLst>
          </p:cNvPr>
          <p:cNvPicPr>
            <a:picLocks noChangeAspect="1"/>
          </p:cNvPicPr>
          <p:nvPr/>
        </p:nvPicPr>
        <p:blipFill>
          <a:blip r:embed="rId3"/>
          <a:stretch>
            <a:fillRect/>
          </a:stretch>
        </p:blipFill>
        <p:spPr>
          <a:xfrm>
            <a:off x="2437615" y="1264488"/>
            <a:ext cx="7467600" cy="2743200"/>
          </a:xfrm>
          <a:prstGeom prst="rect">
            <a:avLst/>
          </a:prstGeom>
        </p:spPr>
      </p:pic>
      <p:sp>
        <p:nvSpPr>
          <p:cNvPr id="11" name="文字方塊 10">
            <a:extLst>
              <a:ext uri="{FF2B5EF4-FFF2-40B4-BE49-F238E27FC236}">
                <a16:creationId xmlns:a16="http://schemas.microsoft.com/office/drawing/2014/main" id="{050DA5F4-3CD9-47AC-9CA7-C5F45B2CEC51}"/>
              </a:ext>
            </a:extLst>
          </p:cNvPr>
          <p:cNvSpPr txBox="1"/>
          <p:nvPr/>
        </p:nvSpPr>
        <p:spPr>
          <a:xfrm>
            <a:off x="5951652" y="901405"/>
            <a:ext cx="439525" cy="523220"/>
          </a:xfrm>
          <a:prstGeom prst="rect">
            <a:avLst/>
          </a:prstGeom>
          <a:noFill/>
        </p:spPr>
        <p:txBody>
          <a:bodyPr wrap="square" rtlCol="0">
            <a:spAutoFit/>
          </a:bodyPr>
          <a:lstStyle/>
          <a:p>
            <a:r>
              <a:rPr lang="en-US" altLang="zh-TW" sz="2800" dirty="0">
                <a:solidFill>
                  <a:schemeClr val="accent4"/>
                </a:solidFill>
              </a:rPr>
              <a:t>T</a:t>
            </a:r>
            <a:endParaRPr lang="zh-TW" altLang="en-US" sz="2800" dirty="0">
              <a:solidFill>
                <a:schemeClr val="accent4"/>
              </a:solidFill>
            </a:endParaRPr>
          </a:p>
        </p:txBody>
      </p:sp>
      <p:sp>
        <p:nvSpPr>
          <p:cNvPr id="13" name="文字方塊 12">
            <a:extLst>
              <a:ext uri="{FF2B5EF4-FFF2-40B4-BE49-F238E27FC236}">
                <a16:creationId xmlns:a16="http://schemas.microsoft.com/office/drawing/2014/main" id="{405A18DE-331C-46AF-A0C2-D2B4DDE4E35A}"/>
              </a:ext>
            </a:extLst>
          </p:cNvPr>
          <p:cNvSpPr txBox="1"/>
          <p:nvPr/>
        </p:nvSpPr>
        <p:spPr>
          <a:xfrm>
            <a:off x="1404594" y="1695880"/>
            <a:ext cx="1781666" cy="523220"/>
          </a:xfrm>
          <a:prstGeom prst="rect">
            <a:avLst/>
          </a:prstGeom>
          <a:noFill/>
        </p:spPr>
        <p:txBody>
          <a:bodyPr wrap="square" rtlCol="0">
            <a:spAutoFit/>
          </a:bodyPr>
          <a:lstStyle/>
          <a:p>
            <a:r>
              <a:rPr lang="en-US" altLang="zh-TW" sz="2800" dirty="0"/>
              <a:t>G</a:t>
            </a:r>
            <a:r>
              <a:rPr lang="en-US" altLang="zh-TW" sz="2800" baseline="-25000" dirty="0"/>
              <a:t>S,T</a:t>
            </a:r>
            <a:endParaRPr lang="zh-TW" altLang="en-US" sz="2800" baseline="-25000" dirty="0"/>
          </a:p>
        </p:txBody>
      </p:sp>
      <p:sp>
        <p:nvSpPr>
          <p:cNvPr id="9" name="文字方塊 8">
            <a:extLst>
              <a:ext uri="{FF2B5EF4-FFF2-40B4-BE49-F238E27FC236}">
                <a16:creationId xmlns:a16="http://schemas.microsoft.com/office/drawing/2014/main" id="{1003C7F4-F66D-488B-A78C-D0144F75B60F}"/>
              </a:ext>
            </a:extLst>
          </p:cNvPr>
          <p:cNvSpPr txBox="1"/>
          <p:nvPr/>
        </p:nvSpPr>
        <p:spPr>
          <a:xfrm>
            <a:off x="2259291" y="2245899"/>
            <a:ext cx="356647" cy="523220"/>
          </a:xfrm>
          <a:prstGeom prst="rect">
            <a:avLst/>
          </a:prstGeom>
          <a:noFill/>
        </p:spPr>
        <p:txBody>
          <a:bodyPr wrap="square" rtlCol="0">
            <a:spAutoFit/>
          </a:bodyPr>
          <a:lstStyle/>
          <a:p>
            <a:r>
              <a:rPr lang="en-US" altLang="zh-TW" sz="2800" dirty="0">
                <a:solidFill>
                  <a:schemeClr val="accent4"/>
                </a:solidFill>
              </a:rPr>
              <a:t>S</a:t>
            </a:r>
            <a:endParaRPr lang="zh-TW" altLang="en-US" sz="2800" dirty="0">
              <a:solidFill>
                <a:schemeClr val="accent4"/>
              </a:solidFill>
            </a:endParaRPr>
          </a:p>
        </p:txBody>
      </p:sp>
      <p:sp>
        <p:nvSpPr>
          <p:cNvPr id="7" name="文字方塊 6">
            <a:extLst>
              <a:ext uri="{FF2B5EF4-FFF2-40B4-BE49-F238E27FC236}">
                <a16:creationId xmlns:a16="http://schemas.microsoft.com/office/drawing/2014/main" id="{9E1072CB-67F9-4C26-8E5C-327058BE08F1}"/>
              </a:ext>
            </a:extLst>
          </p:cNvPr>
          <p:cNvSpPr txBox="1"/>
          <p:nvPr/>
        </p:nvSpPr>
        <p:spPr>
          <a:xfrm>
            <a:off x="701795" y="4469847"/>
            <a:ext cx="4157222" cy="1938992"/>
          </a:xfrm>
          <a:prstGeom prst="rect">
            <a:avLst/>
          </a:prstGeom>
          <a:noFill/>
        </p:spPr>
        <p:txBody>
          <a:bodyPr wrap="square" rtlCol="0">
            <a:spAutoFit/>
          </a:bodyPr>
          <a:lstStyle/>
          <a:p>
            <a:r>
              <a:rPr lang="en-US" altLang="zh-TW" sz="2400" dirty="0"/>
              <a:t>H</a:t>
            </a:r>
            <a:r>
              <a:rPr lang="en-US" altLang="zh-TW" sz="2400" baseline="-25000" dirty="0"/>
              <a:t>S,T </a:t>
            </a:r>
            <a:r>
              <a:rPr lang="en-US" altLang="zh-TW" sz="2400" dirty="0"/>
              <a:t>[</a:t>
            </a:r>
            <a:r>
              <a:rPr lang="en-US" altLang="zh-TW" sz="2400" dirty="0" err="1"/>
              <a:t>i</a:t>
            </a:r>
            <a:r>
              <a:rPr lang="en-US" altLang="zh-TW" sz="2400" dirty="0"/>
              <a:t>, j]   =&gt; </a:t>
            </a:r>
            <a:r>
              <a:rPr lang="pl-PL" altLang="zh-TW" sz="2400" dirty="0"/>
              <a:t>v</a:t>
            </a:r>
            <a:r>
              <a:rPr lang="pl-PL" altLang="zh-TW" sz="2400" baseline="-25000" dirty="0"/>
              <a:t>0,i </a:t>
            </a:r>
            <a:r>
              <a:rPr lang="pl-PL" altLang="zh-TW" sz="2400" dirty="0"/>
              <a:t>to v</a:t>
            </a:r>
            <a:r>
              <a:rPr lang="pl-PL" altLang="zh-TW" sz="2400" baseline="-25000" dirty="0"/>
              <a:t>m,m+j</a:t>
            </a:r>
            <a:endParaRPr lang="en-US" altLang="zh-TW" sz="2400" baseline="-25000" dirty="0"/>
          </a:p>
          <a:p>
            <a:endParaRPr lang="en-US" altLang="zh-TW" sz="2400" baseline="-25000" dirty="0"/>
          </a:p>
          <a:p>
            <a:r>
              <a:rPr lang="en-US" altLang="zh-TW" sz="2400" dirty="0"/>
              <a:t>H</a:t>
            </a:r>
            <a:r>
              <a:rPr lang="en-US" altLang="zh-TW" sz="2400" baseline="-25000" dirty="0"/>
              <a:t>S,T </a:t>
            </a:r>
            <a:r>
              <a:rPr lang="en-US" altLang="zh-TW" sz="2400" dirty="0"/>
              <a:t>[3,6] = 4</a:t>
            </a:r>
          </a:p>
          <a:p>
            <a:r>
              <a:rPr lang="en-US" altLang="zh-TW" sz="2400" baseline="-25000" dirty="0"/>
              <a:t>      </a:t>
            </a:r>
            <a:r>
              <a:rPr lang="en-US" altLang="zh-TW" sz="2400" dirty="0"/>
              <a:t>=</a:t>
            </a:r>
            <a:r>
              <a:rPr lang="fr-FR" altLang="zh-TW" sz="2400" dirty="0"/>
              <a:t>LCS(S[1, 3), T) + 4 − 3 + 6 − 5</a:t>
            </a:r>
            <a:endParaRPr lang="en-US" altLang="zh-TW" sz="2400" baseline="-25000" dirty="0"/>
          </a:p>
          <a:p>
            <a:endParaRPr lang="en-US" altLang="zh-TW" sz="2400" baseline="-25000" dirty="0"/>
          </a:p>
          <a:p>
            <a:endParaRPr lang="zh-TW" altLang="en-US" sz="2400" baseline="-25000" dirty="0"/>
          </a:p>
        </p:txBody>
      </p:sp>
      <p:pic>
        <p:nvPicPr>
          <p:cNvPr id="10" name="圖片 9" descr="一張含有 文字 的圖片&#10;&#10;自動產生的描述">
            <a:extLst>
              <a:ext uri="{FF2B5EF4-FFF2-40B4-BE49-F238E27FC236}">
                <a16:creationId xmlns:a16="http://schemas.microsoft.com/office/drawing/2014/main" id="{4F132E30-1A11-4C1C-8EEF-4AE2F99424E2}"/>
              </a:ext>
            </a:extLst>
          </p:cNvPr>
          <p:cNvPicPr>
            <a:picLocks noChangeAspect="1"/>
          </p:cNvPicPr>
          <p:nvPr/>
        </p:nvPicPr>
        <p:blipFill>
          <a:blip r:embed="rId4"/>
          <a:stretch>
            <a:fillRect/>
          </a:stretch>
        </p:blipFill>
        <p:spPr>
          <a:xfrm>
            <a:off x="4781549" y="4249688"/>
            <a:ext cx="6801154" cy="1998905"/>
          </a:xfrm>
          <a:prstGeom prst="rect">
            <a:avLst/>
          </a:prstGeom>
        </p:spPr>
      </p:pic>
      <p:sp>
        <p:nvSpPr>
          <p:cNvPr id="12" name="矩形: 圓角 11">
            <a:extLst>
              <a:ext uri="{FF2B5EF4-FFF2-40B4-BE49-F238E27FC236}">
                <a16:creationId xmlns:a16="http://schemas.microsoft.com/office/drawing/2014/main" id="{65C097A2-36A9-40CC-821F-2A5ED0C2B7A9}"/>
              </a:ext>
            </a:extLst>
          </p:cNvPr>
          <p:cNvSpPr/>
          <p:nvPr/>
        </p:nvSpPr>
        <p:spPr>
          <a:xfrm>
            <a:off x="5880273" y="5019755"/>
            <a:ext cx="5702430" cy="286638"/>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37ABC4C6-3936-470C-B273-1D00BFD59311}"/>
              </a:ext>
            </a:extLst>
          </p:cNvPr>
          <p:cNvSpPr txBox="1"/>
          <p:nvPr/>
        </p:nvSpPr>
        <p:spPr>
          <a:xfrm>
            <a:off x="4040757" y="1079822"/>
            <a:ext cx="740792" cy="369332"/>
          </a:xfrm>
          <a:prstGeom prst="rect">
            <a:avLst/>
          </a:prstGeom>
          <a:noFill/>
        </p:spPr>
        <p:txBody>
          <a:bodyPr wrap="square" rtlCol="0">
            <a:spAutoFit/>
          </a:bodyPr>
          <a:lstStyle/>
          <a:p>
            <a:r>
              <a:rPr lang="en-US" altLang="zh-TW" dirty="0"/>
              <a:t>(0,3)</a:t>
            </a:r>
            <a:endParaRPr lang="zh-TW" altLang="en-US" dirty="0"/>
          </a:p>
        </p:txBody>
      </p:sp>
      <p:sp>
        <p:nvSpPr>
          <p:cNvPr id="15" name="文字方塊 14">
            <a:extLst>
              <a:ext uri="{FF2B5EF4-FFF2-40B4-BE49-F238E27FC236}">
                <a16:creationId xmlns:a16="http://schemas.microsoft.com/office/drawing/2014/main" id="{07243780-D849-4CC3-8449-86842C926A6A}"/>
              </a:ext>
            </a:extLst>
          </p:cNvPr>
          <p:cNvSpPr txBox="1"/>
          <p:nvPr/>
        </p:nvSpPr>
        <p:spPr>
          <a:xfrm>
            <a:off x="7577379" y="3752570"/>
            <a:ext cx="740792" cy="369332"/>
          </a:xfrm>
          <a:prstGeom prst="rect">
            <a:avLst/>
          </a:prstGeom>
          <a:noFill/>
        </p:spPr>
        <p:txBody>
          <a:bodyPr wrap="square" rtlCol="0">
            <a:spAutoFit/>
          </a:bodyPr>
          <a:lstStyle/>
          <a:p>
            <a:r>
              <a:rPr lang="en-US" altLang="zh-TW" dirty="0"/>
              <a:t>(4,10)</a:t>
            </a:r>
            <a:endParaRPr lang="zh-TW" altLang="en-US" dirty="0"/>
          </a:p>
        </p:txBody>
      </p:sp>
    </p:spTree>
    <p:extLst>
      <p:ext uri="{BB962C8B-B14F-4D97-AF65-F5344CB8AC3E}">
        <p14:creationId xmlns:p14="http://schemas.microsoft.com/office/powerpoint/2010/main" val="3645379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LCS</a:t>
            </a:r>
            <a:endParaRPr lang="zh-TW" altLang="en-US"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9E1072CB-67F9-4C26-8E5C-327058BE08F1}"/>
              </a:ext>
            </a:extLst>
          </p:cNvPr>
          <p:cNvSpPr txBox="1"/>
          <p:nvPr/>
        </p:nvSpPr>
        <p:spPr>
          <a:xfrm>
            <a:off x="2197467" y="1908640"/>
            <a:ext cx="7657666" cy="707886"/>
          </a:xfrm>
          <a:prstGeom prst="rect">
            <a:avLst/>
          </a:prstGeom>
          <a:noFill/>
        </p:spPr>
        <p:txBody>
          <a:bodyPr wrap="square" rtlCol="0">
            <a:spAutoFit/>
          </a:bodyPr>
          <a:lstStyle/>
          <a:p>
            <a:r>
              <a:rPr lang="en-US" altLang="zh-TW" sz="2400" dirty="0"/>
              <a:t>P</a:t>
            </a:r>
            <a:r>
              <a:rPr lang="en-US" altLang="zh-TW" sz="2400" baseline="-25000" dirty="0"/>
              <a:t>S,T </a:t>
            </a:r>
            <a:r>
              <a:rPr lang="en-US" altLang="zh-TW" sz="2400" dirty="0"/>
              <a:t>[3, 6]   = H</a:t>
            </a:r>
            <a:r>
              <a:rPr lang="en-US" altLang="zh-TW" sz="2400" baseline="-25000" dirty="0"/>
              <a:t>S,T </a:t>
            </a:r>
            <a:r>
              <a:rPr lang="en-US" altLang="zh-TW" sz="2400" dirty="0"/>
              <a:t>[3,6]</a:t>
            </a:r>
            <a:r>
              <a:rPr lang="zh-TW" altLang="en-US" sz="2400" dirty="0"/>
              <a:t> </a:t>
            </a:r>
            <a:r>
              <a:rPr lang="en-US" altLang="zh-TW" sz="2400" dirty="0"/>
              <a:t>+</a:t>
            </a:r>
            <a:r>
              <a:rPr lang="zh-TW" altLang="en-US" sz="2400" dirty="0"/>
              <a:t> </a:t>
            </a:r>
            <a:r>
              <a:rPr lang="en-US" altLang="zh-TW" sz="2400" dirty="0"/>
              <a:t>H</a:t>
            </a:r>
            <a:r>
              <a:rPr lang="en-US" altLang="zh-TW" sz="2400" baseline="-25000" dirty="0"/>
              <a:t>S,T </a:t>
            </a:r>
            <a:r>
              <a:rPr lang="en-US" altLang="zh-TW" sz="2400" dirty="0"/>
              <a:t>[4,7]</a:t>
            </a:r>
            <a:r>
              <a:rPr lang="zh-TW" altLang="en-US" sz="2400" dirty="0"/>
              <a:t> </a:t>
            </a:r>
            <a:r>
              <a:rPr lang="en-US" altLang="zh-TW" sz="2400" dirty="0"/>
              <a:t>–</a:t>
            </a:r>
            <a:r>
              <a:rPr lang="zh-TW" altLang="en-US" sz="2400" dirty="0"/>
              <a:t> </a:t>
            </a:r>
            <a:r>
              <a:rPr lang="en-US" altLang="zh-TW" sz="2400" dirty="0"/>
              <a:t>H</a:t>
            </a:r>
            <a:r>
              <a:rPr lang="en-US" altLang="zh-TW" sz="2400" baseline="-25000" dirty="0"/>
              <a:t>S,T </a:t>
            </a:r>
            <a:r>
              <a:rPr lang="en-US" altLang="zh-TW" sz="2400" dirty="0"/>
              <a:t>[4,6]</a:t>
            </a:r>
            <a:r>
              <a:rPr lang="zh-TW" altLang="en-US" sz="2400" dirty="0"/>
              <a:t> </a:t>
            </a:r>
            <a:r>
              <a:rPr lang="en-US" altLang="zh-TW" sz="2400" dirty="0"/>
              <a:t>– H</a:t>
            </a:r>
            <a:r>
              <a:rPr lang="en-US" altLang="zh-TW" sz="2400" baseline="-25000" dirty="0"/>
              <a:t>S,T </a:t>
            </a:r>
            <a:r>
              <a:rPr lang="en-US" altLang="zh-TW" sz="2400" dirty="0"/>
              <a:t>[3,7] </a:t>
            </a:r>
            <a:r>
              <a:rPr lang="en-US" altLang="zh-TW" sz="2400" baseline="-25000" dirty="0"/>
              <a:t> </a:t>
            </a:r>
            <a:r>
              <a:rPr lang="en-US" altLang="zh-TW" sz="2400" dirty="0"/>
              <a:t>= 0</a:t>
            </a:r>
          </a:p>
          <a:p>
            <a:endParaRPr lang="zh-TW" altLang="en-US" sz="2400" baseline="-25000" dirty="0"/>
          </a:p>
        </p:txBody>
      </p:sp>
      <p:pic>
        <p:nvPicPr>
          <p:cNvPr id="5" name="圖片 4" descr="一張含有 天線, 時鐘, 量表 的圖片&#10;&#10;自動產生的描述">
            <a:extLst>
              <a:ext uri="{FF2B5EF4-FFF2-40B4-BE49-F238E27FC236}">
                <a16:creationId xmlns:a16="http://schemas.microsoft.com/office/drawing/2014/main" id="{B07B5A69-6955-40EF-B6A0-C4919BF29099}"/>
              </a:ext>
            </a:extLst>
          </p:cNvPr>
          <p:cNvPicPr>
            <a:picLocks noChangeAspect="1"/>
          </p:cNvPicPr>
          <p:nvPr/>
        </p:nvPicPr>
        <p:blipFill>
          <a:blip r:embed="rId3"/>
          <a:stretch>
            <a:fillRect/>
          </a:stretch>
        </p:blipFill>
        <p:spPr>
          <a:xfrm>
            <a:off x="1875934" y="1288694"/>
            <a:ext cx="6326465" cy="516645"/>
          </a:xfrm>
          <a:prstGeom prst="rect">
            <a:avLst/>
          </a:prstGeom>
        </p:spPr>
      </p:pic>
      <p:graphicFrame>
        <p:nvGraphicFramePr>
          <p:cNvPr id="14" name="表格 14">
            <a:extLst>
              <a:ext uri="{FF2B5EF4-FFF2-40B4-BE49-F238E27FC236}">
                <a16:creationId xmlns:a16="http://schemas.microsoft.com/office/drawing/2014/main" id="{C76D0C92-716D-4F7F-AE0A-5384721C4376}"/>
              </a:ext>
            </a:extLst>
          </p:cNvPr>
          <p:cNvGraphicFramePr>
            <a:graphicFrameLocks noGrp="1"/>
          </p:cNvGraphicFramePr>
          <p:nvPr>
            <p:extLst>
              <p:ext uri="{D42A27DB-BD31-4B8C-83A1-F6EECF244321}">
                <p14:modId xmlns:p14="http://schemas.microsoft.com/office/powerpoint/2010/main" val="3704430454"/>
              </p:ext>
            </p:extLst>
          </p:nvPr>
        </p:nvGraphicFramePr>
        <p:xfrm>
          <a:off x="2437353" y="3322119"/>
          <a:ext cx="3916314" cy="3291840"/>
        </p:xfrm>
        <a:graphic>
          <a:graphicData uri="http://schemas.openxmlformats.org/drawingml/2006/table">
            <a:tbl>
              <a:tblPr firstRow="1" bandRow="1">
                <a:tableStyleId>{5C22544A-7EE6-4342-B048-85BDC9FD1C3A}</a:tableStyleId>
              </a:tblPr>
              <a:tblGrid>
                <a:gridCol w="435146">
                  <a:extLst>
                    <a:ext uri="{9D8B030D-6E8A-4147-A177-3AD203B41FA5}">
                      <a16:colId xmlns:a16="http://schemas.microsoft.com/office/drawing/2014/main" val="3508733725"/>
                    </a:ext>
                  </a:extLst>
                </a:gridCol>
                <a:gridCol w="435146">
                  <a:extLst>
                    <a:ext uri="{9D8B030D-6E8A-4147-A177-3AD203B41FA5}">
                      <a16:colId xmlns:a16="http://schemas.microsoft.com/office/drawing/2014/main" val="2018887364"/>
                    </a:ext>
                  </a:extLst>
                </a:gridCol>
                <a:gridCol w="435146">
                  <a:extLst>
                    <a:ext uri="{9D8B030D-6E8A-4147-A177-3AD203B41FA5}">
                      <a16:colId xmlns:a16="http://schemas.microsoft.com/office/drawing/2014/main" val="1033441555"/>
                    </a:ext>
                  </a:extLst>
                </a:gridCol>
                <a:gridCol w="435146">
                  <a:extLst>
                    <a:ext uri="{9D8B030D-6E8A-4147-A177-3AD203B41FA5}">
                      <a16:colId xmlns:a16="http://schemas.microsoft.com/office/drawing/2014/main" val="282272493"/>
                    </a:ext>
                  </a:extLst>
                </a:gridCol>
                <a:gridCol w="435146">
                  <a:extLst>
                    <a:ext uri="{9D8B030D-6E8A-4147-A177-3AD203B41FA5}">
                      <a16:colId xmlns:a16="http://schemas.microsoft.com/office/drawing/2014/main" val="1406177626"/>
                    </a:ext>
                  </a:extLst>
                </a:gridCol>
                <a:gridCol w="435146">
                  <a:extLst>
                    <a:ext uri="{9D8B030D-6E8A-4147-A177-3AD203B41FA5}">
                      <a16:colId xmlns:a16="http://schemas.microsoft.com/office/drawing/2014/main" val="612734023"/>
                    </a:ext>
                  </a:extLst>
                </a:gridCol>
                <a:gridCol w="435146">
                  <a:extLst>
                    <a:ext uri="{9D8B030D-6E8A-4147-A177-3AD203B41FA5}">
                      <a16:colId xmlns:a16="http://schemas.microsoft.com/office/drawing/2014/main" val="884197355"/>
                    </a:ext>
                  </a:extLst>
                </a:gridCol>
                <a:gridCol w="435146">
                  <a:extLst>
                    <a:ext uri="{9D8B030D-6E8A-4147-A177-3AD203B41FA5}">
                      <a16:colId xmlns:a16="http://schemas.microsoft.com/office/drawing/2014/main" val="2304651783"/>
                    </a:ext>
                  </a:extLst>
                </a:gridCol>
                <a:gridCol w="435146">
                  <a:extLst>
                    <a:ext uri="{9D8B030D-6E8A-4147-A177-3AD203B41FA5}">
                      <a16:colId xmlns:a16="http://schemas.microsoft.com/office/drawing/2014/main" val="2718044552"/>
                    </a:ext>
                  </a:extLst>
                </a:gridCol>
              </a:tblGrid>
              <a:tr h="317040">
                <a:tc>
                  <a:txBody>
                    <a:bodyPr/>
                    <a:lstStyle/>
                    <a:p>
                      <a:r>
                        <a:rPr lang="en-US" altLang="zh-TW"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5719441"/>
                  </a:ext>
                </a:extLst>
              </a:tr>
              <a:tr h="317040">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9812824"/>
                  </a:ext>
                </a:extLst>
              </a:tr>
              <a:tr h="317040">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6062516"/>
                  </a:ext>
                </a:extLst>
              </a:tr>
              <a:tr h="317040">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7951270"/>
                  </a:ext>
                </a:extLst>
              </a:tr>
              <a:tr h="317040">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3071354"/>
                  </a:ext>
                </a:extLst>
              </a:tr>
              <a:tr h="317040">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544825"/>
                  </a:ext>
                </a:extLst>
              </a:tr>
              <a:tr h="317040">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9673171"/>
                  </a:ext>
                </a:extLst>
              </a:tr>
              <a:tr h="317040">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722912"/>
                  </a:ext>
                </a:extLst>
              </a:tr>
              <a:tr h="317040">
                <a:tc>
                  <a:txBody>
                    <a:bodyPr/>
                    <a:lstStyle/>
                    <a:p>
                      <a:r>
                        <a:rPr lang="en-US" altLang="zh-TW" dirty="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dirty="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3195995"/>
                  </a:ext>
                </a:extLst>
              </a:tr>
            </a:tbl>
          </a:graphicData>
        </a:graphic>
      </p:graphicFrame>
      <p:sp>
        <p:nvSpPr>
          <p:cNvPr id="16" name="文字方塊 15">
            <a:extLst>
              <a:ext uri="{FF2B5EF4-FFF2-40B4-BE49-F238E27FC236}">
                <a16:creationId xmlns:a16="http://schemas.microsoft.com/office/drawing/2014/main" id="{3C61123A-A698-434F-AFBC-76ADFD37031A}"/>
              </a:ext>
            </a:extLst>
          </p:cNvPr>
          <p:cNvSpPr txBox="1"/>
          <p:nvPr/>
        </p:nvSpPr>
        <p:spPr>
          <a:xfrm>
            <a:off x="2108503" y="4439101"/>
            <a:ext cx="492207" cy="369332"/>
          </a:xfrm>
          <a:prstGeom prst="rect">
            <a:avLst/>
          </a:prstGeom>
          <a:noFill/>
        </p:spPr>
        <p:txBody>
          <a:bodyPr wrap="square" rtlCol="0">
            <a:spAutoFit/>
          </a:bodyPr>
          <a:lstStyle/>
          <a:p>
            <a:r>
              <a:rPr lang="en-US" altLang="zh-TW" dirty="0"/>
              <a:t>3</a:t>
            </a:r>
            <a:endParaRPr lang="zh-TW" altLang="en-US" dirty="0"/>
          </a:p>
        </p:txBody>
      </p:sp>
      <p:sp>
        <p:nvSpPr>
          <p:cNvPr id="17" name="文字方塊 16">
            <a:extLst>
              <a:ext uri="{FF2B5EF4-FFF2-40B4-BE49-F238E27FC236}">
                <a16:creationId xmlns:a16="http://schemas.microsoft.com/office/drawing/2014/main" id="{F71853AB-E80A-4113-89A0-FF05772449D3}"/>
              </a:ext>
            </a:extLst>
          </p:cNvPr>
          <p:cNvSpPr txBox="1"/>
          <p:nvPr/>
        </p:nvSpPr>
        <p:spPr>
          <a:xfrm>
            <a:off x="2108503" y="4853330"/>
            <a:ext cx="492207" cy="369332"/>
          </a:xfrm>
          <a:prstGeom prst="rect">
            <a:avLst/>
          </a:prstGeom>
          <a:noFill/>
        </p:spPr>
        <p:txBody>
          <a:bodyPr wrap="square" rtlCol="0">
            <a:spAutoFit/>
          </a:bodyPr>
          <a:lstStyle/>
          <a:p>
            <a:r>
              <a:rPr lang="en-US" altLang="zh-TW" dirty="0"/>
              <a:t>4</a:t>
            </a:r>
            <a:endParaRPr lang="zh-TW" altLang="en-US" dirty="0"/>
          </a:p>
        </p:txBody>
      </p:sp>
      <p:sp>
        <p:nvSpPr>
          <p:cNvPr id="18" name="文字方塊 17">
            <a:extLst>
              <a:ext uri="{FF2B5EF4-FFF2-40B4-BE49-F238E27FC236}">
                <a16:creationId xmlns:a16="http://schemas.microsoft.com/office/drawing/2014/main" id="{D88C1268-DF39-4C9D-94E2-986E4C6E80A6}"/>
              </a:ext>
            </a:extLst>
          </p:cNvPr>
          <p:cNvSpPr txBox="1"/>
          <p:nvPr/>
        </p:nvSpPr>
        <p:spPr>
          <a:xfrm>
            <a:off x="2108501" y="5499058"/>
            <a:ext cx="492207" cy="369332"/>
          </a:xfrm>
          <a:prstGeom prst="rect">
            <a:avLst/>
          </a:prstGeom>
          <a:noFill/>
        </p:spPr>
        <p:txBody>
          <a:bodyPr wrap="square" rtlCol="0">
            <a:spAutoFit/>
          </a:bodyPr>
          <a:lstStyle/>
          <a:p>
            <a:r>
              <a:rPr lang="en-US" altLang="zh-TW" dirty="0"/>
              <a:t>6</a:t>
            </a:r>
            <a:endParaRPr lang="zh-TW" altLang="en-US" dirty="0"/>
          </a:p>
        </p:txBody>
      </p:sp>
      <p:sp>
        <p:nvSpPr>
          <p:cNvPr id="19" name="文字方塊 18">
            <a:extLst>
              <a:ext uri="{FF2B5EF4-FFF2-40B4-BE49-F238E27FC236}">
                <a16:creationId xmlns:a16="http://schemas.microsoft.com/office/drawing/2014/main" id="{78D3643A-7A14-4638-BF70-B848BF1452A5}"/>
              </a:ext>
            </a:extLst>
          </p:cNvPr>
          <p:cNvSpPr txBox="1"/>
          <p:nvPr/>
        </p:nvSpPr>
        <p:spPr>
          <a:xfrm>
            <a:off x="2108500" y="5871842"/>
            <a:ext cx="492207" cy="369332"/>
          </a:xfrm>
          <a:prstGeom prst="rect">
            <a:avLst/>
          </a:prstGeom>
          <a:noFill/>
        </p:spPr>
        <p:txBody>
          <a:bodyPr wrap="square" rtlCol="0">
            <a:spAutoFit/>
          </a:bodyPr>
          <a:lstStyle/>
          <a:p>
            <a:r>
              <a:rPr lang="en-US" altLang="zh-TW" dirty="0"/>
              <a:t>7</a:t>
            </a:r>
            <a:endParaRPr lang="zh-TW" altLang="en-US" dirty="0"/>
          </a:p>
        </p:txBody>
      </p:sp>
      <p:sp>
        <p:nvSpPr>
          <p:cNvPr id="20" name="文字方塊 19">
            <a:extLst>
              <a:ext uri="{FF2B5EF4-FFF2-40B4-BE49-F238E27FC236}">
                <a16:creationId xmlns:a16="http://schemas.microsoft.com/office/drawing/2014/main" id="{E4F86248-BCA6-4574-88AE-A1F422CB87FD}"/>
              </a:ext>
            </a:extLst>
          </p:cNvPr>
          <p:cNvSpPr txBox="1"/>
          <p:nvPr/>
        </p:nvSpPr>
        <p:spPr>
          <a:xfrm>
            <a:off x="2108502" y="3352604"/>
            <a:ext cx="492207" cy="369332"/>
          </a:xfrm>
          <a:prstGeom prst="rect">
            <a:avLst/>
          </a:prstGeom>
          <a:noFill/>
        </p:spPr>
        <p:txBody>
          <a:bodyPr wrap="square" rtlCol="0">
            <a:spAutoFit/>
          </a:bodyPr>
          <a:lstStyle/>
          <a:p>
            <a:r>
              <a:rPr lang="en-US" altLang="zh-TW" dirty="0"/>
              <a:t>0</a:t>
            </a:r>
            <a:endParaRPr lang="zh-TW" altLang="en-US" dirty="0"/>
          </a:p>
        </p:txBody>
      </p:sp>
      <p:sp>
        <p:nvSpPr>
          <p:cNvPr id="21" name="文字方塊 20">
            <a:extLst>
              <a:ext uri="{FF2B5EF4-FFF2-40B4-BE49-F238E27FC236}">
                <a16:creationId xmlns:a16="http://schemas.microsoft.com/office/drawing/2014/main" id="{B3C64070-8583-4201-B10D-61CCBCC43218}"/>
              </a:ext>
            </a:extLst>
          </p:cNvPr>
          <p:cNvSpPr txBox="1"/>
          <p:nvPr/>
        </p:nvSpPr>
        <p:spPr>
          <a:xfrm>
            <a:off x="2108501" y="3689880"/>
            <a:ext cx="492207" cy="369332"/>
          </a:xfrm>
          <a:prstGeom prst="rect">
            <a:avLst/>
          </a:prstGeom>
          <a:noFill/>
        </p:spPr>
        <p:txBody>
          <a:bodyPr wrap="square" rtlCol="0">
            <a:spAutoFit/>
          </a:bodyPr>
          <a:lstStyle/>
          <a:p>
            <a:r>
              <a:rPr lang="en-US" altLang="zh-TW" b="1" dirty="0"/>
              <a:t>1</a:t>
            </a:r>
            <a:endParaRPr lang="zh-TW" altLang="en-US" b="1" dirty="0"/>
          </a:p>
        </p:txBody>
      </p:sp>
      <p:sp>
        <p:nvSpPr>
          <p:cNvPr id="22" name="文字方塊 21">
            <a:extLst>
              <a:ext uri="{FF2B5EF4-FFF2-40B4-BE49-F238E27FC236}">
                <a16:creationId xmlns:a16="http://schemas.microsoft.com/office/drawing/2014/main" id="{48DCF38B-31E9-4C85-A5B7-0FACAEB20212}"/>
              </a:ext>
            </a:extLst>
          </p:cNvPr>
          <p:cNvSpPr txBox="1"/>
          <p:nvPr/>
        </p:nvSpPr>
        <p:spPr>
          <a:xfrm>
            <a:off x="2108501" y="4052916"/>
            <a:ext cx="492207" cy="369332"/>
          </a:xfrm>
          <a:prstGeom prst="rect">
            <a:avLst/>
          </a:prstGeom>
          <a:noFill/>
        </p:spPr>
        <p:txBody>
          <a:bodyPr wrap="square" rtlCol="0">
            <a:spAutoFit/>
          </a:bodyPr>
          <a:lstStyle/>
          <a:p>
            <a:r>
              <a:rPr lang="en-US" altLang="zh-TW" dirty="0"/>
              <a:t>2</a:t>
            </a:r>
            <a:endParaRPr lang="zh-TW" altLang="en-US" dirty="0"/>
          </a:p>
        </p:txBody>
      </p:sp>
      <p:sp>
        <p:nvSpPr>
          <p:cNvPr id="23" name="文字方塊 22">
            <a:extLst>
              <a:ext uri="{FF2B5EF4-FFF2-40B4-BE49-F238E27FC236}">
                <a16:creationId xmlns:a16="http://schemas.microsoft.com/office/drawing/2014/main" id="{535B30F8-AFE5-424D-8955-AB614CBCC6E8}"/>
              </a:ext>
            </a:extLst>
          </p:cNvPr>
          <p:cNvSpPr txBox="1"/>
          <p:nvPr/>
        </p:nvSpPr>
        <p:spPr>
          <a:xfrm>
            <a:off x="2108501" y="5176194"/>
            <a:ext cx="492207" cy="369332"/>
          </a:xfrm>
          <a:prstGeom prst="rect">
            <a:avLst/>
          </a:prstGeom>
          <a:noFill/>
        </p:spPr>
        <p:txBody>
          <a:bodyPr wrap="square" rtlCol="0">
            <a:spAutoFit/>
          </a:bodyPr>
          <a:lstStyle/>
          <a:p>
            <a:r>
              <a:rPr lang="en-US" altLang="zh-TW" dirty="0"/>
              <a:t>5</a:t>
            </a:r>
            <a:endParaRPr lang="zh-TW" altLang="en-US" dirty="0"/>
          </a:p>
        </p:txBody>
      </p:sp>
      <p:sp>
        <p:nvSpPr>
          <p:cNvPr id="24" name="文字方塊 23">
            <a:extLst>
              <a:ext uri="{FF2B5EF4-FFF2-40B4-BE49-F238E27FC236}">
                <a16:creationId xmlns:a16="http://schemas.microsoft.com/office/drawing/2014/main" id="{A5603740-2CEF-4991-B995-21C9D3B6CD22}"/>
              </a:ext>
            </a:extLst>
          </p:cNvPr>
          <p:cNvSpPr txBox="1"/>
          <p:nvPr/>
        </p:nvSpPr>
        <p:spPr>
          <a:xfrm>
            <a:off x="2087547" y="6233214"/>
            <a:ext cx="492207" cy="369332"/>
          </a:xfrm>
          <a:prstGeom prst="rect">
            <a:avLst/>
          </a:prstGeom>
          <a:noFill/>
        </p:spPr>
        <p:txBody>
          <a:bodyPr wrap="square" rtlCol="0">
            <a:spAutoFit/>
          </a:bodyPr>
          <a:lstStyle/>
          <a:p>
            <a:r>
              <a:rPr lang="en-US" altLang="zh-TW" dirty="0"/>
              <a:t>8</a:t>
            </a:r>
            <a:endParaRPr lang="zh-TW" altLang="en-US" dirty="0"/>
          </a:p>
        </p:txBody>
      </p:sp>
      <p:sp>
        <p:nvSpPr>
          <p:cNvPr id="25" name="文字方塊 24">
            <a:extLst>
              <a:ext uri="{FF2B5EF4-FFF2-40B4-BE49-F238E27FC236}">
                <a16:creationId xmlns:a16="http://schemas.microsoft.com/office/drawing/2014/main" id="{A161444F-CD82-4F0D-8FB9-A4434F3AF1ED}"/>
              </a:ext>
            </a:extLst>
          </p:cNvPr>
          <p:cNvSpPr txBox="1"/>
          <p:nvPr/>
        </p:nvSpPr>
        <p:spPr>
          <a:xfrm>
            <a:off x="3869410" y="2998465"/>
            <a:ext cx="492207" cy="369332"/>
          </a:xfrm>
          <a:prstGeom prst="rect">
            <a:avLst/>
          </a:prstGeom>
          <a:noFill/>
        </p:spPr>
        <p:txBody>
          <a:bodyPr wrap="square" rtlCol="0">
            <a:spAutoFit/>
          </a:bodyPr>
          <a:lstStyle/>
          <a:p>
            <a:r>
              <a:rPr lang="en-US" altLang="zh-TW" dirty="0"/>
              <a:t>3</a:t>
            </a:r>
            <a:endParaRPr lang="zh-TW" altLang="en-US" dirty="0"/>
          </a:p>
        </p:txBody>
      </p:sp>
      <p:sp>
        <p:nvSpPr>
          <p:cNvPr id="26" name="文字方塊 25">
            <a:extLst>
              <a:ext uri="{FF2B5EF4-FFF2-40B4-BE49-F238E27FC236}">
                <a16:creationId xmlns:a16="http://schemas.microsoft.com/office/drawing/2014/main" id="{27D227AF-5E7F-4827-B820-20EF2D50B90E}"/>
              </a:ext>
            </a:extLst>
          </p:cNvPr>
          <p:cNvSpPr txBox="1"/>
          <p:nvPr/>
        </p:nvSpPr>
        <p:spPr>
          <a:xfrm>
            <a:off x="4291963" y="3003761"/>
            <a:ext cx="492207" cy="369332"/>
          </a:xfrm>
          <a:prstGeom prst="rect">
            <a:avLst/>
          </a:prstGeom>
          <a:noFill/>
        </p:spPr>
        <p:txBody>
          <a:bodyPr wrap="square" rtlCol="0">
            <a:spAutoFit/>
          </a:bodyPr>
          <a:lstStyle/>
          <a:p>
            <a:r>
              <a:rPr lang="en-US" altLang="zh-TW" dirty="0"/>
              <a:t>4</a:t>
            </a:r>
            <a:endParaRPr lang="zh-TW" altLang="en-US" dirty="0"/>
          </a:p>
        </p:txBody>
      </p:sp>
      <p:sp>
        <p:nvSpPr>
          <p:cNvPr id="27" name="文字方塊 26">
            <a:extLst>
              <a:ext uri="{FF2B5EF4-FFF2-40B4-BE49-F238E27FC236}">
                <a16:creationId xmlns:a16="http://schemas.microsoft.com/office/drawing/2014/main" id="{07E259C9-FA34-4F2D-9713-10994AACE2A9}"/>
              </a:ext>
            </a:extLst>
          </p:cNvPr>
          <p:cNvSpPr txBox="1"/>
          <p:nvPr/>
        </p:nvSpPr>
        <p:spPr>
          <a:xfrm>
            <a:off x="5111537" y="3003761"/>
            <a:ext cx="492207" cy="369332"/>
          </a:xfrm>
          <a:prstGeom prst="rect">
            <a:avLst/>
          </a:prstGeom>
          <a:noFill/>
        </p:spPr>
        <p:txBody>
          <a:bodyPr wrap="square" rtlCol="0">
            <a:spAutoFit/>
          </a:bodyPr>
          <a:lstStyle/>
          <a:p>
            <a:r>
              <a:rPr lang="en-US" altLang="zh-TW" dirty="0"/>
              <a:t>6</a:t>
            </a:r>
            <a:endParaRPr lang="zh-TW" altLang="en-US" dirty="0"/>
          </a:p>
        </p:txBody>
      </p:sp>
      <p:sp>
        <p:nvSpPr>
          <p:cNvPr id="28" name="文字方塊 27">
            <a:extLst>
              <a:ext uri="{FF2B5EF4-FFF2-40B4-BE49-F238E27FC236}">
                <a16:creationId xmlns:a16="http://schemas.microsoft.com/office/drawing/2014/main" id="{4468D560-D40A-4305-A369-80B5DAF266D9}"/>
              </a:ext>
            </a:extLst>
          </p:cNvPr>
          <p:cNvSpPr txBox="1"/>
          <p:nvPr/>
        </p:nvSpPr>
        <p:spPr>
          <a:xfrm>
            <a:off x="5534093" y="2968377"/>
            <a:ext cx="492207" cy="369332"/>
          </a:xfrm>
          <a:prstGeom prst="rect">
            <a:avLst/>
          </a:prstGeom>
          <a:noFill/>
        </p:spPr>
        <p:txBody>
          <a:bodyPr wrap="square" rtlCol="0">
            <a:spAutoFit/>
          </a:bodyPr>
          <a:lstStyle/>
          <a:p>
            <a:r>
              <a:rPr lang="en-US" altLang="zh-TW" dirty="0"/>
              <a:t>7</a:t>
            </a:r>
            <a:endParaRPr lang="zh-TW" altLang="en-US" dirty="0"/>
          </a:p>
        </p:txBody>
      </p:sp>
      <p:sp>
        <p:nvSpPr>
          <p:cNvPr id="29" name="文字方塊 28">
            <a:extLst>
              <a:ext uri="{FF2B5EF4-FFF2-40B4-BE49-F238E27FC236}">
                <a16:creationId xmlns:a16="http://schemas.microsoft.com/office/drawing/2014/main" id="{2CE8FE3F-C7D8-47F9-8447-D97F0A46A95B}"/>
              </a:ext>
            </a:extLst>
          </p:cNvPr>
          <p:cNvSpPr txBox="1"/>
          <p:nvPr/>
        </p:nvSpPr>
        <p:spPr>
          <a:xfrm>
            <a:off x="2462443" y="2977790"/>
            <a:ext cx="492207" cy="369332"/>
          </a:xfrm>
          <a:prstGeom prst="rect">
            <a:avLst/>
          </a:prstGeom>
          <a:noFill/>
        </p:spPr>
        <p:txBody>
          <a:bodyPr wrap="square" rtlCol="0">
            <a:spAutoFit/>
          </a:bodyPr>
          <a:lstStyle/>
          <a:p>
            <a:r>
              <a:rPr lang="en-US" altLang="zh-TW" dirty="0"/>
              <a:t>0</a:t>
            </a:r>
            <a:endParaRPr lang="zh-TW" altLang="en-US" dirty="0"/>
          </a:p>
        </p:txBody>
      </p:sp>
      <p:sp>
        <p:nvSpPr>
          <p:cNvPr id="30" name="文字方塊 29">
            <a:extLst>
              <a:ext uri="{FF2B5EF4-FFF2-40B4-BE49-F238E27FC236}">
                <a16:creationId xmlns:a16="http://schemas.microsoft.com/office/drawing/2014/main" id="{EA2AD0F6-7AC1-4C12-BEF5-1446B4EFB1CA}"/>
              </a:ext>
            </a:extLst>
          </p:cNvPr>
          <p:cNvSpPr txBox="1"/>
          <p:nvPr/>
        </p:nvSpPr>
        <p:spPr>
          <a:xfrm>
            <a:off x="2954650" y="2996466"/>
            <a:ext cx="492207" cy="369332"/>
          </a:xfrm>
          <a:prstGeom prst="rect">
            <a:avLst/>
          </a:prstGeom>
          <a:noFill/>
        </p:spPr>
        <p:txBody>
          <a:bodyPr wrap="square" rtlCol="0">
            <a:spAutoFit/>
          </a:bodyPr>
          <a:lstStyle/>
          <a:p>
            <a:r>
              <a:rPr lang="en-US" altLang="zh-TW" b="1" dirty="0"/>
              <a:t>1</a:t>
            </a:r>
            <a:endParaRPr lang="zh-TW" altLang="en-US" b="1" dirty="0"/>
          </a:p>
        </p:txBody>
      </p:sp>
      <p:sp>
        <p:nvSpPr>
          <p:cNvPr id="31" name="文字方塊 30">
            <a:extLst>
              <a:ext uri="{FF2B5EF4-FFF2-40B4-BE49-F238E27FC236}">
                <a16:creationId xmlns:a16="http://schemas.microsoft.com/office/drawing/2014/main" id="{A9947FD6-5B29-4FE4-8E8B-1F8B5D27287B}"/>
              </a:ext>
            </a:extLst>
          </p:cNvPr>
          <p:cNvSpPr txBox="1"/>
          <p:nvPr/>
        </p:nvSpPr>
        <p:spPr>
          <a:xfrm>
            <a:off x="3377203" y="2996665"/>
            <a:ext cx="492207" cy="369332"/>
          </a:xfrm>
          <a:prstGeom prst="rect">
            <a:avLst/>
          </a:prstGeom>
          <a:noFill/>
        </p:spPr>
        <p:txBody>
          <a:bodyPr wrap="square" rtlCol="0">
            <a:spAutoFit/>
          </a:bodyPr>
          <a:lstStyle/>
          <a:p>
            <a:r>
              <a:rPr lang="en-US" altLang="zh-TW" dirty="0"/>
              <a:t>2</a:t>
            </a:r>
            <a:endParaRPr lang="zh-TW" altLang="en-US" dirty="0"/>
          </a:p>
        </p:txBody>
      </p:sp>
      <p:sp>
        <p:nvSpPr>
          <p:cNvPr id="32" name="文字方塊 31">
            <a:extLst>
              <a:ext uri="{FF2B5EF4-FFF2-40B4-BE49-F238E27FC236}">
                <a16:creationId xmlns:a16="http://schemas.microsoft.com/office/drawing/2014/main" id="{C0CB69AD-C89C-4F0F-8DC3-E5E7DE714BB6}"/>
              </a:ext>
            </a:extLst>
          </p:cNvPr>
          <p:cNvSpPr txBox="1"/>
          <p:nvPr/>
        </p:nvSpPr>
        <p:spPr>
          <a:xfrm>
            <a:off x="4714519" y="3003761"/>
            <a:ext cx="492207" cy="369332"/>
          </a:xfrm>
          <a:prstGeom prst="rect">
            <a:avLst/>
          </a:prstGeom>
          <a:noFill/>
        </p:spPr>
        <p:txBody>
          <a:bodyPr wrap="square" rtlCol="0">
            <a:spAutoFit/>
          </a:bodyPr>
          <a:lstStyle/>
          <a:p>
            <a:r>
              <a:rPr lang="en-US" altLang="zh-TW" dirty="0"/>
              <a:t>5</a:t>
            </a:r>
            <a:endParaRPr lang="zh-TW" altLang="en-US" dirty="0"/>
          </a:p>
        </p:txBody>
      </p:sp>
      <p:sp>
        <p:nvSpPr>
          <p:cNvPr id="33" name="文字方塊 32">
            <a:extLst>
              <a:ext uri="{FF2B5EF4-FFF2-40B4-BE49-F238E27FC236}">
                <a16:creationId xmlns:a16="http://schemas.microsoft.com/office/drawing/2014/main" id="{D7FDE873-B007-4645-A3D2-A9200CE141B2}"/>
              </a:ext>
            </a:extLst>
          </p:cNvPr>
          <p:cNvSpPr txBox="1"/>
          <p:nvPr/>
        </p:nvSpPr>
        <p:spPr>
          <a:xfrm>
            <a:off x="6072736" y="2952787"/>
            <a:ext cx="492207" cy="369332"/>
          </a:xfrm>
          <a:prstGeom prst="rect">
            <a:avLst/>
          </a:prstGeom>
          <a:noFill/>
        </p:spPr>
        <p:txBody>
          <a:bodyPr wrap="square" rtlCol="0">
            <a:spAutoFit/>
          </a:bodyPr>
          <a:lstStyle/>
          <a:p>
            <a:r>
              <a:rPr lang="en-US" altLang="zh-TW" dirty="0"/>
              <a:t>8</a:t>
            </a:r>
            <a:endParaRPr lang="zh-TW" altLang="en-US" dirty="0"/>
          </a:p>
        </p:txBody>
      </p:sp>
    </p:spTree>
    <p:extLst>
      <p:ext uri="{BB962C8B-B14F-4D97-AF65-F5344CB8AC3E}">
        <p14:creationId xmlns:p14="http://schemas.microsoft.com/office/powerpoint/2010/main" val="3613440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LCS</a:t>
            </a:r>
            <a:endParaRPr lang="zh-TW" altLang="en-US" dirty="0">
              <a:latin typeface="Times New Roman" panose="02020603050405020304" pitchFamily="18" charset="0"/>
              <a:cs typeface="Times New Roman" panose="02020603050405020304" pitchFamily="18" charset="0"/>
            </a:endParaRPr>
          </a:p>
        </p:txBody>
      </p:sp>
      <p:pic>
        <p:nvPicPr>
          <p:cNvPr id="5" name="圖片 4" descr="一張含有 天線, 時鐘, 量表 的圖片&#10;&#10;自動產生的描述">
            <a:extLst>
              <a:ext uri="{FF2B5EF4-FFF2-40B4-BE49-F238E27FC236}">
                <a16:creationId xmlns:a16="http://schemas.microsoft.com/office/drawing/2014/main" id="{B07B5A69-6955-40EF-B6A0-C4919BF29099}"/>
              </a:ext>
            </a:extLst>
          </p:cNvPr>
          <p:cNvPicPr>
            <a:picLocks noChangeAspect="1"/>
          </p:cNvPicPr>
          <p:nvPr/>
        </p:nvPicPr>
        <p:blipFill>
          <a:blip r:embed="rId3"/>
          <a:stretch>
            <a:fillRect/>
          </a:stretch>
        </p:blipFill>
        <p:spPr>
          <a:xfrm>
            <a:off x="2011049" y="1347222"/>
            <a:ext cx="8411677" cy="686932"/>
          </a:xfrm>
          <a:prstGeom prst="rect">
            <a:avLst/>
          </a:prstGeom>
        </p:spPr>
      </p:pic>
      <p:pic>
        <p:nvPicPr>
          <p:cNvPr id="4" name="圖片 3">
            <a:extLst>
              <a:ext uri="{FF2B5EF4-FFF2-40B4-BE49-F238E27FC236}">
                <a16:creationId xmlns:a16="http://schemas.microsoft.com/office/drawing/2014/main" id="{3E148E43-5850-4E57-B42D-34AD5959DBD7}"/>
              </a:ext>
            </a:extLst>
          </p:cNvPr>
          <p:cNvPicPr>
            <a:picLocks noChangeAspect="1"/>
          </p:cNvPicPr>
          <p:nvPr/>
        </p:nvPicPr>
        <p:blipFill>
          <a:blip r:embed="rId4"/>
          <a:stretch>
            <a:fillRect/>
          </a:stretch>
        </p:blipFill>
        <p:spPr>
          <a:xfrm>
            <a:off x="3127027" y="2217227"/>
            <a:ext cx="5162550" cy="514350"/>
          </a:xfrm>
          <a:prstGeom prst="rect">
            <a:avLst/>
          </a:prstGeom>
        </p:spPr>
      </p:pic>
      <p:sp>
        <p:nvSpPr>
          <p:cNvPr id="9" name="箭號: 向右 8">
            <a:extLst>
              <a:ext uri="{FF2B5EF4-FFF2-40B4-BE49-F238E27FC236}">
                <a16:creationId xmlns:a16="http://schemas.microsoft.com/office/drawing/2014/main" id="{7900AD63-768A-417D-8F7B-4D00ECA552AA}"/>
              </a:ext>
            </a:extLst>
          </p:cNvPr>
          <p:cNvSpPr/>
          <p:nvPr/>
        </p:nvSpPr>
        <p:spPr>
          <a:xfrm>
            <a:off x="2385676" y="2302669"/>
            <a:ext cx="539015" cy="3701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a:extLst>
              <a:ext uri="{FF2B5EF4-FFF2-40B4-BE49-F238E27FC236}">
                <a16:creationId xmlns:a16="http://schemas.microsoft.com/office/drawing/2014/main" id="{E1F1AE49-C320-4D33-A880-25ACB4FFA24D}"/>
              </a:ext>
            </a:extLst>
          </p:cNvPr>
          <p:cNvSpPr/>
          <p:nvPr/>
        </p:nvSpPr>
        <p:spPr>
          <a:xfrm>
            <a:off x="1329179" y="3580956"/>
            <a:ext cx="150829" cy="18146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pic>
        <p:nvPicPr>
          <p:cNvPr id="15" name="圖片 14">
            <a:extLst>
              <a:ext uri="{FF2B5EF4-FFF2-40B4-BE49-F238E27FC236}">
                <a16:creationId xmlns:a16="http://schemas.microsoft.com/office/drawing/2014/main" id="{92DB2999-3D4B-480D-AA1F-72BF19321610}"/>
              </a:ext>
            </a:extLst>
          </p:cNvPr>
          <p:cNvPicPr>
            <a:picLocks noChangeAspect="1"/>
          </p:cNvPicPr>
          <p:nvPr/>
        </p:nvPicPr>
        <p:blipFill rotWithShape="1">
          <a:blip r:embed="rId5"/>
          <a:srcRect t="7720" r="3391" b="53918"/>
          <a:stretch/>
        </p:blipFill>
        <p:spPr>
          <a:xfrm>
            <a:off x="1586842" y="3580956"/>
            <a:ext cx="9965506" cy="602838"/>
          </a:xfrm>
          <a:prstGeom prst="rect">
            <a:avLst/>
          </a:prstGeom>
        </p:spPr>
      </p:pic>
      <p:pic>
        <p:nvPicPr>
          <p:cNvPr id="34" name="圖片 33">
            <a:extLst>
              <a:ext uri="{FF2B5EF4-FFF2-40B4-BE49-F238E27FC236}">
                <a16:creationId xmlns:a16="http://schemas.microsoft.com/office/drawing/2014/main" id="{19E79DE1-173D-4969-B1F0-3CAF0A2EDB85}"/>
              </a:ext>
            </a:extLst>
          </p:cNvPr>
          <p:cNvPicPr>
            <a:picLocks noChangeAspect="1"/>
          </p:cNvPicPr>
          <p:nvPr/>
        </p:nvPicPr>
        <p:blipFill rotWithShape="1">
          <a:blip r:embed="rId5"/>
          <a:srcRect t="48633" r="3428"/>
          <a:stretch/>
        </p:blipFill>
        <p:spPr>
          <a:xfrm>
            <a:off x="1586841" y="4690683"/>
            <a:ext cx="9965507" cy="803132"/>
          </a:xfrm>
          <a:prstGeom prst="rect">
            <a:avLst/>
          </a:prstGeom>
        </p:spPr>
      </p:pic>
      <p:sp>
        <p:nvSpPr>
          <p:cNvPr id="35" name="橢圓 34">
            <a:extLst>
              <a:ext uri="{FF2B5EF4-FFF2-40B4-BE49-F238E27FC236}">
                <a16:creationId xmlns:a16="http://schemas.microsoft.com/office/drawing/2014/main" id="{7CF4F117-25E4-4462-A366-C6882B2D6320}"/>
              </a:ext>
            </a:extLst>
          </p:cNvPr>
          <p:cNvSpPr/>
          <p:nvPr/>
        </p:nvSpPr>
        <p:spPr>
          <a:xfrm>
            <a:off x="1329178" y="4690683"/>
            <a:ext cx="150829" cy="18146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53050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Supporting Only Substitutions</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E68AEB98-86D9-4AB1-A8C0-ABEC50F99FCE}"/>
              </a:ext>
            </a:extLst>
          </p:cNvPr>
          <p:cNvSpPr txBox="1"/>
          <p:nvPr/>
        </p:nvSpPr>
        <p:spPr>
          <a:xfrm>
            <a:off x="3624998" y="2288335"/>
            <a:ext cx="1781666" cy="523220"/>
          </a:xfrm>
          <a:prstGeom prst="rect">
            <a:avLst/>
          </a:prstGeom>
          <a:noFill/>
        </p:spPr>
        <p:txBody>
          <a:bodyPr wrap="square" rtlCol="0">
            <a:spAutoFit/>
          </a:bodyPr>
          <a:lstStyle/>
          <a:p>
            <a:r>
              <a:rPr lang="en-US" altLang="zh-TW" sz="2800" dirty="0"/>
              <a:t>S = </a:t>
            </a:r>
            <a:r>
              <a:rPr lang="en-US" altLang="zh-TW" sz="2800" dirty="0" err="1"/>
              <a:t>abac</a:t>
            </a:r>
            <a:endParaRPr lang="en-US" altLang="zh-TW" sz="2800" dirty="0"/>
          </a:p>
        </p:txBody>
      </p:sp>
      <p:sp>
        <p:nvSpPr>
          <p:cNvPr id="12" name="文字方塊 11">
            <a:extLst>
              <a:ext uri="{FF2B5EF4-FFF2-40B4-BE49-F238E27FC236}">
                <a16:creationId xmlns:a16="http://schemas.microsoft.com/office/drawing/2014/main" id="{1DC7EAA0-9B03-45E2-9A7F-0A85E6AEB6EE}"/>
              </a:ext>
            </a:extLst>
          </p:cNvPr>
          <p:cNvSpPr txBox="1"/>
          <p:nvPr/>
        </p:nvSpPr>
        <p:spPr>
          <a:xfrm>
            <a:off x="6562625" y="2302862"/>
            <a:ext cx="1781666" cy="523220"/>
          </a:xfrm>
          <a:prstGeom prst="rect">
            <a:avLst/>
          </a:prstGeom>
          <a:noFill/>
        </p:spPr>
        <p:txBody>
          <a:bodyPr wrap="square" rtlCol="0">
            <a:spAutoFit/>
          </a:bodyPr>
          <a:lstStyle/>
          <a:p>
            <a:r>
              <a:rPr lang="en-US" altLang="zh-TW" sz="2800" dirty="0"/>
              <a:t>T = </a:t>
            </a:r>
            <a:r>
              <a:rPr lang="en-US" altLang="zh-TW" sz="2800" dirty="0" err="1"/>
              <a:t>abbc</a:t>
            </a:r>
            <a:endParaRPr lang="zh-TW" altLang="en-US" sz="2800" dirty="0"/>
          </a:p>
        </p:txBody>
      </p:sp>
      <p:cxnSp>
        <p:nvCxnSpPr>
          <p:cNvPr id="7" name="直線單箭頭接點 6">
            <a:extLst>
              <a:ext uri="{FF2B5EF4-FFF2-40B4-BE49-F238E27FC236}">
                <a16:creationId xmlns:a16="http://schemas.microsoft.com/office/drawing/2014/main" id="{16AC02FA-2BA4-4FBC-A4C3-67194E0911C7}"/>
              </a:ext>
            </a:extLst>
          </p:cNvPr>
          <p:cNvCxnSpPr>
            <a:cxnSpLocks/>
          </p:cNvCxnSpPr>
          <p:nvPr/>
        </p:nvCxnSpPr>
        <p:spPr>
          <a:xfrm flipH="1">
            <a:off x="3893270" y="3066330"/>
            <a:ext cx="249809" cy="605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74358DA7-595F-4671-8C30-48324CAA9F21}"/>
              </a:ext>
            </a:extLst>
          </p:cNvPr>
          <p:cNvCxnSpPr>
            <a:cxnSpLocks/>
          </p:cNvCxnSpPr>
          <p:nvPr/>
        </p:nvCxnSpPr>
        <p:spPr>
          <a:xfrm>
            <a:off x="4682471" y="3061960"/>
            <a:ext cx="153479" cy="610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1FD27262-1D29-4D4A-BA18-E097D7663389}"/>
              </a:ext>
            </a:extLst>
          </p:cNvPr>
          <p:cNvSpPr txBox="1"/>
          <p:nvPr/>
        </p:nvSpPr>
        <p:spPr>
          <a:xfrm>
            <a:off x="3600057" y="3631349"/>
            <a:ext cx="711331" cy="523220"/>
          </a:xfrm>
          <a:prstGeom prst="rect">
            <a:avLst/>
          </a:prstGeom>
          <a:noFill/>
        </p:spPr>
        <p:txBody>
          <a:bodyPr wrap="square" rtlCol="0">
            <a:spAutoFit/>
          </a:bodyPr>
          <a:lstStyle/>
          <a:p>
            <a:r>
              <a:rPr lang="en-US" altLang="zh-TW" sz="2800" dirty="0"/>
              <a:t>ab</a:t>
            </a:r>
          </a:p>
        </p:txBody>
      </p:sp>
      <p:sp>
        <p:nvSpPr>
          <p:cNvPr id="19" name="文字方塊 18">
            <a:extLst>
              <a:ext uri="{FF2B5EF4-FFF2-40B4-BE49-F238E27FC236}">
                <a16:creationId xmlns:a16="http://schemas.microsoft.com/office/drawing/2014/main" id="{BD688BAC-C4CA-46D9-9BB3-89E328EA6D28}"/>
              </a:ext>
            </a:extLst>
          </p:cNvPr>
          <p:cNvSpPr txBox="1"/>
          <p:nvPr/>
        </p:nvSpPr>
        <p:spPr>
          <a:xfrm>
            <a:off x="4682471" y="3655719"/>
            <a:ext cx="711331" cy="523220"/>
          </a:xfrm>
          <a:prstGeom prst="rect">
            <a:avLst/>
          </a:prstGeom>
          <a:noFill/>
        </p:spPr>
        <p:txBody>
          <a:bodyPr wrap="square" rtlCol="0">
            <a:spAutoFit/>
          </a:bodyPr>
          <a:lstStyle/>
          <a:p>
            <a:r>
              <a:rPr lang="en-US" altLang="zh-TW" sz="2800" dirty="0"/>
              <a:t>ac</a:t>
            </a:r>
          </a:p>
        </p:txBody>
      </p:sp>
      <p:cxnSp>
        <p:nvCxnSpPr>
          <p:cNvPr id="25" name="直線單箭頭接點 24">
            <a:extLst>
              <a:ext uri="{FF2B5EF4-FFF2-40B4-BE49-F238E27FC236}">
                <a16:creationId xmlns:a16="http://schemas.microsoft.com/office/drawing/2014/main" id="{856C6489-A84A-4A26-B936-3C2A0A1B4ABE}"/>
              </a:ext>
            </a:extLst>
          </p:cNvPr>
          <p:cNvCxnSpPr>
            <a:cxnSpLocks/>
          </p:cNvCxnSpPr>
          <p:nvPr/>
        </p:nvCxnSpPr>
        <p:spPr>
          <a:xfrm flipH="1">
            <a:off x="3624998" y="4154569"/>
            <a:ext cx="182510" cy="47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9833B985-D818-4675-9745-CD529F173ECB}"/>
              </a:ext>
            </a:extLst>
          </p:cNvPr>
          <p:cNvCxnSpPr>
            <a:cxnSpLocks/>
          </p:cNvCxnSpPr>
          <p:nvPr/>
        </p:nvCxnSpPr>
        <p:spPr>
          <a:xfrm>
            <a:off x="3930399" y="4179099"/>
            <a:ext cx="145624" cy="436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DF6FD297-75D2-4E55-99CA-00C8B9B235F9}"/>
              </a:ext>
            </a:extLst>
          </p:cNvPr>
          <p:cNvSpPr txBox="1"/>
          <p:nvPr/>
        </p:nvSpPr>
        <p:spPr>
          <a:xfrm>
            <a:off x="3928479" y="4690499"/>
            <a:ext cx="329942" cy="523220"/>
          </a:xfrm>
          <a:prstGeom prst="rect">
            <a:avLst/>
          </a:prstGeom>
          <a:noFill/>
        </p:spPr>
        <p:txBody>
          <a:bodyPr wrap="square" rtlCol="0">
            <a:spAutoFit/>
          </a:bodyPr>
          <a:lstStyle/>
          <a:p>
            <a:r>
              <a:rPr lang="en-US" altLang="zh-TW" sz="2800" dirty="0"/>
              <a:t>b</a:t>
            </a:r>
          </a:p>
        </p:txBody>
      </p:sp>
      <p:sp>
        <p:nvSpPr>
          <p:cNvPr id="34" name="文字方塊 33">
            <a:extLst>
              <a:ext uri="{FF2B5EF4-FFF2-40B4-BE49-F238E27FC236}">
                <a16:creationId xmlns:a16="http://schemas.microsoft.com/office/drawing/2014/main" id="{A6BE731B-DDB9-4D66-B49C-2CC1BCDD33B2}"/>
              </a:ext>
            </a:extLst>
          </p:cNvPr>
          <p:cNvSpPr txBox="1"/>
          <p:nvPr/>
        </p:nvSpPr>
        <p:spPr>
          <a:xfrm>
            <a:off x="3372878" y="4668404"/>
            <a:ext cx="452106" cy="523220"/>
          </a:xfrm>
          <a:prstGeom prst="rect">
            <a:avLst/>
          </a:prstGeom>
          <a:noFill/>
        </p:spPr>
        <p:txBody>
          <a:bodyPr wrap="square" rtlCol="0">
            <a:spAutoFit/>
          </a:bodyPr>
          <a:lstStyle/>
          <a:p>
            <a:r>
              <a:rPr lang="en-US" altLang="zh-TW" sz="2800" dirty="0"/>
              <a:t>a</a:t>
            </a:r>
          </a:p>
        </p:txBody>
      </p:sp>
      <p:sp>
        <p:nvSpPr>
          <p:cNvPr id="35" name="文字方塊 34">
            <a:extLst>
              <a:ext uri="{FF2B5EF4-FFF2-40B4-BE49-F238E27FC236}">
                <a16:creationId xmlns:a16="http://schemas.microsoft.com/office/drawing/2014/main" id="{73D55307-2F75-4778-8F16-7A43E3DC854D}"/>
              </a:ext>
            </a:extLst>
          </p:cNvPr>
          <p:cNvSpPr txBox="1"/>
          <p:nvPr/>
        </p:nvSpPr>
        <p:spPr>
          <a:xfrm>
            <a:off x="5049568" y="4672453"/>
            <a:ext cx="329942" cy="523220"/>
          </a:xfrm>
          <a:prstGeom prst="rect">
            <a:avLst/>
          </a:prstGeom>
          <a:noFill/>
        </p:spPr>
        <p:txBody>
          <a:bodyPr wrap="square" rtlCol="0">
            <a:spAutoFit/>
          </a:bodyPr>
          <a:lstStyle/>
          <a:p>
            <a:r>
              <a:rPr lang="en-US" altLang="zh-TW" sz="2800" dirty="0"/>
              <a:t>c</a:t>
            </a:r>
          </a:p>
        </p:txBody>
      </p:sp>
      <p:sp>
        <p:nvSpPr>
          <p:cNvPr id="36" name="文字方塊 35">
            <a:extLst>
              <a:ext uri="{FF2B5EF4-FFF2-40B4-BE49-F238E27FC236}">
                <a16:creationId xmlns:a16="http://schemas.microsoft.com/office/drawing/2014/main" id="{D131B042-9D78-442D-86F3-D1BBC88BA352}"/>
              </a:ext>
            </a:extLst>
          </p:cNvPr>
          <p:cNvSpPr txBox="1"/>
          <p:nvPr/>
        </p:nvSpPr>
        <p:spPr>
          <a:xfrm>
            <a:off x="4625908" y="4672453"/>
            <a:ext cx="711331" cy="523220"/>
          </a:xfrm>
          <a:prstGeom prst="rect">
            <a:avLst/>
          </a:prstGeom>
          <a:noFill/>
        </p:spPr>
        <p:txBody>
          <a:bodyPr wrap="square" rtlCol="0">
            <a:spAutoFit/>
          </a:bodyPr>
          <a:lstStyle/>
          <a:p>
            <a:r>
              <a:rPr lang="en-US" altLang="zh-TW" sz="2800" dirty="0"/>
              <a:t>a</a:t>
            </a:r>
          </a:p>
        </p:txBody>
      </p:sp>
      <p:sp>
        <p:nvSpPr>
          <p:cNvPr id="39" name="文字方塊 38">
            <a:extLst>
              <a:ext uri="{FF2B5EF4-FFF2-40B4-BE49-F238E27FC236}">
                <a16:creationId xmlns:a16="http://schemas.microsoft.com/office/drawing/2014/main" id="{F4D99D20-0B0F-4F5B-BE18-677A6D896FAC}"/>
              </a:ext>
            </a:extLst>
          </p:cNvPr>
          <p:cNvSpPr txBox="1"/>
          <p:nvPr/>
        </p:nvSpPr>
        <p:spPr>
          <a:xfrm>
            <a:off x="6470912" y="3631349"/>
            <a:ext cx="711331" cy="523220"/>
          </a:xfrm>
          <a:prstGeom prst="rect">
            <a:avLst/>
          </a:prstGeom>
          <a:noFill/>
        </p:spPr>
        <p:txBody>
          <a:bodyPr wrap="square" rtlCol="0">
            <a:spAutoFit/>
          </a:bodyPr>
          <a:lstStyle/>
          <a:p>
            <a:r>
              <a:rPr lang="en-US" altLang="zh-TW" sz="2800" dirty="0"/>
              <a:t>ab</a:t>
            </a:r>
          </a:p>
        </p:txBody>
      </p:sp>
      <p:sp>
        <p:nvSpPr>
          <p:cNvPr id="40" name="文字方塊 39">
            <a:extLst>
              <a:ext uri="{FF2B5EF4-FFF2-40B4-BE49-F238E27FC236}">
                <a16:creationId xmlns:a16="http://schemas.microsoft.com/office/drawing/2014/main" id="{0346911A-3B29-4255-8C24-913015638E04}"/>
              </a:ext>
            </a:extLst>
          </p:cNvPr>
          <p:cNvSpPr txBox="1"/>
          <p:nvPr/>
        </p:nvSpPr>
        <p:spPr>
          <a:xfrm>
            <a:off x="7500600" y="3626735"/>
            <a:ext cx="711331" cy="523220"/>
          </a:xfrm>
          <a:prstGeom prst="rect">
            <a:avLst/>
          </a:prstGeom>
          <a:noFill/>
        </p:spPr>
        <p:txBody>
          <a:bodyPr wrap="square" rtlCol="0">
            <a:spAutoFit/>
          </a:bodyPr>
          <a:lstStyle/>
          <a:p>
            <a:r>
              <a:rPr lang="en-US" altLang="zh-TW" sz="2800" dirty="0" err="1"/>
              <a:t>bc</a:t>
            </a:r>
            <a:endParaRPr lang="en-US" altLang="zh-TW" sz="2800" dirty="0"/>
          </a:p>
        </p:txBody>
      </p:sp>
      <p:sp>
        <p:nvSpPr>
          <p:cNvPr id="45" name="文字方塊 44">
            <a:extLst>
              <a:ext uri="{FF2B5EF4-FFF2-40B4-BE49-F238E27FC236}">
                <a16:creationId xmlns:a16="http://schemas.microsoft.com/office/drawing/2014/main" id="{7D45B155-C6C8-4994-B06A-1960F451CE21}"/>
              </a:ext>
            </a:extLst>
          </p:cNvPr>
          <p:cNvSpPr txBox="1"/>
          <p:nvPr/>
        </p:nvSpPr>
        <p:spPr>
          <a:xfrm>
            <a:off x="6792957" y="4717107"/>
            <a:ext cx="329942" cy="523220"/>
          </a:xfrm>
          <a:prstGeom prst="rect">
            <a:avLst/>
          </a:prstGeom>
          <a:noFill/>
        </p:spPr>
        <p:txBody>
          <a:bodyPr wrap="square" rtlCol="0">
            <a:spAutoFit/>
          </a:bodyPr>
          <a:lstStyle/>
          <a:p>
            <a:r>
              <a:rPr lang="en-US" altLang="zh-TW" sz="2800" dirty="0"/>
              <a:t>b</a:t>
            </a:r>
          </a:p>
        </p:txBody>
      </p:sp>
      <p:sp>
        <p:nvSpPr>
          <p:cNvPr id="46" name="文字方塊 45">
            <a:extLst>
              <a:ext uri="{FF2B5EF4-FFF2-40B4-BE49-F238E27FC236}">
                <a16:creationId xmlns:a16="http://schemas.microsoft.com/office/drawing/2014/main" id="{FE4B4775-4393-431A-870D-8EE624A039DC}"/>
              </a:ext>
            </a:extLst>
          </p:cNvPr>
          <p:cNvSpPr txBox="1"/>
          <p:nvPr/>
        </p:nvSpPr>
        <p:spPr>
          <a:xfrm>
            <a:off x="6221444" y="4663564"/>
            <a:ext cx="711331" cy="523220"/>
          </a:xfrm>
          <a:prstGeom prst="rect">
            <a:avLst/>
          </a:prstGeom>
          <a:noFill/>
        </p:spPr>
        <p:txBody>
          <a:bodyPr wrap="square" rtlCol="0">
            <a:spAutoFit/>
          </a:bodyPr>
          <a:lstStyle/>
          <a:p>
            <a:r>
              <a:rPr lang="en-US" altLang="zh-TW" sz="2800" dirty="0"/>
              <a:t>a</a:t>
            </a:r>
          </a:p>
        </p:txBody>
      </p:sp>
      <p:sp>
        <p:nvSpPr>
          <p:cNvPr id="47" name="文字方塊 46">
            <a:extLst>
              <a:ext uri="{FF2B5EF4-FFF2-40B4-BE49-F238E27FC236}">
                <a16:creationId xmlns:a16="http://schemas.microsoft.com/office/drawing/2014/main" id="{6FB47F6A-AB57-4DF2-A670-3C340C29A860}"/>
              </a:ext>
            </a:extLst>
          </p:cNvPr>
          <p:cNvSpPr txBox="1"/>
          <p:nvPr/>
        </p:nvSpPr>
        <p:spPr>
          <a:xfrm>
            <a:off x="7974584" y="4707196"/>
            <a:ext cx="329942" cy="523220"/>
          </a:xfrm>
          <a:prstGeom prst="rect">
            <a:avLst/>
          </a:prstGeom>
          <a:noFill/>
        </p:spPr>
        <p:txBody>
          <a:bodyPr wrap="square" rtlCol="0">
            <a:spAutoFit/>
          </a:bodyPr>
          <a:lstStyle/>
          <a:p>
            <a:r>
              <a:rPr lang="en-US" altLang="zh-TW" sz="2800" dirty="0"/>
              <a:t>c</a:t>
            </a:r>
          </a:p>
        </p:txBody>
      </p:sp>
      <p:sp>
        <p:nvSpPr>
          <p:cNvPr id="48" name="文字方塊 47">
            <a:extLst>
              <a:ext uri="{FF2B5EF4-FFF2-40B4-BE49-F238E27FC236}">
                <a16:creationId xmlns:a16="http://schemas.microsoft.com/office/drawing/2014/main" id="{DE0CC5E5-5F46-46A0-AAD3-D9ADD1FA3132}"/>
              </a:ext>
            </a:extLst>
          </p:cNvPr>
          <p:cNvSpPr txBox="1"/>
          <p:nvPr/>
        </p:nvSpPr>
        <p:spPr>
          <a:xfrm>
            <a:off x="7432926" y="4717107"/>
            <a:ext cx="420078" cy="523220"/>
          </a:xfrm>
          <a:prstGeom prst="rect">
            <a:avLst/>
          </a:prstGeom>
          <a:noFill/>
        </p:spPr>
        <p:txBody>
          <a:bodyPr wrap="square" rtlCol="0">
            <a:spAutoFit/>
          </a:bodyPr>
          <a:lstStyle/>
          <a:p>
            <a:r>
              <a:rPr lang="en-US" altLang="zh-TW" sz="2800" dirty="0"/>
              <a:t>b</a:t>
            </a:r>
          </a:p>
        </p:txBody>
      </p:sp>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041B1B0D-0070-4574-9BF6-C0345BDDB25C}"/>
                  </a:ext>
                </a:extLst>
              </p:cNvPr>
              <p:cNvSpPr txBox="1"/>
              <p:nvPr/>
            </p:nvSpPr>
            <p:spPr>
              <a:xfrm>
                <a:off x="9139647" y="4764058"/>
                <a:ext cx="1035576" cy="369332"/>
              </a:xfrm>
              <a:prstGeom prst="rect">
                <a:avLst/>
              </a:prstGeom>
              <a:noFill/>
            </p:spPr>
            <p:txBody>
              <a:bodyPr wrap="square" rtlCol="0">
                <a:spAutoFit/>
              </a:bodyPr>
              <a:lstStyle/>
              <a:p>
                <a:r>
                  <a:rPr lang="en-US" altLang="zh-TW" dirty="0"/>
                  <a:t>(n/</a:t>
                </a:r>
                <a14:m>
                  <m:oMath xmlns:m="http://schemas.openxmlformats.org/officeDocument/2006/math">
                    <m:sSup>
                      <m:sSupPr>
                        <m:ctrlPr>
                          <a:rPr lang="en-US" altLang="zh-TW" i="1" dirty="0" smtClean="0">
                            <a:latin typeface="Cambria Math" panose="02040503050406030204" pitchFamily="18" charset="0"/>
                          </a:rPr>
                        </m:ctrlPr>
                      </m:sSupPr>
                      <m:e>
                        <m:r>
                          <a:rPr lang="en-US" altLang="zh-TW" b="0" i="1" dirty="0" smtClean="0">
                            <a:latin typeface="Cambria Math" panose="02040503050406030204" pitchFamily="18" charset="0"/>
                          </a:rPr>
                          <m:t>2</m:t>
                        </m:r>
                      </m:e>
                      <m:sup>
                        <m:r>
                          <a:rPr lang="en-US" altLang="zh-TW" b="0" i="1" dirty="0" smtClean="0">
                            <a:latin typeface="Cambria Math" panose="02040503050406030204" pitchFamily="18" charset="0"/>
                          </a:rPr>
                          <m:t>𝑠</m:t>
                        </m:r>
                      </m:sup>
                    </m:sSup>
                    <m:r>
                      <a:rPr lang="en-US" altLang="zh-TW" b="0" i="1" dirty="0" smtClean="0">
                        <a:latin typeface="Cambria Math" panose="02040503050406030204" pitchFamily="18" charset="0"/>
                      </a:rPr>
                      <m:t>)</m:t>
                    </m:r>
                    <m:r>
                      <a:rPr lang="en-US" altLang="zh-TW" b="0" i="1" baseline="30000" dirty="0" smtClean="0">
                        <a:latin typeface="Cambria Math" panose="02040503050406030204" pitchFamily="18" charset="0"/>
                      </a:rPr>
                      <m:t>2</m:t>
                    </m:r>
                  </m:oMath>
                </a14:m>
                <a:endParaRPr lang="zh-TW" altLang="en-US" baseline="30000" dirty="0"/>
              </a:p>
            </p:txBody>
          </p:sp>
        </mc:Choice>
        <mc:Fallback xmlns="">
          <p:sp>
            <p:nvSpPr>
              <p:cNvPr id="49" name="文字方塊 48">
                <a:extLst>
                  <a:ext uri="{FF2B5EF4-FFF2-40B4-BE49-F238E27FC236}">
                    <a16:creationId xmlns:a16="http://schemas.microsoft.com/office/drawing/2014/main" id="{041B1B0D-0070-4574-9BF6-C0345BDDB25C}"/>
                  </a:ext>
                </a:extLst>
              </p:cNvPr>
              <p:cNvSpPr txBox="1">
                <a:spLocks noRot="1" noChangeAspect="1" noMove="1" noResize="1" noEditPoints="1" noAdjustHandles="1" noChangeArrowheads="1" noChangeShapeType="1" noTextEdit="1"/>
              </p:cNvSpPr>
              <p:nvPr/>
            </p:nvSpPr>
            <p:spPr>
              <a:xfrm>
                <a:off x="9139647" y="4764058"/>
                <a:ext cx="1035576" cy="369332"/>
              </a:xfrm>
              <a:prstGeom prst="rect">
                <a:avLst/>
              </a:prstGeom>
              <a:blipFill>
                <a:blip r:embed="rId3"/>
                <a:stretch>
                  <a:fillRect l="-4706" t="-10000" b="-26667"/>
                </a:stretch>
              </a:blipFill>
            </p:spPr>
            <p:txBody>
              <a:bodyPr/>
              <a:lstStyle/>
              <a:p>
                <a:r>
                  <a:rPr lang="zh-TW" altLang="en-US">
                    <a:noFill/>
                  </a:rPr>
                  <a:t> </a:t>
                </a:r>
              </a:p>
            </p:txBody>
          </p:sp>
        </mc:Fallback>
      </mc:AlternateContent>
      <p:sp>
        <p:nvSpPr>
          <p:cNvPr id="50" name="文字方塊 49">
            <a:extLst>
              <a:ext uri="{FF2B5EF4-FFF2-40B4-BE49-F238E27FC236}">
                <a16:creationId xmlns:a16="http://schemas.microsoft.com/office/drawing/2014/main" id="{B35E364B-EB5E-44AD-AB7F-1CAC7AB01499}"/>
              </a:ext>
            </a:extLst>
          </p:cNvPr>
          <p:cNvSpPr txBox="1"/>
          <p:nvPr/>
        </p:nvSpPr>
        <p:spPr>
          <a:xfrm>
            <a:off x="2042959" y="3631349"/>
            <a:ext cx="735290" cy="369332"/>
          </a:xfrm>
          <a:prstGeom prst="rect">
            <a:avLst/>
          </a:prstGeom>
          <a:noFill/>
        </p:spPr>
        <p:txBody>
          <a:bodyPr wrap="square" rtlCol="0">
            <a:spAutoFit/>
          </a:bodyPr>
          <a:lstStyle/>
          <a:p>
            <a:r>
              <a:rPr lang="en-US" altLang="zh-TW" dirty="0"/>
              <a:t>S=2</a:t>
            </a:r>
            <a:endParaRPr lang="zh-TW" altLang="en-US" dirty="0"/>
          </a:p>
        </p:txBody>
      </p:sp>
      <p:sp>
        <p:nvSpPr>
          <p:cNvPr id="51" name="文字方塊 50">
            <a:extLst>
              <a:ext uri="{FF2B5EF4-FFF2-40B4-BE49-F238E27FC236}">
                <a16:creationId xmlns:a16="http://schemas.microsoft.com/office/drawing/2014/main" id="{34A2CFA4-0C32-43F6-BFCC-2EF6BA322FD2}"/>
              </a:ext>
            </a:extLst>
          </p:cNvPr>
          <p:cNvSpPr txBox="1"/>
          <p:nvPr/>
        </p:nvSpPr>
        <p:spPr>
          <a:xfrm>
            <a:off x="2042959" y="4719588"/>
            <a:ext cx="735290" cy="369332"/>
          </a:xfrm>
          <a:prstGeom prst="rect">
            <a:avLst/>
          </a:prstGeom>
          <a:noFill/>
        </p:spPr>
        <p:txBody>
          <a:bodyPr wrap="square" rtlCol="0">
            <a:spAutoFit/>
          </a:bodyPr>
          <a:lstStyle/>
          <a:p>
            <a:r>
              <a:rPr lang="en-US" altLang="zh-TW" dirty="0"/>
              <a:t>S=0</a:t>
            </a:r>
            <a:endParaRPr lang="zh-TW" altLang="en-US" dirty="0"/>
          </a:p>
        </p:txBody>
      </p:sp>
      <p:sp>
        <p:nvSpPr>
          <p:cNvPr id="52" name="文字方塊 51">
            <a:extLst>
              <a:ext uri="{FF2B5EF4-FFF2-40B4-BE49-F238E27FC236}">
                <a16:creationId xmlns:a16="http://schemas.microsoft.com/office/drawing/2014/main" id="{C709E95E-19FD-4640-A356-8D0EC37ED230}"/>
              </a:ext>
            </a:extLst>
          </p:cNvPr>
          <p:cNvSpPr txBox="1"/>
          <p:nvPr/>
        </p:nvSpPr>
        <p:spPr>
          <a:xfrm>
            <a:off x="1951151" y="2408655"/>
            <a:ext cx="735290" cy="369332"/>
          </a:xfrm>
          <a:prstGeom prst="rect">
            <a:avLst/>
          </a:prstGeom>
          <a:noFill/>
        </p:spPr>
        <p:txBody>
          <a:bodyPr wrap="square" rtlCol="0">
            <a:spAutoFit/>
          </a:bodyPr>
          <a:lstStyle/>
          <a:p>
            <a:r>
              <a:rPr lang="en-US" altLang="zh-TW" dirty="0"/>
              <a:t>S=1</a:t>
            </a:r>
            <a:endParaRPr lang="zh-TW" altLang="en-US" dirty="0"/>
          </a:p>
        </p:txBody>
      </p:sp>
      <p:cxnSp>
        <p:nvCxnSpPr>
          <p:cNvPr id="59" name="直線單箭頭接點 58">
            <a:extLst>
              <a:ext uri="{FF2B5EF4-FFF2-40B4-BE49-F238E27FC236}">
                <a16:creationId xmlns:a16="http://schemas.microsoft.com/office/drawing/2014/main" id="{D1553399-1D5D-4B39-B7B3-26EBCFAF340E}"/>
              </a:ext>
            </a:extLst>
          </p:cNvPr>
          <p:cNvCxnSpPr>
            <a:cxnSpLocks/>
          </p:cNvCxnSpPr>
          <p:nvPr/>
        </p:nvCxnSpPr>
        <p:spPr>
          <a:xfrm flipH="1">
            <a:off x="4785073" y="4265843"/>
            <a:ext cx="50877" cy="392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E4803FC5-4E57-441A-BA64-403CE058E183}"/>
              </a:ext>
            </a:extLst>
          </p:cNvPr>
          <p:cNvCxnSpPr>
            <a:cxnSpLocks/>
          </p:cNvCxnSpPr>
          <p:nvPr/>
        </p:nvCxnSpPr>
        <p:spPr>
          <a:xfrm>
            <a:off x="5059329" y="4254309"/>
            <a:ext cx="120306" cy="414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C27BA4A8-B87D-4574-8681-19E7EE861D42}"/>
              </a:ext>
            </a:extLst>
          </p:cNvPr>
          <p:cNvCxnSpPr>
            <a:cxnSpLocks/>
          </p:cNvCxnSpPr>
          <p:nvPr/>
        </p:nvCxnSpPr>
        <p:spPr>
          <a:xfrm flipH="1">
            <a:off x="6826578" y="3001913"/>
            <a:ext cx="249809" cy="605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59FDBAA8-D880-4B48-BF7F-C209D2FA9DEF}"/>
              </a:ext>
            </a:extLst>
          </p:cNvPr>
          <p:cNvCxnSpPr>
            <a:cxnSpLocks/>
          </p:cNvCxnSpPr>
          <p:nvPr/>
        </p:nvCxnSpPr>
        <p:spPr>
          <a:xfrm>
            <a:off x="7615779" y="2997543"/>
            <a:ext cx="153479" cy="610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a:extLst>
              <a:ext uri="{FF2B5EF4-FFF2-40B4-BE49-F238E27FC236}">
                <a16:creationId xmlns:a16="http://schemas.microsoft.com/office/drawing/2014/main" id="{87B64F46-58CB-4E9A-8F5B-B8B1EC9DEE3C}"/>
              </a:ext>
            </a:extLst>
          </p:cNvPr>
          <p:cNvCxnSpPr>
            <a:cxnSpLocks/>
          </p:cNvCxnSpPr>
          <p:nvPr/>
        </p:nvCxnSpPr>
        <p:spPr>
          <a:xfrm flipH="1">
            <a:off x="6482890" y="4203272"/>
            <a:ext cx="182510" cy="47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A45A0548-873A-42D8-A882-51688B1BD02D}"/>
              </a:ext>
            </a:extLst>
          </p:cNvPr>
          <p:cNvCxnSpPr>
            <a:cxnSpLocks/>
          </p:cNvCxnSpPr>
          <p:nvPr/>
        </p:nvCxnSpPr>
        <p:spPr>
          <a:xfrm>
            <a:off x="6788291" y="4227802"/>
            <a:ext cx="145624" cy="436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D8DB4F0F-5DC9-434A-9EC3-2A9E0C694240}"/>
              </a:ext>
            </a:extLst>
          </p:cNvPr>
          <p:cNvCxnSpPr>
            <a:cxnSpLocks/>
          </p:cNvCxnSpPr>
          <p:nvPr/>
        </p:nvCxnSpPr>
        <p:spPr>
          <a:xfrm flipH="1">
            <a:off x="7642965" y="4314546"/>
            <a:ext cx="50877" cy="392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C360D22C-F8F3-476D-9BF2-998FAF9A5281}"/>
              </a:ext>
            </a:extLst>
          </p:cNvPr>
          <p:cNvCxnSpPr>
            <a:cxnSpLocks/>
          </p:cNvCxnSpPr>
          <p:nvPr/>
        </p:nvCxnSpPr>
        <p:spPr>
          <a:xfrm>
            <a:off x="7917221" y="4303012"/>
            <a:ext cx="120306" cy="414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0" name="圖片 79" descr="一張含有 手錶 的圖片&#10;&#10;自動產生的描述">
            <a:extLst>
              <a:ext uri="{FF2B5EF4-FFF2-40B4-BE49-F238E27FC236}">
                <a16:creationId xmlns:a16="http://schemas.microsoft.com/office/drawing/2014/main" id="{1F66BBF9-2785-4DBE-8942-A85B74A4DAB3}"/>
              </a:ext>
            </a:extLst>
          </p:cNvPr>
          <p:cNvPicPr>
            <a:picLocks noChangeAspect="1"/>
          </p:cNvPicPr>
          <p:nvPr/>
        </p:nvPicPr>
        <p:blipFill>
          <a:blip r:embed="rId4"/>
          <a:stretch>
            <a:fillRect/>
          </a:stretch>
        </p:blipFill>
        <p:spPr>
          <a:xfrm>
            <a:off x="3807508" y="5725739"/>
            <a:ext cx="4219575" cy="561975"/>
          </a:xfrm>
          <a:prstGeom prst="rect">
            <a:avLst/>
          </a:prstGeom>
        </p:spPr>
      </p:pic>
    </p:spTree>
    <p:extLst>
      <p:ext uri="{BB962C8B-B14F-4D97-AF65-F5344CB8AC3E}">
        <p14:creationId xmlns:p14="http://schemas.microsoft.com/office/powerpoint/2010/main" val="1972046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Supporting Only Substitutions</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E68AEB98-86D9-4AB1-A8C0-ABEC50F99FCE}"/>
              </a:ext>
            </a:extLst>
          </p:cNvPr>
          <p:cNvSpPr txBox="1"/>
          <p:nvPr/>
        </p:nvSpPr>
        <p:spPr>
          <a:xfrm>
            <a:off x="3624998" y="2288335"/>
            <a:ext cx="1781666" cy="523220"/>
          </a:xfrm>
          <a:prstGeom prst="rect">
            <a:avLst/>
          </a:prstGeom>
          <a:noFill/>
        </p:spPr>
        <p:txBody>
          <a:bodyPr wrap="square" rtlCol="0">
            <a:spAutoFit/>
          </a:bodyPr>
          <a:lstStyle/>
          <a:p>
            <a:r>
              <a:rPr lang="en-US" altLang="zh-TW" sz="2800" dirty="0"/>
              <a:t>S = </a:t>
            </a:r>
            <a:r>
              <a:rPr lang="en-US" altLang="zh-TW" sz="2800" dirty="0" err="1"/>
              <a:t>ab</a:t>
            </a:r>
            <a:r>
              <a:rPr lang="en-US" altLang="zh-TW" sz="2800" dirty="0" err="1">
                <a:solidFill>
                  <a:srgbClr val="FF0000"/>
                </a:solidFill>
              </a:rPr>
              <a:t>b</a:t>
            </a:r>
            <a:r>
              <a:rPr lang="en-US" altLang="zh-TW" sz="2800" dirty="0" err="1"/>
              <a:t>c</a:t>
            </a:r>
            <a:endParaRPr lang="en-US" altLang="zh-TW" sz="2800" dirty="0"/>
          </a:p>
        </p:txBody>
      </p:sp>
      <p:sp>
        <p:nvSpPr>
          <p:cNvPr id="12" name="文字方塊 11">
            <a:extLst>
              <a:ext uri="{FF2B5EF4-FFF2-40B4-BE49-F238E27FC236}">
                <a16:creationId xmlns:a16="http://schemas.microsoft.com/office/drawing/2014/main" id="{1DC7EAA0-9B03-45E2-9A7F-0A85E6AEB6EE}"/>
              </a:ext>
            </a:extLst>
          </p:cNvPr>
          <p:cNvSpPr txBox="1"/>
          <p:nvPr/>
        </p:nvSpPr>
        <p:spPr>
          <a:xfrm>
            <a:off x="6562625" y="2302862"/>
            <a:ext cx="1781666" cy="523220"/>
          </a:xfrm>
          <a:prstGeom prst="rect">
            <a:avLst/>
          </a:prstGeom>
          <a:noFill/>
        </p:spPr>
        <p:txBody>
          <a:bodyPr wrap="square" rtlCol="0">
            <a:spAutoFit/>
          </a:bodyPr>
          <a:lstStyle/>
          <a:p>
            <a:r>
              <a:rPr lang="en-US" altLang="zh-TW" sz="2800" dirty="0"/>
              <a:t>T = </a:t>
            </a:r>
            <a:r>
              <a:rPr lang="en-US" altLang="zh-TW" sz="2800" dirty="0" err="1"/>
              <a:t>abbc</a:t>
            </a:r>
            <a:endParaRPr lang="zh-TW" altLang="en-US" sz="2800" dirty="0"/>
          </a:p>
        </p:txBody>
      </p:sp>
      <p:cxnSp>
        <p:nvCxnSpPr>
          <p:cNvPr id="7" name="直線單箭頭接點 6">
            <a:extLst>
              <a:ext uri="{FF2B5EF4-FFF2-40B4-BE49-F238E27FC236}">
                <a16:creationId xmlns:a16="http://schemas.microsoft.com/office/drawing/2014/main" id="{16AC02FA-2BA4-4FBC-A4C3-67194E0911C7}"/>
              </a:ext>
            </a:extLst>
          </p:cNvPr>
          <p:cNvCxnSpPr>
            <a:cxnSpLocks/>
          </p:cNvCxnSpPr>
          <p:nvPr/>
        </p:nvCxnSpPr>
        <p:spPr>
          <a:xfrm flipH="1">
            <a:off x="3893270" y="3066330"/>
            <a:ext cx="249809" cy="605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74358DA7-595F-4671-8C30-48324CAA9F21}"/>
              </a:ext>
            </a:extLst>
          </p:cNvPr>
          <p:cNvCxnSpPr>
            <a:cxnSpLocks/>
          </p:cNvCxnSpPr>
          <p:nvPr/>
        </p:nvCxnSpPr>
        <p:spPr>
          <a:xfrm>
            <a:off x="4682471" y="3061960"/>
            <a:ext cx="153479" cy="610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1FD27262-1D29-4D4A-BA18-E097D7663389}"/>
              </a:ext>
            </a:extLst>
          </p:cNvPr>
          <p:cNvSpPr txBox="1"/>
          <p:nvPr/>
        </p:nvSpPr>
        <p:spPr>
          <a:xfrm>
            <a:off x="3600057" y="3631349"/>
            <a:ext cx="711331" cy="523220"/>
          </a:xfrm>
          <a:prstGeom prst="rect">
            <a:avLst/>
          </a:prstGeom>
          <a:noFill/>
        </p:spPr>
        <p:txBody>
          <a:bodyPr wrap="square" rtlCol="0">
            <a:spAutoFit/>
          </a:bodyPr>
          <a:lstStyle/>
          <a:p>
            <a:r>
              <a:rPr lang="en-US" altLang="zh-TW" sz="2800" dirty="0"/>
              <a:t>ab</a:t>
            </a:r>
          </a:p>
        </p:txBody>
      </p:sp>
      <p:sp>
        <p:nvSpPr>
          <p:cNvPr id="19" name="文字方塊 18">
            <a:extLst>
              <a:ext uri="{FF2B5EF4-FFF2-40B4-BE49-F238E27FC236}">
                <a16:creationId xmlns:a16="http://schemas.microsoft.com/office/drawing/2014/main" id="{BD688BAC-C4CA-46D9-9BB3-89E328EA6D28}"/>
              </a:ext>
            </a:extLst>
          </p:cNvPr>
          <p:cNvSpPr txBox="1"/>
          <p:nvPr/>
        </p:nvSpPr>
        <p:spPr>
          <a:xfrm>
            <a:off x="4682471" y="3655719"/>
            <a:ext cx="711331" cy="523220"/>
          </a:xfrm>
          <a:prstGeom prst="rect">
            <a:avLst/>
          </a:prstGeom>
          <a:noFill/>
        </p:spPr>
        <p:txBody>
          <a:bodyPr wrap="square" rtlCol="0">
            <a:spAutoFit/>
          </a:bodyPr>
          <a:lstStyle/>
          <a:p>
            <a:r>
              <a:rPr lang="en-US" altLang="zh-TW" sz="2800" dirty="0" err="1">
                <a:solidFill>
                  <a:srgbClr val="FF0000"/>
                </a:solidFill>
              </a:rPr>
              <a:t>b</a:t>
            </a:r>
            <a:r>
              <a:rPr lang="en-US" altLang="zh-TW" sz="2800" dirty="0" err="1"/>
              <a:t>c</a:t>
            </a:r>
            <a:endParaRPr lang="en-US" altLang="zh-TW" sz="2800" dirty="0"/>
          </a:p>
        </p:txBody>
      </p:sp>
      <p:cxnSp>
        <p:nvCxnSpPr>
          <p:cNvPr id="25" name="直線單箭頭接點 24">
            <a:extLst>
              <a:ext uri="{FF2B5EF4-FFF2-40B4-BE49-F238E27FC236}">
                <a16:creationId xmlns:a16="http://schemas.microsoft.com/office/drawing/2014/main" id="{856C6489-A84A-4A26-B936-3C2A0A1B4ABE}"/>
              </a:ext>
            </a:extLst>
          </p:cNvPr>
          <p:cNvCxnSpPr>
            <a:cxnSpLocks/>
          </p:cNvCxnSpPr>
          <p:nvPr/>
        </p:nvCxnSpPr>
        <p:spPr>
          <a:xfrm flipH="1">
            <a:off x="3624998" y="4154569"/>
            <a:ext cx="182510" cy="47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9833B985-D818-4675-9745-CD529F173ECB}"/>
              </a:ext>
            </a:extLst>
          </p:cNvPr>
          <p:cNvCxnSpPr>
            <a:cxnSpLocks/>
          </p:cNvCxnSpPr>
          <p:nvPr/>
        </p:nvCxnSpPr>
        <p:spPr>
          <a:xfrm>
            <a:off x="3930399" y="4179099"/>
            <a:ext cx="145624" cy="436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DF6FD297-75D2-4E55-99CA-00C8B9B235F9}"/>
              </a:ext>
            </a:extLst>
          </p:cNvPr>
          <p:cNvSpPr txBox="1"/>
          <p:nvPr/>
        </p:nvSpPr>
        <p:spPr>
          <a:xfrm>
            <a:off x="3928479" y="4690499"/>
            <a:ext cx="329942" cy="523220"/>
          </a:xfrm>
          <a:prstGeom prst="rect">
            <a:avLst/>
          </a:prstGeom>
          <a:noFill/>
        </p:spPr>
        <p:txBody>
          <a:bodyPr wrap="square" rtlCol="0">
            <a:spAutoFit/>
          </a:bodyPr>
          <a:lstStyle/>
          <a:p>
            <a:r>
              <a:rPr lang="en-US" altLang="zh-TW" sz="2800" dirty="0"/>
              <a:t>b</a:t>
            </a:r>
          </a:p>
        </p:txBody>
      </p:sp>
      <p:sp>
        <p:nvSpPr>
          <p:cNvPr id="34" name="文字方塊 33">
            <a:extLst>
              <a:ext uri="{FF2B5EF4-FFF2-40B4-BE49-F238E27FC236}">
                <a16:creationId xmlns:a16="http://schemas.microsoft.com/office/drawing/2014/main" id="{A6BE731B-DDB9-4D66-B49C-2CC1BCDD33B2}"/>
              </a:ext>
            </a:extLst>
          </p:cNvPr>
          <p:cNvSpPr txBox="1"/>
          <p:nvPr/>
        </p:nvSpPr>
        <p:spPr>
          <a:xfrm>
            <a:off x="3372878" y="4668404"/>
            <a:ext cx="452106" cy="523220"/>
          </a:xfrm>
          <a:prstGeom prst="rect">
            <a:avLst/>
          </a:prstGeom>
          <a:noFill/>
        </p:spPr>
        <p:txBody>
          <a:bodyPr wrap="square" rtlCol="0">
            <a:spAutoFit/>
          </a:bodyPr>
          <a:lstStyle/>
          <a:p>
            <a:r>
              <a:rPr lang="en-US" altLang="zh-TW" sz="2800" dirty="0"/>
              <a:t>a</a:t>
            </a:r>
          </a:p>
        </p:txBody>
      </p:sp>
      <p:sp>
        <p:nvSpPr>
          <p:cNvPr id="35" name="文字方塊 34">
            <a:extLst>
              <a:ext uri="{FF2B5EF4-FFF2-40B4-BE49-F238E27FC236}">
                <a16:creationId xmlns:a16="http://schemas.microsoft.com/office/drawing/2014/main" id="{73D55307-2F75-4778-8F16-7A43E3DC854D}"/>
              </a:ext>
            </a:extLst>
          </p:cNvPr>
          <p:cNvSpPr txBox="1"/>
          <p:nvPr/>
        </p:nvSpPr>
        <p:spPr>
          <a:xfrm>
            <a:off x="5049568" y="4672453"/>
            <a:ext cx="329942" cy="523220"/>
          </a:xfrm>
          <a:prstGeom prst="rect">
            <a:avLst/>
          </a:prstGeom>
          <a:noFill/>
        </p:spPr>
        <p:txBody>
          <a:bodyPr wrap="square" rtlCol="0">
            <a:spAutoFit/>
          </a:bodyPr>
          <a:lstStyle/>
          <a:p>
            <a:r>
              <a:rPr lang="en-US" altLang="zh-TW" sz="2800" dirty="0"/>
              <a:t>c</a:t>
            </a:r>
          </a:p>
        </p:txBody>
      </p:sp>
      <p:sp>
        <p:nvSpPr>
          <p:cNvPr id="36" name="文字方塊 35">
            <a:extLst>
              <a:ext uri="{FF2B5EF4-FFF2-40B4-BE49-F238E27FC236}">
                <a16:creationId xmlns:a16="http://schemas.microsoft.com/office/drawing/2014/main" id="{D131B042-9D78-442D-86F3-D1BBC88BA352}"/>
              </a:ext>
            </a:extLst>
          </p:cNvPr>
          <p:cNvSpPr txBox="1"/>
          <p:nvPr/>
        </p:nvSpPr>
        <p:spPr>
          <a:xfrm>
            <a:off x="4625908" y="4672453"/>
            <a:ext cx="711331" cy="523220"/>
          </a:xfrm>
          <a:prstGeom prst="rect">
            <a:avLst/>
          </a:prstGeom>
          <a:noFill/>
        </p:spPr>
        <p:txBody>
          <a:bodyPr wrap="square" rtlCol="0">
            <a:spAutoFit/>
          </a:bodyPr>
          <a:lstStyle/>
          <a:p>
            <a:r>
              <a:rPr lang="en-US" altLang="zh-TW" sz="2800" dirty="0">
                <a:solidFill>
                  <a:srgbClr val="FF0000"/>
                </a:solidFill>
              </a:rPr>
              <a:t>b</a:t>
            </a:r>
          </a:p>
        </p:txBody>
      </p:sp>
      <p:sp>
        <p:nvSpPr>
          <p:cNvPr id="39" name="文字方塊 38">
            <a:extLst>
              <a:ext uri="{FF2B5EF4-FFF2-40B4-BE49-F238E27FC236}">
                <a16:creationId xmlns:a16="http://schemas.microsoft.com/office/drawing/2014/main" id="{F4D99D20-0B0F-4F5B-BE18-677A6D896FAC}"/>
              </a:ext>
            </a:extLst>
          </p:cNvPr>
          <p:cNvSpPr txBox="1"/>
          <p:nvPr/>
        </p:nvSpPr>
        <p:spPr>
          <a:xfrm>
            <a:off x="6470912" y="3631349"/>
            <a:ext cx="711331" cy="523220"/>
          </a:xfrm>
          <a:prstGeom prst="rect">
            <a:avLst/>
          </a:prstGeom>
          <a:noFill/>
        </p:spPr>
        <p:txBody>
          <a:bodyPr wrap="square" rtlCol="0">
            <a:spAutoFit/>
          </a:bodyPr>
          <a:lstStyle/>
          <a:p>
            <a:r>
              <a:rPr lang="en-US" altLang="zh-TW" sz="2800" dirty="0"/>
              <a:t>ab</a:t>
            </a:r>
          </a:p>
        </p:txBody>
      </p:sp>
      <p:sp>
        <p:nvSpPr>
          <p:cNvPr id="40" name="文字方塊 39">
            <a:extLst>
              <a:ext uri="{FF2B5EF4-FFF2-40B4-BE49-F238E27FC236}">
                <a16:creationId xmlns:a16="http://schemas.microsoft.com/office/drawing/2014/main" id="{0346911A-3B29-4255-8C24-913015638E04}"/>
              </a:ext>
            </a:extLst>
          </p:cNvPr>
          <p:cNvSpPr txBox="1"/>
          <p:nvPr/>
        </p:nvSpPr>
        <p:spPr>
          <a:xfrm>
            <a:off x="7500600" y="3626735"/>
            <a:ext cx="711331" cy="523220"/>
          </a:xfrm>
          <a:prstGeom prst="rect">
            <a:avLst/>
          </a:prstGeom>
          <a:noFill/>
        </p:spPr>
        <p:txBody>
          <a:bodyPr wrap="square" rtlCol="0">
            <a:spAutoFit/>
          </a:bodyPr>
          <a:lstStyle/>
          <a:p>
            <a:r>
              <a:rPr lang="en-US" altLang="zh-TW" sz="2800" dirty="0" err="1"/>
              <a:t>bc</a:t>
            </a:r>
            <a:endParaRPr lang="en-US" altLang="zh-TW" sz="2800" dirty="0"/>
          </a:p>
        </p:txBody>
      </p:sp>
      <p:sp>
        <p:nvSpPr>
          <p:cNvPr id="45" name="文字方塊 44">
            <a:extLst>
              <a:ext uri="{FF2B5EF4-FFF2-40B4-BE49-F238E27FC236}">
                <a16:creationId xmlns:a16="http://schemas.microsoft.com/office/drawing/2014/main" id="{7D45B155-C6C8-4994-B06A-1960F451CE21}"/>
              </a:ext>
            </a:extLst>
          </p:cNvPr>
          <p:cNvSpPr txBox="1"/>
          <p:nvPr/>
        </p:nvSpPr>
        <p:spPr>
          <a:xfrm>
            <a:off x="6792957" y="4717107"/>
            <a:ext cx="329942" cy="523220"/>
          </a:xfrm>
          <a:prstGeom prst="rect">
            <a:avLst/>
          </a:prstGeom>
          <a:noFill/>
        </p:spPr>
        <p:txBody>
          <a:bodyPr wrap="square" rtlCol="0">
            <a:spAutoFit/>
          </a:bodyPr>
          <a:lstStyle/>
          <a:p>
            <a:r>
              <a:rPr lang="en-US" altLang="zh-TW" sz="2800" dirty="0"/>
              <a:t>b</a:t>
            </a:r>
          </a:p>
        </p:txBody>
      </p:sp>
      <p:sp>
        <p:nvSpPr>
          <p:cNvPr id="46" name="文字方塊 45">
            <a:extLst>
              <a:ext uri="{FF2B5EF4-FFF2-40B4-BE49-F238E27FC236}">
                <a16:creationId xmlns:a16="http://schemas.microsoft.com/office/drawing/2014/main" id="{FE4B4775-4393-431A-870D-8EE624A039DC}"/>
              </a:ext>
            </a:extLst>
          </p:cNvPr>
          <p:cNvSpPr txBox="1"/>
          <p:nvPr/>
        </p:nvSpPr>
        <p:spPr>
          <a:xfrm>
            <a:off x="6221444" y="4663564"/>
            <a:ext cx="711331" cy="523220"/>
          </a:xfrm>
          <a:prstGeom prst="rect">
            <a:avLst/>
          </a:prstGeom>
          <a:noFill/>
        </p:spPr>
        <p:txBody>
          <a:bodyPr wrap="square" rtlCol="0">
            <a:spAutoFit/>
          </a:bodyPr>
          <a:lstStyle/>
          <a:p>
            <a:r>
              <a:rPr lang="en-US" altLang="zh-TW" sz="2800" dirty="0"/>
              <a:t>a</a:t>
            </a:r>
          </a:p>
        </p:txBody>
      </p:sp>
      <p:sp>
        <p:nvSpPr>
          <p:cNvPr id="47" name="文字方塊 46">
            <a:extLst>
              <a:ext uri="{FF2B5EF4-FFF2-40B4-BE49-F238E27FC236}">
                <a16:creationId xmlns:a16="http://schemas.microsoft.com/office/drawing/2014/main" id="{6FB47F6A-AB57-4DF2-A670-3C340C29A860}"/>
              </a:ext>
            </a:extLst>
          </p:cNvPr>
          <p:cNvSpPr txBox="1"/>
          <p:nvPr/>
        </p:nvSpPr>
        <p:spPr>
          <a:xfrm>
            <a:off x="7974584" y="4707196"/>
            <a:ext cx="329942" cy="523220"/>
          </a:xfrm>
          <a:prstGeom prst="rect">
            <a:avLst/>
          </a:prstGeom>
          <a:noFill/>
        </p:spPr>
        <p:txBody>
          <a:bodyPr wrap="square" rtlCol="0">
            <a:spAutoFit/>
          </a:bodyPr>
          <a:lstStyle/>
          <a:p>
            <a:r>
              <a:rPr lang="en-US" altLang="zh-TW" sz="2800" dirty="0"/>
              <a:t>c</a:t>
            </a:r>
          </a:p>
        </p:txBody>
      </p:sp>
      <p:sp>
        <p:nvSpPr>
          <p:cNvPr id="48" name="文字方塊 47">
            <a:extLst>
              <a:ext uri="{FF2B5EF4-FFF2-40B4-BE49-F238E27FC236}">
                <a16:creationId xmlns:a16="http://schemas.microsoft.com/office/drawing/2014/main" id="{DE0CC5E5-5F46-46A0-AAD3-D9ADD1FA3132}"/>
              </a:ext>
            </a:extLst>
          </p:cNvPr>
          <p:cNvSpPr txBox="1"/>
          <p:nvPr/>
        </p:nvSpPr>
        <p:spPr>
          <a:xfrm>
            <a:off x="7432926" y="4717107"/>
            <a:ext cx="420078" cy="523220"/>
          </a:xfrm>
          <a:prstGeom prst="rect">
            <a:avLst/>
          </a:prstGeom>
          <a:noFill/>
        </p:spPr>
        <p:txBody>
          <a:bodyPr wrap="square" rtlCol="0">
            <a:spAutoFit/>
          </a:bodyPr>
          <a:lstStyle/>
          <a:p>
            <a:r>
              <a:rPr lang="en-US" altLang="zh-TW" sz="2800" dirty="0"/>
              <a:t>b</a:t>
            </a:r>
          </a:p>
        </p:txBody>
      </p:sp>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041B1B0D-0070-4574-9BF6-C0345BDDB25C}"/>
                  </a:ext>
                </a:extLst>
              </p:cNvPr>
              <p:cNvSpPr txBox="1"/>
              <p:nvPr/>
            </p:nvSpPr>
            <p:spPr>
              <a:xfrm>
                <a:off x="9139647" y="4764058"/>
                <a:ext cx="1035576" cy="369332"/>
              </a:xfrm>
              <a:prstGeom prst="rect">
                <a:avLst/>
              </a:prstGeom>
              <a:noFill/>
            </p:spPr>
            <p:txBody>
              <a:bodyPr wrap="square" rtlCol="0">
                <a:spAutoFit/>
              </a:bodyPr>
              <a:lstStyle/>
              <a:p>
                <a:r>
                  <a:rPr lang="en-US" altLang="zh-TW" dirty="0"/>
                  <a:t>(n/</a:t>
                </a:r>
                <a14:m>
                  <m:oMath xmlns:m="http://schemas.openxmlformats.org/officeDocument/2006/math">
                    <m:sSup>
                      <m:sSupPr>
                        <m:ctrlPr>
                          <a:rPr lang="en-US" altLang="zh-TW" i="1" dirty="0" smtClean="0">
                            <a:latin typeface="Cambria Math" panose="02040503050406030204" pitchFamily="18" charset="0"/>
                          </a:rPr>
                        </m:ctrlPr>
                      </m:sSupPr>
                      <m:e>
                        <m:r>
                          <a:rPr lang="en-US" altLang="zh-TW" b="0" i="1" dirty="0" smtClean="0">
                            <a:latin typeface="Cambria Math" panose="02040503050406030204" pitchFamily="18" charset="0"/>
                          </a:rPr>
                          <m:t>2</m:t>
                        </m:r>
                      </m:e>
                      <m:sup>
                        <m:r>
                          <a:rPr lang="en-US" altLang="zh-TW" b="0" i="1" dirty="0" smtClean="0">
                            <a:latin typeface="Cambria Math" panose="02040503050406030204" pitchFamily="18" charset="0"/>
                          </a:rPr>
                          <m:t>𝑠</m:t>
                        </m:r>
                      </m:sup>
                    </m:sSup>
                    <m:r>
                      <a:rPr lang="en-US" altLang="zh-TW" b="0" i="1" dirty="0" smtClean="0">
                        <a:latin typeface="Cambria Math" panose="02040503050406030204" pitchFamily="18" charset="0"/>
                      </a:rPr>
                      <m:t>)</m:t>
                    </m:r>
                    <m:r>
                      <a:rPr lang="en-US" altLang="zh-TW" b="0" i="1" baseline="30000" dirty="0" smtClean="0">
                        <a:latin typeface="Cambria Math" panose="02040503050406030204" pitchFamily="18" charset="0"/>
                      </a:rPr>
                      <m:t>2</m:t>
                    </m:r>
                  </m:oMath>
                </a14:m>
                <a:endParaRPr lang="zh-TW" altLang="en-US" baseline="30000" dirty="0"/>
              </a:p>
            </p:txBody>
          </p:sp>
        </mc:Choice>
        <mc:Fallback xmlns="">
          <p:sp>
            <p:nvSpPr>
              <p:cNvPr id="49" name="文字方塊 48">
                <a:extLst>
                  <a:ext uri="{FF2B5EF4-FFF2-40B4-BE49-F238E27FC236}">
                    <a16:creationId xmlns:a16="http://schemas.microsoft.com/office/drawing/2014/main" id="{041B1B0D-0070-4574-9BF6-C0345BDDB25C}"/>
                  </a:ext>
                </a:extLst>
              </p:cNvPr>
              <p:cNvSpPr txBox="1">
                <a:spLocks noRot="1" noChangeAspect="1" noMove="1" noResize="1" noEditPoints="1" noAdjustHandles="1" noChangeArrowheads="1" noChangeShapeType="1" noTextEdit="1"/>
              </p:cNvSpPr>
              <p:nvPr/>
            </p:nvSpPr>
            <p:spPr>
              <a:xfrm>
                <a:off x="9139647" y="4764058"/>
                <a:ext cx="1035576" cy="369332"/>
              </a:xfrm>
              <a:prstGeom prst="rect">
                <a:avLst/>
              </a:prstGeom>
              <a:blipFill>
                <a:blip r:embed="rId3"/>
                <a:stretch>
                  <a:fillRect l="-4706" t="-10000" b="-26667"/>
                </a:stretch>
              </a:blipFill>
            </p:spPr>
            <p:txBody>
              <a:bodyPr/>
              <a:lstStyle/>
              <a:p>
                <a:r>
                  <a:rPr lang="zh-TW" altLang="en-US">
                    <a:noFill/>
                  </a:rPr>
                  <a:t> </a:t>
                </a:r>
              </a:p>
            </p:txBody>
          </p:sp>
        </mc:Fallback>
      </mc:AlternateContent>
      <p:sp>
        <p:nvSpPr>
          <p:cNvPr id="50" name="文字方塊 49">
            <a:extLst>
              <a:ext uri="{FF2B5EF4-FFF2-40B4-BE49-F238E27FC236}">
                <a16:creationId xmlns:a16="http://schemas.microsoft.com/office/drawing/2014/main" id="{B35E364B-EB5E-44AD-AB7F-1CAC7AB01499}"/>
              </a:ext>
            </a:extLst>
          </p:cNvPr>
          <p:cNvSpPr txBox="1"/>
          <p:nvPr/>
        </p:nvSpPr>
        <p:spPr>
          <a:xfrm>
            <a:off x="2042959" y="3631349"/>
            <a:ext cx="735290" cy="369332"/>
          </a:xfrm>
          <a:prstGeom prst="rect">
            <a:avLst/>
          </a:prstGeom>
          <a:noFill/>
        </p:spPr>
        <p:txBody>
          <a:bodyPr wrap="square" rtlCol="0">
            <a:spAutoFit/>
          </a:bodyPr>
          <a:lstStyle/>
          <a:p>
            <a:r>
              <a:rPr lang="en-US" altLang="zh-TW" dirty="0"/>
              <a:t>S=2</a:t>
            </a:r>
            <a:endParaRPr lang="zh-TW" altLang="en-US" dirty="0"/>
          </a:p>
        </p:txBody>
      </p:sp>
      <p:sp>
        <p:nvSpPr>
          <p:cNvPr id="51" name="文字方塊 50">
            <a:extLst>
              <a:ext uri="{FF2B5EF4-FFF2-40B4-BE49-F238E27FC236}">
                <a16:creationId xmlns:a16="http://schemas.microsoft.com/office/drawing/2014/main" id="{34A2CFA4-0C32-43F6-BFCC-2EF6BA322FD2}"/>
              </a:ext>
            </a:extLst>
          </p:cNvPr>
          <p:cNvSpPr txBox="1"/>
          <p:nvPr/>
        </p:nvSpPr>
        <p:spPr>
          <a:xfrm>
            <a:off x="2042959" y="4719588"/>
            <a:ext cx="735290" cy="369332"/>
          </a:xfrm>
          <a:prstGeom prst="rect">
            <a:avLst/>
          </a:prstGeom>
          <a:noFill/>
        </p:spPr>
        <p:txBody>
          <a:bodyPr wrap="square" rtlCol="0">
            <a:spAutoFit/>
          </a:bodyPr>
          <a:lstStyle/>
          <a:p>
            <a:r>
              <a:rPr lang="en-US" altLang="zh-TW" dirty="0"/>
              <a:t>S=0</a:t>
            </a:r>
            <a:endParaRPr lang="zh-TW" altLang="en-US" dirty="0"/>
          </a:p>
        </p:txBody>
      </p:sp>
      <p:sp>
        <p:nvSpPr>
          <p:cNvPr id="52" name="文字方塊 51">
            <a:extLst>
              <a:ext uri="{FF2B5EF4-FFF2-40B4-BE49-F238E27FC236}">
                <a16:creationId xmlns:a16="http://schemas.microsoft.com/office/drawing/2014/main" id="{C709E95E-19FD-4640-A356-8D0EC37ED230}"/>
              </a:ext>
            </a:extLst>
          </p:cNvPr>
          <p:cNvSpPr txBox="1"/>
          <p:nvPr/>
        </p:nvSpPr>
        <p:spPr>
          <a:xfrm>
            <a:off x="2042959" y="2379806"/>
            <a:ext cx="735290" cy="369332"/>
          </a:xfrm>
          <a:prstGeom prst="rect">
            <a:avLst/>
          </a:prstGeom>
          <a:noFill/>
        </p:spPr>
        <p:txBody>
          <a:bodyPr wrap="square" rtlCol="0">
            <a:spAutoFit/>
          </a:bodyPr>
          <a:lstStyle/>
          <a:p>
            <a:r>
              <a:rPr lang="en-US" altLang="zh-TW" dirty="0"/>
              <a:t>S=1</a:t>
            </a:r>
            <a:endParaRPr lang="zh-TW" altLang="en-US" dirty="0"/>
          </a:p>
        </p:txBody>
      </p:sp>
      <p:cxnSp>
        <p:nvCxnSpPr>
          <p:cNvPr id="59" name="直線單箭頭接點 58">
            <a:extLst>
              <a:ext uri="{FF2B5EF4-FFF2-40B4-BE49-F238E27FC236}">
                <a16:creationId xmlns:a16="http://schemas.microsoft.com/office/drawing/2014/main" id="{D1553399-1D5D-4B39-B7B3-26EBCFAF340E}"/>
              </a:ext>
            </a:extLst>
          </p:cNvPr>
          <p:cNvCxnSpPr>
            <a:cxnSpLocks/>
          </p:cNvCxnSpPr>
          <p:nvPr/>
        </p:nvCxnSpPr>
        <p:spPr>
          <a:xfrm flipH="1">
            <a:off x="4785073" y="4265843"/>
            <a:ext cx="50877" cy="392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E4803FC5-4E57-441A-BA64-403CE058E183}"/>
              </a:ext>
            </a:extLst>
          </p:cNvPr>
          <p:cNvCxnSpPr>
            <a:cxnSpLocks/>
          </p:cNvCxnSpPr>
          <p:nvPr/>
        </p:nvCxnSpPr>
        <p:spPr>
          <a:xfrm>
            <a:off x="5059329" y="4254309"/>
            <a:ext cx="120306" cy="414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C27BA4A8-B87D-4574-8681-19E7EE861D42}"/>
              </a:ext>
            </a:extLst>
          </p:cNvPr>
          <p:cNvCxnSpPr>
            <a:cxnSpLocks/>
          </p:cNvCxnSpPr>
          <p:nvPr/>
        </p:nvCxnSpPr>
        <p:spPr>
          <a:xfrm flipH="1">
            <a:off x="6826578" y="3001913"/>
            <a:ext cx="249809" cy="605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59FDBAA8-D880-4B48-BF7F-C209D2FA9DEF}"/>
              </a:ext>
            </a:extLst>
          </p:cNvPr>
          <p:cNvCxnSpPr>
            <a:cxnSpLocks/>
          </p:cNvCxnSpPr>
          <p:nvPr/>
        </p:nvCxnSpPr>
        <p:spPr>
          <a:xfrm>
            <a:off x="7615779" y="2997543"/>
            <a:ext cx="153479" cy="610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a:extLst>
              <a:ext uri="{FF2B5EF4-FFF2-40B4-BE49-F238E27FC236}">
                <a16:creationId xmlns:a16="http://schemas.microsoft.com/office/drawing/2014/main" id="{87B64F46-58CB-4E9A-8F5B-B8B1EC9DEE3C}"/>
              </a:ext>
            </a:extLst>
          </p:cNvPr>
          <p:cNvCxnSpPr>
            <a:cxnSpLocks/>
          </p:cNvCxnSpPr>
          <p:nvPr/>
        </p:nvCxnSpPr>
        <p:spPr>
          <a:xfrm flipH="1">
            <a:off x="6482890" y="4203272"/>
            <a:ext cx="182510" cy="47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A45A0548-873A-42D8-A882-51688B1BD02D}"/>
              </a:ext>
            </a:extLst>
          </p:cNvPr>
          <p:cNvCxnSpPr>
            <a:cxnSpLocks/>
          </p:cNvCxnSpPr>
          <p:nvPr/>
        </p:nvCxnSpPr>
        <p:spPr>
          <a:xfrm>
            <a:off x="6788291" y="4227802"/>
            <a:ext cx="145624" cy="436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D8DB4F0F-5DC9-434A-9EC3-2A9E0C694240}"/>
              </a:ext>
            </a:extLst>
          </p:cNvPr>
          <p:cNvCxnSpPr>
            <a:cxnSpLocks/>
          </p:cNvCxnSpPr>
          <p:nvPr/>
        </p:nvCxnSpPr>
        <p:spPr>
          <a:xfrm flipH="1">
            <a:off x="7642965" y="4314546"/>
            <a:ext cx="50877" cy="392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C360D22C-F8F3-476D-9BF2-998FAF9A5281}"/>
              </a:ext>
            </a:extLst>
          </p:cNvPr>
          <p:cNvCxnSpPr>
            <a:cxnSpLocks/>
          </p:cNvCxnSpPr>
          <p:nvPr/>
        </p:nvCxnSpPr>
        <p:spPr>
          <a:xfrm>
            <a:off x="7917221" y="4303012"/>
            <a:ext cx="120306" cy="414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圖片 3" descr="一張含有 手錶 的圖片&#10;&#10;自動產生的描述">
            <a:extLst>
              <a:ext uri="{FF2B5EF4-FFF2-40B4-BE49-F238E27FC236}">
                <a16:creationId xmlns:a16="http://schemas.microsoft.com/office/drawing/2014/main" id="{0383A5AE-EA13-422F-9BF8-D1309BD5CA34}"/>
              </a:ext>
            </a:extLst>
          </p:cNvPr>
          <p:cNvPicPr>
            <a:picLocks noChangeAspect="1"/>
          </p:cNvPicPr>
          <p:nvPr/>
        </p:nvPicPr>
        <p:blipFill>
          <a:blip r:embed="rId4"/>
          <a:stretch>
            <a:fillRect/>
          </a:stretch>
        </p:blipFill>
        <p:spPr>
          <a:xfrm>
            <a:off x="3824984" y="5517514"/>
            <a:ext cx="4229100" cy="552450"/>
          </a:xfrm>
          <a:prstGeom prst="rect">
            <a:avLst/>
          </a:prstGeom>
        </p:spPr>
      </p:pic>
    </p:spTree>
    <p:extLst>
      <p:ext uri="{BB962C8B-B14F-4D97-AF65-F5344CB8AC3E}">
        <p14:creationId xmlns:p14="http://schemas.microsoft.com/office/powerpoint/2010/main" val="4037688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Supporting Insertions</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E68AEB98-86D9-4AB1-A8C0-ABEC50F99FCE}"/>
              </a:ext>
            </a:extLst>
          </p:cNvPr>
          <p:cNvSpPr txBox="1"/>
          <p:nvPr/>
        </p:nvSpPr>
        <p:spPr>
          <a:xfrm>
            <a:off x="3624998" y="2288335"/>
            <a:ext cx="1781666" cy="523220"/>
          </a:xfrm>
          <a:prstGeom prst="rect">
            <a:avLst/>
          </a:prstGeom>
          <a:noFill/>
        </p:spPr>
        <p:txBody>
          <a:bodyPr wrap="square" rtlCol="0">
            <a:spAutoFit/>
          </a:bodyPr>
          <a:lstStyle/>
          <a:p>
            <a:r>
              <a:rPr lang="en-US" altLang="zh-TW" sz="2800" dirty="0"/>
              <a:t>S = </a:t>
            </a:r>
            <a:r>
              <a:rPr lang="en-US" altLang="zh-TW" sz="2800" dirty="0" err="1"/>
              <a:t>aba</a:t>
            </a:r>
            <a:r>
              <a:rPr lang="en-US" altLang="zh-TW" sz="2800" dirty="0" err="1">
                <a:solidFill>
                  <a:srgbClr val="FF0000"/>
                </a:solidFill>
              </a:rPr>
              <a:t>b</a:t>
            </a:r>
            <a:r>
              <a:rPr lang="en-US" altLang="zh-TW" sz="2800" dirty="0" err="1"/>
              <a:t>c</a:t>
            </a:r>
            <a:endParaRPr lang="en-US" altLang="zh-TW" sz="2800" dirty="0"/>
          </a:p>
        </p:txBody>
      </p:sp>
      <p:sp>
        <p:nvSpPr>
          <p:cNvPr id="12" name="文字方塊 11">
            <a:extLst>
              <a:ext uri="{FF2B5EF4-FFF2-40B4-BE49-F238E27FC236}">
                <a16:creationId xmlns:a16="http://schemas.microsoft.com/office/drawing/2014/main" id="{1DC7EAA0-9B03-45E2-9A7F-0A85E6AEB6EE}"/>
              </a:ext>
            </a:extLst>
          </p:cNvPr>
          <p:cNvSpPr txBox="1"/>
          <p:nvPr/>
        </p:nvSpPr>
        <p:spPr>
          <a:xfrm>
            <a:off x="6562625" y="2302862"/>
            <a:ext cx="1781666" cy="523220"/>
          </a:xfrm>
          <a:prstGeom prst="rect">
            <a:avLst/>
          </a:prstGeom>
          <a:noFill/>
        </p:spPr>
        <p:txBody>
          <a:bodyPr wrap="square" rtlCol="0">
            <a:spAutoFit/>
          </a:bodyPr>
          <a:lstStyle/>
          <a:p>
            <a:r>
              <a:rPr lang="en-US" altLang="zh-TW" sz="2800" dirty="0"/>
              <a:t>T = </a:t>
            </a:r>
            <a:r>
              <a:rPr lang="en-US" altLang="zh-TW" sz="2800" dirty="0" err="1"/>
              <a:t>abbc</a:t>
            </a:r>
            <a:endParaRPr lang="zh-TW" altLang="en-US" sz="2800" dirty="0"/>
          </a:p>
        </p:txBody>
      </p:sp>
      <p:cxnSp>
        <p:nvCxnSpPr>
          <p:cNvPr id="7" name="直線單箭頭接點 6">
            <a:extLst>
              <a:ext uri="{FF2B5EF4-FFF2-40B4-BE49-F238E27FC236}">
                <a16:creationId xmlns:a16="http://schemas.microsoft.com/office/drawing/2014/main" id="{16AC02FA-2BA4-4FBC-A4C3-67194E0911C7}"/>
              </a:ext>
            </a:extLst>
          </p:cNvPr>
          <p:cNvCxnSpPr>
            <a:cxnSpLocks/>
          </p:cNvCxnSpPr>
          <p:nvPr/>
        </p:nvCxnSpPr>
        <p:spPr>
          <a:xfrm flipH="1">
            <a:off x="3893270" y="3066330"/>
            <a:ext cx="249809" cy="605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74358DA7-595F-4671-8C30-48324CAA9F21}"/>
              </a:ext>
            </a:extLst>
          </p:cNvPr>
          <p:cNvCxnSpPr>
            <a:cxnSpLocks/>
          </p:cNvCxnSpPr>
          <p:nvPr/>
        </p:nvCxnSpPr>
        <p:spPr>
          <a:xfrm>
            <a:off x="4682471" y="3061960"/>
            <a:ext cx="153479" cy="610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1FD27262-1D29-4D4A-BA18-E097D7663389}"/>
              </a:ext>
            </a:extLst>
          </p:cNvPr>
          <p:cNvSpPr txBox="1"/>
          <p:nvPr/>
        </p:nvSpPr>
        <p:spPr>
          <a:xfrm>
            <a:off x="3600057" y="3631349"/>
            <a:ext cx="711331" cy="523220"/>
          </a:xfrm>
          <a:prstGeom prst="rect">
            <a:avLst/>
          </a:prstGeom>
          <a:noFill/>
        </p:spPr>
        <p:txBody>
          <a:bodyPr wrap="square" rtlCol="0">
            <a:spAutoFit/>
          </a:bodyPr>
          <a:lstStyle/>
          <a:p>
            <a:r>
              <a:rPr lang="en-US" altLang="zh-TW" sz="2800" dirty="0"/>
              <a:t>ab</a:t>
            </a:r>
          </a:p>
        </p:txBody>
      </p:sp>
      <p:sp>
        <p:nvSpPr>
          <p:cNvPr id="19" name="文字方塊 18">
            <a:extLst>
              <a:ext uri="{FF2B5EF4-FFF2-40B4-BE49-F238E27FC236}">
                <a16:creationId xmlns:a16="http://schemas.microsoft.com/office/drawing/2014/main" id="{BD688BAC-C4CA-46D9-9BB3-89E328EA6D28}"/>
              </a:ext>
            </a:extLst>
          </p:cNvPr>
          <p:cNvSpPr txBox="1"/>
          <p:nvPr/>
        </p:nvSpPr>
        <p:spPr>
          <a:xfrm>
            <a:off x="4682471" y="3655719"/>
            <a:ext cx="711331" cy="523220"/>
          </a:xfrm>
          <a:prstGeom prst="rect">
            <a:avLst/>
          </a:prstGeom>
          <a:noFill/>
        </p:spPr>
        <p:txBody>
          <a:bodyPr wrap="square" rtlCol="0">
            <a:spAutoFit/>
          </a:bodyPr>
          <a:lstStyle/>
          <a:p>
            <a:r>
              <a:rPr lang="en-US" altLang="zh-TW" sz="2800" dirty="0" err="1"/>
              <a:t>a</a:t>
            </a:r>
            <a:r>
              <a:rPr lang="en-US" altLang="zh-TW" sz="2800" dirty="0" err="1">
                <a:solidFill>
                  <a:srgbClr val="FF0000"/>
                </a:solidFill>
              </a:rPr>
              <a:t>b</a:t>
            </a:r>
            <a:r>
              <a:rPr lang="en-US" altLang="zh-TW" sz="2800" dirty="0" err="1"/>
              <a:t>c</a:t>
            </a:r>
            <a:endParaRPr lang="en-US" altLang="zh-TW" sz="2800" dirty="0"/>
          </a:p>
        </p:txBody>
      </p:sp>
      <p:cxnSp>
        <p:nvCxnSpPr>
          <p:cNvPr id="25" name="直線單箭頭接點 24">
            <a:extLst>
              <a:ext uri="{FF2B5EF4-FFF2-40B4-BE49-F238E27FC236}">
                <a16:creationId xmlns:a16="http://schemas.microsoft.com/office/drawing/2014/main" id="{856C6489-A84A-4A26-B936-3C2A0A1B4ABE}"/>
              </a:ext>
            </a:extLst>
          </p:cNvPr>
          <p:cNvCxnSpPr>
            <a:cxnSpLocks/>
          </p:cNvCxnSpPr>
          <p:nvPr/>
        </p:nvCxnSpPr>
        <p:spPr>
          <a:xfrm flipH="1">
            <a:off x="3624998" y="4154569"/>
            <a:ext cx="182510" cy="47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9833B985-D818-4675-9745-CD529F173ECB}"/>
              </a:ext>
            </a:extLst>
          </p:cNvPr>
          <p:cNvCxnSpPr>
            <a:cxnSpLocks/>
          </p:cNvCxnSpPr>
          <p:nvPr/>
        </p:nvCxnSpPr>
        <p:spPr>
          <a:xfrm>
            <a:off x="3930399" y="4179099"/>
            <a:ext cx="145624" cy="436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DF6FD297-75D2-4E55-99CA-00C8B9B235F9}"/>
              </a:ext>
            </a:extLst>
          </p:cNvPr>
          <p:cNvSpPr txBox="1"/>
          <p:nvPr/>
        </p:nvSpPr>
        <p:spPr>
          <a:xfrm>
            <a:off x="3928479" y="4690499"/>
            <a:ext cx="329942" cy="523220"/>
          </a:xfrm>
          <a:prstGeom prst="rect">
            <a:avLst/>
          </a:prstGeom>
          <a:noFill/>
        </p:spPr>
        <p:txBody>
          <a:bodyPr wrap="square" rtlCol="0">
            <a:spAutoFit/>
          </a:bodyPr>
          <a:lstStyle/>
          <a:p>
            <a:r>
              <a:rPr lang="en-US" altLang="zh-TW" sz="2800" dirty="0"/>
              <a:t>b</a:t>
            </a:r>
          </a:p>
        </p:txBody>
      </p:sp>
      <p:sp>
        <p:nvSpPr>
          <p:cNvPr id="34" name="文字方塊 33">
            <a:extLst>
              <a:ext uri="{FF2B5EF4-FFF2-40B4-BE49-F238E27FC236}">
                <a16:creationId xmlns:a16="http://schemas.microsoft.com/office/drawing/2014/main" id="{A6BE731B-DDB9-4D66-B49C-2CC1BCDD33B2}"/>
              </a:ext>
            </a:extLst>
          </p:cNvPr>
          <p:cNvSpPr txBox="1"/>
          <p:nvPr/>
        </p:nvSpPr>
        <p:spPr>
          <a:xfrm>
            <a:off x="3372878" y="4668404"/>
            <a:ext cx="452106" cy="523220"/>
          </a:xfrm>
          <a:prstGeom prst="rect">
            <a:avLst/>
          </a:prstGeom>
          <a:noFill/>
        </p:spPr>
        <p:txBody>
          <a:bodyPr wrap="square" rtlCol="0">
            <a:spAutoFit/>
          </a:bodyPr>
          <a:lstStyle/>
          <a:p>
            <a:r>
              <a:rPr lang="en-US" altLang="zh-TW" sz="2800" dirty="0"/>
              <a:t>a</a:t>
            </a:r>
          </a:p>
        </p:txBody>
      </p:sp>
      <p:sp>
        <p:nvSpPr>
          <p:cNvPr id="35" name="文字方塊 34">
            <a:extLst>
              <a:ext uri="{FF2B5EF4-FFF2-40B4-BE49-F238E27FC236}">
                <a16:creationId xmlns:a16="http://schemas.microsoft.com/office/drawing/2014/main" id="{73D55307-2F75-4778-8F16-7A43E3DC854D}"/>
              </a:ext>
            </a:extLst>
          </p:cNvPr>
          <p:cNvSpPr txBox="1"/>
          <p:nvPr/>
        </p:nvSpPr>
        <p:spPr>
          <a:xfrm>
            <a:off x="5276160" y="4672453"/>
            <a:ext cx="329942" cy="523220"/>
          </a:xfrm>
          <a:prstGeom prst="rect">
            <a:avLst/>
          </a:prstGeom>
          <a:noFill/>
        </p:spPr>
        <p:txBody>
          <a:bodyPr wrap="square" rtlCol="0">
            <a:spAutoFit/>
          </a:bodyPr>
          <a:lstStyle/>
          <a:p>
            <a:r>
              <a:rPr lang="en-US" altLang="zh-TW" sz="2800" dirty="0"/>
              <a:t>c</a:t>
            </a:r>
          </a:p>
        </p:txBody>
      </p:sp>
      <p:sp>
        <p:nvSpPr>
          <p:cNvPr id="36" name="文字方塊 35">
            <a:extLst>
              <a:ext uri="{FF2B5EF4-FFF2-40B4-BE49-F238E27FC236}">
                <a16:creationId xmlns:a16="http://schemas.microsoft.com/office/drawing/2014/main" id="{D131B042-9D78-442D-86F3-D1BBC88BA352}"/>
              </a:ext>
            </a:extLst>
          </p:cNvPr>
          <p:cNvSpPr txBox="1"/>
          <p:nvPr/>
        </p:nvSpPr>
        <p:spPr>
          <a:xfrm>
            <a:off x="4491399" y="4663564"/>
            <a:ext cx="661869" cy="523220"/>
          </a:xfrm>
          <a:prstGeom prst="rect">
            <a:avLst/>
          </a:prstGeom>
          <a:noFill/>
        </p:spPr>
        <p:txBody>
          <a:bodyPr wrap="square" rtlCol="0">
            <a:spAutoFit/>
          </a:bodyPr>
          <a:lstStyle/>
          <a:p>
            <a:r>
              <a:rPr lang="en-US" altLang="zh-TW" sz="2800" dirty="0"/>
              <a:t>a</a:t>
            </a:r>
            <a:r>
              <a:rPr lang="en-US" altLang="zh-TW" sz="2800" dirty="0">
                <a:solidFill>
                  <a:srgbClr val="FF0000"/>
                </a:solidFill>
              </a:rPr>
              <a:t>b</a:t>
            </a:r>
          </a:p>
        </p:txBody>
      </p:sp>
      <p:sp>
        <p:nvSpPr>
          <p:cNvPr id="39" name="文字方塊 38">
            <a:extLst>
              <a:ext uri="{FF2B5EF4-FFF2-40B4-BE49-F238E27FC236}">
                <a16:creationId xmlns:a16="http://schemas.microsoft.com/office/drawing/2014/main" id="{F4D99D20-0B0F-4F5B-BE18-677A6D896FAC}"/>
              </a:ext>
            </a:extLst>
          </p:cNvPr>
          <p:cNvSpPr txBox="1"/>
          <p:nvPr/>
        </p:nvSpPr>
        <p:spPr>
          <a:xfrm>
            <a:off x="6470912" y="3631349"/>
            <a:ext cx="711331" cy="523220"/>
          </a:xfrm>
          <a:prstGeom prst="rect">
            <a:avLst/>
          </a:prstGeom>
          <a:noFill/>
        </p:spPr>
        <p:txBody>
          <a:bodyPr wrap="square" rtlCol="0">
            <a:spAutoFit/>
          </a:bodyPr>
          <a:lstStyle/>
          <a:p>
            <a:r>
              <a:rPr lang="en-US" altLang="zh-TW" sz="2800" dirty="0"/>
              <a:t>ab</a:t>
            </a:r>
          </a:p>
        </p:txBody>
      </p:sp>
      <p:sp>
        <p:nvSpPr>
          <p:cNvPr id="40" name="文字方塊 39">
            <a:extLst>
              <a:ext uri="{FF2B5EF4-FFF2-40B4-BE49-F238E27FC236}">
                <a16:creationId xmlns:a16="http://schemas.microsoft.com/office/drawing/2014/main" id="{0346911A-3B29-4255-8C24-913015638E04}"/>
              </a:ext>
            </a:extLst>
          </p:cNvPr>
          <p:cNvSpPr txBox="1"/>
          <p:nvPr/>
        </p:nvSpPr>
        <p:spPr>
          <a:xfrm>
            <a:off x="7500600" y="3626735"/>
            <a:ext cx="711331" cy="523220"/>
          </a:xfrm>
          <a:prstGeom prst="rect">
            <a:avLst/>
          </a:prstGeom>
          <a:noFill/>
        </p:spPr>
        <p:txBody>
          <a:bodyPr wrap="square" rtlCol="0">
            <a:spAutoFit/>
          </a:bodyPr>
          <a:lstStyle/>
          <a:p>
            <a:r>
              <a:rPr lang="en-US" altLang="zh-TW" sz="2800" dirty="0" err="1"/>
              <a:t>bc</a:t>
            </a:r>
            <a:endParaRPr lang="en-US" altLang="zh-TW" sz="2800" dirty="0"/>
          </a:p>
        </p:txBody>
      </p:sp>
      <p:sp>
        <p:nvSpPr>
          <p:cNvPr id="45" name="文字方塊 44">
            <a:extLst>
              <a:ext uri="{FF2B5EF4-FFF2-40B4-BE49-F238E27FC236}">
                <a16:creationId xmlns:a16="http://schemas.microsoft.com/office/drawing/2014/main" id="{7D45B155-C6C8-4994-B06A-1960F451CE21}"/>
              </a:ext>
            </a:extLst>
          </p:cNvPr>
          <p:cNvSpPr txBox="1"/>
          <p:nvPr/>
        </p:nvSpPr>
        <p:spPr>
          <a:xfrm>
            <a:off x="6792957" y="4717107"/>
            <a:ext cx="329942" cy="523220"/>
          </a:xfrm>
          <a:prstGeom prst="rect">
            <a:avLst/>
          </a:prstGeom>
          <a:noFill/>
        </p:spPr>
        <p:txBody>
          <a:bodyPr wrap="square" rtlCol="0">
            <a:spAutoFit/>
          </a:bodyPr>
          <a:lstStyle/>
          <a:p>
            <a:r>
              <a:rPr lang="en-US" altLang="zh-TW" sz="2800" dirty="0"/>
              <a:t>b</a:t>
            </a:r>
          </a:p>
        </p:txBody>
      </p:sp>
      <p:sp>
        <p:nvSpPr>
          <p:cNvPr id="46" name="文字方塊 45">
            <a:extLst>
              <a:ext uri="{FF2B5EF4-FFF2-40B4-BE49-F238E27FC236}">
                <a16:creationId xmlns:a16="http://schemas.microsoft.com/office/drawing/2014/main" id="{FE4B4775-4393-431A-870D-8EE624A039DC}"/>
              </a:ext>
            </a:extLst>
          </p:cNvPr>
          <p:cNvSpPr txBox="1"/>
          <p:nvPr/>
        </p:nvSpPr>
        <p:spPr>
          <a:xfrm>
            <a:off x="6221444" y="4663564"/>
            <a:ext cx="711331" cy="523220"/>
          </a:xfrm>
          <a:prstGeom prst="rect">
            <a:avLst/>
          </a:prstGeom>
          <a:noFill/>
        </p:spPr>
        <p:txBody>
          <a:bodyPr wrap="square" rtlCol="0">
            <a:spAutoFit/>
          </a:bodyPr>
          <a:lstStyle/>
          <a:p>
            <a:r>
              <a:rPr lang="en-US" altLang="zh-TW" sz="2800" dirty="0"/>
              <a:t>a</a:t>
            </a:r>
          </a:p>
        </p:txBody>
      </p:sp>
      <p:sp>
        <p:nvSpPr>
          <p:cNvPr id="47" name="文字方塊 46">
            <a:extLst>
              <a:ext uri="{FF2B5EF4-FFF2-40B4-BE49-F238E27FC236}">
                <a16:creationId xmlns:a16="http://schemas.microsoft.com/office/drawing/2014/main" id="{6FB47F6A-AB57-4DF2-A670-3C340C29A860}"/>
              </a:ext>
            </a:extLst>
          </p:cNvPr>
          <p:cNvSpPr txBox="1"/>
          <p:nvPr/>
        </p:nvSpPr>
        <p:spPr>
          <a:xfrm>
            <a:off x="7974584" y="4707196"/>
            <a:ext cx="329942" cy="523220"/>
          </a:xfrm>
          <a:prstGeom prst="rect">
            <a:avLst/>
          </a:prstGeom>
          <a:noFill/>
        </p:spPr>
        <p:txBody>
          <a:bodyPr wrap="square" rtlCol="0">
            <a:spAutoFit/>
          </a:bodyPr>
          <a:lstStyle/>
          <a:p>
            <a:r>
              <a:rPr lang="en-US" altLang="zh-TW" sz="2800" dirty="0"/>
              <a:t>c</a:t>
            </a:r>
          </a:p>
        </p:txBody>
      </p:sp>
      <p:sp>
        <p:nvSpPr>
          <p:cNvPr id="48" name="文字方塊 47">
            <a:extLst>
              <a:ext uri="{FF2B5EF4-FFF2-40B4-BE49-F238E27FC236}">
                <a16:creationId xmlns:a16="http://schemas.microsoft.com/office/drawing/2014/main" id="{DE0CC5E5-5F46-46A0-AAD3-D9ADD1FA3132}"/>
              </a:ext>
            </a:extLst>
          </p:cNvPr>
          <p:cNvSpPr txBox="1"/>
          <p:nvPr/>
        </p:nvSpPr>
        <p:spPr>
          <a:xfrm>
            <a:off x="7432926" y="4717107"/>
            <a:ext cx="420078" cy="523220"/>
          </a:xfrm>
          <a:prstGeom prst="rect">
            <a:avLst/>
          </a:prstGeom>
          <a:noFill/>
        </p:spPr>
        <p:txBody>
          <a:bodyPr wrap="square" rtlCol="0">
            <a:spAutoFit/>
          </a:bodyPr>
          <a:lstStyle/>
          <a:p>
            <a:r>
              <a:rPr lang="en-US" altLang="zh-TW" sz="2800" dirty="0"/>
              <a:t>b</a:t>
            </a:r>
          </a:p>
        </p:txBody>
      </p:sp>
      <p:sp>
        <p:nvSpPr>
          <p:cNvPr id="50" name="文字方塊 49">
            <a:extLst>
              <a:ext uri="{FF2B5EF4-FFF2-40B4-BE49-F238E27FC236}">
                <a16:creationId xmlns:a16="http://schemas.microsoft.com/office/drawing/2014/main" id="{B35E364B-EB5E-44AD-AB7F-1CAC7AB01499}"/>
              </a:ext>
            </a:extLst>
          </p:cNvPr>
          <p:cNvSpPr txBox="1"/>
          <p:nvPr/>
        </p:nvSpPr>
        <p:spPr>
          <a:xfrm>
            <a:off x="2042959" y="3631349"/>
            <a:ext cx="735290" cy="369332"/>
          </a:xfrm>
          <a:prstGeom prst="rect">
            <a:avLst/>
          </a:prstGeom>
          <a:noFill/>
        </p:spPr>
        <p:txBody>
          <a:bodyPr wrap="square" rtlCol="0">
            <a:spAutoFit/>
          </a:bodyPr>
          <a:lstStyle/>
          <a:p>
            <a:r>
              <a:rPr lang="en-US" altLang="zh-TW" dirty="0"/>
              <a:t>S=2</a:t>
            </a:r>
            <a:endParaRPr lang="zh-TW" altLang="en-US" dirty="0"/>
          </a:p>
        </p:txBody>
      </p:sp>
      <p:sp>
        <p:nvSpPr>
          <p:cNvPr id="51" name="文字方塊 50">
            <a:extLst>
              <a:ext uri="{FF2B5EF4-FFF2-40B4-BE49-F238E27FC236}">
                <a16:creationId xmlns:a16="http://schemas.microsoft.com/office/drawing/2014/main" id="{34A2CFA4-0C32-43F6-BFCC-2EF6BA322FD2}"/>
              </a:ext>
            </a:extLst>
          </p:cNvPr>
          <p:cNvSpPr txBox="1"/>
          <p:nvPr/>
        </p:nvSpPr>
        <p:spPr>
          <a:xfrm>
            <a:off x="2042959" y="4719588"/>
            <a:ext cx="735290" cy="369332"/>
          </a:xfrm>
          <a:prstGeom prst="rect">
            <a:avLst/>
          </a:prstGeom>
          <a:noFill/>
        </p:spPr>
        <p:txBody>
          <a:bodyPr wrap="square" rtlCol="0">
            <a:spAutoFit/>
          </a:bodyPr>
          <a:lstStyle/>
          <a:p>
            <a:r>
              <a:rPr lang="en-US" altLang="zh-TW" dirty="0"/>
              <a:t>S=0</a:t>
            </a:r>
            <a:endParaRPr lang="zh-TW" altLang="en-US" dirty="0"/>
          </a:p>
        </p:txBody>
      </p:sp>
      <p:sp>
        <p:nvSpPr>
          <p:cNvPr id="52" name="文字方塊 51">
            <a:extLst>
              <a:ext uri="{FF2B5EF4-FFF2-40B4-BE49-F238E27FC236}">
                <a16:creationId xmlns:a16="http://schemas.microsoft.com/office/drawing/2014/main" id="{C709E95E-19FD-4640-A356-8D0EC37ED230}"/>
              </a:ext>
            </a:extLst>
          </p:cNvPr>
          <p:cNvSpPr txBox="1"/>
          <p:nvPr/>
        </p:nvSpPr>
        <p:spPr>
          <a:xfrm>
            <a:off x="2042959" y="2379806"/>
            <a:ext cx="735290" cy="369332"/>
          </a:xfrm>
          <a:prstGeom prst="rect">
            <a:avLst/>
          </a:prstGeom>
          <a:noFill/>
        </p:spPr>
        <p:txBody>
          <a:bodyPr wrap="square" rtlCol="0">
            <a:spAutoFit/>
          </a:bodyPr>
          <a:lstStyle/>
          <a:p>
            <a:r>
              <a:rPr lang="en-US" altLang="zh-TW" dirty="0"/>
              <a:t>S=1</a:t>
            </a:r>
            <a:endParaRPr lang="zh-TW" altLang="en-US" dirty="0"/>
          </a:p>
        </p:txBody>
      </p:sp>
      <p:cxnSp>
        <p:nvCxnSpPr>
          <p:cNvPr id="59" name="直線單箭頭接點 58">
            <a:extLst>
              <a:ext uri="{FF2B5EF4-FFF2-40B4-BE49-F238E27FC236}">
                <a16:creationId xmlns:a16="http://schemas.microsoft.com/office/drawing/2014/main" id="{D1553399-1D5D-4B39-B7B3-26EBCFAF340E}"/>
              </a:ext>
            </a:extLst>
          </p:cNvPr>
          <p:cNvCxnSpPr>
            <a:cxnSpLocks/>
          </p:cNvCxnSpPr>
          <p:nvPr/>
        </p:nvCxnSpPr>
        <p:spPr>
          <a:xfrm flipH="1">
            <a:off x="4704506" y="4234194"/>
            <a:ext cx="50877" cy="392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E4803FC5-4E57-441A-BA64-403CE058E183}"/>
              </a:ext>
            </a:extLst>
          </p:cNvPr>
          <p:cNvCxnSpPr>
            <a:cxnSpLocks/>
          </p:cNvCxnSpPr>
          <p:nvPr/>
        </p:nvCxnSpPr>
        <p:spPr>
          <a:xfrm>
            <a:off x="5186883" y="4227802"/>
            <a:ext cx="200660" cy="397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C27BA4A8-B87D-4574-8681-19E7EE861D42}"/>
              </a:ext>
            </a:extLst>
          </p:cNvPr>
          <p:cNvCxnSpPr>
            <a:cxnSpLocks/>
          </p:cNvCxnSpPr>
          <p:nvPr/>
        </p:nvCxnSpPr>
        <p:spPr>
          <a:xfrm flipH="1">
            <a:off x="6826578" y="3001913"/>
            <a:ext cx="249809" cy="605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59FDBAA8-D880-4B48-BF7F-C209D2FA9DEF}"/>
              </a:ext>
            </a:extLst>
          </p:cNvPr>
          <p:cNvCxnSpPr>
            <a:cxnSpLocks/>
          </p:cNvCxnSpPr>
          <p:nvPr/>
        </p:nvCxnSpPr>
        <p:spPr>
          <a:xfrm>
            <a:off x="7615779" y="2997543"/>
            <a:ext cx="153479" cy="610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a:extLst>
              <a:ext uri="{FF2B5EF4-FFF2-40B4-BE49-F238E27FC236}">
                <a16:creationId xmlns:a16="http://schemas.microsoft.com/office/drawing/2014/main" id="{87B64F46-58CB-4E9A-8F5B-B8B1EC9DEE3C}"/>
              </a:ext>
            </a:extLst>
          </p:cNvPr>
          <p:cNvCxnSpPr>
            <a:cxnSpLocks/>
          </p:cNvCxnSpPr>
          <p:nvPr/>
        </p:nvCxnSpPr>
        <p:spPr>
          <a:xfrm flipH="1">
            <a:off x="6482890" y="4203272"/>
            <a:ext cx="182510" cy="47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A45A0548-873A-42D8-A882-51688B1BD02D}"/>
              </a:ext>
            </a:extLst>
          </p:cNvPr>
          <p:cNvCxnSpPr>
            <a:cxnSpLocks/>
          </p:cNvCxnSpPr>
          <p:nvPr/>
        </p:nvCxnSpPr>
        <p:spPr>
          <a:xfrm>
            <a:off x="6788291" y="4227802"/>
            <a:ext cx="145624" cy="436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D8DB4F0F-5DC9-434A-9EC3-2A9E0C694240}"/>
              </a:ext>
            </a:extLst>
          </p:cNvPr>
          <p:cNvCxnSpPr>
            <a:cxnSpLocks/>
          </p:cNvCxnSpPr>
          <p:nvPr/>
        </p:nvCxnSpPr>
        <p:spPr>
          <a:xfrm flipH="1">
            <a:off x="7642965" y="4314546"/>
            <a:ext cx="50877" cy="392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C360D22C-F8F3-476D-9BF2-998FAF9A5281}"/>
              </a:ext>
            </a:extLst>
          </p:cNvPr>
          <p:cNvCxnSpPr>
            <a:cxnSpLocks/>
          </p:cNvCxnSpPr>
          <p:nvPr/>
        </p:nvCxnSpPr>
        <p:spPr>
          <a:xfrm>
            <a:off x="7917221" y="4303012"/>
            <a:ext cx="120306" cy="414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字方塊 36">
            <a:extLst>
              <a:ext uri="{FF2B5EF4-FFF2-40B4-BE49-F238E27FC236}">
                <a16:creationId xmlns:a16="http://schemas.microsoft.com/office/drawing/2014/main" id="{2F8907BB-C316-4108-A2CB-D2ADEF320F81}"/>
              </a:ext>
            </a:extLst>
          </p:cNvPr>
          <p:cNvSpPr txBox="1"/>
          <p:nvPr/>
        </p:nvSpPr>
        <p:spPr>
          <a:xfrm>
            <a:off x="1095865" y="1627882"/>
            <a:ext cx="6094428" cy="461665"/>
          </a:xfrm>
          <a:prstGeom prst="rect">
            <a:avLst/>
          </a:prstGeom>
          <a:noFill/>
        </p:spPr>
        <p:txBody>
          <a:bodyPr wrap="square">
            <a:spAutoFit/>
          </a:bodyPr>
          <a:lstStyle/>
          <a:p>
            <a:r>
              <a:rPr lang="en-US" altLang="zh-TW" sz="2400" dirty="0"/>
              <a:t>|U</a:t>
            </a:r>
            <a:r>
              <a:rPr lang="en-US" altLang="zh-TW" sz="2400" baseline="-25000" dirty="0"/>
              <a:t>s</a:t>
            </a:r>
            <a:r>
              <a:rPr lang="en-US" altLang="zh-TW" sz="2400" dirty="0"/>
              <a:t>| = 1 /4 * 2 </a:t>
            </a:r>
            <a:r>
              <a:rPr lang="en-US" altLang="zh-TW" sz="2400" baseline="30000" dirty="0"/>
              <a:t>s</a:t>
            </a:r>
            <a:r>
              <a:rPr lang="en-US" altLang="zh-TW" sz="2400" dirty="0"/>
              <a:t>    ~   2 * 2 </a:t>
            </a:r>
            <a:r>
              <a:rPr lang="en-US" altLang="zh-TW" sz="2400" baseline="30000" dirty="0"/>
              <a:t>s</a:t>
            </a:r>
            <a:r>
              <a:rPr lang="en-US" altLang="zh-TW" sz="2400" dirty="0"/>
              <a:t> </a:t>
            </a:r>
            <a:endParaRPr lang="zh-TW" altLang="en-US" sz="2400" dirty="0"/>
          </a:p>
        </p:txBody>
      </p:sp>
    </p:spTree>
    <p:extLst>
      <p:ext uri="{BB962C8B-B14F-4D97-AF65-F5344CB8AC3E}">
        <p14:creationId xmlns:p14="http://schemas.microsoft.com/office/powerpoint/2010/main" val="3873220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Supporting Deletions</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E68AEB98-86D9-4AB1-A8C0-ABEC50F99FCE}"/>
              </a:ext>
            </a:extLst>
          </p:cNvPr>
          <p:cNvSpPr txBox="1"/>
          <p:nvPr/>
        </p:nvSpPr>
        <p:spPr>
          <a:xfrm>
            <a:off x="3919587" y="2413864"/>
            <a:ext cx="1781666" cy="523220"/>
          </a:xfrm>
          <a:prstGeom prst="rect">
            <a:avLst/>
          </a:prstGeom>
          <a:noFill/>
        </p:spPr>
        <p:txBody>
          <a:bodyPr wrap="square" rtlCol="0">
            <a:spAutoFit/>
          </a:bodyPr>
          <a:lstStyle/>
          <a:p>
            <a:r>
              <a:rPr lang="en-US" altLang="zh-TW" sz="2800" dirty="0"/>
              <a:t>S = ab c</a:t>
            </a:r>
          </a:p>
        </p:txBody>
      </p:sp>
      <p:sp>
        <p:nvSpPr>
          <p:cNvPr id="12" name="文字方塊 11">
            <a:extLst>
              <a:ext uri="{FF2B5EF4-FFF2-40B4-BE49-F238E27FC236}">
                <a16:creationId xmlns:a16="http://schemas.microsoft.com/office/drawing/2014/main" id="{1DC7EAA0-9B03-45E2-9A7F-0A85E6AEB6EE}"/>
              </a:ext>
            </a:extLst>
          </p:cNvPr>
          <p:cNvSpPr txBox="1"/>
          <p:nvPr/>
        </p:nvSpPr>
        <p:spPr>
          <a:xfrm>
            <a:off x="6857214" y="2428391"/>
            <a:ext cx="1781666" cy="523220"/>
          </a:xfrm>
          <a:prstGeom prst="rect">
            <a:avLst/>
          </a:prstGeom>
          <a:noFill/>
        </p:spPr>
        <p:txBody>
          <a:bodyPr wrap="square" rtlCol="0">
            <a:spAutoFit/>
          </a:bodyPr>
          <a:lstStyle/>
          <a:p>
            <a:r>
              <a:rPr lang="en-US" altLang="zh-TW" sz="2800" dirty="0"/>
              <a:t>T = </a:t>
            </a:r>
            <a:r>
              <a:rPr lang="en-US" altLang="zh-TW" sz="2800" dirty="0" err="1"/>
              <a:t>abbc</a:t>
            </a:r>
            <a:endParaRPr lang="zh-TW" altLang="en-US" sz="2800" dirty="0"/>
          </a:p>
        </p:txBody>
      </p:sp>
      <p:cxnSp>
        <p:nvCxnSpPr>
          <p:cNvPr id="7" name="直線單箭頭接點 6">
            <a:extLst>
              <a:ext uri="{FF2B5EF4-FFF2-40B4-BE49-F238E27FC236}">
                <a16:creationId xmlns:a16="http://schemas.microsoft.com/office/drawing/2014/main" id="{16AC02FA-2BA4-4FBC-A4C3-67194E0911C7}"/>
              </a:ext>
            </a:extLst>
          </p:cNvPr>
          <p:cNvCxnSpPr>
            <a:cxnSpLocks/>
          </p:cNvCxnSpPr>
          <p:nvPr/>
        </p:nvCxnSpPr>
        <p:spPr>
          <a:xfrm flipH="1">
            <a:off x="4187859" y="3191859"/>
            <a:ext cx="249809" cy="605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74358DA7-595F-4671-8C30-48324CAA9F21}"/>
              </a:ext>
            </a:extLst>
          </p:cNvPr>
          <p:cNvCxnSpPr>
            <a:cxnSpLocks/>
          </p:cNvCxnSpPr>
          <p:nvPr/>
        </p:nvCxnSpPr>
        <p:spPr>
          <a:xfrm>
            <a:off x="4977060" y="3187489"/>
            <a:ext cx="153479" cy="610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1FD27262-1D29-4D4A-BA18-E097D7663389}"/>
              </a:ext>
            </a:extLst>
          </p:cNvPr>
          <p:cNvSpPr txBox="1"/>
          <p:nvPr/>
        </p:nvSpPr>
        <p:spPr>
          <a:xfrm>
            <a:off x="3894646" y="3756878"/>
            <a:ext cx="711331" cy="523220"/>
          </a:xfrm>
          <a:prstGeom prst="rect">
            <a:avLst/>
          </a:prstGeom>
          <a:noFill/>
        </p:spPr>
        <p:txBody>
          <a:bodyPr wrap="square" rtlCol="0">
            <a:spAutoFit/>
          </a:bodyPr>
          <a:lstStyle/>
          <a:p>
            <a:r>
              <a:rPr lang="en-US" altLang="zh-TW" sz="2800" dirty="0"/>
              <a:t>ab</a:t>
            </a:r>
          </a:p>
        </p:txBody>
      </p:sp>
      <p:sp>
        <p:nvSpPr>
          <p:cNvPr id="19" name="文字方塊 18">
            <a:extLst>
              <a:ext uri="{FF2B5EF4-FFF2-40B4-BE49-F238E27FC236}">
                <a16:creationId xmlns:a16="http://schemas.microsoft.com/office/drawing/2014/main" id="{BD688BAC-C4CA-46D9-9BB3-89E328EA6D28}"/>
              </a:ext>
            </a:extLst>
          </p:cNvPr>
          <p:cNvSpPr txBox="1"/>
          <p:nvPr/>
        </p:nvSpPr>
        <p:spPr>
          <a:xfrm>
            <a:off x="4977060" y="3781248"/>
            <a:ext cx="711331" cy="523220"/>
          </a:xfrm>
          <a:prstGeom prst="rect">
            <a:avLst/>
          </a:prstGeom>
          <a:noFill/>
        </p:spPr>
        <p:txBody>
          <a:bodyPr wrap="square" rtlCol="0">
            <a:spAutoFit/>
          </a:bodyPr>
          <a:lstStyle/>
          <a:p>
            <a:r>
              <a:rPr lang="en-US" altLang="zh-TW" sz="2800" dirty="0"/>
              <a:t>c</a:t>
            </a:r>
          </a:p>
        </p:txBody>
      </p:sp>
      <p:cxnSp>
        <p:nvCxnSpPr>
          <p:cNvPr id="25" name="直線單箭頭接點 24">
            <a:extLst>
              <a:ext uri="{FF2B5EF4-FFF2-40B4-BE49-F238E27FC236}">
                <a16:creationId xmlns:a16="http://schemas.microsoft.com/office/drawing/2014/main" id="{856C6489-A84A-4A26-B936-3C2A0A1B4ABE}"/>
              </a:ext>
            </a:extLst>
          </p:cNvPr>
          <p:cNvCxnSpPr>
            <a:cxnSpLocks/>
          </p:cNvCxnSpPr>
          <p:nvPr/>
        </p:nvCxnSpPr>
        <p:spPr>
          <a:xfrm flipH="1">
            <a:off x="3919587" y="4280098"/>
            <a:ext cx="182510" cy="47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9833B985-D818-4675-9745-CD529F173ECB}"/>
              </a:ext>
            </a:extLst>
          </p:cNvPr>
          <p:cNvCxnSpPr>
            <a:cxnSpLocks/>
          </p:cNvCxnSpPr>
          <p:nvPr/>
        </p:nvCxnSpPr>
        <p:spPr>
          <a:xfrm>
            <a:off x="4224988" y="4304628"/>
            <a:ext cx="145624" cy="436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DF6FD297-75D2-4E55-99CA-00C8B9B235F9}"/>
              </a:ext>
            </a:extLst>
          </p:cNvPr>
          <p:cNvSpPr txBox="1"/>
          <p:nvPr/>
        </p:nvSpPr>
        <p:spPr>
          <a:xfrm>
            <a:off x="4223068" y="4816028"/>
            <a:ext cx="329942" cy="523220"/>
          </a:xfrm>
          <a:prstGeom prst="rect">
            <a:avLst/>
          </a:prstGeom>
          <a:noFill/>
        </p:spPr>
        <p:txBody>
          <a:bodyPr wrap="square" rtlCol="0">
            <a:spAutoFit/>
          </a:bodyPr>
          <a:lstStyle/>
          <a:p>
            <a:r>
              <a:rPr lang="en-US" altLang="zh-TW" sz="2800" dirty="0"/>
              <a:t>b</a:t>
            </a:r>
          </a:p>
        </p:txBody>
      </p:sp>
      <p:sp>
        <p:nvSpPr>
          <p:cNvPr id="34" name="文字方塊 33">
            <a:extLst>
              <a:ext uri="{FF2B5EF4-FFF2-40B4-BE49-F238E27FC236}">
                <a16:creationId xmlns:a16="http://schemas.microsoft.com/office/drawing/2014/main" id="{A6BE731B-DDB9-4D66-B49C-2CC1BCDD33B2}"/>
              </a:ext>
            </a:extLst>
          </p:cNvPr>
          <p:cNvSpPr txBox="1"/>
          <p:nvPr/>
        </p:nvSpPr>
        <p:spPr>
          <a:xfrm>
            <a:off x="3667467" y="4793933"/>
            <a:ext cx="452106" cy="523220"/>
          </a:xfrm>
          <a:prstGeom prst="rect">
            <a:avLst/>
          </a:prstGeom>
          <a:noFill/>
        </p:spPr>
        <p:txBody>
          <a:bodyPr wrap="square" rtlCol="0">
            <a:spAutoFit/>
          </a:bodyPr>
          <a:lstStyle/>
          <a:p>
            <a:r>
              <a:rPr lang="en-US" altLang="zh-TW" sz="2800" dirty="0"/>
              <a:t>a</a:t>
            </a:r>
          </a:p>
        </p:txBody>
      </p:sp>
      <p:sp>
        <p:nvSpPr>
          <p:cNvPr id="35" name="文字方塊 34">
            <a:extLst>
              <a:ext uri="{FF2B5EF4-FFF2-40B4-BE49-F238E27FC236}">
                <a16:creationId xmlns:a16="http://schemas.microsoft.com/office/drawing/2014/main" id="{73D55307-2F75-4778-8F16-7A43E3DC854D}"/>
              </a:ext>
            </a:extLst>
          </p:cNvPr>
          <p:cNvSpPr txBox="1"/>
          <p:nvPr/>
        </p:nvSpPr>
        <p:spPr>
          <a:xfrm>
            <a:off x="5570749" y="4797982"/>
            <a:ext cx="329942" cy="523220"/>
          </a:xfrm>
          <a:prstGeom prst="rect">
            <a:avLst/>
          </a:prstGeom>
          <a:noFill/>
        </p:spPr>
        <p:txBody>
          <a:bodyPr wrap="square" rtlCol="0">
            <a:spAutoFit/>
          </a:bodyPr>
          <a:lstStyle/>
          <a:p>
            <a:r>
              <a:rPr lang="en-US" altLang="zh-TW" sz="2800" dirty="0"/>
              <a:t>c</a:t>
            </a:r>
          </a:p>
        </p:txBody>
      </p:sp>
      <p:sp>
        <p:nvSpPr>
          <p:cNvPr id="36" name="文字方塊 35">
            <a:extLst>
              <a:ext uri="{FF2B5EF4-FFF2-40B4-BE49-F238E27FC236}">
                <a16:creationId xmlns:a16="http://schemas.microsoft.com/office/drawing/2014/main" id="{D131B042-9D78-442D-86F3-D1BBC88BA352}"/>
              </a:ext>
            </a:extLst>
          </p:cNvPr>
          <p:cNvSpPr txBox="1"/>
          <p:nvPr/>
        </p:nvSpPr>
        <p:spPr>
          <a:xfrm>
            <a:off x="4785988" y="4789093"/>
            <a:ext cx="661869" cy="523220"/>
          </a:xfrm>
          <a:prstGeom prst="rect">
            <a:avLst/>
          </a:prstGeom>
          <a:noFill/>
        </p:spPr>
        <p:txBody>
          <a:bodyPr wrap="square" rtlCol="0">
            <a:spAutoFit/>
          </a:bodyPr>
          <a:lstStyle/>
          <a:p>
            <a:r>
              <a:rPr lang="en-US" altLang="zh-TW" sz="2800" dirty="0"/>
              <a:t>a</a:t>
            </a:r>
            <a:endParaRPr lang="en-US" altLang="zh-TW" sz="2800" dirty="0">
              <a:solidFill>
                <a:srgbClr val="FF0000"/>
              </a:solidFill>
            </a:endParaRPr>
          </a:p>
        </p:txBody>
      </p:sp>
      <p:sp>
        <p:nvSpPr>
          <p:cNvPr id="39" name="文字方塊 38">
            <a:extLst>
              <a:ext uri="{FF2B5EF4-FFF2-40B4-BE49-F238E27FC236}">
                <a16:creationId xmlns:a16="http://schemas.microsoft.com/office/drawing/2014/main" id="{F4D99D20-0B0F-4F5B-BE18-677A6D896FAC}"/>
              </a:ext>
            </a:extLst>
          </p:cNvPr>
          <p:cNvSpPr txBox="1"/>
          <p:nvPr/>
        </p:nvSpPr>
        <p:spPr>
          <a:xfrm>
            <a:off x="6765501" y="3756878"/>
            <a:ext cx="711331" cy="523220"/>
          </a:xfrm>
          <a:prstGeom prst="rect">
            <a:avLst/>
          </a:prstGeom>
          <a:noFill/>
        </p:spPr>
        <p:txBody>
          <a:bodyPr wrap="square" rtlCol="0">
            <a:spAutoFit/>
          </a:bodyPr>
          <a:lstStyle/>
          <a:p>
            <a:r>
              <a:rPr lang="en-US" altLang="zh-TW" sz="2800" dirty="0"/>
              <a:t>ab</a:t>
            </a:r>
          </a:p>
        </p:txBody>
      </p:sp>
      <p:sp>
        <p:nvSpPr>
          <p:cNvPr id="40" name="文字方塊 39">
            <a:extLst>
              <a:ext uri="{FF2B5EF4-FFF2-40B4-BE49-F238E27FC236}">
                <a16:creationId xmlns:a16="http://schemas.microsoft.com/office/drawing/2014/main" id="{0346911A-3B29-4255-8C24-913015638E04}"/>
              </a:ext>
            </a:extLst>
          </p:cNvPr>
          <p:cNvSpPr txBox="1"/>
          <p:nvPr/>
        </p:nvSpPr>
        <p:spPr>
          <a:xfrm>
            <a:off x="7795189" y="3752264"/>
            <a:ext cx="711331" cy="523220"/>
          </a:xfrm>
          <a:prstGeom prst="rect">
            <a:avLst/>
          </a:prstGeom>
          <a:noFill/>
        </p:spPr>
        <p:txBody>
          <a:bodyPr wrap="square" rtlCol="0">
            <a:spAutoFit/>
          </a:bodyPr>
          <a:lstStyle/>
          <a:p>
            <a:r>
              <a:rPr lang="en-US" altLang="zh-TW" sz="2800" dirty="0" err="1"/>
              <a:t>bc</a:t>
            </a:r>
            <a:endParaRPr lang="en-US" altLang="zh-TW" sz="2800" dirty="0"/>
          </a:p>
        </p:txBody>
      </p:sp>
      <p:sp>
        <p:nvSpPr>
          <p:cNvPr id="45" name="文字方塊 44">
            <a:extLst>
              <a:ext uri="{FF2B5EF4-FFF2-40B4-BE49-F238E27FC236}">
                <a16:creationId xmlns:a16="http://schemas.microsoft.com/office/drawing/2014/main" id="{7D45B155-C6C8-4994-B06A-1960F451CE21}"/>
              </a:ext>
            </a:extLst>
          </p:cNvPr>
          <p:cNvSpPr txBox="1"/>
          <p:nvPr/>
        </p:nvSpPr>
        <p:spPr>
          <a:xfrm>
            <a:off x="7087546" y="4842636"/>
            <a:ext cx="329942" cy="523220"/>
          </a:xfrm>
          <a:prstGeom prst="rect">
            <a:avLst/>
          </a:prstGeom>
          <a:noFill/>
        </p:spPr>
        <p:txBody>
          <a:bodyPr wrap="square" rtlCol="0">
            <a:spAutoFit/>
          </a:bodyPr>
          <a:lstStyle/>
          <a:p>
            <a:r>
              <a:rPr lang="en-US" altLang="zh-TW" sz="2800" dirty="0"/>
              <a:t>b</a:t>
            </a:r>
          </a:p>
        </p:txBody>
      </p:sp>
      <p:sp>
        <p:nvSpPr>
          <p:cNvPr id="46" name="文字方塊 45">
            <a:extLst>
              <a:ext uri="{FF2B5EF4-FFF2-40B4-BE49-F238E27FC236}">
                <a16:creationId xmlns:a16="http://schemas.microsoft.com/office/drawing/2014/main" id="{FE4B4775-4393-431A-870D-8EE624A039DC}"/>
              </a:ext>
            </a:extLst>
          </p:cNvPr>
          <p:cNvSpPr txBox="1"/>
          <p:nvPr/>
        </p:nvSpPr>
        <p:spPr>
          <a:xfrm>
            <a:off x="6516033" y="4789093"/>
            <a:ext cx="711331" cy="523220"/>
          </a:xfrm>
          <a:prstGeom prst="rect">
            <a:avLst/>
          </a:prstGeom>
          <a:noFill/>
        </p:spPr>
        <p:txBody>
          <a:bodyPr wrap="square" rtlCol="0">
            <a:spAutoFit/>
          </a:bodyPr>
          <a:lstStyle/>
          <a:p>
            <a:r>
              <a:rPr lang="en-US" altLang="zh-TW" sz="2800" dirty="0"/>
              <a:t>a</a:t>
            </a:r>
          </a:p>
        </p:txBody>
      </p:sp>
      <p:sp>
        <p:nvSpPr>
          <p:cNvPr id="47" name="文字方塊 46">
            <a:extLst>
              <a:ext uri="{FF2B5EF4-FFF2-40B4-BE49-F238E27FC236}">
                <a16:creationId xmlns:a16="http://schemas.microsoft.com/office/drawing/2014/main" id="{6FB47F6A-AB57-4DF2-A670-3C340C29A860}"/>
              </a:ext>
            </a:extLst>
          </p:cNvPr>
          <p:cNvSpPr txBox="1"/>
          <p:nvPr/>
        </p:nvSpPr>
        <p:spPr>
          <a:xfrm>
            <a:off x="8269173" y="4832725"/>
            <a:ext cx="329942" cy="523220"/>
          </a:xfrm>
          <a:prstGeom prst="rect">
            <a:avLst/>
          </a:prstGeom>
          <a:noFill/>
        </p:spPr>
        <p:txBody>
          <a:bodyPr wrap="square" rtlCol="0">
            <a:spAutoFit/>
          </a:bodyPr>
          <a:lstStyle/>
          <a:p>
            <a:r>
              <a:rPr lang="en-US" altLang="zh-TW" sz="2800" dirty="0"/>
              <a:t>c</a:t>
            </a:r>
          </a:p>
        </p:txBody>
      </p:sp>
      <p:sp>
        <p:nvSpPr>
          <p:cNvPr id="48" name="文字方塊 47">
            <a:extLst>
              <a:ext uri="{FF2B5EF4-FFF2-40B4-BE49-F238E27FC236}">
                <a16:creationId xmlns:a16="http://schemas.microsoft.com/office/drawing/2014/main" id="{DE0CC5E5-5F46-46A0-AAD3-D9ADD1FA3132}"/>
              </a:ext>
            </a:extLst>
          </p:cNvPr>
          <p:cNvSpPr txBox="1"/>
          <p:nvPr/>
        </p:nvSpPr>
        <p:spPr>
          <a:xfrm>
            <a:off x="7727515" y="4842636"/>
            <a:ext cx="420078" cy="523220"/>
          </a:xfrm>
          <a:prstGeom prst="rect">
            <a:avLst/>
          </a:prstGeom>
          <a:noFill/>
        </p:spPr>
        <p:txBody>
          <a:bodyPr wrap="square" rtlCol="0">
            <a:spAutoFit/>
          </a:bodyPr>
          <a:lstStyle/>
          <a:p>
            <a:r>
              <a:rPr lang="en-US" altLang="zh-TW" sz="2800" dirty="0"/>
              <a:t>b</a:t>
            </a:r>
          </a:p>
        </p:txBody>
      </p:sp>
      <p:sp>
        <p:nvSpPr>
          <p:cNvPr id="50" name="文字方塊 49">
            <a:extLst>
              <a:ext uri="{FF2B5EF4-FFF2-40B4-BE49-F238E27FC236}">
                <a16:creationId xmlns:a16="http://schemas.microsoft.com/office/drawing/2014/main" id="{B35E364B-EB5E-44AD-AB7F-1CAC7AB01499}"/>
              </a:ext>
            </a:extLst>
          </p:cNvPr>
          <p:cNvSpPr txBox="1"/>
          <p:nvPr/>
        </p:nvSpPr>
        <p:spPr>
          <a:xfrm>
            <a:off x="2337548" y="3756878"/>
            <a:ext cx="735290" cy="369332"/>
          </a:xfrm>
          <a:prstGeom prst="rect">
            <a:avLst/>
          </a:prstGeom>
          <a:noFill/>
        </p:spPr>
        <p:txBody>
          <a:bodyPr wrap="square" rtlCol="0">
            <a:spAutoFit/>
          </a:bodyPr>
          <a:lstStyle/>
          <a:p>
            <a:r>
              <a:rPr lang="en-US" altLang="zh-TW" dirty="0"/>
              <a:t>S=2</a:t>
            </a:r>
            <a:endParaRPr lang="zh-TW" altLang="en-US" dirty="0"/>
          </a:p>
        </p:txBody>
      </p:sp>
      <p:sp>
        <p:nvSpPr>
          <p:cNvPr id="51" name="文字方塊 50">
            <a:extLst>
              <a:ext uri="{FF2B5EF4-FFF2-40B4-BE49-F238E27FC236}">
                <a16:creationId xmlns:a16="http://schemas.microsoft.com/office/drawing/2014/main" id="{34A2CFA4-0C32-43F6-BFCC-2EF6BA322FD2}"/>
              </a:ext>
            </a:extLst>
          </p:cNvPr>
          <p:cNvSpPr txBox="1"/>
          <p:nvPr/>
        </p:nvSpPr>
        <p:spPr>
          <a:xfrm>
            <a:off x="2337548" y="4845117"/>
            <a:ext cx="735290" cy="369332"/>
          </a:xfrm>
          <a:prstGeom prst="rect">
            <a:avLst/>
          </a:prstGeom>
          <a:noFill/>
        </p:spPr>
        <p:txBody>
          <a:bodyPr wrap="square" rtlCol="0">
            <a:spAutoFit/>
          </a:bodyPr>
          <a:lstStyle/>
          <a:p>
            <a:r>
              <a:rPr lang="en-US" altLang="zh-TW" dirty="0"/>
              <a:t>S=0</a:t>
            </a:r>
            <a:endParaRPr lang="zh-TW" altLang="en-US" dirty="0"/>
          </a:p>
        </p:txBody>
      </p:sp>
      <p:sp>
        <p:nvSpPr>
          <p:cNvPr id="52" name="文字方塊 51">
            <a:extLst>
              <a:ext uri="{FF2B5EF4-FFF2-40B4-BE49-F238E27FC236}">
                <a16:creationId xmlns:a16="http://schemas.microsoft.com/office/drawing/2014/main" id="{C709E95E-19FD-4640-A356-8D0EC37ED230}"/>
              </a:ext>
            </a:extLst>
          </p:cNvPr>
          <p:cNvSpPr txBox="1"/>
          <p:nvPr/>
        </p:nvSpPr>
        <p:spPr>
          <a:xfrm>
            <a:off x="2245740" y="2534184"/>
            <a:ext cx="735290" cy="369332"/>
          </a:xfrm>
          <a:prstGeom prst="rect">
            <a:avLst/>
          </a:prstGeom>
          <a:noFill/>
        </p:spPr>
        <p:txBody>
          <a:bodyPr wrap="square" rtlCol="0">
            <a:spAutoFit/>
          </a:bodyPr>
          <a:lstStyle/>
          <a:p>
            <a:r>
              <a:rPr lang="en-US" altLang="zh-TW" dirty="0"/>
              <a:t>S=1</a:t>
            </a:r>
            <a:endParaRPr lang="zh-TW" altLang="en-US" dirty="0"/>
          </a:p>
        </p:txBody>
      </p:sp>
      <p:cxnSp>
        <p:nvCxnSpPr>
          <p:cNvPr id="59" name="直線單箭頭接點 58">
            <a:extLst>
              <a:ext uri="{FF2B5EF4-FFF2-40B4-BE49-F238E27FC236}">
                <a16:creationId xmlns:a16="http://schemas.microsoft.com/office/drawing/2014/main" id="{D1553399-1D5D-4B39-B7B3-26EBCFAF340E}"/>
              </a:ext>
            </a:extLst>
          </p:cNvPr>
          <p:cNvCxnSpPr>
            <a:cxnSpLocks/>
          </p:cNvCxnSpPr>
          <p:nvPr/>
        </p:nvCxnSpPr>
        <p:spPr>
          <a:xfrm flipH="1">
            <a:off x="4999095" y="4359723"/>
            <a:ext cx="50877" cy="392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E4803FC5-4E57-441A-BA64-403CE058E183}"/>
              </a:ext>
            </a:extLst>
          </p:cNvPr>
          <p:cNvCxnSpPr>
            <a:cxnSpLocks/>
          </p:cNvCxnSpPr>
          <p:nvPr/>
        </p:nvCxnSpPr>
        <p:spPr>
          <a:xfrm>
            <a:off x="5481472" y="4353331"/>
            <a:ext cx="200660" cy="3977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線單箭頭接點 64">
            <a:extLst>
              <a:ext uri="{FF2B5EF4-FFF2-40B4-BE49-F238E27FC236}">
                <a16:creationId xmlns:a16="http://schemas.microsoft.com/office/drawing/2014/main" id="{C27BA4A8-B87D-4574-8681-19E7EE861D42}"/>
              </a:ext>
            </a:extLst>
          </p:cNvPr>
          <p:cNvCxnSpPr>
            <a:cxnSpLocks/>
          </p:cNvCxnSpPr>
          <p:nvPr/>
        </p:nvCxnSpPr>
        <p:spPr>
          <a:xfrm flipH="1">
            <a:off x="7121167" y="3127442"/>
            <a:ext cx="249809" cy="6057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59FDBAA8-D880-4B48-BF7F-C209D2FA9DEF}"/>
              </a:ext>
            </a:extLst>
          </p:cNvPr>
          <p:cNvCxnSpPr>
            <a:cxnSpLocks/>
          </p:cNvCxnSpPr>
          <p:nvPr/>
        </p:nvCxnSpPr>
        <p:spPr>
          <a:xfrm>
            <a:off x="7910368" y="3123072"/>
            <a:ext cx="153479" cy="610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a:extLst>
              <a:ext uri="{FF2B5EF4-FFF2-40B4-BE49-F238E27FC236}">
                <a16:creationId xmlns:a16="http://schemas.microsoft.com/office/drawing/2014/main" id="{87B64F46-58CB-4E9A-8F5B-B8B1EC9DEE3C}"/>
              </a:ext>
            </a:extLst>
          </p:cNvPr>
          <p:cNvCxnSpPr>
            <a:cxnSpLocks/>
          </p:cNvCxnSpPr>
          <p:nvPr/>
        </p:nvCxnSpPr>
        <p:spPr>
          <a:xfrm flipH="1">
            <a:off x="6777479" y="4328801"/>
            <a:ext cx="182510" cy="47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A45A0548-873A-42D8-A882-51688B1BD02D}"/>
              </a:ext>
            </a:extLst>
          </p:cNvPr>
          <p:cNvCxnSpPr>
            <a:cxnSpLocks/>
          </p:cNvCxnSpPr>
          <p:nvPr/>
        </p:nvCxnSpPr>
        <p:spPr>
          <a:xfrm>
            <a:off x="7082880" y="4353331"/>
            <a:ext cx="145624" cy="436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D8DB4F0F-5DC9-434A-9EC3-2A9E0C694240}"/>
              </a:ext>
            </a:extLst>
          </p:cNvPr>
          <p:cNvCxnSpPr>
            <a:cxnSpLocks/>
          </p:cNvCxnSpPr>
          <p:nvPr/>
        </p:nvCxnSpPr>
        <p:spPr>
          <a:xfrm flipH="1">
            <a:off x="7937554" y="4440075"/>
            <a:ext cx="50877" cy="392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C360D22C-F8F3-476D-9BF2-998FAF9A5281}"/>
              </a:ext>
            </a:extLst>
          </p:cNvPr>
          <p:cNvCxnSpPr>
            <a:cxnSpLocks/>
          </p:cNvCxnSpPr>
          <p:nvPr/>
        </p:nvCxnSpPr>
        <p:spPr>
          <a:xfrm>
            <a:off x="8211810" y="4428541"/>
            <a:ext cx="120306" cy="414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文字方塊 36">
            <a:extLst>
              <a:ext uri="{FF2B5EF4-FFF2-40B4-BE49-F238E27FC236}">
                <a16:creationId xmlns:a16="http://schemas.microsoft.com/office/drawing/2014/main" id="{2F8907BB-C316-4108-A2CB-D2ADEF320F81}"/>
              </a:ext>
            </a:extLst>
          </p:cNvPr>
          <p:cNvSpPr txBox="1"/>
          <p:nvPr/>
        </p:nvSpPr>
        <p:spPr>
          <a:xfrm>
            <a:off x="963628" y="1690688"/>
            <a:ext cx="6094428" cy="461665"/>
          </a:xfrm>
          <a:prstGeom prst="rect">
            <a:avLst/>
          </a:prstGeom>
          <a:noFill/>
        </p:spPr>
        <p:txBody>
          <a:bodyPr wrap="square">
            <a:spAutoFit/>
          </a:bodyPr>
          <a:lstStyle/>
          <a:p>
            <a:r>
              <a:rPr lang="en-US" altLang="zh-TW" sz="2400" dirty="0"/>
              <a:t>|U</a:t>
            </a:r>
            <a:r>
              <a:rPr lang="en-US" altLang="zh-TW" sz="2400" baseline="-25000" dirty="0"/>
              <a:t>s</a:t>
            </a:r>
            <a:r>
              <a:rPr lang="en-US" altLang="zh-TW" sz="2400" dirty="0"/>
              <a:t>| = 1 /4 * 2 </a:t>
            </a:r>
            <a:r>
              <a:rPr lang="en-US" altLang="zh-TW" sz="2400" baseline="30000" dirty="0"/>
              <a:t>s</a:t>
            </a:r>
            <a:r>
              <a:rPr lang="en-US" altLang="zh-TW" sz="2400" dirty="0"/>
              <a:t>    ~   2 * 2 </a:t>
            </a:r>
            <a:r>
              <a:rPr lang="en-US" altLang="zh-TW" sz="2400" baseline="30000" dirty="0"/>
              <a:t>s</a:t>
            </a:r>
            <a:r>
              <a:rPr lang="en-US" altLang="zh-TW" sz="2400" dirty="0"/>
              <a:t> </a:t>
            </a:r>
            <a:endParaRPr lang="zh-TW" altLang="en-US" sz="2400" dirty="0"/>
          </a:p>
        </p:txBody>
      </p:sp>
      <p:sp>
        <p:nvSpPr>
          <p:cNvPr id="3" name="乘號 2">
            <a:extLst>
              <a:ext uri="{FF2B5EF4-FFF2-40B4-BE49-F238E27FC236}">
                <a16:creationId xmlns:a16="http://schemas.microsoft.com/office/drawing/2014/main" id="{9B9D6E18-7DDB-4934-9CC0-A132DC3430B9}"/>
              </a:ext>
            </a:extLst>
          </p:cNvPr>
          <p:cNvSpPr/>
          <p:nvPr/>
        </p:nvSpPr>
        <p:spPr>
          <a:xfrm>
            <a:off x="4812089" y="5010828"/>
            <a:ext cx="329942" cy="328420"/>
          </a:xfrm>
          <a:prstGeom prst="mathMultiply">
            <a:avLst/>
          </a:prstGeom>
          <a:solidFill>
            <a:srgbClr val="FFC000"/>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乘號 37">
            <a:extLst>
              <a:ext uri="{FF2B5EF4-FFF2-40B4-BE49-F238E27FC236}">
                <a16:creationId xmlns:a16="http://schemas.microsoft.com/office/drawing/2014/main" id="{99AA69A3-4BBF-4D3F-A08F-514E0E2EA114}"/>
              </a:ext>
            </a:extLst>
          </p:cNvPr>
          <p:cNvSpPr/>
          <p:nvPr/>
        </p:nvSpPr>
        <p:spPr>
          <a:xfrm>
            <a:off x="4855836" y="4353331"/>
            <a:ext cx="329942" cy="328420"/>
          </a:xfrm>
          <a:prstGeom prst="mathMultiply">
            <a:avLst/>
          </a:prstGeom>
          <a:solidFill>
            <a:srgbClr val="FFC000"/>
          </a:solid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02115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Supporting Insertions and Deletions</a:t>
            </a:r>
            <a:endParaRPr lang="zh-TW" altLang="en-US" dirty="0">
              <a:latin typeface="Times New Roman" panose="02020603050405020304" pitchFamily="18" charset="0"/>
              <a:cs typeface="Times New Roman" panose="02020603050405020304" pitchFamily="18" charset="0"/>
            </a:endParaRPr>
          </a:p>
        </p:txBody>
      </p:sp>
      <p:sp>
        <p:nvSpPr>
          <p:cNvPr id="37" name="文字方塊 36">
            <a:extLst>
              <a:ext uri="{FF2B5EF4-FFF2-40B4-BE49-F238E27FC236}">
                <a16:creationId xmlns:a16="http://schemas.microsoft.com/office/drawing/2014/main" id="{2F8907BB-C316-4108-A2CB-D2ADEF320F81}"/>
              </a:ext>
            </a:extLst>
          </p:cNvPr>
          <p:cNvSpPr txBox="1"/>
          <p:nvPr/>
        </p:nvSpPr>
        <p:spPr>
          <a:xfrm>
            <a:off x="1015000" y="1778491"/>
            <a:ext cx="6094428" cy="523220"/>
          </a:xfrm>
          <a:prstGeom prst="rect">
            <a:avLst/>
          </a:prstGeom>
          <a:noFill/>
        </p:spPr>
        <p:txBody>
          <a:bodyPr wrap="square">
            <a:spAutoFit/>
          </a:bodyPr>
          <a:lstStyle/>
          <a:p>
            <a:r>
              <a:rPr lang="en-US" altLang="zh-TW" sz="2800" dirty="0"/>
              <a:t>|U</a:t>
            </a:r>
            <a:r>
              <a:rPr lang="en-US" altLang="zh-TW" sz="2800" baseline="-25000" dirty="0"/>
              <a:t>s</a:t>
            </a:r>
            <a:r>
              <a:rPr lang="en-US" altLang="zh-TW" sz="2800" dirty="0"/>
              <a:t>| = 1 /4 * 2 </a:t>
            </a:r>
            <a:r>
              <a:rPr lang="en-US" altLang="zh-TW" sz="2800" baseline="30000" dirty="0"/>
              <a:t>s</a:t>
            </a:r>
            <a:r>
              <a:rPr lang="en-US" altLang="zh-TW" sz="2800" dirty="0"/>
              <a:t>    ~   2 * 2 </a:t>
            </a:r>
            <a:r>
              <a:rPr lang="en-US" altLang="zh-TW" sz="2800" baseline="30000" dirty="0"/>
              <a:t>s</a:t>
            </a:r>
            <a:r>
              <a:rPr lang="en-US" altLang="zh-TW" sz="2800" dirty="0"/>
              <a:t> </a:t>
            </a:r>
            <a:endParaRPr lang="zh-TW" altLang="en-US" sz="2800" dirty="0"/>
          </a:p>
        </p:txBody>
      </p:sp>
      <p:sp>
        <p:nvSpPr>
          <p:cNvPr id="4" name="文字方塊 3">
            <a:extLst>
              <a:ext uri="{FF2B5EF4-FFF2-40B4-BE49-F238E27FC236}">
                <a16:creationId xmlns:a16="http://schemas.microsoft.com/office/drawing/2014/main" id="{EB26B1C0-2C94-451A-AFBB-4D525EA29E48}"/>
              </a:ext>
            </a:extLst>
          </p:cNvPr>
          <p:cNvSpPr txBox="1"/>
          <p:nvPr/>
        </p:nvSpPr>
        <p:spPr>
          <a:xfrm>
            <a:off x="1015000" y="2313215"/>
            <a:ext cx="5357520" cy="1528624"/>
          </a:xfrm>
          <a:prstGeom prst="rect">
            <a:avLst/>
          </a:prstGeom>
          <a:noFill/>
        </p:spPr>
        <p:txBody>
          <a:bodyPr wrap="square" rtlCol="0">
            <a:spAutoFit/>
          </a:bodyPr>
          <a:lstStyle/>
          <a:p>
            <a:r>
              <a:rPr lang="en-US" altLang="zh-TW" sz="2800" dirty="0"/>
              <a:t>|V | &lt; 7/ 4 · 2 </a:t>
            </a:r>
            <a:r>
              <a:rPr lang="en-US" altLang="zh-TW" sz="2800" baseline="30000" dirty="0"/>
              <a:t>s  </a:t>
            </a:r>
            <a:r>
              <a:rPr lang="en-US" altLang="zh-TW" sz="2800" dirty="0"/>
              <a:t>,</a:t>
            </a:r>
            <a:r>
              <a:rPr lang="zh-TW" altLang="en-US" sz="2800" dirty="0"/>
              <a:t>  </a:t>
            </a:r>
            <a:r>
              <a:rPr lang="en-US" altLang="zh-TW" sz="2800" dirty="0"/>
              <a:t>VU=R</a:t>
            </a:r>
            <a:r>
              <a:rPr lang="en-US" altLang="zh-TW" sz="2800" baseline="-25000" dirty="0"/>
              <a:t>s</a:t>
            </a:r>
          </a:p>
          <a:p>
            <a:r>
              <a:rPr lang="en-US" altLang="zh-TW" sz="2800" dirty="0"/>
              <a:t>|V | &gt; 7/ 4 · 2 </a:t>
            </a:r>
            <a:r>
              <a:rPr lang="en-US" altLang="zh-TW" sz="2800" baseline="30000" dirty="0"/>
              <a:t>s  </a:t>
            </a:r>
            <a:r>
              <a:rPr lang="en-US" altLang="zh-TW" sz="2800" dirty="0"/>
              <a:t>,</a:t>
            </a:r>
          </a:p>
          <a:p>
            <a:endParaRPr lang="en-US" altLang="zh-TW" sz="2800" baseline="-25000" dirty="0"/>
          </a:p>
          <a:p>
            <a:endParaRPr lang="zh-TW" altLang="en-US" sz="2800" baseline="30000" dirty="0"/>
          </a:p>
        </p:txBody>
      </p:sp>
      <p:pic>
        <p:nvPicPr>
          <p:cNvPr id="6" name="圖片 5">
            <a:extLst>
              <a:ext uri="{FF2B5EF4-FFF2-40B4-BE49-F238E27FC236}">
                <a16:creationId xmlns:a16="http://schemas.microsoft.com/office/drawing/2014/main" id="{A184492A-15BD-47E3-92E7-593B262C4AF0}"/>
              </a:ext>
            </a:extLst>
          </p:cNvPr>
          <p:cNvPicPr>
            <a:picLocks noChangeAspect="1"/>
          </p:cNvPicPr>
          <p:nvPr/>
        </p:nvPicPr>
        <p:blipFill>
          <a:blip r:embed="rId3"/>
          <a:stretch>
            <a:fillRect/>
          </a:stretch>
        </p:blipFill>
        <p:spPr>
          <a:xfrm>
            <a:off x="1354069" y="3974773"/>
            <a:ext cx="4267200" cy="352425"/>
          </a:xfrm>
          <a:prstGeom prst="rect">
            <a:avLst/>
          </a:prstGeom>
        </p:spPr>
      </p:pic>
      <p:pic>
        <p:nvPicPr>
          <p:cNvPr id="9" name="圖片 8">
            <a:extLst>
              <a:ext uri="{FF2B5EF4-FFF2-40B4-BE49-F238E27FC236}">
                <a16:creationId xmlns:a16="http://schemas.microsoft.com/office/drawing/2014/main" id="{2D8A7DBE-2457-400B-93C3-48B8A74B9647}"/>
              </a:ext>
            </a:extLst>
          </p:cNvPr>
          <p:cNvPicPr>
            <a:picLocks noChangeAspect="1"/>
          </p:cNvPicPr>
          <p:nvPr/>
        </p:nvPicPr>
        <p:blipFill>
          <a:blip r:embed="rId4"/>
          <a:stretch>
            <a:fillRect/>
          </a:stretch>
        </p:blipFill>
        <p:spPr>
          <a:xfrm>
            <a:off x="1354069" y="3429000"/>
            <a:ext cx="5972175" cy="323850"/>
          </a:xfrm>
          <a:prstGeom prst="rect">
            <a:avLst/>
          </a:prstGeom>
        </p:spPr>
      </p:pic>
    </p:spTree>
    <p:extLst>
      <p:ext uri="{BB962C8B-B14F-4D97-AF65-F5344CB8AC3E}">
        <p14:creationId xmlns:p14="http://schemas.microsoft.com/office/powerpoint/2010/main" val="1768236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Obtaining the longest common subsequence</a:t>
            </a:r>
            <a:endParaRPr lang="zh-TW" altLang="en-US" dirty="0">
              <a:latin typeface="Times New Roman" panose="02020603050405020304" pitchFamily="18" charset="0"/>
              <a:cs typeface="Times New Roman" panose="02020603050405020304" pitchFamily="18" charset="0"/>
            </a:endParaRPr>
          </a:p>
        </p:txBody>
      </p:sp>
      <p:graphicFrame>
        <p:nvGraphicFramePr>
          <p:cNvPr id="3" name="表格 3">
            <a:extLst>
              <a:ext uri="{FF2B5EF4-FFF2-40B4-BE49-F238E27FC236}">
                <a16:creationId xmlns:a16="http://schemas.microsoft.com/office/drawing/2014/main" id="{15209FD0-8FB1-42C3-9FF7-C85D464D8C9D}"/>
              </a:ext>
            </a:extLst>
          </p:cNvPr>
          <p:cNvGraphicFramePr>
            <a:graphicFrameLocks noGrp="1"/>
          </p:cNvGraphicFramePr>
          <p:nvPr>
            <p:extLst>
              <p:ext uri="{D42A27DB-BD31-4B8C-83A1-F6EECF244321}">
                <p14:modId xmlns:p14="http://schemas.microsoft.com/office/powerpoint/2010/main" val="4076543337"/>
              </p:ext>
            </p:extLst>
          </p:nvPr>
        </p:nvGraphicFramePr>
        <p:xfrm>
          <a:off x="1768051" y="2614452"/>
          <a:ext cx="4864530" cy="1325562"/>
        </p:xfrm>
        <a:graphic>
          <a:graphicData uri="http://schemas.openxmlformats.org/drawingml/2006/table">
            <a:tbl>
              <a:tblPr firstRow="1" bandRow="1">
                <a:tableStyleId>{5C22544A-7EE6-4342-B048-85BDC9FD1C3A}</a:tableStyleId>
              </a:tblPr>
              <a:tblGrid>
                <a:gridCol w="972906">
                  <a:extLst>
                    <a:ext uri="{9D8B030D-6E8A-4147-A177-3AD203B41FA5}">
                      <a16:colId xmlns:a16="http://schemas.microsoft.com/office/drawing/2014/main" val="706749278"/>
                    </a:ext>
                  </a:extLst>
                </a:gridCol>
                <a:gridCol w="972906">
                  <a:extLst>
                    <a:ext uri="{9D8B030D-6E8A-4147-A177-3AD203B41FA5}">
                      <a16:colId xmlns:a16="http://schemas.microsoft.com/office/drawing/2014/main" val="4190804024"/>
                    </a:ext>
                  </a:extLst>
                </a:gridCol>
                <a:gridCol w="972906">
                  <a:extLst>
                    <a:ext uri="{9D8B030D-6E8A-4147-A177-3AD203B41FA5}">
                      <a16:colId xmlns:a16="http://schemas.microsoft.com/office/drawing/2014/main" val="3415698921"/>
                    </a:ext>
                  </a:extLst>
                </a:gridCol>
                <a:gridCol w="972906">
                  <a:extLst>
                    <a:ext uri="{9D8B030D-6E8A-4147-A177-3AD203B41FA5}">
                      <a16:colId xmlns:a16="http://schemas.microsoft.com/office/drawing/2014/main" val="1896663971"/>
                    </a:ext>
                  </a:extLst>
                </a:gridCol>
                <a:gridCol w="972906">
                  <a:extLst>
                    <a:ext uri="{9D8B030D-6E8A-4147-A177-3AD203B41FA5}">
                      <a16:colId xmlns:a16="http://schemas.microsoft.com/office/drawing/2014/main" val="848194928"/>
                    </a:ext>
                  </a:extLst>
                </a:gridCol>
              </a:tblGrid>
              <a:tr h="441854">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tc>
                  <a:txBody>
                    <a:bodyPr/>
                    <a:lstStyle/>
                    <a:p>
                      <a:endParaRPr lang="zh-TW" altLang="en-US"/>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extLst>
                  <a:ext uri="{0D108BD9-81ED-4DB2-BD59-A6C34878D82A}">
                    <a16:rowId xmlns:a16="http://schemas.microsoft.com/office/drawing/2014/main" val="683225417"/>
                  </a:ext>
                </a:extLst>
              </a:tr>
              <a:tr h="441854">
                <a:tc>
                  <a:txBody>
                    <a:bodyPr/>
                    <a:lstStyle/>
                    <a:p>
                      <a:endParaRPr lang="zh-TW" altLang="en-US"/>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extLst>
                  <a:ext uri="{0D108BD9-81ED-4DB2-BD59-A6C34878D82A}">
                    <a16:rowId xmlns:a16="http://schemas.microsoft.com/office/drawing/2014/main" val="1028240894"/>
                  </a:ext>
                </a:extLst>
              </a:tr>
              <a:tr h="441854">
                <a:tc>
                  <a:txBody>
                    <a:bodyPr/>
                    <a:lstStyle/>
                    <a:p>
                      <a:endParaRPr lang="zh-TW" altLang="en-US"/>
                    </a:p>
                  </a:txBody>
                  <a:tcPr>
                    <a:solidFill>
                      <a:schemeClr val="accent4">
                        <a:lumMod val="40000"/>
                        <a:lumOff val="60000"/>
                      </a:schemeClr>
                    </a:solidFill>
                  </a:tcPr>
                </a:tc>
                <a:tc>
                  <a:txBody>
                    <a:bodyPr/>
                    <a:lstStyle/>
                    <a:p>
                      <a:endParaRPr lang="zh-TW" altLang="en-US"/>
                    </a:p>
                  </a:txBody>
                  <a:tcPr>
                    <a:solidFill>
                      <a:schemeClr val="accent4">
                        <a:lumMod val="40000"/>
                        <a:lumOff val="60000"/>
                      </a:schemeClr>
                    </a:solidFill>
                  </a:tcPr>
                </a:tc>
                <a:tc>
                  <a:txBody>
                    <a:bodyPr/>
                    <a:lstStyle/>
                    <a:p>
                      <a:endParaRPr lang="zh-TW" altLang="en-US"/>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tc>
                  <a:txBody>
                    <a:bodyPr/>
                    <a:lstStyle/>
                    <a:p>
                      <a:endParaRPr lang="zh-TW" altLang="en-US" dirty="0"/>
                    </a:p>
                  </a:txBody>
                  <a:tcPr>
                    <a:solidFill>
                      <a:schemeClr val="accent4">
                        <a:lumMod val="40000"/>
                        <a:lumOff val="60000"/>
                      </a:schemeClr>
                    </a:solidFill>
                  </a:tcPr>
                </a:tc>
                <a:extLst>
                  <a:ext uri="{0D108BD9-81ED-4DB2-BD59-A6C34878D82A}">
                    <a16:rowId xmlns:a16="http://schemas.microsoft.com/office/drawing/2014/main" val="2690365498"/>
                  </a:ext>
                </a:extLst>
              </a:tr>
            </a:tbl>
          </a:graphicData>
        </a:graphic>
      </p:graphicFrame>
      <p:graphicFrame>
        <p:nvGraphicFramePr>
          <p:cNvPr id="4" name="表格 3">
            <a:extLst>
              <a:ext uri="{FF2B5EF4-FFF2-40B4-BE49-F238E27FC236}">
                <a16:creationId xmlns:a16="http://schemas.microsoft.com/office/drawing/2014/main" id="{CB79F381-4552-4702-BB3C-68B2C6C0D408}"/>
              </a:ext>
            </a:extLst>
          </p:cNvPr>
          <p:cNvGraphicFramePr>
            <a:graphicFrameLocks noGrp="1"/>
          </p:cNvGraphicFramePr>
          <p:nvPr>
            <p:extLst>
              <p:ext uri="{D42A27DB-BD31-4B8C-83A1-F6EECF244321}">
                <p14:modId xmlns:p14="http://schemas.microsoft.com/office/powerpoint/2010/main" val="1656418301"/>
              </p:ext>
            </p:extLst>
          </p:nvPr>
        </p:nvGraphicFramePr>
        <p:xfrm>
          <a:off x="5684629" y="4528554"/>
          <a:ext cx="4864530" cy="1325562"/>
        </p:xfrm>
        <a:graphic>
          <a:graphicData uri="http://schemas.openxmlformats.org/drawingml/2006/table">
            <a:tbl>
              <a:tblPr firstRow="1" bandRow="1">
                <a:tableStyleId>{5C22544A-7EE6-4342-B048-85BDC9FD1C3A}</a:tableStyleId>
              </a:tblPr>
              <a:tblGrid>
                <a:gridCol w="972906">
                  <a:extLst>
                    <a:ext uri="{9D8B030D-6E8A-4147-A177-3AD203B41FA5}">
                      <a16:colId xmlns:a16="http://schemas.microsoft.com/office/drawing/2014/main" val="4234332974"/>
                    </a:ext>
                  </a:extLst>
                </a:gridCol>
                <a:gridCol w="972906">
                  <a:extLst>
                    <a:ext uri="{9D8B030D-6E8A-4147-A177-3AD203B41FA5}">
                      <a16:colId xmlns:a16="http://schemas.microsoft.com/office/drawing/2014/main" val="3176447126"/>
                    </a:ext>
                  </a:extLst>
                </a:gridCol>
                <a:gridCol w="972906">
                  <a:extLst>
                    <a:ext uri="{9D8B030D-6E8A-4147-A177-3AD203B41FA5}">
                      <a16:colId xmlns:a16="http://schemas.microsoft.com/office/drawing/2014/main" val="825005311"/>
                    </a:ext>
                  </a:extLst>
                </a:gridCol>
                <a:gridCol w="972906">
                  <a:extLst>
                    <a:ext uri="{9D8B030D-6E8A-4147-A177-3AD203B41FA5}">
                      <a16:colId xmlns:a16="http://schemas.microsoft.com/office/drawing/2014/main" val="3759906743"/>
                    </a:ext>
                  </a:extLst>
                </a:gridCol>
                <a:gridCol w="972906">
                  <a:extLst>
                    <a:ext uri="{9D8B030D-6E8A-4147-A177-3AD203B41FA5}">
                      <a16:colId xmlns:a16="http://schemas.microsoft.com/office/drawing/2014/main" val="254975143"/>
                    </a:ext>
                  </a:extLst>
                </a:gridCol>
              </a:tblGrid>
              <a:tr h="441854">
                <a:tc>
                  <a:txBody>
                    <a:bodyPr/>
                    <a:lstStyle/>
                    <a:p>
                      <a:endParaRPr lang="zh-TW" altLang="en-US" dirty="0"/>
                    </a:p>
                  </a:txBody>
                  <a:tcPr>
                    <a:solidFill>
                      <a:schemeClr val="accent6">
                        <a:lumMod val="60000"/>
                        <a:lumOff val="40000"/>
                      </a:schemeClr>
                    </a:solidFill>
                  </a:tcPr>
                </a:tc>
                <a:tc>
                  <a:txBody>
                    <a:bodyPr/>
                    <a:lstStyle/>
                    <a:p>
                      <a:endParaRPr lang="zh-TW" altLang="en-US"/>
                    </a:p>
                  </a:txBody>
                  <a:tcPr>
                    <a:solidFill>
                      <a:schemeClr val="accent6">
                        <a:lumMod val="60000"/>
                        <a:lumOff val="40000"/>
                      </a:schemeClr>
                    </a:solidFill>
                  </a:tcPr>
                </a:tc>
                <a:tc>
                  <a:txBody>
                    <a:bodyPr/>
                    <a:lstStyle/>
                    <a:p>
                      <a:endParaRPr lang="zh-TW" altLang="en-US"/>
                    </a:p>
                  </a:txBody>
                  <a:tcPr>
                    <a:solidFill>
                      <a:schemeClr val="accent6">
                        <a:lumMod val="60000"/>
                        <a:lumOff val="40000"/>
                      </a:schemeClr>
                    </a:solidFill>
                  </a:tcPr>
                </a:tc>
                <a:tc>
                  <a:txBody>
                    <a:bodyPr/>
                    <a:lstStyle/>
                    <a:p>
                      <a:endParaRPr lang="zh-TW" altLang="en-US"/>
                    </a:p>
                  </a:txBody>
                  <a:tcPr>
                    <a:solidFill>
                      <a:schemeClr val="accent6">
                        <a:lumMod val="60000"/>
                        <a:lumOff val="40000"/>
                      </a:schemeClr>
                    </a:solidFill>
                  </a:tcPr>
                </a:tc>
                <a:tc>
                  <a:txBody>
                    <a:bodyPr/>
                    <a:lstStyle/>
                    <a:p>
                      <a:endParaRPr lang="zh-TW" altLang="en-US"/>
                    </a:p>
                  </a:txBody>
                  <a:tcPr>
                    <a:solidFill>
                      <a:schemeClr val="accent6">
                        <a:lumMod val="60000"/>
                        <a:lumOff val="40000"/>
                      </a:schemeClr>
                    </a:solidFill>
                  </a:tcPr>
                </a:tc>
                <a:extLst>
                  <a:ext uri="{0D108BD9-81ED-4DB2-BD59-A6C34878D82A}">
                    <a16:rowId xmlns:a16="http://schemas.microsoft.com/office/drawing/2014/main" val="687245527"/>
                  </a:ext>
                </a:extLst>
              </a:tr>
              <a:tr h="441854">
                <a:tc>
                  <a:txBody>
                    <a:bodyPr/>
                    <a:lstStyle/>
                    <a:p>
                      <a:endParaRPr lang="zh-TW" altLang="en-US" dirty="0"/>
                    </a:p>
                  </a:txBody>
                  <a:tcPr>
                    <a:solidFill>
                      <a:schemeClr val="accent6">
                        <a:lumMod val="60000"/>
                        <a:lumOff val="40000"/>
                      </a:schemeClr>
                    </a:solidFill>
                  </a:tcPr>
                </a:tc>
                <a:tc>
                  <a:txBody>
                    <a:bodyPr/>
                    <a:lstStyle/>
                    <a:p>
                      <a:endParaRPr lang="zh-TW" altLang="en-US" dirty="0"/>
                    </a:p>
                  </a:txBody>
                  <a:tcPr>
                    <a:solidFill>
                      <a:schemeClr val="accent6">
                        <a:lumMod val="60000"/>
                        <a:lumOff val="40000"/>
                      </a:schemeClr>
                    </a:solidFill>
                  </a:tcPr>
                </a:tc>
                <a:tc>
                  <a:txBody>
                    <a:bodyPr/>
                    <a:lstStyle/>
                    <a:p>
                      <a:endParaRPr lang="zh-TW" altLang="en-US" dirty="0"/>
                    </a:p>
                  </a:txBody>
                  <a:tcPr>
                    <a:solidFill>
                      <a:schemeClr val="accent6">
                        <a:lumMod val="60000"/>
                        <a:lumOff val="40000"/>
                      </a:schemeClr>
                    </a:solidFill>
                  </a:tcPr>
                </a:tc>
                <a:tc>
                  <a:txBody>
                    <a:bodyPr/>
                    <a:lstStyle/>
                    <a:p>
                      <a:endParaRPr lang="zh-TW" altLang="en-US" dirty="0"/>
                    </a:p>
                  </a:txBody>
                  <a:tcPr>
                    <a:solidFill>
                      <a:schemeClr val="accent6">
                        <a:lumMod val="60000"/>
                        <a:lumOff val="40000"/>
                      </a:schemeClr>
                    </a:solidFill>
                  </a:tcPr>
                </a:tc>
                <a:tc>
                  <a:txBody>
                    <a:bodyPr/>
                    <a:lstStyle/>
                    <a:p>
                      <a:endParaRPr lang="zh-TW" altLang="en-US"/>
                    </a:p>
                  </a:txBody>
                  <a:tcPr>
                    <a:solidFill>
                      <a:schemeClr val="accent6">
                        <a:lumMod val="60000"/>
                        <a:lumOff val="40000"/>
                      </a:schemeClr>
                    </a:solidFill>
                  </a:tcPr>
                </a:tc>
                <a:extLst>
                  <a:ext uri="{0D108BD9-81ED-4DB2-BD59-A6C34878D82A}">
                    <a16:rowId xmlns:a16="http://schemas.microsoft.com/office/drawing/2014/main" val="1934237563"/>
                  </a:ext>
                </a:extLst>
              </a:tr>
              <a:tr h="441854">
                <a:tc>
                  <a:txBody>
                    <a:bodyPr/>
                    <a:lstStyle/>
                    <a:p>
                      <a:endParaRPr lang="zh-TW" altLang="en-US" dirty="0"/>
                    </a:p>
                  </a:txBody>
                  <a:tcPr>
                    <a:solidFill>
                      <a:schemeClr val="accent6">
                        <a:lumMod val="60000"/>
                        <a:lumOff val="40000"/>
                      </a:schemeClr>
                    </a:solidFill>
                  </a:tcPr>
                </a:tc>
                <a:tc>
                  <a:txBody>
                    <a:bodyPr/>
                    <a:lstStyle/>
                    <a:p>
                      <a:endParaRPr lang="zh-TW" altLang="en-US" dirty="0"/>
                    </a:p>
                  </a:txBody>
                  <a:tcPr>
                    <a:solidFill>
                      <a:schemeClr val="accent6">
                        <a:lumMod val="60000"/>
                        <a:lumOff val="40000"/>
                      </a:schemeClr>
                    </a:solidFill>
                  </a:tcPr>
                </a:tc>
                <a:tc>
                  <a:txBody>
                    <a:bodyPr/>
                    <a:lstStyle/>
                    <a:p>
                      <a:endParaRPr lang="zh-TW" altLang="en-US" dirty="0"/>
                    </a:p>
                  </a:txBody>
                  <a:tcPr>
                    <a:solidFill>
                      <a:schemeClr val="accent6">
                        <a:lumMod val="60000"/>
                        <a:lumOff val="40000"/>
                      </a:schemeClr>
                    </a:solidFill>
                  </a:tcPr>
                </a:tc>
                <a:tc>
                  <a:txBody>
                    <a:bodyPr/>
                    <a:lstStyle/>
                    <a:p>
                      <a:endParaRPr lang="zh-TW" altLang="en-US" dirty="0"/>
                    </a:p>
                  </a:txBody>
                  <a:tcPr>
                    <a:solidFill>
                      <a:schemeClr val="accent6">
                        <a:lumMod val="60000"/>
                        <a:lumOff val="40000"/>
                      </a:schemeClr>
                    </a:solidFill>
                  </a:tcPr>
                </a:tc>
                <a:tc>
                  <a:txBody>
                    <a:bodyPr/>
                    <a:lstStyle/>
                    <a:p>
                      <a:endParaRPr lang="zh-TW" altLang="en-US" dirty="0"/>
                    </a:p>
                  </a:txBody>
                  <a:tcPr>
                    <a:solidFill>
                      <a:schemeClr val="accent6">
                        <a:lumMod val="60000"/>
                        <a:lumOff val="40000"/>
                      </a:schemeClr>
                    </a:solidFill>
                  </a:tcPr>
                </a:tc>
                <a:extLst>
                  <a:ext uri="{0D108BD9-81ED-4DB2-BD59-A6C34878D82A}">
                    <a16:rowId xmlns:a16="http://schemas.microsoft.com/office/drawing/2014/main" val="2024409331"/>
                  </a:ext>
                </a:extLst>
              </a:tr>
            </a:tbl>
          </a:graphicData>
        </a:graphic>
      </p:graphicFrame>
      <p:sp>
        <p:nvSpPr>
          <p:cNvPr id="5" name="橢圓 4">
            <a:extLst>
              <a:ext uri="{FF2B5EF4-FFF2-40B4-BE49-F238E27FC236}">
                <a16:creationId xmlns:a16="http://schemas.microsoft.com/office/drawing/2014/main" id="{6B2A1B16-66DF-4445-A343-628B0B2339BA}"/>
              </a:ext>
            </a:extLst>
          </p:cNvPr>
          <p:cNvSpPr/>
          <p:nvPr/>
        </p:nvSpPr>
        <p:spPr>
          <a:xfrm>
            <a:off x="5603976" y="2550470"/>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8" name="橢圓 37">
            <a:extLst>
              <a:ext uri="{FF2B5EF4-FFF2-40B4-BE49-F238E27FC236}">
                <a16:creationId xmlns:a16="http://schemas.microsoft.com/office/drawing/2014/main" id="{C3321D8F-DA47-4F19-BA5E-D32EF5674894}"/>
              </a:ext>
            </a:extLst>
          </p:cNvPr>
          <p:cNvSpPr/>
          <p:nvPr/>
        </p:nvSpPr>
        <p:spPr>
          <a:xfrm>
            <a:off x="5604772" y="3042398"/>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1" name="橢圓 40">
            <a:extLst>
              <a:ext uri="{FF2B5EF4-FFF2-40B4-BE49-F238E27FC236}">
                <a16:creationId xmlns:a16="http://schemas.microsoft.com/office/drawing/2014/main" id="{E430C87B-7B83-46EF-B60F-F2FD111785B6}"/>
              </a:ext>
            </a:extLst>
          </p:cNvPr>
          <p:cNvSpPr/>
          <p:nvPr/>
        </p:nvSpPr>
        <p:spPr>
          <a:xfrm>
            <a:off x="5603976" y="3444311"/>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2" name="橢圓 41">
            <a:extLst>
              <a:ext uri="{FF2B5EF4-FFF2-40B4-BE49-F238E27FC236}">
                <a16:creationId xmlns:a16="http://schemas.microsoft.com/office/drawing/2014/main" id="{E16EBF71-DAD2-40F2-A097-002D9C3B508C}"/>
              </a:ext>
            </a:extLst>
          </p:cNvPr>
          <p:cNvSpPr/>
          <p:nvPr/>
        </p:nvSpPr>
        <p:spPr>
          <a:xfrm>
            <a:off x="5630697" y="3874832"/>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3" name="橢圓 42">
            <a:extLst>
              <a:ext uri="{FF2B5EF4-FFF2-40B4-BE49-F238E27FC236}">
                <a16:creationId xmlns:a16="http://schemas.microsoft.com/office/drawing/2014/main" id="{A65B3E9B-58E7-4929-BBE8-570125F1B34A}"/>
              </a:ext>
            </a:extLst>
          </p:cNvPr>
          <p:cNvSpPr/>
          <p:nvPr/>
        </p:nvSpPr>
        <p:spPr>
          <a:xfrm>
            <a:off x="6625853" y="4950246"/>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4" name="橢圓 43">
            <a:extLst>
              <a:ext uri="{FF2B5EF4-FFF2-40B4-BE49-F238E27FC236}">
                <a16:creationId xmlns:a16="http://schemas.microsoft.com/office/drawing/2014/main" id="{02DD1A01-A2ED-4D66-B891-BC3461D42E3F}"/>
              </a:ext>
            </a:extLst>
          </p:cNvPr>
          <p:cNvSpPr/>
          <p:nvPr/>
        </p:nvSpPr>
        <p:spPr>
          <a:xfrm>
            <a:off x="6620315" y="4476511"/>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9" name="橢圓 48">
            <a:extLst>
              <a:ext uri="{FF2B5EF4-FFF2-40B4-BE49-F238E27FC236}">
                <a16:creationId xmlns:a16="http://schemas.microsoft.com/office/drawing/2014/main" id="{0F44230C-8A06-4C00-B9AB-AA1A99CDAAAD}"/>
              </a:ext>
            </a:extLst>
          </p:cNvPr>
          <p:cNvSpPr/>
          <p:nvPr/>
        </p:nvSpPr>
        <p:spPr>
          <a:xfrm>
            <a:off x="6620315" y="5387117"/>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3" name="橢圓 52">
            <a:extLst>
              <a:ext uri="{FF2B5EF4-FFF2-40B4-BE49-F238E27FC236}">
                <a16:creationId xmlns:a16="http://schemas.microsoft.com/office/drawing/2014/main" id="{7EDFB79A-7E6D-4A84-A265-28EAF886641A}"/>
              </a:ext>
            </a:extLst>
          </p:cNvPr>
          <p:cNvSpPr/>
          <p:nvPr/>
        </p:nvSpPr>
        <p:spPr>
          <a:xfrm>
            <a:off x="6620315" y="5802070"/>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4" name="橢圓 53">
            <a:extLst>
              <a:ext uri="{FF2B5EF4-FFF2-40B4-BE49-F238E27FC236}">
                <a16:creationId xmlns:a16="http://schemas.microsoft.com/office/drawing/2014/main" id="{14845A0C-B31B-434D-822C-DBFF0F182381}"/>
              </a:ext>
            </a:extLst>
          </p:cNvPr>
          <p:cNvSpPr/>
          <p:nvPr/>
        </p:nvSpPr>
        <p:spPr>
          <a:xfrm>
            <a:off x="1734533" y="2573961"/>
            <a:ext cx="80653" cy="10408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55" name="橢圓 54">
            <a:extLst>
              <a:ext uri="{FF2B5EF4-FFF2-40B4-BE49-F238E27FC236}">
                <a16:creationId xmlns:a16="http://schemas.microsoft.com/office/drawing/2014/main" id="{47C7B151-3BE9-4D49-B468-5F84C7B36E64}"/>
              </a:ext>
            </a:extLst>
          </p:cNvPr>
          <p:cNvSpPr/>
          <p:nvPr/>
        </p:nvSpPr>
        <p:spPr>
          <a:xfrm>
            <a:off x="10487360" y="5764362"/>
            <a:ext cx="80653" cy="10408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56" name="橢圓 55">
            <a:extLst>
              <a:ext uri="{FF2B5EF4-FFF2-40B4-BE49-F238E27FC236}">
                <a16:creationId xmlns:a16="http://schemas.microsoft.com/office/drawing/2014/main" id="{5CC9EDEF-6128-45F7-88C7-660EADDBB9E5}"/>
              </a:ext>
            </a:extLst>
          </p:cNvPr>
          <p:cNvSpPr/>
          <p:nvPr/>
        </p:nvSpPr>
        <p:spPr>
          <a:xfrm>
            <a:off x="6538803" y="2542611"/>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7" name="橢圓 56">
            <a:extLst>
              <a:ext uri="{FF2B5EF4-FFF2-40B4-BE49-F238E27FC236}">
                <a16:creationId xmlns:a16="http://schemas.microsoft.com/office/drawing/2014/main" id="{8DB932A1-4597-48B2-A400-F5F1DB6652A1}"/>
              </a:ext>
            </a:extLst>
          </p:cNvPr>
          <p:cNvSpPr/>
          <p:nvPr/>
        </p:nvSpPr>
        <p:spPr>
          <a:xfrm>
            <a:off x="6565524" y="3042397"/>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8" name="橢圓 57">
            <a:extLst>
              <a:ext uri="{FF2B5EF4-FFF2-40B4-BE49-F238E27FC236}">
                <a16:creationId xmlns:a16="http://schemas.microsoft.com/office/drawing/2014/main" id="{8BCB63D6-2E00-468B-B201-69E02C355CFD}"/>
              </a:ext>
            </a:extLst>
          </p:cNvPr>
          <p:cNvSpPr/>
          <p:nvPr/>
        </p:nvSpPr>
        <p:spPr>
          <a:xfrm>
            <a:off x="6593024" y="3429000"/>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1" name="橢圓 60">
            <a:extLst>
              <a:ext uri="{FF2B5EF4-FFF2-40B4-BE49-F238E27FC236}">
                <a16:creationId xmlns:a16="http://schemas.microsoft.com/office/drawing/2014/main" id="{C241712C-D4E9-4F66-BED0-4EF43AF73C15}"/>
              </a:ext>
            </a:extLst>
          </p:cNvPr>
          <p:cNvSpPr/>
          <p:nvPr/>
        </p:nvSpPr>
        <p:spPr>
          <a:xfrm>
            <a:off x="6565524" y="3866973"/>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2" name="橢圓 61">
            <a:extLst>
              <a:ext uri="{FF2B5EF4-FFF2-40B4-BE49-F238E27FC236}">
                <a16:creationId xmlns:a16="http://schemas.microsoft.com/office/drawing/2014/main" id="{9C7ACF6D-B9B8-42E2-B690-B049C69C6FA9}"/>
              </a:ext>
            </a:extLst>
          </p:cNvPr>
          <p:cNvSpPr/>
          <p:nvPr/>
        </p:nvSpPr>
        <p:spPr>
          <a:xfrm>
            <a:off x="5649840" y="4940935"/>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3" name="橢圓 62">
            <a:extLst>
              <a:ext uri="{FF2B5EF4-FFF2-40B4-BE49-F238E27FC236}">
                <a16:creationId xmlns:a16="http://schemas.microsoft.com/office/drawing/2014/main" id="{9CE08FE4-D35F-491B-BCCF-21BB981FD5A7}"/>
              </a:ext>
            </a:extLst>
          </p:cNvPr>
          <p:cNvSpPr/>
          <p:nvPr/>
        </p:nvSpPr>
        <p:spPr>
          <a:xfrm>
            <a:off x="5644302" y="4467200"/>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4" name="橢圓 63">
            <a:extLst>
              <a:ext uri="{FF2B5EF4-FFF2-40B4-BE49-F238E27FC236}">
                <a16:creationId xmlns:a16="http://schemas.microsoft.com/office/drawing/2014/main" id="{A3B548F0-65CC-4B57-9813-B05A9A300941}"/>
              </a:ext>
            </a:extLst>
          </p:cNvPr>
          <p:cNvSpPr/>
          <p:nvPr/>
        </p:nvSpPr>
        <p:spPr>
          <a:xfrm>
            <a:off x="5644302" y="5377806"/>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7" name="橢圓 66">
            <a:extLst>
              <a:ext uri="{FF2B5EF4-FFF2-40B4-BE49-F238E27FC236}">
                <a16:creationId xmlns:a16="http://schemas.microsoft.com/office/drawing/2014/main" id="{B40364A9-BFF8-4AA3-B532-2F6C9832149E}"/>
              </a:ext>
            </a:extLst>
          </p:cNvPr>
          <p:cNvSpPr/>
          <p:nvPr/>
        </p:nvSpPr>
        <p:spPr>
          <a:xfrm>
            <a:off x="5644302" y="5792759"/>
            <a:ext cx="80653" cy="10408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67950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String Alignment Under Integer Weights</a:t>
            </a:r>
            <a:endParaRPr lang="zh-TW" altLang="en-US"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C19021E2-E828-4FFD-A7FF-7F1B52E679CF}"/>
              </a:ext>
            </a:extLst>
          </p:cNvPr>
          <p:cNvPicPr>
            <a:picLocks noChangeAspect="1"/>
          </p:cNvPicPr>
          <p:nvPr/>
        </p:nvPicPr>
        <p:blipFill>
          <a:blip r:embed="rId3"/>
          <a:stretch>
            <a:fillRect/>
          </a:stretch>
        </p:blipFill>
        <p:spPr>
          <a:xfrm>
            <a:off x="1401657" y="2358843"/>
            <a:ext cx="9917033" cy="3642992"/>
          </a:xfrm>
          <a:prstGeom prst="rect">
            <a:avLst/>
          </a:prstGeom>
        </p:spPr>
      </p:pic>
      <p:sp>
        <p:nvSpPr>
          <p:cNvPr id="11" name="文字方塊 10">
            <a:extLst>
              <a:ext uri="{FF2B5EF4-FFF2-40B4-BE49-F238E27FC236}">
                <a16:creationId xmlns:a16="http://schemas.microsoft.com/office/drawing/2014/main" id="{050DA5F4-3CD9-47AC-9CA7-C5F45B2CEC51}"/>
              </a:ext>
            </a:extLst>
          </p:cNvPr>
          <p:cNvSpPr txBox="1"/>
          <p:nvPr/>
        </p:nvSpPr>
        <p:spPr>
          <a:xfrm>
            <a:off x="1124701" y="3911883"/>
            <a:ext cx="416939" cy="536912"/>
          </a:xfrm>
          <a:prstGeom prst="rect">
            <a:avLst/>
          </a:prstGeom>
          <a:noFill/>
        </p:spPr>
        <p:txBody>
          <a:bodyPr wrap="square" rtlCol="0">
            <a:spAutoFit/>
          </a:bodyPr>
          <a:lstStyle/>
          <a:p>
            <a:r>
              <a:rPr lang="en-US" altLang="zh-TW" sz="2800" dirty="0">
                <a:solidFill>
                  <a:schemeClr val="accent4"/>
                </a:solidFill>
              </a:rPr>
              <a:t>T</a:t>
            </a:r>
            <a:endParaRPr lang="zh-TW" altLang="en-US" sz="2800" dirty="0">
              <a:solidFill>
                <a:schemeClr val="accent4"/>
              </a:solidFill>
            </a:endParaRPr>
          </a:p>
        </p:txBody>
      </p:sp>
      <p:sp>
        <p:nvSpPr>
          <p:cNvPr id="9" name="文字方塊 8">
            <a:extLst>
              <a:ext uri="{FF2B5EF4-FFF2-40B4-BE49-F238E27FC236}">
                <a16:creationId xmlns:a16="http://schemas.microsoft.com/office/drawing/2014/main" id="{1003C7F4-F66D-488B-A78C-D0144F75B60F}"/>
              </a:ext>
            </a:extLst>
          </p:cNvPr>
          <p:cNvSpPr txBox="1"/>
          <p:nvPr/>
        </p:nvSpPr>
        <p:spPr>
          <a:xfrm>
            <a:off x="6056723" y="2032670"/>
            <a:ext cx="356647" cy="523220"/>
          </a:xfrm>
          <a:prstGeom prst="rect">
            <a:avLst/>
          </a:prstGeom>
          <a:noFill/>
        </p:spPr>
        <p:txBody>
          <a:bodyPr wrap="square" rtlCol="0">
            <a:spAutoFit/>
          </a:bodyPr>
          <a:lstStyle/>
          <a:p>
            <a:r>
              <a:rPr lang="en-US" altLang="zh-TW" sz="2800" dirty="0">
                <a:solidFill>
                  <a:schemeClr val="accent4"/>
                </a:solidFill>
              </a:rPr>
              <a:t>S</a:t>
            </a:r>
            <a:endParaRPr lang="zh-TW" altLang="en-US" sz="2800" dirty="0">
              <a:solidFill>
                <a:schemeClr val="accent4"/>
              </a:solidFill>
            </a:endParaRPr>
          </a:p>
        </p:txBody>
      </p:sp>
      <p:sp>
        <p:nvSpPr>
          <p:cNvPr id="14" name="文字方塊 13">
            <a:extLst>
              <a:ext uri="{FF2B5EF4-FFF2-40B4-BE49-F238E27FC236}">
                <a16:creationId xmlns:a16="http://schemas.microsoft.com/office/drawing/2014/main" id="{8794DAD2-7BFB-40E0-B745-76AA0E64B90C}"/>
              </a:ext>
            </a:extLst>
          </p:cNvPr>
          <p:cNvSpPr txBox="1"/>
          <p:nvPr/>
        </p:nvSpPr>
        <p:spPr>
          <a:xfrm>
            <a:off x="5460476" y="2890440"/>
            <a:ext cx="774570" cy="523220"/>
          </a:xfrm>
          <a:prstGeom prst="rect">
            <a:avLst/>
          </a:prstGeom>
          <a:noFill/>
        </p:spPr>
        <p:txBody>
          <a:bodyPr wrap="square" rtlCol="0">
            <a:spAutoFit/>
          </a:bodyPr>
          <a:lstStyle/>
          <a:p>
            <a:r>
              <a:rPr lang="en-US" altLang="zh-TW" sz="2800" dirty="0"/>
              <a:t> </a:t>
            </a:r>
            <a:r>
              <a:rPr lang="en-US" altLang="zh-TW" dirty="0" err="1">
                <a:solidFill>
                  <a:srgbClr val="FF0000"/>
                </a:solidFill>
              </a:rPr>
              <a:t>w</a:t>
            </a:r>
            <a:r>
              <a:rPr lang="en-US" altLang="zh-TW" baseline="-25000" dirty="0" err="1">
                <a:solidFill>
                  <a:srgbClr val="FF0000"/>
                </a:solidFill>
              </a:rPr>
              <a:t>gap</a:t>
            </a:r>
            <a:endParaRPr lang="zh-TW" altLang="en-US" baseline="-25000" dirty="0">
              <a:solidFill>
                <a:srgbClr val="FF0000"/>
              </a:solidFill>
            </a:endParaRPr>
          </a:p>
        </p:txBody>
      </p:sp>
      <p:sp>
        <p:nvSpPr>
          <p:cNvPr id="15" name="文字方塊 14">
            <a:extLst>
              <a:ext uri="{FF2B5EF4-FFF2-40B4-BE49-F238E27FC236}">
                <a16:creationId xmlns:a16="http://schemas.microsoft.com/office/drawing/2014/main" id="{1FE1D444-F275-4C31-A8E7-4C4D5CD95ED1}"/>
              </a:ext>
            </a:extLst>
          </p:cNvPr>
          <p:cNvSpPr txBox="1"/>
          <p:nvPr/>
        </p:nvSpPr>
        <p:spPr>
          <a:xfrm>
            <a:off x="4602637" y="2961746"/>
            <a:ext cx="789495" cy="400110"/>
          </a:xfrm>
          <a:prstGeom prst="rect">
            <a:avLst/>
          </a:prstGeom>
          <a:noFill/>
        </p:spPr>
        <p:txBody>
          <a:bodyPr wrap="square">
            <a:spAutoFit/>
          </a:bodyPr>
          <a:lstStyle/>
          <a:p>
            <a:r>
              <a:rPr lang="en-US" altLang="zh-TW" sz="2000" dirty="0" err="1">
                <a:solidFill>
                  <a:srgbClr val="FF0000"/>
                </a:solidFill>
                <a:latin typeface="Times New Roman" panose="02020603050405020304" pitchFamily="18" charset="0"/>
                <a:cs typeface="Times New Roman" panose="02020603050405020304" pitchFamily="18" charset="0"/>
              </a:rPr>
              <a:t>w</a:t>
            </a:r>
            <a:r>
              <a:rPr lang="en-US" altLang="zh-TW" sz="2000" baseline="-25000" dirty="0" err="1">
                <a:solidFill>
                  <a:srgbClr val="FF0000"/>
                </a:solidFill>
                <a:latin typeface="Times New Roman" panose="02020603050405020304" pitchFamily="18" charset="0"/>
                <a:cs typeface="Times New Roman" panose="02020603050405020304" pitchFamily="18" charset="0"/>
              </a:rPr>
              <a:t>match</a:t>
            </a:r>
            <a:endParaRPr lang="zh-TW" altLang="en-US" sz="2000" dirty="0">
              <a:solidFill>
                <a:srgbClr val="FF0000"/>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624BA7D1-EC16-4025-91F2-F1B8B0437FA7}"/>
              </a:ext>
            </a:extLst>
          </p:cNvPr>
          <p:cNvSpPr txBox="1"/>
          <p:nvPr/>
        </p:nvSpPr>
        <p:spPr>
          <a:xfrm>
            <a:off x="7361943" y="5027109"/>
            <a:ext cx="629238" cy="369332"/>
          </a:xfrm>
          <a:prstGeom prst="rect">
            <a:avLst/>
          </a:prstGeom>
          <a:noFill/>
        </p:spPr>
        <p:txBody>
          <a:bodyPr wrap="square">
            <a:spAutoFit/>
          </a:bodyPr>
          <a:lstStyle/>
          <a:p>
            <a:r>
              <a:rPr lang="en-US" altLang="zh-TW" sz="1800" dirty="0" err="1">
                <a:solidFill>
                  <a:srgbClr val="FF0000"/>
                </a:solidFill>
                <a:latin typeface="Times New Roman" panose="02020603050405020304" pitchFamily="18" charset="0"/>
                <a:cs typeface="Times New Roman" panose="02020603050405020304" pitchFamily="18" charset="0"/>
              </a:rPr>
              <a:t>w</a:t>
            </a:r>
            <a:r>
              <a:rPr lang="en-US" altLang="zh-TW" sz="1800" baseline="-25000" dirty="0" err="1">
                <a:solidFill>
                  <a:srgbClr val="FF0000"/>
                </a:solidFill>
                <a:latin typeface="Times New Roman" panose="02020603050405020304" pitchFamily="18" charset="0"/>
                <a:cs typeface="Times New Roman" panose="02020603050405020304" pitchFamily="18" charset="0"/>
              </a:rPr>
              <a:t>mis</a:t>
            </a:r>
            <a:endParaRPr lang="zh-TW" altLang="en-US" dirty="0">
              <a:solidFill>
                <a:srgbClr val="FF0000"/>
              </a:solidFill>
              <a:latin typeface="Times New Roman" panose="02020603050405020304" pitchFamily="18" charset="0"/>
              <a:cs typeface="Times New Roman" panose="02020603050405020304" pitchFamily="18" charset="0"/>
            </a:endParaRPr>
          </a:p>
        </p:txBody>
      </p:sp>
      <p:pic>
        <p:nvPicPr>
          <p:cNvPr id="17" name="圖片 16">
            <a:extLst>
              <a:ext uri="{FF2B5EF4-FFF2-40B4-BE49-F238E27FC236}">
                <a16:creationId xmlns:a16="http://schemas.microsoft.com/office/drawing/2014/main" id="{DD49D573-EC17-47C4-820A-5F4FCAE2DE53}"/>
              </a:ext>
            </a:extLst>
          </p:cNvPr>
          <p:cNvPicPr>
            <a:picLocks noChangeAspect="1"/>
          </p:cNvPicPr>
          <p:nvPr/>
        </p:nvPicPr>
        <p:blipFill>
          <a:blip r:embed="rId4"/>
          <a:stretch>
            <a:fillRect/>
          </a:stretch>
        </p:blipFill>
        <p:spPr>
          <a:xfrm>
            <a:off x="1087330" y="1996893"/>
            <a:ext cx="908620" cy="536912"/>
          </a:xfrm>
          <a:prstGeom prst="rect">
            <a:avLst/>
          </a:prstGeom>
        </p:spPr>
      </p:pic>
    </p:spTree>
    <p:extLst>
      <p:ext uri="{BB962C8B-B14F-4D97-AF65-F5344CB8AC3E}">
        <p14:creationId xmlns:p14="http://schemas.microsoft.com/office/powerpoint/2010/main" val="1837971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String Alignment Under Integer Weights</a:t>
            </a:r>
            <a:endParaRPr lang="zh-TW" altLang="en-US"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39BC7883-273A-4B5D-BEFE-DC9B6DCCBA94}"/>
              </a:ext>
            </a:extLst>
          </p:cNvPr>
          <p:cNvSpPr txBox="1"/>
          <p:nvPr/>
        </p:nvSpPr>
        <p:spPr>
          <a:xfrm>
            <a:off x="2511566" y="4734254"/>
            <a:ext cx="1079359" cy="954107"/>
          </a:xfrm>
          <a:prstGeom prst="rect">
            <a:avLst/>
          </a:prstGeom>
          <a:noFill/>
        </p:spPr>
        <p:txBody>
          <a:bodyPr wrap="square" rtlCol="0">
            <a:spAutoFit/>
          </a:bodyPr>
          <a:lstStyle/>
          <a:p>
            <a:r>
              <a:rPr lang="en-US" altLang="zh-TW" sz="2800" dirty="0"/>
              <a:t>S = ac</a:t>
            </a:r>
          </a:p>
          <a:p>
            <a:r>
              <a:rPr lang="en-US" altLang="zh-TW" sz="2800" dirty="0"/>
              <a:t>T = </a:t>
            </a:r>
            <a:r>
              <a:rPr lang="en-US" altLang="zh-TW" sz="2800" dirty="0" err="1"/>
              <a:t>bc</a:t>
            </a:r>
            <a:endParaRPr lang="en-US" altLang="zh-TW" sz="2800" dirty="0"/>
          </a:p>
        </p:txBody>
      </p:sp>
      <p:pic>
        <p:nvPicPr>
          <p:cNvPr id="4" name="圖片 3" descr="一張含有 文字 的圖片&#10;&#10;自動產生的描述">
            <a:extLst>
              <a:ext uri="{FF2B5EF4-FFF2-40B4-BE49-F238E27FC236}">
                <a16:creationId xmlns:a16="http://schemas.microsoft.com/office/drawing/2014/main" id="{DC0E8346-677B-4019-855D-ACD504D68BB1}"/>
              </a:ext>
            </a:extLst>
          </p:cNvPr>
          <p:cNvPicPr>
            <a:picLocks noChangeAspect="1"/>
          </p:cNvPicPr>
          <p:nvPr/>
        </p:nvPicPr>
        <p:blipFill>
          <a:blip r:embed="rId3"/>
          <a:stretch>
            <a:fillRect/>
          </a:stretch>
        </p:blipFill>
        <p:spPr>
          <a:xfrm>
            <a:off x="5852372" y="1626723"/>
            <a:ext cx="3019425" cy="1057275"/>
          </a:xfrm>
          <a:prstGeom prst="rect">
            <a:avLst/>
          </a:prstGeom>
        </p:spPr>
      </p:pic>
      <p:sp>
        <p:nvSpPr>
          <p:cNvPr id="17" name="文字方塊 16">
            <a:extLst>
              <a:ext uri="{FF2B5EF4-FFF2-40B4-BE49-F238E27FC236}">
                <a16:creationId xmlns:a16="http://schemas.microsoft.com/office/drawing/2014/main" id="{0E29C921-827D-4112-AD13-CA5603E8BDD4}"/>
              </a:ext>
            </a:extLst>
          </p:cNvPr>
          <p:cNvSpPr txBox="1"/>
          <p:nvPr/>
        </p:nvSpPr>
        <p:spPr>
          <a:xfrm>
            <a:off x="4987025" y="4734583"/>
            <a:ext cx="1602557" cy="954107"/>
          </a:xfrm>
          <a:prstGeom prst="rect">
            <a:avLst/>
          </a:prstGeom>
          <a:noFill/>
        </p:spPr>
        <p:txBody>
          <a:bodyPr wrap="square" rtlCol="0">
            <a:spAutoFit/>
          </a:bodyPr>
          <a:lstStyle/>
          <a:p>
            <a:r>
              <a:rPr lang="en-US" altLang="zh-TW" sz="2800" dirty="0"/>
              <a:t>S’ = $</a:t>
            </a:r>
            <a:r>
              <a:rPr lang="en-US" altLang="zh-TW" sz="2800" dirty="0" err="1"/>
              <a:t>a$c</a:t>
            </a:r>
            <a:endParaRPr lang="en-US" altLang="zh-TW" sz="2800" dirty="0"/>
          </a:p>
          <a:p>
            <a:r>
              <a:rPr lang="en-US" altLang="zh-TW" sz="2800" dirty="0"/>
              <a:t>T’ = $</a:t>
            </a:r>
            <a:r>
              <a:rPr lang="en-US" altLang="zh-TW" sz="2800" dirty="0" err="1"/>
              <a:t>b$c</a:t>
            </a:r>
            <a:endParaRPr lang="zh-TW" altLang="en-US" sz="2800" dirty="0"/>
          </a:p>
        </p:txBody>
      </p:sp>
      <p:pic>
        <p:nvPicPr>
          <p:cNvPr id="7" name="圖片 6">
            <a:extLst>
              <a:ext uri="{FF2B5EF4-FFF2-40B4-BE49-F238E27FC236}">
                <a16:creationId xmlns:a16="http://schemas.microsoft.com/office/drawing/2014/main" id="{EA42ACEC-E590-4384-BE2B-9A2C3B3F781F}"/>
              </a:ext>
            </a:extLst>
          </p:cNvPr>
          <p:cNvPicPr>
            <a:picLocks noChangeAspect="1"/>
          </p:cNvPicPr>
          <p:nvPr/>
        </p:nvPicPr>
        <p:blipFill rotWithShape="1">
          <a:blip r:embed="rId4"/>
          <a:srcRect r="94768"/>
          <a:stretch/>
        </p:blipFill>
        <p:spPr>
          <a:xfrm>
            <a:off x="1791093" y="1806563"/>
            <a:ext cx="419639" cy="762000"/>
          </a:xfrm>
          <a:prstGeom prst="rect">
            <a:avLst/>
          </a:prstGeom>
        </p:spPr>
      </p:pic>
      <p:pic>
        <p:nvPicPr>
          <p:cNvPr id="18" name="圖片 17">
            <a:extLst>
              <a:ext uri="{FF2B5EF4-FFF2-40B4-BE49-F238E27FC236}">
                <a16:creationId xmlns:a16="http://schemas.microsoft.com/office/drawing/2014/main" id="{50558DD7-2EAB-4534-AD7E-30B05D94428A}"/>
              </a:ext>
            </a:extLst>
          </p:cNvPr>
          <p:cNvPicPr>
            <a:picLocks noChangeAspect="1"/>
          </p:cNvPicPr>
          <p:nvPr/>
        </p:nvPicPr>
        <p:blipFill rotWithShape="1">
          <a:blip r:embed="rId4"/>
          <a:srcRect l="77896" t="20494" r="1078"/>
          <a:stretch/>
        </p:blipFill>
        <p:spPr>
          <a:xfrm>
            <a:off x="3464766" y="2000430"/>
            <a:ext cx="1686270" cy="605840"/>
          </a:xfrm>
          <a:prstGeom prst="rect">
            <a:avLst/>
          </a:prstGeom>
        </p:spPr>
      </p:pic>
      <p:sp>
        <p:nvSpPr>
          <p:cNvPr id="8" name="箭號: 向右 7">
            <a:extLst>
              <a:ext uri="{FF2B5EF4-FFF2-40B4-BE49-F238E27FC236}">
                <a16:creationId xmlns:a16="http://schemas.microsoft.com/office/drawing/2014/main" id="{3843623E-296D-4BF1-9774-F6321B07E1F0}"/>
              </a:ext>
            </a:extLst>
          </p:cNvPr>
          <p:cNvSpPr/>
          <p:nvPr/>
        </p:nvSpPr>
        <p:spPr>
          <a:xfrm>
            <a:off x="2383651" y="2157107"/>
            <a:ext cx="801279" cy="1872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244D40FD-AC7C-4732-9AAE-6C77A2E745C1}"/>
              </a:ext>
            </a:extLst>
          </p:cNvPr>
          <p:cNvSpPr txBox="1"/>
          <p:nvPr/>
        </p:nvSpPr>
        <p:spPr>
          <a:xfrm>
            <a:off x="1791093" y="3047653"/>
            <a:ext cx="2036756" cy="1384995"/>
          </a:xfrm>
          <a:prstGeom prst="rect">
            <a:avLst/>
          </a:prstGeom>
          <a:noFill/>
        </p:spPr>
        <p:txBody>
          <a:bodyPr wrap="square" rtlCol="0">
            <a:spAutoFit/>
          </a:bodyPr>
          <a:lstStyle/>
          <a:p>
            <a:r>
              <a:rPr lang="en-US" altLang="zh-TW" sz="2800" dirty="0" err="1">
                <a:latin typeface="Times New Roman" panose="02020603050405020304" pitchFamily="18" charset="0"/>
                <a:cs typeface="Times New Roman" panose="02020603050405020304" pitchFamily="18" charset="0"/>
              </a:rPr>
              <a:t>W</a:t>
            </a:r>
            <a:r>
              <a:rPr lang="en-US" altLang="zh-TW" sz="2800" baseline="-25000" dirty="0" err="1">
                <a:latin typeface="Times New Roman" panose="02020603050405020304" pitchFamily="18" charset="0"/>
                <a:cs typeface="Times New Roman" panose="02020603050405020304" pitchFamily="18" charset="0"/>
              </a:rPr>
              <a:t>match</a:t>
            </a:r>
            <a:r>
              <a:rPr lang="en-US" altLang="zh-TW" sz="2800" baseline="-250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 4</a:t>
            </a:r>
          </a:p>
          <a:p>
            <a:r>
              <a:rPr lang="en-US" altLang="zh-TW" sz="2800" dirty="0" err="1">
                <a:latin typeface="Times New Roman" panose="02020603050405020304" pitchFamily="18" charset="0"/>
                <a:cs typeface="Times New Roman" panose="02020603050405020304" pitchFamily="18" charset="0"/>
              </a:rPr>
              <a:t>W</a:t>
            </a:r>
            <a:r>
              <a:rPr lang="en-US" altLang="zh-TW" sz="2800" baseline="-25000" dirty="0" err="1">
                <a:latin typeface="Times New Roman" panose="02020603050405020304" pitchFamily="18" charset="0"/>
                <a:cs typeface="Times New Roman" panose="02020603050405020304" pitchFamily="18" charset="0"/>
              </a:rPr>
              <a:t>gap</a:t>
            </a:r>
            <a:r>
              <a:rPr lang="en-US" altLang="zh-TW" sz="2800" baseline="-250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 3</a:t>
            </a:r>
            <a:endParaRPr lang="zh-TW" altLang="en-US" sz="2800" dirty="0">
              <a:latin typeface="Times New Roman" panose="02020603050405020304" pitchFamily="18" charset="0"/>
              <a:cs typeface="Times New Roman" panose="02020603050405020304" pitchFamily="18" charset="0"/>
            </a:endParaRPr>
          </a:p>
          <a:p>
            <a:r>
              <a:rPr lang="en-US" altLang="zh-TW" sz="2800" dirty="0" err="1">
                <a:latin typeface="Times New Roman" panose="02020603050405020304" pitchFamily="18" charset="0"/>
                <a:cs typeface="Times New Roman" panose="02020603050405020304" pitchFamily="18" charset="0"/>
              </a:rPr>
              <a:t>W</a:t>
            </a:r>
            <a:r>
              <a:rPr lang="en-US" altLang="zh-TW" sz="2800" baseline="-25000" dirty="0" err="1">
                <a:latin typeface="Times New Roman" panose="02020603050405020304" pitchFamily="18" charset="0"/>
                <a:cs typeface="Times New Roman" panose="02020603050405020304" pitchFamily="18" charset="0"/>
              </a:rPr>
              <a:t>mis</a:t>
            </a:r>
            <a:r>
              <a:rPr lang="en-US" altLang="zh-TW" sz="2800" baseline="-250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 1</a:t>
            </a:r>
          </a:p>
        </p:txBody>
      </p:sp>
      <p:sp>
        <p:nvSpPr>
          <p:cNvPr id="20" name="箭號: 向右 19">
            <a:extLst>
              <a:ext uri="{FF2B5EF4-FFF2-40B4-BE49-F238E27FC236}">
                <a16:creationId xmlns:a16="http://schemas.microsoft.com/office/drawing/2014/main" id="{479466BD-1380-4200-A28D-8110434917D4}"/>
              </a:ext>
            </a:extLst>
          </p:cNvPr>
          <p:cNvSpPr/>
          <p:nvPr/>
        </p:nvSpPr>
        <p:spPr>
          <a:xfrm>
            <a:off x="3888335" y="5117698"/>
            <a:ext cx="801279" cy="1872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圖片 20">
            <a:extLst>
              <a:ext uri="{FF2B5EF4-FFF2-40B4-BE49-F238E27FC236}">
                <a16:creationId xmlns:a16="http://schemas.microsoft.com/office/drawing/2014/main" id="{418B37D5-52E9-465E-9825-AECCCC7F2A03}"/>
              </a:ext>
            </a:extLst>
          </p:cNvPr>
          <p:cNvPicPr>
            <a:picLocks noChangeAspect="1"/>
          </p:cNvPicPr>
          <p:nvPr/>
        </p:nvPicPr>
        <p:blipFill rotWithShape="1">
          <a:blip r:embed="rId5"/>
          <a:srcRect t="17194"/>
          <a:stretch/>
        </p:blipFill>
        <p:spPr>
          <a:xfrm>
            <a:off x="2584123" y="6045884"/>
            <a:ext cx="4141459" cy="486682"/>
          </a:xfrm>
          <a:prstGeom prst="rect">
            <a:avLst/>
          </a:prstGeom>
        </p:spPr>
      </p:pic>
      <p:sp>
        <p:nvSpPr>
          <p:cNvPr id="22" name="文字方塊 21">
            <a:extLst>
              <a:ext uri="{FF2B5EF4-FFF2-40B4-BE49-F238E27FC236}">
                <a16:creationId xmlns:a16="http://schemas.microsoft.com/office/drawing/2014/main" id="{B51CFB4E-78FE-4B7B-BE95-90ADEDEF69A1}"/>
              </a:ext>
            </a:extLst>
          </p:cNvPr>
          <p:cNvSpPr txBox="1"/>
          <p:nvPr/>
        </p:nvSpPr>
        <p:spPr>
          <a:xfrm>
            <a:off x="5332831" y="2059477"/>
            <a:ext cx="445222" cy="646331"/>
          </a:xfrm>
          <a:prstGeom prst="rect">
            <a:avLst/>
          </a:prstGeom>
          <a:noFill/>
        </p:spPr>
        <p:txBody>
          <a:bodyPr wrap="square" rtlCol="0">
            <a:spAutoFit/>
          </a:bodyPr>
          <a:lstStyle/>
          <a:p>
            <a:r>
              <a:rPr lang="en-US" altLang="zh-TW" sz="3600" dirty="0">
                <a:latin typeface="Times New Roman" panose="02020603050405020304" pitchFamily="18" charset="0"/>
                <a:cs typeface="Times New Roman" panose="02020603050405020304" pitchFamily="18" charset="0"/>
              </a:rPr>
              <a:t>,</a:t>
            </a:r>
            <a:endParaRPr lang="zh-TW"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080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lstStyle/>
          <a:p>
            <a:r>
              <a:rPr lang="en-US" altLang="zh-TW" dirty="0"/>
              <a:t>String Alignment Under Integer Weights</a:t>
            </a:r>
            <a:endParaRPr lang="zh-TW" altLang="en-US"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90F6ACFD-8C25-4E7A-9519-1ABED934E061}"/>
              </a:ext>
            </a:extLst>
          </p:cNvPr>
          <p:cNvSpPr txBox="1"/>
          <p:nvPr/>
        </p:nvSpPr>
        <p:spPr>
          <a:xfrm>
            <a:off x="1160620" y="2144594"/>
            <a:ext cx="1602557" cy="954107"/>
          </a:xfrm>
          <a:prstGeom prst="rect">
            <a:avLst/>
          </a:prstGeom>
          <a:noFill/>
        </p:spPr>
        <p:txBody>
          <a:bodyPr wrap="square" rtlCol="0">
            <a:spAutoFit/>
          </a:bodyPr>
          <a:lstStyle/>
          <a:p>
            <a:r>
              <a:rPr lang="en-US" altLang="zh-TW" sz="2800" dirty="0"/>
              <a:t>S’ = $</a:t>
            </a:r>
            <a:r>
              <a:rPr lang="en-US" altLang="zh-TW" sz="2800" dirty="0" err="1"/>
              <a:t>a$c</a:t>
            </a:r>
            <a:endParaRPr lang="en-US" altLang="zh-TW" sz="2800" dirty="0"/>
          </a:p>
          <a:p>
            <a:r>
              <a:rPr lang="en-US" altLang="zh-TW" sz="2800" dirty="0"/>
              <a:t>T’ = $</a:t>
            </a:r>
            <a:r>
              <a:rPr lang="en-US" altLang="zh-TW" sz="2800" dirty="0" err="1"/>
              <a:t>b$c</a:t>
            </a:r>
            <a:endParaRPr lang="zh-TW" altLang="en-US" sz="2800" dirty="0"/>
          </a:p>
        </p:txBody>
      </p:sp>
      <p:graphicFrame>
        <p:nvGraphicFramePr>
          <p:cNvPr id="3" name="表格 4">
            <a:extLst>
              <a:ext uri="{FF2B5EF4-FFF2-40B4-BE49-F238E27FC236}">
                <a16:creationId xmlns:a16="http://schemas.microsoft.com/office/drawing/2014/main" id="{C88E9E30-80A1-42FC-B913-C96F33D4E9A0}"/>
              </a:ext>
            </a:extLst>
          </p:cNvPr>
          <p:cNvGraphicFramePr>
            <a:graphicFrameLocks noGrp="1"/>
          </p:cNvGraphicFramePr>
          <p:nvPr>
            <p:extLst>
              <p:ext uri="{D42A27DB-BD31-4B8C-83A1-F6EECF244321}">
                <p14:modId xmlns:p14="http://schemas.microsoft.com/office/powerpoint/2010/main" val="4148001655"/>
              </p:ext>
            </p:extLst>
          </p:nvPr>
        </p:nvGraphicFramePr>
        <p:xfrm>
          <a:off x="3225804" y="1945640"/>
          <a:ext cx="8127996" cy="148336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3051949955"/>
                    </a:ext>
                  </a:extLst>
                </a:gridCol>
                <a:gridCol w="677333">
                  <a:extLst>
                    <a:ext uri="{9D8B030D-6E8A-4147-A177-3AD203B41FA5}">
                      <a16:colId xmlns:a16="http://schemas.microsoft.com/office/drawing/2014/main" val="4216054982"/>
                    </a:ext>
                  </a:extLst>
                </a:gridCol>
                <a:gridCol w="677333">
                  <a:extLst>
                    <a:ext uri="{9D8B030D-6E8A-4147-A177-3AD203B41FA5}">
                      <a16:colId xmlns:a16="http://schemas.microsoft.com/office/drawing/2014/main" val="3292965819"/>
                    </a:ext>
                  </a:extLst>
                </a:gridCol>
                <a:gridCol w="677333">
                  <a:extLst>
                    <a:ext uri="{9D8B030D-6E8A-4147-A177-3AD203B41FA5}">
                      <a16:colId xmlns:a16="http://schemas.microsoft.com/office/drawing/2014/main" val="1536649136"/>
                    </a:ext>
                  </a:extLst>
                </a:gridCol>
                <a:gridCol w="677333">
                  <a:extLst>
                    <a:ext uri="{9D8B030D-6E8A-4147-A177-3AD203B41FA5}">
                      <a16:colId xmlns:a16="http://schemas.microsoft.com/office/drawing/2014/main" val="2961376983"/>
                    </a:ext>
                  </a:extLst>
                </a:gridCol>
                <a:gridCol w="677333">
                  <a:extLst>
                    <a:ext uri="{9D8B030D-6E8A-4147-A177-3AD203B41FA5}">
                      <a16:colId xmlns:a16="http://schemas.microsoft.com/office/drawing/2014/main" val="1648905568"/>
                    </a:ext>
                  </a:extLst>
                </a:gridCol>
                <a:gridCol w="677333">
                  <a:extLst>
                    <a:ext uri="{9D8B030D-6E8A-4147-A177-3AD203B41FA5}">
                      <a16:colId xmlns:a16="http://schemas.microsoft.com/office/drawing/2014/main" val="3254806865"/>
                    </a:ext>
                  </a:extLst>
                </a:gridCol>
                <a:gridCol w="677333">
                  <a:extLst>
                    <a:ext uri="{9D8B030D-6E8A-4147-A177-3AD203B41FA5}">
                      <a16:colId xmlns:a16="http://schemas.microsoft.com/office/drawing/2014/main" val="444974777"/>
                    </a:ext>
                  </a:extLst>
                </a:gridCol>
                <a:gridCol w="677333">
                  <a:extLst>
                    <a:ext uri="{9D8B030D-6E8A-4147-A177-3AD203B41FA5}">
                      <a16:colId xmlns:a16="http://schemas.microsoft.com/office/drawing/2014/main" val="3563608773"/>
                    </a:ext>
                  </a:extLst>
                </a:gridCol>
                <a:gridCol w="677333">
                  <a:extLst>
                    <a:ext uri="{9D8B030D-6E8A-4147-A177-3AD203B41FA5}">
                      <a16:colId xmlns:a16="http://schemas.microsoft.com/office/drawing/2014/main" val="2891866253"/>
                    </a:ext>
                  </a:extLst>
                </a:gridCol>
                <a:gridCol w="677333">
                  <a:extLst>
                    <a:ext uri="{9D8B030D-6E8A-4147-A177-3AD203B41FA5}">
                      <a16:colId xmlns:a16="http://schemas.microsoft.com/office/drawing/2014/main" val="720009475"/>
                    </a:ext>
                  </a:extLst>
                </a:gridCol>
                <a:gridCol w="677333">
                  <a:extLst>
                    <a:ext uri="{9D8B030D-6E8A-4147-A177-3AD203B41FA5}">
                      <a16:colId xmlns:a16="http://schemas.microsoft.com/office/drawing/2014/main" val="3296927432"/>
                    </a:ext>
                  </a:extLst>
                </a:gridCol>
              </a:tblGrid>
              <a:tr h="370840">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a:p>
                  </a:txBody>
                  <a:tcPr/>
                </a:tc>
                <a:extLst>
                  <a:ext uri="{0D108BD9-81ED-4DB2-BD59-A6C34878D82A}">
                    <a16:rowId xmlns:a16="http://schemas.microsoft.com/office/drawing/2014/main" val="1986624950"/>
                  </a:ext>
                </a:extLst>
              </a:tr>
              <a:tr h="370840">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1013034252"/>
                  </a:ext>
                </a:extLst>
              </a:tr>
              <a:tr h="370840">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extLst>
                  <a:ext uri="{0D108BD9-81ED-4DB2-BD59-A6C34878D82A}">
                    <a16:rowId xmlns:a16="http://schemas.microsoft.com/office/drawing/2014/main" val="546031873"/>
                  </a:ext>
                </a:extLst>
              </a:tr>
              <a:tr h="370840">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309951233"/>
                  </a:ext>
                </a:extLst>
              </a:tr>
            </a:tbl>
          </a:graphicData>
        </a:graphic>
      </p:graphicFrame>
      <p:sp>
        <p:nvSpPr>
          <p:cNvPr id="5" name="文字方塊 4">
            <a:extLst>
              <a:ext uri="{FF2B5EF4-FFF2-40B4-BE49-F238E27FC236}">
                <a16:creationId xmlns:a16="http://schemas.microsoft.com/office/drawing/2014/main" id="{8EBF771F-A71C-4AAF-9C88-FBE5CD5E3955}"/>
              </a:ext>
            </a:extLst>
          </p:cNvPr>
          <p:cNvSpPr txBox="1"/>
          <p:nvPr/>
        </p:nvSpPr>
        <p:spPr>
          <a:xfrm>
            <a:off x="2871774" y="1945640"/>
            <a:ext cx="273378" cy="369332"/>
          </a:xfrm>
          <a:prstGeom prst="rect">
            <a:avLst/>
          </a:prstGeom>
          <a:noFill/>
        </p:spPr>
        <p:txBody>
          <a:bodyPr wrap="square" rtlCol="0">
            <a:spAutoFit/>
          </a:bodyPr>
          <a:lstStyle/>
          <a:p>
            <a:r>
              <a:rPr lang="en-US" altLang="zh-TW" dirty="0"/>
              <a:t>$</a:t>
            </a:r>
            <a:endParaRPr lang="zh-TW" altLang="en-US" dirty="0"/>
          </a:p>
        </p:txBody>
      </p:sp>
      <p:sp>
        <p:nvSpPr>
          <p:cNvPr id="16" name="文字方塊 15">
            <a:extLst>
              <a:ext uri="{FF2B5EF4-FFF2-40B4-BE49-F238E27FC236}">
                <a16:creationId xmlns:a16="http://schemas.microsoft.com/office/drawing/2014/main" id="{3C9D60B1-A819-40D2-95F5-0E4D40B83A85}"/>
              </a:ext>
            </a:extLst>
          </p:cNvPr>
          <p:cNvSpPr txBox="1"/>
          <p:nvPr/>
        </p:nvSpPr>
        <p:spPr>
          <a:xfrm>
            <a:off x="2862347" y="2290228"/>
            <a:ext cx="273378" cy="369332"/>
          </a:xfrm>
          <a:prstGeom prst="rect">
            <a:avLst/>
          </a:prstGeom>
          <a:noFill/>
        </p:spPr>
        <p:txBody>
          <a:bodyPr wrap="square" rtlCol="0">
            <a:spAutoFit/>
          </a:bodyPr>
          <a:lstStyle/>
          <a:p>
            <a:r>
              <a:rPr lang="en-US" altLang="zh-TW" dirty="0"/>
              <a:t>a</a:t>
            </a:r>
            <a:endParaRPr lang="zh-TW" altLang="en-US" dirty="0"/>
          </a:p>
        </p:txBody>
      </p:sp>
      <p:sp>
        <p:nvSpPr>
          <p:cNvPr id="20" name="文字方塊 19">
            <a:extLst>
              <a:ext uri="{FF2B5EF4-FFF2-40B4-BE49-F238E27FC236}">
                <a16:creationId xmlns:a16="http://schemas.microsoft.com/office/drawing/2014/main" id="{84408182-124D-4625-80DC-7B61013C8178}"/>
              </a:ext>
            </a:extLst>
          </p:cNvPr>
          <p:cNvSpPr txBox="1"/>
          <p:nvPr/>
        </p:nvSpPr>
        <p:spPr>
          <a:xfrm>
            <a:off x="2862347" y="2687320"/>
            <a:ext cx="273378" cy="369332"/>
          </a:xfrm>
          <a:prstGeom prst="rect">
            <a:avLst/>
          </a:prstGeom>
          <a:noFill/>
        </p:spPr>
        <p:txBody>
          <a:bodyPr wrap="square" rtlCol="0">
            <a:spAutoFit/>
          </a:bodyPr>
          <a:lstStyle/>
          <a:p>
            <a:r>
              <a:rPr lang="en-US" altLang="zh-TW" b="1" dirty="0"/>
              <a:t>$</a:t>
            </a:r>
            <a:endParaRPr lang="zh-TW" altLang="en-US" b="1" dirty="0"/>
          </a:p>
        </p:txBody>
      </p:sp>
      <p:sp>
        <p:nvSpPr>
          <p:cNvPr id="21" name="文字方塊 20">
            <a:extLst>
              <a:ext uri="{FF2B5EF4-FFF2-40B4-BE49-F238E27FC236}">
                <a16:creationId xmlns:a16="http://schemas.microsoft.com/office/drawing/2014/main" id="{555A06D9-DBE0-4FA9-854F-F75E880CE1EA}"/>
              </a:ext>
            </a:extLst>
          </p:cNvPr>
          <p:cNvSpPr txBox="1"/>
          <p:nvPr/>
        </p:nvSpPr>
        <p:spPr>
          <a:xfrm>
            <a:off x="2871774" y="3004148"/>
            <a:ext cx="273378" cy="369332"/>
          </a:xfrm>
          <a:prstGeom prst="rect">
            <a:avLst/>
          </a:prstGeom>
          <a:noFill/>
        </p:spPr>
        <p:txBody>
          <a:bodyPr wrap="square" rtlCol="0">
            <a:spAutoFit/>
          </a:bodyPr>
          <a:lstStyle/>
          <a:p>
            <a:r>
              <a:rPr lang="en-US" altLang="zh-TW" dirty="0"/>
              <a:t>c</a:t>
            </a:r>
            <a:endParaRPr lang="zh-TW" altLang="en-US" dirty="0"/>
          </a:p>
        </p:txBody>
      </p:sp>
      <p:sp>
        <p:nvSpPr>
          <p:cNvPr id="22" name="文字方塊 21">
            <a:extLst>
              <a:ext uri="{FF2B5EF4-FFF2-40B4-BE49-F238E27FC236}">
                <a16:creationId xmlns:a16="http://schemas.microsoft.com/office/drawing/2014/main" id="{4B145482-4AA8-4565-8FEE-C031F506F32F}"/>
              </a:ext>
            </a:extLst>
          </p:cNvPr>
          <p:cNvSpPr txBox="1"/>
          <p:nvPr/>
        </p:nvSpPr>
        <p:spPr>
          <a:xfrm>
            <a:off x="7407639" y="1541165"/>
            <a:ext cx="273378" cy="369332"/>
          </a:xfrm>
          <a:prstGeom prst="rect">
            <a:avLst/>
          </a:prstGeom>
          <a:noFill/>
        </p:spPr>
        <p:txBody>
          <a:bodyPr wrap="square" rtlCol="0">
            <a:spAutoFit/>
          </a:bodyPr>
          <a:lstStyle/>
          <a:p>
            <a:r>
              <a:rPr lang="en-US" altLang="zh-TW" dirty="0"/>
              <a:t>$</a:t>
            </a:r>
            <a:endParaRPr lang="zh-TW" altLang="en-US" dirty="0"/>
          </a:p>
        </p:txBody>
      </p:sp>
      <p:sp>
        <p:nvSpPr>
          <p:cNvPr id="23" name="文字方塊 22">
            <a:extLst>
              <a:ext uri="{FF2B5EF4-FFF2-40B4-BE49-F238E27FC236}">
                <a16:creationId xmlns:a16="http://schemas.microsoft.com/office/drawing/2014/main" id="{1C1DB967-6648-43A1-9DBC-29A98A30AAED}"/>
              </a:ext>
            </a:extLst>
          </p:cNvPr>
          <p:cNvSpPr txBox="1"/>
          <p:nvPr/>
        </p:nvSpPr>
        <p:spPr>
          <a:xfrm>
            <a:off x="6766616" y="1576308"/>
            <a:ext cx="273378" cy="369332"/>
          </a:xfrm>
          <a:prstGeom prst="rect">
            <a:avLst/>
          </a:prstGeom>
          <a:noFill/>
        </p:spPr>
        <p:txBody>
          <a:bodyPr wrap="square" rtlCol="0">
            <a:spAutoFit/>
          </a:bodyPr>
          <a:lstStyle/>
          <a:p>
            <a:r>
              <a:rPr lang="en-US" altLang="zh-TW" dirty="0"/>
              <a:t>b</a:t>
            </a:r>
            <a:endParaRPr lang="zh-TW" altLang="en-US" dirty="0"/>
          </a:p>
        </p:txBody>
      </p:sp>
      <p:sp>
        <p:nvSpPr>
          <p:cNvPr id="24" name="文字方塊 23">
            <a:extLst>
              <a:ext uri="{FF2B5EF4-FFF2-40B4-BE49-F238E27FC236}">
                <a16:creationId xmlns:a16="http://schemas.microsoft.com/office/drawing/2014/main" id="{3257A846-692A-4666-83F7-0092F456C316}"/>
              </a:ext>
            </a:extLst>
          </p:cNvPr>
          <p:cNvSpPr txBox="1"/>
          <p:nvPr/>
        </p:nvSpPr>
        <p:spPr>
          <a:xfrm>
            <a:off x="6125593" y="1576308"/>
            <a:ext cx="273378" cy="369332"/>
          </a:xfrm>
          <a:prstGeom prst="rect">
            <a:avLst/>
          </a:prstGeom>
          <a:noFill/>
        </p:spPr>
        <p:txBody>
          <a:bodyPr wrap="square" rtlCol="0">
            <a:spAutoFit/>
          </a:bodyPr>
          <a:lstStyle/>
          <a:p>
            <a:r>
              <a:rPr lang="en-US" altLang="zh-TW" b="1" dirty="0"/>
              <a:t>$</a:t>
            </a:r>
            <a:endParaRPr lang="zh-TW" altLang="en-US" b="1" dirty="0"/>
          </a:p>
        </p:txBody>
      </p:sp>
      <p:sp>
        <p:nvSpPr>
          <p:cNvPr id="25" name="文字方塊 24">
            <a:extLst>
              <a:ext uri="{FF2B5EF4-FFF2-40B4-BE49-F238E27FC236}">
                <a16:creationId xmlns:a16="http://schemas.microsoft.com/office/drawing/2014/main" id="{B7A6FBB0-5F1C-41F3-A22A-C72DFA46D716}"/>
              </a:ext>
            </a:extLst>
          </p:cNvPr>
          <p:cNvSpPr txBox="1"/>
          <p:nvPr/>
        </p:nvSpPr>
        <p:spPr>
          <a:xfrm>
            <a:off x="8048662" y="1506022"/>
            <a:ext cx="273378" cy="369332"/>
          </a:xfrm>
          <a:prstGeom prst="rect">
            <a:avLst/>
          </a:prstGeom>
          <a:noFill/>
        </p:spPr>
        <p:txBody>
          <a:bodyPr wrap="square" rtlCol="0">
            <a:spAutoFit/>
          </a:bodyPr>
          <a:lstStyle/>
          <a:p>
            <a:r>
              <a:rPr lang="en-US" altLang="zh-TW" dirty="0"/>
              <a:t>c</a:t>
            </a:r>
            <a:endParaRPr lang="zh-TW" altLang="en-US" dirty="0"/>
          </a:p>
        </p:txBody>
      </p:sp>
      <p:cxnSp>
        <p:nvCxnSpPr>
          <p:cNvPr id="9" name="直線接點 8">
            <a:extLst>
              <a:ext uri="{FF2B5EF4-FFF2-40B4-BE49-F238E27FC236}">
                <a16:creationId xmlns:a16="http://schemas.microsoft.com/office/drawing/2014/main" id="{108EF9E8-52B6-48A2-8B0B-DD7C98C487D1}"/>
              </a:ext>
            </a:extLst>
          </p:cNvPr>
          <p:cNvCxnSpPr>
            <a:cxnSpLocks/>
          </p:cNvCxnSpPr>
          <p:nvPr/>
        </p:nvCxnSpPr>
        <p:spPr>
          <a:xfrm>
            <a:off x="4606306" y="1945640"/>
            <a:ext cx="650450" cy="369332"/>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6" name="直線接點 25">
            <a:extLst>
              <a:ext uri="{FF2B5EF4-FFF2-40B4-BE49-F238E27FC236}">
                <a16:creationId xmlns:a16="http://schemas.microsoft.com/office/drawing/2014/main" id="{3D54DB5E-D5CE-450B-ADEB-D075EAEFCFF8}"/>
              </a:ext>
            </a:extLst>
          </p:cNvPr>
          <p:cNvCxnSpPr>
            <a:cxnSpLocks/>
          </p:cNvCxnSpPr>
          <p:nvPr/>
        </p:nvCxnSpPr>
        <p:spPr>
          <a:xfrm>
            <a:off x="5256756" y="2298987"/>
            <a:ext cx="726388" cy="388333"/>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70F9D060-2F8F-4DF0-AED5-4A4FC2C66B93}"/>
              </a:ext>
            </a:extLst>
          </p:cNvPr>
          <p:cNvCxnSpPr>
            <a:cxnSpLocks/>
          </p:cNvCxnSpPr>
          <p:nvPr/>
        </p:nvCxnSpPr>
        <p:spPr>
          <a:xfrm>
            <a:off x="5937057" y="2668319"/>
            <a:ext cx="650450" cy="369332"/>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9" name="直線接點 28">
            <a:extLst>
              <a:ext uri="{FF2B5EF4-FFF2-40B4-BE49-F238E27FC236}">
                <a16:creationId xmlns:a16="http://schemas.microsoft.com/office/drawing/2014/main" id="{C7198DF4-BB9F-44E1-B8D7-6EDBF21FAC32}"/>
              </a:ext>
            </a:extLst>
          </p:cNvPr>
          <p:cNvCxnSpPr>
            <a:cxnSpLocks/>
          </p:cNvCxnSpPr>
          <p:nvPr/>
        </p:nvCxnSpPr>
        <p:spPr>
          <a:xfrm>
            <a:off x="6612643" y="3037651"/>
            <a:ext cx="677159" cy="19001"/>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6FC41C5F-A6DC-495D-A8EE-0CE825023567}"/>
              </a:ext>
            </a:extLst>
          </p:cNvPr>
          <p:cNvCxnSpPr>
            <a:cxnSpLocks/>
            <a:endCxn id="3" idx="2"/>
          </p:cNvCxnSpPr>
          <p:nvPr/>
        </p:nvCxnSpPr>
        <p:spPr>
          <a:xfrm>
            <a:off x="7289802" y="3056652"/>
            <a:ext cx="0" cy="372348"/>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36" name="橢圓 35">
            <a:extLst>
              <a:ext uri="{FF2B5EF4-FFF2-40B4-BE49-F238E27FC236}">
                <a16:creationId xmlns:a16="http://schemas.microsoft.com/office/drawing/2014/main" id="{1CE66131-1587-43EC-9452-046A1A24BD14}"/>
              </a:ext>
            </a:extLst>
          </p:cNvPr>
          <p:cNvSpPr/>
          <p:nvPr/>
        </p:nvSpPr>
        <p:spPr>
          <a:xfrm>
            <a:off x="7249475" y="3395958"/>
            <a:ext cx="80653" cy="10408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99BBA688-C6F8-460C-9111-8B6A17740FA8}"/>
              </a:ext>
            </a:extLst>
          </p:cNvPr>
          <p:cNvSpPr/>
          <p:nvPr/>
        </p:nvSpPr>
        <p:spPr>
          <a:xfrm>
            <a:off x="4554719" y="1893597"/>
            <a:ext cx="80653" cy="10408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40" name="文字方塊 39">
            <a:extLst>
              <a:ext uri="{FF2B5EF4-FFF2-40B4-BE49-F238E27FC236}">
                <a16:creationId xmlns:a16="http://schemas.microsoft.com/office/drawing/2014/main" id="{5E49747F-A6FF-4235-A9AB-C1F0B1C32AD7}"/>
              </a:ext>
            </a:extLst>
          </p:cNvPr>
          <p:cNvSpPr txBox="1"/>
          <p:nvPr/>
        </p:nvSpPr>
        <p:spPr>
          <a:xfrm>
            <a:off x="2871774" y="6105386"/>
            <a:ext cx="5738567" cy="461665"/>
          </a:xfrm>
          <a:prstGeom prst="rect">
            <a:avLst/>
          </a:prstGeom>
          <a:noFill/>
        </p:spPr>
        <p:txBody>
          <a:bodyPr wrap="square">
            <a:spAutoFit/>
          </a:bodyPr>
          <a:lstStyle/>
          <a:p>
            <a:r>
              <a:rPr lang="en-US" altLang="zh-TW" sz="2400" dirty="0"/>
              <a:t>(1,1) = ½*H</a:t>
            </a:r>
            <a:r>
              <a:rPr lang="en-US" altLang="zh-TW" sz="2400" baseline="-25000" dirty="0"/>
              <a:t>S’,T’ </a:t>
            </a:r>
            <a:r>
              <a:rPr lang="en-US" altLang="zh-TW" sz="2400" dirty="0"/>
              <a:t>(2,2) = 1</a:t>
            </a:r>
            <a:endParaRPr lang="zh-TW" altLang="en-US" sz="2400" dirty="0"/>
          </a:p>
        </p:txBody>
      </p:sp>
      <p:sp>
        <p:nvSpPr>
          <p:cNvPr id="41" name="文字方塊 40">
            <a:extLst>
              <a:ext uri="{FF2B5EF4-FFF2-40B4-BE49-F238E27FC236}">
                <a16:creationId xmlns:a16="http://schemas.microsoft.com/office/drawing/2014/main" id="{933C2D8C-0AB9-47C9-A938-DF9FF4350ED0}"/>
              </a:ext>
            </a:extLst>
          </p:cNvPr>
          <p:cNvSpPr txBox="1"/>
          <p:nvPr/>
        </p:nvSpPr>
        <p:spPr>
          <a:xfrm>
            <a:off x="1179516" y="4069229"/>
            <a:ext cx="1602557" cy="954107"/>
          </a:xfrm>
          <a:prstGeom prst="rect">
            <a:avLst/>
          </a:prstGeom>
          <a:noFill/>
        </p:spPr>
        <p:txBody>
          <a:bodyPr wrap="square" rtlCol="0">
            <a:spAutoFit/>
          </a:bodyPr>
          <a:lstStyle/>
          <a:p>
            <a:r>
              <a:rPr lang="en-US" altLang="zh-TW" sz="2800" dirty="0"/>
              <a:t>S = ac</a:t>
            </a:r>
          </a:p>
          <a:p>
            <a:r>
              <a:rPr lang="en-US" altLang="zh-TW" sz="2800" dirty="0"/>
              <a:t>T = </a:t>
            </a:r>
            <a:r>
              <a:rPr lang="en-US" altLang="zh-TW" sz="2800" dirty="0" err="1"/>
              <a:t>bc</a:t>
            </a:r>
            <a:endParaRPr lang="zh-TW" altLang="en-US" sz="2800" dirty="0"/>
          </a:p>
        </p:txBody>
      </p:sp>
      <p:graphicFrame>
        <p:nvGraphicFramePr>
          <p:cNvPr id="42" name="表格 4">
            <a:extLst>
              <a:ext uri="{FF2B5EF4-FFF2-40B4-BE49-F238E27FC236}">
                <a16:creationId xmlns:a16="http://schemas.microsoft.com/office/drawing/2014/main" id="{639A9381-267B-4A53-B7EB-F1E4CF5FE930}"/>
              </a:ext>
            </a:extLst>
          </p:cNvPr>
          <p:cNvGraphicFramePr>
            <a:graphicFrameLocks noGrp="1"/>
          </p:cNvGraphicFramePr>
          <p:nvPr>
            <p:extLst>
              <p:ext uri="{D42A27DB-BD31-4B8C-83A1-F6EECF244321}">
                <p14:modId xmlns:p14="http://schemas.microsoft.com/office/powerpoint/2010/main" val="381332388"/>
              </p:ext>
            </p:extLst>
          </p:nvPr>
        </p:nvGraphicFramePr>
        <p:xfrm>
          <a:off x="3225804" y="4240859"/>
          <a:ext cx="4063998" cy="74168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3051949955"/>
                    </a:ext>
                  </a:extLst>
                </a:gridCol>
                <a:gridCol w="677333">
                  <a:extLst>
                    <a:ext uri="{9D8B030D-6E8A-4147-A177-3AD203B41FA5}">
                      <a16:colId xmlns:a16="http://schemas.microsoft.com/office/drawing/2014/main" val="3292965819"/>
                    </a:ext>
                  </a:extLst>
                </a:gridCol>
                <a:gridCol w="677333">
                  <a:extLst>
                    <a:ext uri="{9D8B030D-6E8A-4147-A177-3AD203B41FA5}">
                      <a16:colId xmlns:a16="http://schemas.microsoft.com/office/drawing/2014/main" val="1536649136"/>
                    </a:ext>
                  </a:extLst>
                </a:gridCol>
                <a:gridCol w="677333">
                  <a:extLst>
                    <a:ext uri="{9D8B030D-6E8A-4147-A177-3AD203B41FA5}">
                      <a16:colId xmlns:a16="http://schemas.microsoft.com/office/drawing/2014/main" val="2961376983"/>
                    </a:ext>
                  </a:extLst>
                </a:gridCol>
                <a:gridCol w="677333">
                  <a:extLst>
                    <a:ext uri="{9D8B030D-6E8A-4147-A177-3AD203B41FA5}">
                      <a16:colId xmlns:a16="http://schemas.microsoft.com/office/drawing/2014/main" val="1648905568"/>
                    </a:ext>
                  </a:extLst>
                </a:gridCol>
                <a:gridCol w="677333">
                  <a:extLst>
                    <a:ext uri="{9D8B030D-6E8A-4147-A177-3AD203B41FA5}">
                      <a16:colId xmlns:a16="http://schemas.microsoft.com/office/drawing/2014/main" val="3254806865"/>
                    </a:ext>
                  </a:extLst>
                </a:gridCol>
              </a:tblGrid>
              <a:tr h="370840">
                <a:tc>
                  <a:txBody>
                    <a:bodyPr/>
                    <a:lstStyle/>
                    <a:p>
                      <a:endParaRPr lang="zh-TW" altLang="en-US" dirty="0"/>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1013034252"/>
                  </a:ext>
                </a:extLst>
              </a:tr>
              <a:tr h="370840">
                <a:tc>
                  <a:txBody>
                    <a:bodyPr/>
                    <a:lstStyle/>
                    <a:p>
                      <a:endParaRPr lang="zh-TW" altLang="en-US"/>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extLst>
                  <a:ext uri="{0D108BD9-81ED-4DB2-BD59-A6C34878D82A}">
                    <a16:rowId xmlns:a16="http://schemas.microsoft.com/office/drawing/2014/main" val="546031873"/>
                  </a:ext>
                </a:extLst>
              </a:tr>
            </a:tbl>
          </a:graphicData>
        </a:graphic>
      </p:graphicFrame>
      <p:sp>
        <p:nvSpPr>
          <p:cNvPr id="44" name="文字方塊 43">
            <a:extLst>
              <a:ext uri="{FF2B5EF4-FFF2-40B4-BE49-F238E27FC236}">
                <a16:creationId xmlns:a16="http://schemas.microsoft.com/office/drawing/2014/main" id="{497657FE-AE5B-4EC1-8419-46F512F64F3F}"/>
              </a:ext>
            </a:extLst>
          </p:cNvPr>
          <p:cNvSpPr txBox="1"/>
          <p:nvPr/>
        </p:nvSpPr>
        <p:spPr>
          <a:xfrm>
            <a:off x="2915001" y="4210817"/>
            <a:ext cx="273378" cy="369332"/>
          </a:xfrm>
          <a:prstGeom prst="rect">
            <a:avLst/>
          </a:prstGeom>
          <a:noFill/>
        </p:spPr>
        <p:txBody>
          <a:bodyPr wrap="square" rtlCol="0">
            <a:spAutoFit/>
          </a:bodyPr>
          <a:lstStyle/>
          <a:p>
            <a:r>
              <a:rPr lang="en-US" altLang="zh-TW" dirty="0"/>
              <a:t>a</a:t>
            </a:r>
            <a:endParaRPr lang="zh-TW" altLang="en-US" dirty="0"/>
          </a:p>
        </p:txBody>
      </p:sp>
      <p:sp>
        <p:nvSpPr>
          <p:cNvPr id="46" name="文字方塊 45">
            <a:extLst>
              <a:ext uri="{FF2B5EF4-FFF2-40B4-BE49-F238E27FC236}">
                <a16:creationId xmlns:a16="http://schemas.microsoft.com/office/drawing/2014/main" id="{1710D693-AC8F-446C-9DD2-DD273153F824}"/>
              </a:ext>
            </a:extLst>
          </p:cNvPr>
          <p:cNvSpPr txBox="1"/>
          <p:nvPr/>
        </p:nvSpPr>
        <p:spPr>
          <a:xfrm>
            <a:off x="2931742" y="4564358"/>
            <a:ext cx="273378" cy="369332"/>
          </a:xfrm>
          <a:prstGeom prst="rect">
            <a:avLst/>
          </a:prstGeom>
          <a:noFill/>
        </p:spPr>
        <p:txBody>
          <a:bodyPr wrap="square" rtlCol="0">
            <a:spAutoFit/>
          </a:bodyPr>
          <a:lstStyle/>
          <a:p>
            <a:r>
              <a:rPr lang="en-US" altLang="zh-TW" dirty="0"/>
              <a:t>c</a:t>
            </a:r>
            <a:endParaRPr lang="zh-TW" altLang="en-US" dirty="0"/>
          </a:p>
        </p:txBody>
      </p:sp>
      <p:sp>
        <p:nvSpPr>
          <p:cNvPr id="48" name="文字方塊 47">
            <a:extLst>
              <a:ext uri="{FF2B5EF4-FFF2-40B4-BE49-F238E27FC236}">
                <a16:creationId xmlns:a16="http://schemas.microsoft.com/office/drawing/2014/main" id="{865E5D18-E160-448A-8764-47B29807DBC9}"/>
              </a:ext>
            </a:extLst>
          </p:cNvPr>
          <p:cNvSpPr txBox="1"/>
          <p:nvPr/>
        </p:nvSpPr>
        <p:spPr>
          <a:xfrm>
            <a:off x="4784861" y="3939066"/>
            <a:ext cx="273378" cy="369332"/>
          </a:xfrm>
          <a:prstGeom prst="rect">
            <a:avLst/>
          </a:prstGeom>
          <a:noFill/>
        </p:spPr>
        <p:txBody>
          <a:bodyPr wrap="square" rtlCol="0">
            <a:spAutoFit/>
          </a:bodyPr>
          <a:lstStyle/>
          <a:p>
            <a:r>
              <a:rPr lang="en-US" altLang="zh-TW" dirty="0"/>
              <a:t>b</a:t>
            </a:r>
            <a:endParaRPr lang="zh-TW" altLang="en-US" dirty="0"/>
          </a:p>
        </p:txBody>
      </p:sp>
      <p:sp>
        <p:nvSpPr>
          <p:cNvPr id="50" name="文字方塊 49">
            <a:extLst>
              <a:ext uri="{FF2B5EF4-FFF2-40B4-BE49-F238E27FC236}">
                <a16:creationId xmlns:a16="http://schemas.microsoft.com/office/drawing/2014/main" id="{3E780738-E624-45F6-BB29-47AE8ED2A162}"/>
              </a:ext>
            </a:extLst>
          </p:cNvPr>
          <p:cNvSpPr txBox="1"/>
          <p:nvPr/>
        </p:nvSpPr>
        <p:spPr>
          <a:xfrm>
            <a:off x="5413080" y="3864232"/>
            <a:ext cx="273378" cy="369332"/>
          </a:xfrm>
          <a:prstGeom prst="rect">
            <a:avLst/>
          </a:prstGeom>
          <a:noFill/>
        </p:spPr>
        <p:txBody>
          <a:bodyPr wrap="square" rtlCol="0">
            <a:spAutoFit/>
          </a:bodyPr>
          <a:lstStyle/>
          <a:p>
            <a:r>
              <a:rPr lang="en-US" altLang="zh-TW" dirty="0"/>
              <a:t>c</a:t>
            </a:r>
            <a:endParaRPr lang="zh-TW" altLang="en-US" dirty="0"/>
          </a:p>
        </p:txBody>
      </p:sp>
      <p:sp>
        <p:nvSpPr>
          <p:cNvPr id="57" name="橢圓 56">
            <a:extLst>
              <a:ext uri="{FF2B5EF4-FFF2-40B4-BE49-F238E27FC236}">
                <a16:creationId xmlns:a16="http://schemas.microsoft.com/office/drawing/2014/main" id="{E2B852BC-898D-4917-B065-F5877FB097D4}"/>
              </a:ext>
            </a:extLst>
          </p:cNvPr>
          <p:cNvSpPr/>
          <p:nvPr/>
        </p:nvSpPr>
        <p:spPr>
          <a:xfrm>
            <a:off x="3852534" y="4200370"/>
            <a:ext cx="80653" cy="10408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cxnSp>
        <p:nvCxnSpPr>
          <p:cNvPr id="60" name="直線接點 59">
            <a:extLst>
              <a:ext uri="{FF2B5EF4-FFF2-40B4-BE49-F238E27FC236}">
                <a16:creationId xmlns:a16="http://schemas.microsoft.com/office/drawing/2014/main" id="{9EA9501C-63B5-4F7D-97F7-BC10C5E8BE0E}"/>
              </a:ext>
            </a:extLst>
          </p:cNvPr>
          <p:cNvCxnSpPr>
            <a:cxnSpLocks/>
          </p:cNvCxnSpPr>
          <p:nvPr/>
        </p:nvCxnSpPr>
        <p:spPr>
          <a:xfrm>
            <a:off x="5255822" y="4623732"/>
            <a:ext cx="0" cy="372348"/>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8" name="直線接點 57">
            <a:extLst>
              <a:ext uri="{FF2B5EF4-FFF2-40B4-BE49-F238E27FC236}">
                <a16:creationId xmlns:a16="http://schemas.microsoft.com/office/drawing/2014/main" id="{0E668774-27F1-4625-B03B-291B2C00457C}"/>
              </a:ext>
            </a:extLst>
          </p:cNvPr>
          <p:cNvCxnSpPr>
            <a:cxnSpLocks/>
          </p:cNvCxnSpPr>
          <p:nvPr/>
        </p:nvCxnSpPr>
        <p:spPr>
          <a:xfrm>
            <a:off x="3933187" y="4252412"/>
            <a:ext cx="639194" cy="352319"/>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8C1D1952-5DDA-4906-80EA-A97F6E233A84}"/>
              </a:ext>
            </a:extLst>
          </p:cNvPr>
          <p:cNvCxnSpPr>
            <a:cxnSpLocks/>
          </p:cNvCxnSpPr>
          <p:nvPr/>
        </p:nvCxnSpPr>
        <p:spPr>
          <a:xfrm>
            <a:off x="4597517" y="4604731"/>
            <a:ext cx="677159" cy="19001"/>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pic>
        <p:nvPicPr>
          <p:cNvPr id="61" name="圖片 60">
            <a:extLst>
              <a:ext uri="{FF2B5EF4-FFF2-40B4-BE49-F238E27FC236}">
                <a16:creationId xmlns:a16="http://schemas.microsoft.com/office/drawing/2014/main" id="{33B34CC1-1D4F-4C0B-B502-49111DFCD1DD}"/>
              </a:ext>
            </a:extLst>
          </p:cNvPr>
          <p:cNvPicPr>
            <a:picLocks noChangeAspect="1"/>
          </p:cNvPicPr>
          <p:nvPr/>
        </p:nvPicPr>
        <p:blipFill rotWithShape="1">
          <a:blip r:embed="rId3"/>
          <a:srcRect t="17194" r="83532" b="17312"/>
          <a:stretch/>
        </p:blipFill>
        <p:spPr>
          <a:xfrm>
            <a:off x="2357880" y="6157469"/>
            <a:ext cx="516982" cy="315608"/>
          </a:xfrm>
          <a:prstGeom prst="rect">
            <a:avLst/>
          </a:prstGeom>
        </p:spPr>
      </p:pic>
      <p:pic>
        <p:nvPicPr>
          <p:cNvPr id="62" name="圖片 61">
            <a:extLst>
              <a:ext uri="{FF2B5EF4-FFF2-40B4-BE49-F238E27FC236}">
                <a16:creationId xmlns:a16="http://schemas.microsoft.com/office/drawing/2014/main" id="{82129FC9-8D5C-4E8B-90B6-F0A314FFA351}"/>
              </a:ext>
            </a:extLst>
          </p:cNvPr>
          <p:cNvPicPr>
            <a:picLocks noChangeAspect="1"/>
          </p:cNvPicPr>
          <p:nvPr/>
        </p:nvPicPr>
        <p:blipFill>
          <a:blip r:embed="rId4"/>
          <a:stretch>
            <a:fillRect/>
          </a:stretch>
        </p:blipFill>
        <p:spPr>
          <a:xfrm>
            <a:off x="2503615" y="3803252"/>
            <a:ext cx="599628" cy="376298"/>
          </a:xfrm>
          <a:prstGeom prst="rect">
            <a:avLst/>
          </a:prstGeom>
        </p:spPr>
      </p:pic>
      <p:sp>
        <p:nvSpPr>
          <p:cNvPr id="63" name="文字方塊 62">
            <a:extLst>
              <a:ext uri="{FF2B5EF4-FFF2-40B4-BE49-F238E27FC236}">
                <a16:creationId xmlns:a16="http://schemas.microsoft.com/office/drawing/2014/main" id="{C5D03392-C6F0-4C97-A9F9-62045CA53EAE}"/>
              </a:ext>
            </a:extLst>
          </p:cNvPr>
          <p:cNvSpPr txBox="1"/>
          <p:nvPr/>
        </p:nvSpPr>
        <p:spPr>
          <a:xfrm>
            <a:off x="2439961" y="1386087"/>
            <a:ext cx="740792" cy="523220"/>
          </a:xfrm>
          <a:prstGeom prst="rect">
            <a:avLst/>
          </a:prstGeom>
          <a:noFill/>
        </p:spPr>
        <p:txBody>
          <a:bodyPr wrap="square" rtlCol="0">
            <a:spAutoFit/>
          </a:bodyPr>
          <a:lstStyle/>
          <a:p>
            <a:r>
              <a:rPr lang="en-US" altLang="zh-TW" sz="2800" dirty="0"/>
              <a:t>G</a:t>
            </a:r>
            <a:r>
              <a:rPr lang="en-US" altLang="zh-TW" sz="2800" baseline="-25000" dirty="0"/>
              <a:t>S,T</a:t>
            </a:r>
            <a:endParaRPr lang="zh-TW" altLang="en-US" sz="2800" baseline="-25000" dirty="0"/>
          </a:p>
        </p:txBody>
      </p:sp>
      <p:sp>
        <p:nvSpPr>
          <p:cNvPr id="64" name="文字方塊 63">
            <a:extLst>
              <a:ext uri="{FF2B5EF4-FFF2-40B4-BE49-F238E27FC236}">
                <a16:creationId xmlns:a16="http://schemas.microsoft.com/office/drawing/2014/main" id="{25B0E6A4-91F1-4AC1-80DB-593CC94AC8EB}"/>
              </a:ext>
            </a:extLst>
          </p:cNvPr>
          <p:cNvSpPr txBox="1"/>
          <p:nvPr/>
        </p:nvSpPr>
        <p:spPr>
          <a:xfrm>
            <a:off x="4263282" y="1558073"/>
            <a:ext cx="740792" cy="369332"/>
          </a:xfrm>
          <a:prstGeom prst="rect">
            <a:avLst/>
          </a:prstGeom>
          <a:noFill/>
        </p:spPr>
        <p:txBody>
          <a:bodyPr wrap="square" rtlCol="0">
            <a:spAutoFit/>
          </a:bodyPr>
          <a:lstStyle/>
          <a:p>
            <a:r>
              <a:rPr lang="en-US" altLang="zh-TW" dirty="0"/>
              <a:t>(0,2)</a:t>
            </a:r>
            <a:endParaRPr lang="zh-TW" altLang="en-US" dirty="0"/>
          </a:p>
        </p:txBody>
      </p:sp>
      <p:sp>
        <p:nvSpPr>
          <p:cNvPr id="66" name="文字方塊 65">
            <a:extLst>
              <a:ext uri="{FF2B5EF4-FFF2-40B4-BE49-F238E27FC236}">
                <a16:creationId xmlns:a16="http://schemas.microsoft.com/office/drawing/2014/main" id="{6E6A8311-B5AD-48EF-A121-41DB0BAE81E9}"/>
              </a:ext>
            </a:extLst>
          </p:cNvPr>
          <p:cNvSpPr txBox="1"/>
          <p:nvPr/>
        </p:nvSpPr>
        <p:spPr>
          <a:xfrm>
            <a:off x="7005562" y="3481051"/>
            <a:ext cx="740792" cy="369332"/>
          </a:xfrm>
          <a:prstGeom prst="rect">
            <a:avLst/>
          </a:prstGeom>
          <a:noFill/>
        </p:spPr>
        <p:txBody>
          <a:bodyPr wrap="square" rtlCol="0">
            <a:spAutoFit/>
          </a:bodyPr>
          <a:lstStyle/>
          <a:p>
            <a:r>
              <a:rPr lang="en-US" altLang="zh-TW" dirty="0"/>
              <a:t>(4,6)</a:t>
            </a:r>
            <a:endParaRPr lang="zh-TW" altLang="en-US" dirty="0"/>
          </a:p>
        </p:txBody>
      </p:sp>
      <p:sp>
        <p:nvSpPr>
          <p:cNvPr id="67" name="文字方塊 66">
            <a:extLst>
              <a:ext uri="{FF2B5EF4-FFF2-40B4-BE49-F238E27FC236}">
                <a16:creationId xmlns:a16="http://schemas.microsoft.com/office/drawing/2014/main" id="{564F4435-A706-44CD-9F7D-9DF9A4B87026}"/>
              </a:ext>
            </a:extLst>
          </p:cNvPr>
          <p:cNvSpPr txBox="1"/>
          <p:nvPr/>
        </p:nvSpPr>
        <p:spPr>
          <a:xfrm>
            <a:off x="3543671" y="3803252"/>
            <a:ext cx="740792" cy="369332"/>
          </a:xfrm>
          <a:prstGeom prst="rect">
            <a:avLst/>
          </a:prstGeom>
          <a:noFill/>
        </p:spPr>
        <p:txBody>
          <a:bodyPr wrap="square" rtlCol="0">
            <a:spAutoFit/>
          </a:bodyPr>
          <a:lstStyle/>
          <a:p>
            <a:r>
              <a:rPr lang="en-US" altLang="zh-TW" dirty="0"/>
              <a:t>(0,1)</a:t>
            </a:r>
            <a:endParaRPr lang="zh-TW" altLang="en-US" dirty="0"/>
          </a:p>
        </p:txBody>
      </p:sp>
      <p:sp>
        <p:nvSpPr>
          <p:cNvPr id="68" name="文字方塊 67">
            <a:extLst>
              <a:ext uri="{FF2B5EF4-FFF2-40B4-BE49-F238E27FC236}">
                <a16:creationId xmlns:a16="http://schemas.microsoft.com/office/drawing/2014/main" id="{3C6C01CA-289D-438F-A233-A8BE22ACEDDC}"/>
              </a:ext>
            </a:extLst>
          </p:cNvPr>
          <p:cNvSpPr txBox="1"/>
          <p:nvPr/>
        </p:nvSpPr>
        <p:spPr>
          <a:xfrm>
            <a:off x="4945666" y="5019425"/>
            <a:ext cx="740792" cy="369332"/>
          </a:xfrm>
          <a:prstGeom prst="rect">
            <a:avLst/>
          </a:prstGeom>
          <a:noFill/>
        </p:spPr>
        <p:txBody>
          <a:bodyPr wrap="square" rtlCol="0">
            <a:spAutoFit/>
          </a:bodyPr>
          <a:lstStyle/>
          <a:p>
            <a:r>
              <a:rPr lang="en-US" altLang="zh-TW" dirty="0"/>
              <a:t>(2,3)</a:t>
            </a:r>
            <a:endParaRPr lang="zh-TW" altLang="en-US" dirty="0"/>
          </a:p>
        </p:txBody>
      </p:sp>
      <p:sp>
        <p:nvSpPr>
          <p:cNvPr id="56" name="橢圓 55">
            <a:extLst>
              <a:ext uri="{FF2B5EF4-FFF2-40B4-BE49-F238E27FC236}">
                <a16:creationId xmlns:a16="http://schemas.microsoft.com/office/drawing/2014/main" id="{D2D8526A-A70A-47E0-97F1-68A1BE2CE9D8}"/>
              </a:ext>
            </a:extLst>
          </p:cNvPr>
          <p:cNvSpPr/>
          <p:nvPr/>
        </p:nvSpPr>
        <p:spPr>
          <a:xfrm>
            <a:off x="5217476" y="4933690"/>
            <a:ext cx="80653" cy="10408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pic>
        <p:nvPicPr>
          <p:cNvPr id="70" name="圖片 69">
            <a:extLst>
              <a:ext uri="{FF2B5EF4-FFF2-40B4-BE49-F238E27FC236}">
                <a16:creationId xmlns:a16="http://schemas.microsoft.com/office/drawing/2014/main" id="{FC75921A-07B5-46A8-89BB-3524B1FE3B61}"/>
              </a:ext>
            </a:extLst>
          </p:cNvPr>
          <p:cNvPicPr>
            <a:picLocks noChangeAspect="1"/>
          </p:cNvPicPr>
          <p:nvPr/>
        </p:nvPicPr>
        <p:blipFill rotWithShape="1">
          <a:blip r:embed="rId3"/>
          <a:srcRect t="17194"/>
          <a:stretch/>
        </p:blipFill>
        <p:spPr>
          <a:xfrm>
            <a:off x="2357880" y="5533230"/>
            <a:ext cx="4141459" cy="486682"/>
          </a:xfrm>
          <a:prstGeom prst="rect">
            <a:avLst/>
          </a:prstGeom>
        </p:spPr>
      </p:pic>
    </p:spTree>
    <p:extLst>
      <p:ext uri="{BB962C8B-B14F-4D97-AF65-F5344CB8AC3E}">
        <p14:creationId xmlns:p14="http://schemas.microsoft.com/office/powerpoint/2010/main" val="157757707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3699</TotalTime>
  <Words>862</Words>
  <Application>Microsoft Office PowerPoint</Application>
  <PresentationFormat>寬螢幕</PresentationFormat>
  <Paragraphs>260</Paragraphs>
  <Slides>15</Slides>
  <Notes>14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Calibri Light</vt:lpstr>
      <vt:lpstr>Cambria Math</vt:lpstr>
      <vt:lpstr>Times New Roman</vt:lpstr>
      <vt:lpstr>Office 佈景主題</vt:lpstr>
      <vt:lpstr>Dynamic String Alignment</vt:lpstr>
      <vt:lpstr>Abstract</vt:lpstr>
      <vt:lpstr>LCS</vt:lpstr>
      <vt:lpstr>LCS</vt:lpstr>
      <vt:lpstr>LCS</vt:lpstr>
      <vt:lpstr>LCS</vt:lpstr>
      <vt:lpstr>Supporting Only Substitutions</vt:lpstr>
      <vt:lpstr>Supporting Only Substitutions</vt:lpstr>
      <vt:lpstr>Supporting Insertions</vt:lpstr>
      <vt:lpstr>Supporting Deletions</vt:lpstr>
      <vt:lpstr>Supporting Insertions and Deletions</vt:lpstr>
      <vt:lpstr>Obtaining the longest common subsequence</vt:lpstr>
      <vt:lpstr>String Alignment Under Integer Weights</vt:lpstr>
      <vt:lpstr>String Alignment Under Integer Weights</vt:lpstr>
      <vt:lpstr>String Alignment Under Integer Weights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郁儒 廖</dc:creator>
  <cp:lastModifiedBy>郁儒 廖</cp:lastModifiedBy>
  <cp:revision>9</cp:revision>
  <dcterms:created xsi:type="dcterms:W3CDTF">2021-06-26T09:28:31Z</dcterms:created>
  <dcterms:modified xsi:type="dcterms:W3CDTF">2021-08-10T06:14:21Z</dcterms:modified>
</cp:coreProperties>
</file>