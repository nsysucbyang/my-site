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1" r:id="rId3"/>
    <p:sldId id="267" r:id="rId4"/>
    <p:sldId id="282" r:id="rId5"/>
    <p:sldId id="299" r:id="rId6"/>
    <p:sldId id="296" r:id="rId7"/>
    <p:sldId id="300" r:id="rId8"/>
    <p:sldId id="297" r:id="rId9"/>
    <p:sldId id="29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2F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90FA8-A7D4-44E9-ADF4-3783012E1A54}" v="73" dt="2021-07-27T06:09:15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4" autoAdjust="0"/>
    <p:restoredTop sz="89970" autoAdjust="0"/>
  </p:normalViewPr>
  <p:slideViewPr>
    <p:cSldViewPr snapToGrid="0">
      <p:cViewPr varScale="1">
        <p:scale>
          <a:sx n="102" d="100"/>
          <a:sy n="102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CE290FA8-A7D4-44E9-ADF4-3783012E1A54}"/>
    <pc:docChg chg="undo custSel addSld delSld modSld sldOrd">
      <pc:chgData name="郁儒 廖" userId="189a1d031aa848d3" providerId="LiveId" clId="{CE290FA8-A7D4-44E9-ADF4-3783012E1A54}" dt="2021-07-27T06:09:43.438" v="630" actId="14100"/>
      <pc:docMkLst>
        <pc:docMk/>
      </pc:docMkLst>
      <pc:sldChg chg="modSp mod">
        <pc:chgData name="郁儒 廖" userId="189a1d031aa848d3" providerId="LiveId" clId="{CE290FA8-A7D4-44E9-ADF4-3783012E1A54}" dt="2021-07-27T05:27:42.104" v="599" actId="20577"/>
        <pc:sldMkLst>
          <pc:docMk/>
          <pc:sldMk cId="1310905560" sldId="256"/>
        </pc:sldMkLst>
        <pc:spChg chg="mod">
          <ac:chgData name="郁儒 廖" userId="189a1d031aa848d3" providerId="LiveId" clId="{CE290FA8-A7D4-44E9-ADF4-3783012E1A54}" dt="2021-07-27T05:26:44.346" v="588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CE290FA8-A7D4-44E9-ADF4-3783012E1A54}" dt="2021-07-27T05:27:09.968" v="592" actId="20577"/>
          <ac:spMkLst>
            <pc:docMk/>
            <pc:sldMk cId="1310905560" sldId="256"/>
            <ac:spMk id="3" creationId="{71E7239B-5619-42E5-947E-7CC9BEF1FE52}"/>
          </ac:spMkLst>
        </pc:spChg>
        <pc:spChg chg="mod">
          <ac:chgData name="郁儒 廖" userId="189a1d031aa848d3" providerId="LiveId" clId="{CE290FA8-A7D4-44E9-ADF4-3783012E1A54}" dt="2021-07-27T05:27:42.104" v="599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del">
        <pc:chgData name="郁儒 廖" userId="189a1d031aa848d3" providerId="LiveId" clId="{CE290FA8-A7D4-44E9-ADF4-3783012E1A54}" dt="2021-07-18T06:04:38.733" v="247" actId="47"/>
        <pc:sldMkLst>
          <pc:docMk/>
          <pc:sldMk cId="2573059498" sldId="258"/>
        </pc:sldMkLst>
      </pc:sldChg>
      <pc:sldChg chg="del">
        <pc:chgData name="郁儒 廖" userId="189a1d031aa848d3" providerId="LiveId" clId="{CE290FA8-A7D4-44E9-ADF4-3783012E1A54}" dt="2021-07-18T06:04:37.419" v="246" actId="47"/>
        <pc:sldMkLst>
          <pc:docMk/>
          <pc:sldMk cId="3515119788" sldId="259"/>
        </pc:sldMkLst>
      </pc:sldChg>
      <pc:sldChg chg="del">
        <pc:chgData name="郁儒 廖" userId="189a1d031aa848d3" providerId="LiveId" clId="{CE290FA8-A7D4-44E9-ADF4-3783012E1A54}" dt="2021-07-18T06:04:30.791" v="242" actId="47"/>
        <pc:sldMkLst>
          <pc:docMk/>
          <pc:sldMk cId="3353010267" sldId="260"/>
        </pc:sldMkLst>
      </pc:sldChg>
      <pc:sldChg chg="del">
        <pc:chgData name="郁儒 廖" userId="189a1d031aa848d3" providerId="LiveId" clId="{CE290FA8-A7D4-44E9-ADF4-3783012E1A54}" dt="2021-07-18T06:04:31.598" v="243" actId="47"/>
        <pc:sldMkLst>
          <pc:docMk/>
          <pc:sldMk cId="3679457579" sldId="261"/>
        </pc:sldMkLst>
      </pc:sldChg>
      <pc:sldChg chg="del">
        <pc:chgData name="郁儒 廖" userId="189a1d031aa848d3" providerId="LiveId" clId="{CE290FA8-A7D4-44E9-ADF4-3783012E1A54}" dt="2021-07-18T06:04:33.411" v="244" actId="47"/>
        <pc:sldMkLst>
          <pc:docMk/>
          <pc:sldMk cId="2166195919" sldId="262"/>
        </pc:sldMkLst>
      </pc:sldChg>
      <pc:sldChg chg="del">
        <pc:chgData name="郁儒 廖" userId="189a1d031aa848d3" providerId="LiveId" clId="{CE290FA8-A7D4-44E9-ADF4-3783012E1A54}" dt="2021-07-18T06:04:39.808" v="248" actId="47"/>
        <pc:sldMkLst>
          <pc:docMk/>
          <pc:sldMk cId="3405566990" sldId="263"/>
        </pc:sldMkLst>
      </pc:sldChg>
      <pc:sldChg chg="del">
        <pc:chgData name="郁儒 廖" userId="189a1d031aa848d3" providerId="LiveId" clId="{CE290FA8-A7D4-44E9-ADF4-3783012E1A54}" dt="2021-07-18T06:04:41.167" v="249" actId="47"/>
        <pc:sldMkLst>
          <pc:docMk/>
          <pc:sldMk cId="1720717751" sldId="264"/>
        </pc:sldMkLst>
      </pc:sldChg>
      <pc:sldChg chg="modSp del mod">
        <pc:chgData name="郁儒 廖" userId="189a1d031aa848d3" providerId="LiveId" clId="{CE290FA8-A7D4-44E9-ADF4-3783012E1A54}" dt="2021-07-17T14:22:50.813" v="10" actId="47"/>
        <pc:sldMkLst>
          <pc:docMk/>
          <pc:sldMk cId="1214235823" sldId="265"/>
        </pc:sldMkLst>
        <pc:spChg chg="mod">
          <ac:chgData name="郁儒 廖" userId="189a1d031aa848d3" providerId="LiveId" clId="{CE290FA8-A7D4-44E9-ADF4-3783012E1A54}" dt="2021-07-17T14:22:47.176" v="9" actId="20577"/>
          <ac:spMkLst>
            <pc:docMk/>
            <pc:sldMk cId="1214235823" sldId="265"/>
            <ac:spMk id="3" creationId="{13A791DE-558D-404E-B9D6-E2E18467D5B7}"/>
          </ac:spMkLst>
        </pc:spChg>
      </pc:sldChg>
      <pc:sldChg chg="del">
        <pc:chgData name="郁儒 廖" userId="189a1d031aa848d3" providerId="LiveId" clId="{CE290FA8-A7D4-44E9-ADF4-3783012E1A54}" dt="2021-07-18T06:04:34.917" v="245" actId="47"/>
        <pc:sldMkLst>
          <pc:docMk/>
          <pc:sldMk cId="436955770" sldId="266"/>
        </pc:sldMkLst>
      </pc:sldChg>
      <pc:sldChg chg="addSp delSp modSp mod">
        <pc:chgData name="郁儒 廖" userId="189a1d031aa848d3" providerId="LiveId" clId="{CE290FA8-A7D4-44E9-ADF4-3783012E1A54}" dt="2021-07-27T06:09:43.438" v="630" actId="14100"/>
        <pc:sldMkLst>
          <pc:docMk/>
          <pc:sldMk cId="241416973" sldId="267"/>
        </pc:sldMkLst>
        <pc:spChg chg="mod">
          <ac:chgData name="郁儒 廖" userId="189a1d031aa848d3" providerId="LiveId" clId="{CE290FA8-A7D4-44E9-ADF4-3783012E1A54}" dt="2021-07-17T14:31:28.777" v="110" actId="20577"/>
          <ac:spMkLst>
            <pc:docMk/>
            <pc:sldMk cId="241416973" sldId="267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7T06:09:38.914" v="628" actId="20577"/>
          <ac:spMkLst>
            <pc:docMk/>
            <pc:sldMk cId="241416973" sldId="267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27T06:09:07.376" v="615" actId="478"/>
          <ac:spMkLst>
            <pc:docMk/>
            <pc:sldMk cId="241416973" sldId="267"/>
            <ac:spMk id="10" creationId="{8DA8BF74-FE9D-4519-8620-99AE75A2367E}"/>
          </ac:spMkLst>
        </pc:spChg>
        <pc:spChg chg="add del mod">
          <ac:chgData name="郁儒 廖" userId="189a1d031aa848d3" providerId="LiveId" clId="{CE290FA8-A7D4-44E9-ADF4-3783012E1A54}" dt="2021-07-27T06:09:10.493" v="616" actId="478"/>
          <ac:spMkLst>
            <pc:docMk/>
            <pc:sldMk cId="241416973" sldId="267"/>
            <ac:spMk id="11" creationId="{DCCFAB12-E387-4B75-909B-61F3577D6F05}"/>
          </ac:spMkLst>
        </pc:spChg>
        <pc:picChg chg="del">
          <ac:chgData name="郁儒 廖" userId="189a1d031aa848d3" providerId="LiveId" clId="{CE290FA8-A7D4-44E9-ADF4-3783012E1A54}" dt="2021-07-17T14:25:14.288" v="39" actId="478"/>
          <ac:picMkLst>
            <pc:docMk/>
            <pc:sldMk cId="241416973" sldId="267"/>
            <ac:picMk id="5" creationId="{3407E8DD-85EC-4C6E-A845-8088A23510E7}"/>
          </ac:picMkLst>
        </pc:picChg>
        <pc:picChg chg="del">
          <ac:chgData name="郁儒 廖" userId="189a1d031aa848d3" providerId="LiveId" clId="{CE290FA8-A7D4-44E9-ADF4-3783012E1A54}" dt="2021-07-17T14:25:13.738" v="38" actId="478"/>
          <ac:picMkLst>
            <pc:docMk/>
            <pc:sldMk cId="241416973" sldId="267"/>
            <ac:picMk id="7" creationId="{5C606B4B-5B79-496C-9B21-4C061E6C1E65}"/>
          </ac:picMkLst>
        </pc:picChg>
        <pc:picChg chg="add mod">
          <ac:chgData name="郁儒 廖" userId="189a1d031aa848d3" providerId="LiveId" clId="{CE290FA8-A7D4-44E9-ADF4-3783012E1A54}" dt="2021-07-27T06:09:15.622" v="619" actId="1076"/>
          <ac:picMkLst>
            <pc:docMk/>
            <pc:sldMk cId="241416973" sldId="267"/>
            <ac:picMk id="9" creationId="{8FE30836-4E34-4954-AF9F-42EC74B3FB2D}"/>
          </ac:picMkLst>
        </pc:picChg>
        <pc:picChg chg="add mod modCrop">
          <ac:chgData name="郁儒 廖" userId="189a1d031aa848d3" providerId="LiveId" clId="{CE290FA8-A7D4-44E9-ADF4-3783012E1A54}" dt="2021-07-27T06:09:43.438" v="630" actId="14100"/>
          <ac:picMkLst>
            <pc:docMk/>
            <pc:sldMk cId="241416973" sldId="267"/>
            <ac:picMk id="12" creationId="{C9E48EDE-4C35-494E-8EC4-E4F919E37AD6}"/>
          </ac:picMkLst>
        </pc:picChg>
        <pc:picChg chg="add del mod">
          <ac:chgData name="郁儒 廖" userId="189a1d031aa848d3" providerId="LiveId" clId="{CE290FA8-A7D4-44E9-ADF4-3783012E1A54}" dt="2021-07-27T06:09:04.569" v="613" actId="478"/>
          <ac:picMkLst>
            <pc:docMk/>
            <pc:sldMk cId="241416973" sldId="267"/>
            <ac:picMk id="1026" creationId="{248CCDC8-4F61-4FF3-8C60-E4A53D0FFD5F}"/>
          </ac:picMkLst>
        </pc:picChg>
        <pc:picChg chg="add del">
          <ac:chgData name="郁儒 廖" userId="189a1d031aa848d3" providerId="LiveId" clId="{CE290FA8-A7D4-44E9-ADF4-3783012E1A54}" dt="2021-07-17T14:35:45.190" v="139" actId="478"/>
          <ac:picMkLst>
            <pc:docMk/>
            <pc:sldMk cId="241416973" sldId="267"/>
            <ac:picMk id="1028" creationId="{E7FBCA58-D5BD-4EC5-BD03-9B28EA37243A}"/>
          </ac:picMkLst>
        </pc:picChg>
        <pc:cxnChg chg="add del mod">
          <ac:chgData name="郁儒 廖" userId="189a1d031aa848d3" providerId="LiveId" clId="{CE290FA8-A7D4-44E9-ADF4-3783012E1A54}" dt="2021-07-27T06:09:05.624" v="614" actId="478"/>
          <ac:cxnSpMkLst>
            <pc:docMk/>
            <pc:sldMk cId="241416973" sldId="267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17T14:39:54.916" v="211" actId="1076"/>
        <pc:sldMkLst>
          <pc:docMk/>
          <pc:sldMk cId="3166609206" sldId="268"/>
        </pc:sldMkLst>
        <pc:spChg chg="mod">
          <ac:chgData name="郁儒 廖" userId="189a1d031aa848d3" providerId="LiveId" clId="{CE290FA8-A7D4-44E9-ADF4-3783012E1A54}" dt="2021-07-17T14:39:42.083" v="205" actId="20577"/>
          <ac:spMkLst>
            <pc:docMk/>
            <pc:sldMk cId="3166609206" sldId="268"/>
            <ac:spMk id="4" creationId="{F295903F-D2E5-48CE-8311-2AD281F8E88E}"/>
          </ac:spMkLst>
        </pc:spChg>
        <pc:spChg chg="del">
          <ac:chgData name="郁儒 廖" userId="189a1d031aa848d3" providerId="LiveId" clId="{CE290FA8-A7D4-44E9-ADF4-3783012E1A54}" dt="2021-07-17T14:36:03.655" v="149" actId="478"/>
          <ac:spMkLst>
            <pc:docMk/>
            <pc:sldMk cId="3166609206" sldId="268"/>
            <ac:spMk id="10" creationId="{8DA8BF74-FE9D-4519-8620-99AE75A2367E}"/>
          </ac:spMkLst>
        </pc:spChg>
        <pc:spChg chg="del mod">
          <ac:chgData name="郁儒 廖" userId="189a1d031aa848d3" providerId="LiveId" clId="{CE290FA8-A7D4-44E9-ADF4-3783012E1A54}" dt="2021-07-17T14:36:01.384" v="147" actId="478"/>
          <ac:spMkLst>
            <pc:docMk/>
            <pc:sldMk cId="3166609206" sldId="268"/>
            <ac:spMk id="11" creationId="{DCCFAB12-E387-4B75-909B-61F3577D6F05}"/>
          </ac:spMkLst>
        </pc:spChg>
        <pc:picChg chg="add del mod modCrop">
          <ac:chgData name="郁儒 廖" userId="189a1d031aa848d3" providerId="LiveId" clId="{CE290FA8-A7D4-44E9-ADF4-3783012E1A54}" dt="2021-07-17T14:38:01.120" v="164" actId="478"/>
          <ac:picMkLst>
            <pc:docMk/>
            <pc:sldMk cId="3166609206" sldId="268"/>
            <ac:picMk id="3" creationId="{5B82F403-D953-4A89-B479-DBBE1802B411}"/>
          </ac:picMkLst>
        </pc:picChg>
        <pc:picChg chg="add mod">
          <ac:chgData name="郁儒 廖" userId="189a1d031aa848d3" providerId="LiveId" clId="{CE290FA8-A7D4-44E9-ADF4-3783012E1A54}" dt="2021-07-17T14:39:52.713" v="210" actId="1076"/>
          <ac:picMkLst>
            <pc:docMk/>
            <pc:sldMk cId="3166609206" sldId="268"/>
            <ac:picMk id="5" creationId="{682F1B4C-7056-4721-8D1D-BD7EB72C0217}"/>
          </ac:picMkLst>
        </pc:picChg>
        <pc:picChg chg="add mod">
          <ac:chgData name="郁儒 廖" userId="189a1d031aa848d3" providerId="LiveId" clId="{CE290FA8-A7D4-44E9-ADF4-3783012E1A54}" dt="2021-07-17T14:39:54.916" v="211" actId="1076"/>
          <ac:picMkLst>
            <pc:docMk/>
            <pc:sldMk cId="3166609206" sldId="268"/>
            <ac:picMk id="6" creationId="{9FAC3BD5-CA98-40D5-9C8D-D85D5ABE788D}"/>
          </ac:picMkLst>
        </pc:picChg>
        <pc:picChg chg="del">
          <ac:chgData name="郁儒 廖" userId="189a1d031aa848d3" providerId="LiveId" clId="{CE290FA8-A7D4-44E9-ADF4-3783012E1A54}" dt="2021-07-17T14:35:57.335" v="142" actId="478"/>
          <ac:picMkLst>
            <pc:docMk/>
            <pc:sldMk cId="3166609206" sldId="268"/>
            <ac:picMk id="12" creationId="{C9E48EDE-4C35-494E-8EC4-E4F919E37AD6}"/>
          </ac:picMkLst>
        </pc:picChg>
        <pc:picChg chg="del">
          <ac:chgData name="郁儒 廖" userId="189a1d031aa848d3" providerId="LiveId" clId="{CE290FA8-A7D4-44E9-ADF4-3783012E1A54}" dt="2021-07-17T14:35:59.042" v="144" actId="478"/>
          <ac:picMkLst>
            <pc:docMk/>
            <pc:sldMk cId="3166609206" sldId="268"/>
            <ac:picMk id="1026" creationId="{248CCDC8-4F61-4FF3-8C60-E4A53D0FFD5F}"/>
          </ac:picMkLst>
        </pc:picChg>
        <pc:cxnChg chg="del">
          <ac:chgData name="郁儒 廖" userId="189a1d031aa848d3" providerId="LiveId" clId="{CE290FA8-A7D4-44E9-ADF4-3783012E1A54}" dt="2021-07-17T14:36:02.455" v="148" actId="478"/>
          <ac:cxnSpMkLst>
            <pc:docMk/>
            <pc:sldMk cId="3166609206" sldId="268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24T18:03:51.813" v="388" actId="14100"/>
        <pc:sldMkLst>
          <pc:docMk/>
          <pc:sldMk cId="3730348283" sldId="269"/>
        </pc:sldMkLst>
        <pc:spChg chg="mod">
          <ac:chgData name="郁儒 廖" userId="189a1d031aa848d3" providerId="LiveId" clId="{CE290FA8-A7D4-44E9-ADF4-3783012E1A54}" dt="2021-07-17T14:40:32.535" v="230" actId="20577"/>
          <ac:spMkLst>
            <pc:docMk/>
            <pc:sldMk cId="3730348283" sldId="269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3T11:28:53.612" v="270" actId="1076"/>
          <ac:spMkLst>
            <pc:docMk/>
            <pc:sldMk cId="3730348283" sldId="269"/>
            <ac:spMk id="3" creationId="{77054F84-D25D-409A-A373-1951079F871A}"/>
          </ac:spMkLst>
        </pc:spChg>
        <pc:spChg chg="add mod">
          <ac:chgData name="郁儒 廖" userId="189a1d031aa848d3" providerId="LiveId" clId="{CE290FA8-A7D4-44E9-ADF4-3783012E1A54}" dt="2021-07-24T18:03:51.813" v="388" actId="14100"/>
          <ac:spMkLst>
            <pc:docMk/>
            <pc:sldMk cId="3730348283" sldId="269"/>
            <ac:spMk id="4" creationId="{2E8CACBA-9080-420A-8A43-5AF30B4BE4AD}"/>
          </ac:spMkLst>
        </pc:spChg>
        <pc:spChg chg="del mod">
          <ac:chgData name="郁儒 廖" userId="189a1d031aa848d3" providerId="LiveId" clId="{CE290FA8-A7D4-44E9-ADF4-3783012E1A54}" dt="2021-07-17T14:40:40.212" v="235" actId="478"/>
          <ac:spMkLst>
            <pc:docMk/>
            <pc:sldMk cId="3730348283" sldId="269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17T14:41:00.560" v="236"/>
          <ac:spMkLst>
            <pc:docMk/>
            <pc:sldMk cId="3730348283" sldId="269"/>
            <ac:spMk id="7" creationId="{0CA88C01-DCD3-4C79-A03D-3DE3AFEE3134}"/>
          </ac:spMkLst>
        </pc:spChg>
        <pc:picChg chg="del">
          <ac:chgData name="郁儒 廖" userId="189a1d031aa848d3" providerId="LiveId" clId="{CE290FA8-A7D4-44E9-ADF4-3783012E1A54}" dt="2021-07-17T14:40:34.490" v="231" actId="478"/>
          <ac:picMkLst>
            <pc:docMk/>
            <pc:sldMk cId="3730348283" sldId="269"/>
            <ac:picMk id="5" creationId="{682F1B4C-7056-4721-8D1D-BD7EB72C0217}"/>
          </ac:picMkLst>
        </pc:picChg>
        <pc:picChg chg="del mod">
          <ac:chgData name="郁儒 廖" userId="189a1d031aa848d3" providerId="LiveId" clId="{CE290FA8-A7D4-44E9-ADF4-3783012E1A54}" dt="2021-07-17T14:40:35.122" v="233" actId="478"/>
          <ac:picMkLst>
            <pc:docMk/>
            <pc:sldMk cId="3730348283" sldId="269"/>
            <ac:picMk id="6" creationId="{9FAC3BD5-CA98-40D5-9C8D-D85D5ABE788D}"/>
          </ac:picMkLst>
        </pc:picChg>
        <pc:picChg chg="add mod modCrop">
          <ac:chgData name="郁儒 廖" userId="189a1d031aa848d3" providerId="LiveId" clId="{CE290FA8-A7D4-44E9-ADF4-3783012E1A54}" dt="2021-07-23T11:26:54.547" v="252" actId="1076"/>
          <ac:picMkLst>
            <pc:docMk/>
            <pc:sldMk cId="3730348283" sldId="269"/>
            <ac:picMk id="8" creationId="{9F2F42F3-0BD4-4846-959C-F5713662D6D2}"/>
          </ac:picMkLst>
        </pc:picChg>
      </pc:sldChg>
      <pc:sldChg chg="addSp delSp modSp new mod">
        <pc:chgData name="郁儒 廖" userId="189a1d031aa848d3" providerId="LiveId" clId="{CE290FA8-A7D4-44E9-ADF4-3783012E1A54}" dt="2021-07-24T18:02:50.329" v="370" actId="22"/>
        <pc:sldMkLst>
          <pc:docMk/>
          <pc:sldMk cId="612480251" sldId="270"/>
        </pc:sldMkLst>
        <pc:spChg chg="mod">
          <ac:chgData name="郁儒 廖" userId="189a1d031aa848d3" providerId="LiveId" clId="{CE290FA8-A7D4-44E9-ADF4-3783012E1A54}" dt="2021-07-24T18:01:47.888" v="367"/>
          <ac:spMkLst>
            <pc:docMk/>
            <pc:sldMk cId="612480251" sldId="270"/>
            <ac:spMk id="2" creationId="{31EEA96D-6767-4A89-84BF-40B7D6C406DA}"/>
          </ac:spMkLst>
        </pc:spChg>
        <pc:spChg chg="del">
          <ac:chgData name="郁儒 廖" userId="189a1d031aa848d3" providerId="LiveId" clId="{CE290FA8-A7D4-44E9-ADF4-3783012E1A54}" dt="2021-07-24T17:46:07.348" v="272"/>
          <ac:spMkLst>
            <pc:docMk/>
            <pc:sldMk cId="612480251" sldId="270"/>
            <ac:spMk id="3" creationId="{B21077FF-8D2A-4E8F-A8B1-26CEF1D1936B}"/>
          </ac:spMkLst>
        </pc:spChg>
        <pc:spChg chg="add">
          <ac:chgData name="郁儒 廖" userId="189a1d031aa848d3" providerId="LiveId" clId="{CE290FA8-A7D4-44E9-ADF4-3783012E1A54}" dt="2021-07-24T18:02:50.329" v="370" actId="22"/>
          <ac:spMkLst>
            <pc:docMk/>
            <pc:sldMk cId="612480251" sldId="270"/>
            <ac:spMk id="6" creationId="{CD1529A4-63A1-45FB-B291-EDE108FE2E08}"/>
          </ac:spMkLst>
        </pc:spChg>
        <pc:picChg chg="add mod modCrop">
          <ac:chgData name="郁儒 廖" userId="189a1d031aa848d3" providerId="LiveId" clId="{CE290FA8-A7D4-44E9-ADF4-3783012E1A54}" dt="2021-07-24T18:02:19.869" v="369" actId="1076"/>
          <ac:picMkLst>
            <pc:docMk/>
            <pc:sldMk cId="612480251" sldId="270"/>
            <ac:picMk id="4" creationId="{490E72E3-BBC4-4F10-9503-FB8C7DA61056}"/>
          </ac:picMkLst>
        </pc:picChg>
      </pc:sldChg>
      <pc:sldChg chg="addSp delSp modSp add mod">
        <pc:chgData name="郁儒 廖" userId="189a1d031aa848d3" providerId="LiveId" clId="{CE290FA8-A7D4-44E9-ADF4-3783012E1A54}" dt="2021-07-24T18:00:47.661" v="366" actId="1076"/>
        <pc:sldMkLst>
          <pc:docMk/>
          <pc:sldMk cId="1643148301" sldId="271"/>
        </pc:sldMkLst>
        <pc:spChg chg="add del mod">
          <ac:chgData name="郁儒 廖" userId="189a1d031aa848d3" providerId="LiveId" clId="{CE290FA8-A7D4-44E9-ADF4-3783012E1A54}" dt="2021-07-24T17:48:03.412" v="293" actId="478"/>
          <ac:spMkLst>
            <pc:docMk/>
            <pc:sldMk cId="1643148301" sldId="271"/>
            <ac:spMk id="5" creationId="{26529FA3-3B21-41FC-B8C4-CF22A500FB24}"/>
          </ac:spMkLst>
        </pc:spChg>
        <pc:spChg chg="add mod">
          <ac:chgData name="郁儒 廖" userId="189a1d031aa848d3" providerId="LiveId" clId="{CE290FA8-A7D4-44E9-ADF4-3783012E1A54}" dt="2021-07-24T17:54:06.750" v="354" actId="208"/>
          <ac:spMkLst>
            <pc:docMk/>
            <pc:sldMk cId="1643148301" sldId="271"/>
            <ac:spMk id="6" creationId="{D062D2FA-3605-4209-9490-372C5A27D06F}"/>
          </ac:spMkLst>
        </pc:spChg>
        <pc:spChg chg="add mod">
          <ac:chgData name="郁儒 廖" userId="189a1d031aa848d3" providerId="LiveId" clId="{CE290FA8-A7D4-44E9-ADF4-3783012E1A54}" dt="2021-07-24T17:54:20.973" v="356" actId="1076"/>
          <ac:spMkLst>
            <pc:docMk/>
            <pc:sldMk cId="1643148301" sldId="271"/>
            <ac:spMk id="10" creationId="{819D7A24-47F2-4B36-9CFA-969CC90CC346}"/>
          </ac:spMkLst>
        </pc:spChg>
        <pc:spChg chg="add mod">
          <ac:chgData name="郁儒 廖" userId="189a1d031aa848d3" providerId="LiveId" clId="{CE290FA8-A7D4-44E9-ADF4-3783012E1A54}" dt="2021-07-24T18:00:47.661" v="366" actId="1076"/>
          <ac:spMkLst>
            <pc:docMk/>
            <pc:sldMk cId="1643148301" sldId="271"/>
            <ac:spMk id="13" creationId="{07FB3D3F-AF05-4609-B8CE-4FAB7B1E7DD6}"/>
          </ac:spMkLst>
        </pc:spChg>
        <pc:picChg chg="del">
          <ac:chgData name="郁儒 廖" userId="189a1d031aa848d3" providerId="LiveId" clId="{CE290FA8-A7D4-44E9-ADF4-3783012E1A54}" dt="2021-07-24T17:47:57.294" v="290" actId="478"/>
          <ac:picMkLst>
            <pc:docMk/>
            <pc:sldMk cId="1643148301" sldId="271"/>
            <ac:picMk id="4" creationId="{490E72E3-BBC4-4F10-9503-FB8C7DA61056}"/>
          </ac:picMkLst>
        </pc:picChg>
        <pc:picChg chg="add mod">
          <ac:chgData name="郁儒 廖" userId="189a1d031aa848d3" providerId="LiveId" clId="{CE290FA8-A7D4-44E9-ADF4-3783012E1A54}" dt="2021-07-24T17:53:16.909" v="346" actId="1076"/>
          <ac:picMkLst>
            <pc:docMk/>
            <pc:sldMk cId="1643148301" sldId="271"/>
            <ac:picMk id="8" creationId="{8D9D1387-BD00-4E2B-95D5-A495F8D46641}"/>
          </ac:picMkLst>
        </pc:picChg>
        <pc:picChg chg="add mod">
          <ac:chgData name="郁儒 廖" userId="189a1d031aa848d3" providerId="LiveId" clId="{CE290FA8-A7D4-44E9-ADF4-3783012E1A54}" dt="2021-07-24T18:00:30.365" v="362" actId="14100"/>
          <ac:picMkLst>
            <pc:docMk/>
            <pc:sldMk cId="1643148301" sldId="271"/>
            <ac:picMk id="9" creationId="{00422705-6A67-4E13-93DB-0357C07B6811}"/>
          </ac:picMkLst>
        </pc:picChg>
        <pc:picChg chg="add mod">
          <ac:chgData name="郁儒 廖" userId="189a1d031aa848d3" providerId="LiveId" clId="{CE290FA8-A7D4-44E9-ADF4-3783012E1A54}" dt="2021-07-24T18:00:25.084" v="360" actId="1076"/>
          <ac:picMkLst>
            <pc:docMk/>
            <pc:sldMk cId="1643148301" sldId="271"/>
            <ac:picMk id="1026" creationId="{2483219A-00C8-489E-A7F0-1F15452192AA}"/>
          </ac:picMkLst>
        </pc:picChg>
        <pc:picChg chg="add del mod">
          <ac:chgData name="郁儒 廖" userId="189a1d031aa848d3" providerId="LiveId" clId="{CE290FA8-A7D4-44E9-ADF4-3783012E1A54}" dt="2021-07-24T17:48:46.922" v="306" actId="478"/>
          <ac:picMkLst>
            <pc:docMk/>
            <pc:sldMk cId="1643148301" sldId="271"/>
            <ac:picMk id="1028" creationId="{C3390DAD-1C47-458D-BA83-E32470B7D5A3}"/>
          </ac:picMkLst>
        </pc:picChg>
      </pc:sldChg>
      <pc:sldChg chg="addSp delSp modSp new mod">
        <pc:chgData name="郁儒 廖" userId="189a1d031aa848d3" providerId="LiveId" clId="{CE290FA8-A7D4-44E9-ADF4-3783012E1A54}" dt="2021-07-24T17:52:15.037" v="336" actId="1076"/>
        <pc:sldMkLst>
          <pc:docMk/>
          <pc:sldMk cId="1708893990" sldId="272"/>
        </pc:sldMkLst>
        <pc:spChg chg="mod">
          <ac:chgData name="郁儒 廖" userId="189a1d031aa848d3" providerId="LiveId" clId="{CE290FA8-A7D4-44E9-ADF4-3783012E1A54}" dt="2021-07-24T17:51:20.979" v="319" actId="20577"/>
          <ac:spMkLst>
            <pc:docMk/>
            <pc:sldMk cId="1708893990" sldId="272"/>
            <ac:spMk id="2" creationId="{716E27F3-A6FF-4346-A231-DEA8C2F1A6F4}"/>
          </ac:spMkLst>
        </pc:spChg>
        <pc:spChg chg="del">
          <ac:chgData name="郁儒 廖" userId="189a1d031aa848d3" providerId="LiveId" clId="{CE290FA8-A7D4-44E9-ADF4-3783012E1A54}" dt="2021-07-24T17:51:18.819" v="316"/>
          <ac:spMkLst>
            <pc:docMk/>
            <pc:sldMk cId="1708893990" sldId="272"/>
            <ac:spMk id="3" creationId="{EFB150A1-F460-43AD-B8C2-A22B81E6BC5F}"/>
          </ac:spMkLst>
        </pc:spChg>
        <pc:spChg chg="add mod">
          <ac:chgData name="郁儒 廖" userId="189a1d031aa848d3" providerId="LiveId" clId="{CE290FA8-A7D4-44E9-ADF4-3783012E1A54}" dt="2021-07-24T17:52:15.037" v="336" actId="1076"/>
          <ac:spMkLst>
            <pc:docMk/>
            <pc:sldMk cId="1708893990" sldId="272"/>
            <ac:spMk id="4" creationId="{88337500-A4AC-4D18-826D-9F9279AA6B8A}"/>
          </ac:spMkLst>
        </pc:spChg>
        <pc:picChg chg="add mod">
          <ac:chgData name="郁儒 廖" userId="189a1d031aa848d3" providerId="LiveId" clId="{CE290FA8-A7D4-44E9-ADF4-3783012E1A54}" dt="2021-07-24T17:51:29.933" v="320" actId="1076"/>
          <ac:picMkLst>
            <pc:docMk/>
            <pc:sldMk cId="1708893990" sldId="272"/>
            <ac:picMk id="2050" creationId="{CD2C5727-6CF7-4166-B1FD-9A6B05E767B3}"/>
          </ac:picMkLst>
        </pc:picChg>
      </pc:sldChg>
      <pc:sldChg chg="delSp modSp add del ord">
        <pc:chgData name="郁儒 廖" userId="189a1d031aa848d3" providerId="LiveId" clId="{CE290FA8-A7D4-44E9-ADF4-3783012E1A54}" dt="2021-07-24T17:49:53.021" v="313" actId="47"/>
        <pc:sldMkLst>
          <pc:docMk/>
          <pc:sldMk cId="1758154840" sldId="272"/>
        </pc:sldMkLst>
        <pc:picChg chg="del">
          <ac:chgData name="郁儒 廖" userId="189a1d031aa848d3" providerId="LiveId" clId="{CE290FA8-A7D4-44E9-ADF4-3783012E1A54}" dt="2021-07-24T17:48:42.338" v="303" actId="478"/>
          <ac:picMkLst>
            <pc:docMk/>
            <pc:sldMk cId="1758154840" sldId="272"/>
            <ac:picMk id="1026" creationId="{2483219A-00C8-489E-A7F0-1F15452192AA}"/>
          </ac:picMkLst>
        </pc:picChg>
        <pc:picChg chg="mod">
          <ac:chgData name="郁儒 廖" userId="189a1d031aa848d3" providerId="LiveId" clId="{CE290FA8-A7D4-44E9-ADF4-3783012E1A54}" dt="2021-07-24T17:49:04.309" v="311" actId="14100"/>
          <ac:picMkLst>
            <pc:docMk/>
            <pc:sldMk cId="1758154840" sldId="272"/>
            <ac:picMk id="1028" creationId="{C3390DAD-1C47-458D-BA83-E32470B7D5A3}"/>
          </ac:picMkLst>
        </pc:picChg>
      </pc:sldChg>
      <pc:sldChg chg="add ord">
        <pc:chgData name="郁儒 廖" userId="189a1d031aa848d3" providerId="LiveId" clId="{CE290FA8-A7D4-44E9-ADF4-3783012E1A54}" dt="2021-07-24T17:52:37.838" v="339"/>
        <pc:sldMkLst>
          <pc:docMk/>
          <pc:sldMk cId="1569140240" sldId="273"/>
        </pc:sldMkLst>
      </pc:sldChg>
      <pc:sldChg chg="addSp delSp modSp new mod">
        <pc:chgData name="郁儒 廖" userId="189a1d031aa848d3" providerId="LiveId" clId="{CE290FA8-A7D4-44E9-ADF4-3783012E1A54}" dt="2021-07-25T03:07:16.414" v="581" actId="14100"/>
        <pc:sldMkLst>
          <pc:docMk/>
          <pc:sldMk cId="4060451678" sldId="274"/>
        </pc:sldMkLst>
        <pc:spChg chg="mod">
          <ac:chgData name="郁儒 廖" userId="189a1d031aa848d3" providerId="LiveId" clId="{CE290FA8-A7D4-44E9-ADF4-3783012E1A54}" dt="2021-07-24T18:03:05.773" v="380" actId="20577"/>
          <ac:spMkLst>
            <pc:docMk/>
            <pc:sldMk cId="4060451678" sldId="274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05:33.151" v="389"/>
          <ac:spMkLst>
            <pc:docMk/>
            <pc:sldMk cId="4060451678" sldId="274"/>
            <ac:spMk id="3" creationId="{82A49E8B-872F-48C9-9FBB-8B84A2FFA0EE}"/>
          </ac:spMkLst>
        </pc:spChg>
        <pc:spChg chg="add mod">
          <ac:chgData name="郁儒 廖" userId="189a1d031aa848d3" providerId="LiveId" clId="{CE290FA8-A7D4-44E9-ADF4-3783012E1A54}" dt="2021-07-24T18:10:30.356" v="414" actId="1076"/>
          <ac:spMkLst>
            <pc:docMk/>
            <pc:sldMk cId="4060451678" sldId="274"/>
            <ac:spMk id="5" creationId="{76FE55B1-B35E-43D9-8134-37E5A5237685}"/>
          </ac:spMkLst>
        </pc:spChg>
        <pc:spChg chg="add mod">
          <ac:chgData name="郁儒 廖" userId="189a1d031aa848d3" providerId="LiveId" clId="{CE290FA8-A7D4-44E9-ADF4-3783012E1A54}" dt="2021-07-24T18:10:40.300" v="416" actId="1076"/>
          <ac:spMkLst>
            <pc:docMk/>
            <pc:sldMk cId="4060451678" sldId="274"/>
            <ac:spMk id="10" creationId="{18228516-59B3-4FE2-A6D6-84A751C34D05}"/>
          </ac:spMkLst>
        </pc:spChg>
        <pc:picChg chg="add mod">
          <ac:chgData name="郁儒 廖" userId="189a1d031aa848d3" providerId="LiveId" clId="{CE290FA8-A7D4-44E9-ADF4-3783012E1A54}" dt="2021-07-24T18:10:35.653" v="415" actId="1076"/>
          <ac:picMkLst>
            <pc:docMk/>
            <pc:sldMk cId="4060451678" sldId="274"/>
            <ac:picMk id="4" creationId="{2156ABF1-55AF-4D86-A95D-78E14E556BA9}"/>
          </ac:picMkLst>
        </pc:picChg>
        <pc:picChg chg="add mod">
          <ac:chgData name="郁儒 廖" userId="189a1d031aa848d3" providerId="LiveId" clId="{CE290FA8-A7D4-44E9-ADF4-3783012E1A54}" dt="2021-07-24T18:10:48.517" v="419" actId="1076"/>
          <ac:picMkLst>
            <pc:docMk/>
            <pc:sldMk cId="4060451678" sldId="274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2:03.933" v="430" actId="1076"/>
          <ac:picMkLst>
            <pc:docMk/>
            <pc:sldMk cId="4060451678" sldId="274"/>
            <ac:picMk id="22" creationId="{EF213945-2A91-4CDF-9245-4505860F2713}"/>
          </ac:picMkLst>
        </pc:picChg>
        <pc:cxnChg chg="add mod">
          <ac:chgData name="郁儒 廖" userId="189a1d031aa848d3" providerId="LiveId" clId="{CE290FA8-A7D4-44E9-ADF4-3783012E1A54}" dt="2021-07-24T18:10:43.021" v="417" actId="1076"/>
          <ac:cxnSpMkLst>
            <pc:docMk/>
            <pc:sldMk cId="4060451678" sldId="274"/>
            <ac:cxnSpMk id="7" creationId="{6DE49F1A-36EB-4148-B8C6-92BC3E69D765}"/>
          </ac:cxnSpMkLst>
        </pc:cxnChg>
        <pc:cxnChg chg="add mod">
          <ac:chgData name="郁儒 廖" userId="189a1d031aa848d3" providerId="LiveId" clId="{CE290FA8-A7D4-44E9-ADF4-3783012E1A54}" dt="2021-07-24T18:10:46.157" v="418" actId="1076"/>
          <ac:cxnSpMkLst>
            <pc:docMk/>
            <pc:sldMk cId="4060451678" sldId="274"/>
            <ac:cxnSpMk id="8" creationId="{B860984A-1D1A-4AC4-94C7-2809DD1E4C0C}"/>
          </ac:cxnSpMkLst>
        </pc:cxnChg>
        <pc:cxnChg chg="add mod">
          <ac:chgData name="郁儒 廖" userId="189a1d031aa848d3" providerId="LiveId" clId="{CE290FA8-A7D4-44E9-ADF4-3783012E1A54}" dt="2021-07-25T03:07:16.414" v="581" actId="14100"/>
          <ac:cxnSpMkLst>
            <pc:docMk/>
            <pc:sldMk cId="4060451678" sldId="274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17:19.363" v="491" actId="478"/>
        <pc:sldMkLst>
          <pc:docMk/>
          <pc:sldMk cId="4088539193" sldId="275"/>
        </pc:sldMkLst>
        <pc:spChg chg="mod">
          <ac:chgData name="郁儒 廖" userId="189a1d031aa848d3" providerId="LiveId" clId="{CE290FA8-A7D4-44E9-ADF4-3783012E1A54}" dt="2021-07-24T18:15:08.763" v="453" actId="20577"/>
          <ac:spMkLst>
            <pc:docMk/>
            <pc:sldMk cId="4088539193" sldId="275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5" creationId="{76FE55B1-B35E-43D9-8134-37E5A5237685}"/>
          </ac:spMkLst>
        </pc:spChg>
        <pc:spChg chg="add del mod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6" creationId="{35F27EF8-2BBB-4FD8-B5F7-BAE78EBC4C40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10" creationId="{18228516-59B3-4FE2-A6D6-84A751C34D05}"/>
          </ac:spMkLst>
        </pc:spChg>
        <pc:spChg chg="add mod">
          <ac:chgData name="郁儒 廖" userId="189a1d031aa848d3" providerId="LiveId" clId="{CE290FA8-A7D4-44E9-ADF4-3783012E1A54}" dt="2021-07-24T18:16:44.013" v="474" actId="14100"/>
          <ac:spMkLst>
            <pc:docMk/>
            <pc:sldMk cId="4088539193" sldId="275"/>
            <ac:spMk id="20" creationId="{A9E9C65A-9533-4F3E-8868-36DA0C1D5308}"/>
          </ac:spMkLst>
        </pc:spChg>
        <pc:spChg chg="add mod">
          <ac:chgData name="郁儒 廖" userId="189a1d031aa848d3" providerId="LiveId" clId="{CE290FA8-A7D4-44E9-ADF4-3783012E1A54}" dt="2021-07-24T18:16:54.395" v="480" actId="20577"/>
          <ac:spMkLst>
            <pc:docMk/>
            <pc:sldMk cId="4088539193" sldId="275"/>
            <ac:spMk id="23" creationId="{12E12CF4-EB5A-435C-902B-52B004EEAAF8}"/>
          </ac:spMkLst>
        </pc:spChg>
        <pc:spChg chg="add mod">
          <ac:chgData name="郁儒 廖" userId="189a1d031aa848d3" providerId="LiveId" clId="{CE290FA8-A7D4-44E9-ADF4-3783012E1A54}" dt="2021-07-24T18:17:08.521" v="489" actId="20577"/>
          <ac:spMkLst>
            <pc:docMk/>
            <pc:sldMk cId="4088539193" sldId="275"/>
            <ac:spMk id="24" creationId="{A8E74644-2461-45A4-8D84-34730FC66438}"/>
          </ac:spMkLst>
        </pc:spChg>
        <pc:picChg chg="del">
          <ac:chgData name="郁儒 廖" userId="189a1d031aa848d3" providerId="LiveId" clId="{CE290FA8-A7D4-44E9-ADF4-3783012E1A54}" dt="2021-07-24T18:13:49.018" v="433" actId="478"/>
          <ac:picMkLst>
            <pc:docMk/>
            <pc:sldMk cId="4088539193" sldId="275"/>
            <ac:picMk id="4" creationId="{2156ABF1-55AF-4D86-A95D-78E14E556BA9}"/>
          </ac:picMkLst>
        </pc:picChg>
        <pc:picChg chg="add del mod">
          <ac:chgData name="郁儒 廖" userId="189a1d031aa848d3" providerId="LiveId" clId="{CE290FA8-A7D4-44E9-ADF4-3783012E1A54}" dt="2021-07-24T18:17:19.363" v="491" actId="478"/>
          <ac:picMkLst>
            <pc:docMk/>
            <pc:sldMk cId="4088539193" sldId="275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3:53.049" v="434" actId="478"/>
          <ac:picMkLst>
            <pc:docMk/>
            <pc:sldMk cId="4088539193" sldId="275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5:53.165" v="459" actId="1076"/>
          <ac:picMkLst>
            <pc:docMk/>
            <pc:sldMk cId="4088539193" sldId="275"/>
            <ac:picMk id="15" creationId="{7816074C-61F1-48A5-BFA0-2A19A0E2804C}"/>
          </ac:picMkLst>
        </pc:picChg>
        <pc:picChg chg="add mod">
          <ac:chgData name="郁儒 廖" userId="189a1d031aa848d3" providerId="LiveId" clId="{CE290FA8-A7D4-44E9-ADF4-3783012E1A54}" dt="2021-07-24T18:15:55.789" v="460" actId="1076"/>
          <ac:picMkLst>
            <pc:docMk/>
            <pc:sldMk cId="4088539193" sldId="275"/>
            <ac:picMk id="17" creationId="{0AFCE2B6-3338-4E90-9275-8EF897D20035}"/>
          </ac:picMkLst>
        </pc:picChg>
        <pc:picChg chg="add mod">
          <ac:chgData name="郁儒 廖" userId="189a1d031aa848d3" providerId="LiveId" clId="{CE290FA8-A7D4-44E9-ADF4-3783012E1A54}" dt="2021-07-24T18:16:22.773" v="462" actId="1076"/>
          <ac:picMkLst>
            <pc:docMk/>
            <pc:sldMk cId="4088539193" sldId="275"/>
            <ac:picMk id="19" creationId="{AAA49C79-6DB8-494C-9F04-83235636C9D5}"/>
          </ac:picMkLst>
        </pc:picChg>
        <pc:picChg chg="del">
          <ac:chgData name="郁儒 廖" userId="189a1d031aa848d3" providerId="LiveId" clId="{CE290FA8-A7D4-44E9-ADF4-3783012E1A54}" dt="2021-07-24T18:13:57.884" v="435" actId="478"/>
          <ac:picMkLst>
            <pc:docMk/>
            <pc:sldMk cId="4088539193" sldId="275"/>
            <ac:picMk id="22" creationId="{EF213945-2A91-4CDF-9245-4505860F2713}"/>
          </ac:picMkLst>
        </pc:pic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7" creationId="{6DE49F1A-36EB-4148-B8C6-92BC3E69D765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8" creationId="{B860984A-1D1A-4AC4-94C7-2809DD1E4C0C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20:26.635" v="536"/>
        <pc:sldMkLst>
          <pc:docMk/>
          <pc:sldMk cId="895972717" sldId="276"/>
        </pc:sldMkLst>
        <pc:spChg chg="mod">
          <ac:chgData name="郁儒 廖" userId="189a1d031aa848d3" providerId="LiveId" clId="{CE290FA8-A7D4-44E9-ADF4-3783012E1A54}" dt="2021-07-24T18:18:04.609" v="492"/>
          <ac:spMkLst>
            <pc:docMk/>
            <pc:sldMk cId="895972717" sldId="276"/>
            <ac:spMk id="2" creationId="{5F3DBE48-F582-4210-8455-88167B475D2E}"/>
          </ac:spMkLst>
        </pc:spChg>
        <pc:spChg chg="add mod">
          <ac:chgData name="郁儒 廖" userId="189a1d031aa848d3" providerId="LiveId" clId="{CE290FA8-A7D4-44E9-ADF4-3783012E1A54}" dt="2021-07-24T18:20:26.635" v="536"/>
          <ac:spMkLst>
            <pc:docMk/>
            <pc:sldMk cId="895972717" sldId="276"/>
            <ac:spMk id="5" creationId="{2997800A-4C16-41C5-A09B-D4C483B1FF9D}"/>
          </ac:spMkLst>
        </pc:spChg>
        <pc:spChg chg="del">
          <ac:chgData name="郁儒 廖" userId="189a1d031aa848d3" providerId="LiveId" clId="{CE290FA8-A7D4-44E9-ADF4-3783012E1A54}" dt="2021-07-24T18:18:10.396" v="498" actId="478"/>
          <ac:spMkLst>
            <pc:docMk/>
            <pc:sldMk cId="895972717" sldId="276"/>
            <ac:spMk id="20" creationId="{A9E9C65A-9533-4F3E-8868-36DA0C1D5308}"/>
          </ac:spMkLst>
        </pc:spChg>
        <pc:spChg chg="del">
          <ac:chgData name="郁儒 廖" userId="189a1d031aa848d3" providerId="LiveId" clId="{CE290FA8-A7D4-44E9-ADF4-3783012E1A54}" dt="2021-07-24T18:18:09.210" v="497" actId="478"/>
          <ac:spMkLst>
            <pc:docMk/>
            <pc:sldMk cId="895972717" sldId="276"/>
            <ac:spMk id="23" creationId="{12E12CF4-EB5A-435C-902B-52B004EEAAF8}"/>
          </ac:spMkLst>
        </pc:spChg>
        <pc:spChg chg="del">
          <ac:chgData name="郁儒 廖" userId="189a1d031aa848d3" providerId="LiveId" clId="{CE290FA8-A7D4-44E9-ADF4-3783012E1A54}" dt="2021-07-24T18:18:08.157" v="496" actId="478"/>
          <ac:spMkLst>
            <pc:docMk/>
            <pc:sldMk cId="895972717" sldId="276"/>
            <ac:spMk id="24" creationId="{A8E74644-2461-45A4-8D84-34730FC66438}"/>
          </ac:spMkLst>
        </pc:spChg>
        <pc:picChg chg="add mod">
          <ac:chgData name="郁儒 廖" userId="189a1d031aa848d3" providerId="LiveId" clId="{CE290FA8-A7D4-44E9-ADF4-3783012E1A54}" dt="2021-07-24T18:18:30.413" v="502" actId="1076"/>
          <ac:picMkLst>
            <pc:docMk/>
            <pc:sldMk cId="895972717" sldId="276"/>
            <ac:picMk id="4" creationId="{84FC0F8C-F0C8-4FED-879D-7025B28442DF}"/>
          </ac:picMkLst>
        </pc:picChg>
        <pc:picChg chg="mod">
          <ac:chgData name="郁儒 廖" userId="189a1d031aa848d3" providerId="LiveId" clId="{CE290FA8-A7D4-44E9-ADF4-3783012E1A54}" dt="2021-07-24T18:18:36.693" v="504" actId="1076"/>
          <ac:picMkLst>
            <pc:docMk/>
            <pc:sldMk cId="895972717" sldId="276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8:06.466" v="494" actId="478"/>
          <ac:picMkLst>
            <pc:docMk/>
            <pc:sldMk cId="895972717" sldId="276"/>
            <ac:picMk id="15" creationId="{7816074C-61F1-48A5-BFA0-2A19A0E2804C}"/>
          </ac:picMkLst>
        </pc:picChg>
        <pc:picChg chg="del">
          <ac:chgData name="郁儒 廖" userId="189a1d031aa848d3" providerId="LiveId" clId="{CE290FA8-A7D4-44E9-ADF4-3783012E1A54}" dt="2021-07-24T18:18:05.896" v="493" actId="478"/>
          <ac:picMkLst>
            <pc:docMk/>
            <pc:sldMk cId="895972717" sldId="276"/>
            <ac:picMk id="17" creationId="{0AFCE2B6-3338-4E90-9275-8EF897D20035}"/>
          </ac:picMkLst>
        </pc:picChg>
        <pc:picChg chg="del">
          <ac:chgData name="郁儒 廖" userId="189a1d031aa848d3" providerId="LiveId" clId="{CE290FA8-A7D4-44E9-ADF4-3783012E1A54}" dt="2021-07-24T18:18:06.958" v="495" actId="478"/>
          <ac:picMkLst>
            <pc:docMk/>
            <pc:sldMk cId="895972717" sldId="276"/>
            <ac:picMk id="19" creationId="{AAA49C79-6DB8-494C-9F04-83235636C9D5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9.635" v="608" actId="729"/>
        <pc:sldMkLst>
          <pc:docMk/>
          <pc:sldMk cId="986427882" sldId="277"/>
        </pc:sldMkLst>
        <pc:spChg chg="mod">
          <ac:chgData name="郁儒 廖" userId="189a1d031aa848d3" providerId="LiveId" clId="{CE290FA8-A7D4-44E9-ADF4-3783012E1A54}" dt="2021-07-24T18:23:06.896" v="538"/>
          <ac:spMkLst>
            <pc:docMk/>
            <pc:sldMk cId="986427882" sldId="277"/>
            <ac:spMk id="2" creationId="{5F3DBE48-F582-4210-8455-88167B475D2E}"/>
          </ac:spMkLst>
        </pc:spChg>
        <pc:spChg chg="mod">
          <ac:chgData name="郁儒 廖" userId="189a1d031aa848d3" providerId="LiveId" clId="{CE290FA8-A7D4-44E9-ADF4-3783012E1A54}" dt="2021-07-24T18:23:36.580" v="544" actId="1076"/>
          <ac:spMkLst>
            <pc:docMk/>
            <pc:sldMk cId="986427882" sldId="277"/>
            <ac:spMk id="5" creationId="{2997800A-4C16-41C5-A09B-D4C483B1FF9D}"/>
          </ac:spMkLst>
        </pc:spChg>
        <pc:picChg chg="del">
          <ac:chgData name="郁儒 廖" userId="189a1d031aa848d3" providerId="LiveId" clId="{CE290FA8-A7D4-44E9-ADF4-3783012E1A54}" dt="2021-07-24T18:23:23.957" v="539" actId="478"/>
          <ac:picMkLst>
            <pc:docMk/>
            <pc:sldMk cId="986427882" sldId="277"/>
            <ac:picMk id="4" creationId="{84FC0F8C-F0C8-4FED-879D-7025B28442DF}"/>
          </ac:picMkLst>
        </pc:picChg>
        <pc:picChg chg="add mod">
          <ac:chgData name="郁儒 廖" userId="189a1d031aa848d3" providerId="LiveId" clId="{CE290FA8-A7D4-44E9-ADF4-3783012E1A54}" dt="2021-07-24T18:23:41.364" v="547" actId="1076"/>
          <ac:picMkLst>
            <pc:docMk/>
            <pc:sldMk cId="986427882" sldId="277"/>
            <ac:picMk id="6" creationId="{B6C10702-40EF-4024-8C46-9FE9DE7D1195}"/>
          </ac:picMkLst>
        </pc:picChg>
        <pc:picChg chg="del">
          <ac:chgData name="郁儒 廖" userId="189a1d031aa848d3" providerId="LiveId" clId="{CE290FA8-A7D4-44E9-ADF4-3783012E1A54}" dt="2021-07-24T18:23:24.819" v="540" actId="478"/>
          <ac:picMkLst>
            <pc:docMk/>
            <pc:sldMk cId="986427882" sldId="277"/>
            <ac:picMk id="11" creationId="{23427283-8C26-4B6E-A445-C57B1FDB559E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5.834" v="607" actId="729"/>
        <pc:sldMkLst>
          <pc:docMk/>
          <pc:sldMk cId="2549370280" sldId="278"/>
        </pc:sldMkLst>
        <pc:spChg chg="mod">
          <ac:chgData name="郁儒 廖" userId="189a1d031aa848d3" providerId="LiveId" clId="{CE290FA8-A7D4-44E9-ADF4-3783012E1A54}" dt="2021-07-24T18:26:46.629" v="553" actId="20577"/>
          <ac:spMkLst>
            <pc:docMk/>
            <pc:sldMk cId="2549370280" sldId="278"/>
            <ac:spMk id="2" creationId="{5F3DBE48-F582-4210-8455-88167B475D2E}"/>
          </ac:spMkLst>
        </pc:spChg>
        <pc:picChg chg="add mod">
          <ac:chgData name="郁儒 廖" userId="189a1d031aa848d3" providerId="LiveId" clId="{CE290FA8-A7D4-44E9-ADF4-3783012E1A54}" dt="2021-07-24T18:27:11.796" v="560" actId="1076"/>
          <ac:picMkLst>
            <pc:docMk/>
            <pc:sldMk cId="2549370280" sldId="278"/>
            <ac:picMk id="4" creationId="{C9E58167-DC45-4F55-AF9B-4E740B477C38}"/>
          </ac:picMkLst>
        </pc:picChg>
        <pc:picChg chg="del">
          <ac:chgData name="郁儒 廖" userId="189a1d031aa848d3" providerId="LiveId" clId="{CE290FA8-A7D4-44E9-ADF4-3783012E1A54}" dt="2021-07-24T18:26:48.467" v="554" actId="478"/>
          <ac:picMkLst>
            <pc:docMk/>
            <pc:sldMk cId="2549370280" sldId="278"/>
            <ac:picMk id="6" creationId="{B6C10702-40EF-4024-8C46-9FE9DE7D1195}"/>
          </ac:picMkLst>
        </pc:picChg>
      </pc:sldChg>
      <pc:sldChg chg="addSp delSp modSp add del mod modShow">
        <pc:chgData name="郁儒 廖" userId="189a1d031aa848d3" providerId="LiveId" clId="{CE290FA8-A7D4-44E9-ADF4-3783012E1A54}" dt="2021-07-27T06:06:42.266" v="612" actId="47"/>
        <pc:sldMkLst>
          <pc:docMk/>
          <pc:sldMk cId="4289364975" sldId="279"/>
        </pc:sldMkLst>
        <pc:spChg chg="mod">
          <ac:chgData name="郁儒 廖" userId="189a1d031aa848d3" providerId="LiveId" clId="{CE290FA8-A7D4-44E9-ADF4-3783012E1A54}" dt="2021-07-24T18:30:23.203" v="566" actId="20577"/>
          <ac:spMkLst>
            <pc:docMk/>
            <pc:sldMk cId="4289364975" sldId="279"/>
            <ac:spMk id="2" creationId="{5F3DBE48-F582-4210-8455-88167B475D2E}"/>
          </ac:spMkLst>
        </pc:spChg>
        <pc:picChg chg="del">
          <ac:chgData name="郁儒 廖" userId="189a1d031aa848d3" providerId="LiveId" clId="{CE290FA8-A7D4-44E9-ADF4-3783012E1A54}" dt="2021-07-24T18:30:25.880" v="567" actId="478"/>
          <ac:picMkLst>
            <pc:docMk/>
            <pc:sldMk cId="4289364975" sldId="279"/>
            <ac:picMk id="4" creationId="{C9E58167-DC45-4F55-AF9B-4E740B477C38}"/>
          </ac:picMkLst>
        </pc:picChg>
        <pc:picChg chg="add mod">
          <ac:chgData name="郁儒 廖" userId="189a1d031aa848d3" providerId="LiveId" clId="{CE290FA8-A7D4-44E9-ADF4-3783012E1A54}" dt="2021-07-24T18:30:44.948" v="571" actId="1076"/>
          <ac:picMkLst>
            <pc:docMk/>
            <pc:sldMk cId="4289364975" sldId="279"/>
            <ac:picMk id="6" creationId="{9C668F7F-9D09-494C-9EDF-C36E6189F463}"/>
          </ac:picMkLst>
        </pc:picChg>
      </pc:sldChg>
      <pc:sldChg chg="add del mod modShow">
        <pc:chgData name="郁儒 廖" userId="189a1d031aa848d3" providerId="LiveId" clId="{CE290FA8-A7D4-44E9-ADF4-3783012E1A54}" dt="2021-07-27T06:06:38.674" v="611" actId="47"/>
        <pc:sldMkLst>
          <pc:docMk/>
          <pc:sldMk cId="3461190198" sldId="280"/>
        </pc:sldMkLst>
      </pc:sldChg>
      <pc:sldChg chg="modSp new mod">
        <pc:chgData name="郁儒 廖" userId="189a1d031aa848d3" providerId="LiveId" clId="{CE290FA8-A7D4-44E9-ADF4-3783012E1A54}" dt="2021-07-27T05:27:51.573" v="600" actId="5793"/>
        <pc:sldMkLst>
          <pc:docMk/>
          <pc:sldMk cId="1339591712" sldId="281"/>
        </pc:sldMkLst>
        <pc:spChg chg="mod">
          <ac:chgData name="郁儒 廖" userId="189a1d031aa848d3" providerId="LiveId" clId="{CE290FA8-A7D4-44E9-ADF4-3783012E1A54}" dt="2021-07-25T05:53:20.406" v="585"/>
          <ac:spMkLst>
            <pc:docMk/>
            <pc:sldMk cId="1339591712" sldId="281"/>
            <ac:spMk id="2" creationId="{D3BF29CD-F8CF-4F47-92BE-649B84536DD9}"/>
          </ac:spMkLst>
        </pc:spChg>
        <pc:spChg chg="mod">
          <ac:chgData name="郁儒 廖" userId="189a1d031aa848d3" providerId="LiveId" clId="{CE290FA8-A7D4-44E9-ADF4-3783012E1A54}" dt="2021-07-27T05:27:51.573" v="600" actId="5793"/>
          <ac:spMkLst>
            <pc:docMk/>
            <pc:sldMk cId="1339591712" sldId="281"/>
            <ac:spMk id="3" creationId="{5444A68A-3CE0-4A7F-9A14-0740120E091F}"/>
          </ac:spMkLst>
        </pc:spChg>
      </pc:sldChg>
    </pc:docChg>
  </pc:docChgLst>
  <pc:docChgLst>
    <pc:chgData name="郁儒 廖" userId="189a1d031aa848d3" providerId="LiveId" clId="{F7E03734-E1EE-48DE-9C2C-A02502A248C3}"/>
    <pc:docChg chg="undo custSel addSld modSld sldOrd">
      <pc:chgData name="郁儒 廖" userId="189a1d031aa848d3" providerId="LiveId" clId="{F7E03734-E1EE-48DE-9C2C-A02502A248C3}" dt="2021-06-29T06:27:05.226" v="405" actId="20577"/>
      <pc:docMkLst>
        <pc:docMk/>
      </pc:docMkLst>
      <pc:sldChg chg="addSp delSp modSp mod">
        <pc:chgData name="郁儒 廖" userId="189a1d031aa848d3" providerId="LiveId" clId="{F7E03734-E1EE-48DE-9C2C-A02502A248C3}" dt="2021-06-29T06:27:05.226" v="405" actId="20577"/>
        <pc:sldMkLst>
          <pc:docMk/>
          <pc:sldMk cId="1310905560" sldId="256"/>
        </pc:sldMkLst>
        <pc:spChg chg="mod">
          <ac:chgData name="郁儒 廖" userId="189a1d031aa848d3" providerId="LiveId" clId="{F7E03734-E1EE-48DE-9C2C-A02502A248C3}" dt="2021-06-26T16:01:18.582" v="272" actId="1076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F7E03734-E1EE-48DE-9C2C-A02502A248C3}" dt="2021-06-26T16:01:33.256" v="278" actId="1036"/>
          <ac:spMkLst>
            <pc:docMk/>
            <pc:sldMk cId="1310905560" sldId="256"/>
            <ac:spMk id="3" creationId="{71E7239B-5619-42E5-947E-7CC9BEF1FE52}"/>
          </ac:spMkLst>
        </pc:spChg>
        <pc:spChg chg="add del mod">
          <ac:chgData name="郁儒 廖" userId="189a1d031aa848d3" providerId="LiveId" clId="{F7E03734-E1EE-48DE-9C2C-A02502A248C3}" dt="2021-06-26T15:59:48.174" v="258" actId="478"/>
          <ac:spMkLst>
            <pc:docMk/>
            <pc:sldMk cId="1310905560" sldId="256"/>
            <ac:spMk id="4" creationId="{ACE1550D-4A56-4151-A627-51590743053C}"/>
          </ac:spMkLst>
        </pc:spChg>
        <pc:spChg chg="add mod">
          <ac:chgData name="郁儒 廖" userId="189a1d031aa848d3" providerId="LiveId" clId="{F7E03734-E1EE-48DE-9C2C-A02502A248C3}" dt="2021-06-29T06:27:05.226" v="405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modSp mod">
        <pc:chgData name="郁儒 廖" userId="189a1d031aa848d3" providerId="LiveId" clId="{F7E03734-E1EE-48DE-9C2C-A02502A248C3}" dt="2021-06-27T14:20:55.197" v="382" actId="20577"/>
        <pc:sldMkLst>
          <pc:docMk/>
          <pc:sldMk cId="2573059498" sldId="258"/>
        </pc:sldMkLst>
        <pc:spChg chg="mod">
          <ac:chgData name="郁儒 廖" userId="189a1d031aa848d3" providerId="LiveId" clId="{F7E03734-E1EE-48DE-9C2C-A02502A248C3}" dt="2021-06-26T16:03:35.398" v="301" actId="108"/>
          <ac:spMkLst>
            <pc:docMk/>
            <pc:sldMk cId="2573059498" sldId="258"/>
            <ac:spMk id="2" creationId="{47AB24D3-3C1B-4033-BC50-76F4ABFC7748}"/>
          </ac:spMkLst>
        </pc:spChg>
        <pc:spChg chg="mod">
          <ac:chgData name="郁儒 廖" userId="189a1d031aa848d3" providerId="LiveId" clId="{F7E03734-E1EE-48DE-9C2C-A02502A248C3}" dt="2021-06-26T16:04:08.224" v="310" actId="113"/>
          <ac:spMkLst>
            <pc:docMk/>
            <pc:sldMk cId="2573059498" sldId="258"/>
            <ac:spMk id="6" creationId="{0F99D5B4-A2E2-4A60-9E54-A84D4DC5F055}"/>
          </ac:spMkLst>
        </pc:spChg>
        <pc:spChg chg="mod">
          <ac:chgData name="郁儒 廖" userId="189a1d031aa848d3" providerId="LiveId" clId="{F7E03734-E1EE-48DE-9C2C-A02502A248C3}" dt="2021-06-26T16:04:37.092" v="311" actId="2711"/>
          <ac:spMkLst>
            <pc:docMk/>
            <pc:sldMk cId="2573059498" sldId="258"/>
            <ac:spMk id="7" creationId="{54B50B5B-0771-4250-8A8E-75209CA49F4B}"/>
          </ac:spMkLst>
        </pc:spChg>
        <pc:spChg chg="mod">
          <ac:chgData name="郁儒 廖" userId="189a1d031aa848d3" providerId="LiveId" clId="{F7E03734-E1EE-48DE-9C2C-A02502A248C3}" dt="2021-06-27T14:20:55.197" v="382" actId="20577"/>
          <ac:spMkLst>
            <pc:docMk/>
            <pc:sldMk cId="2573059498" sldId="258"/>
            <ac:spMk id="8" creationId="{E88579BE-F294-484D-BDCD-7FD9728485CA}"/>
          </ac:spMkLst>
        </pc:spChg>
        <pc:spChg chg="mod">
          <ac:chgData name="郁儒 廖" userId="189a1d031aa848d3" providerId="LiveId" clId="{F7E03734-E1EE-48DE-9C2C-A02502A248C3}" dt="2021-06-26T16:04:54.375" v="313" actId="2711"/>
          <ac:spMkLst>
            <pc:docMk/>
            <pc:sldMk cId="2573059498" sldId="258"/>
            <ac:spMk id="9" creationId="{25E96A07-4275-4C3A-B0F3-9FAC6D8FED6F}"/>
          </ac:spMkLst>
        </pc:spChg>
        <pc:spChg chg="mod">
          <ac:chgData name="郁儒 廖" userId="189a1d031aa848d3" providerId="LiveId" clId="{F7E03734-E1EE-48DE-9C2C-A02502A248C3}" dt="2021-06-26T16:04:59.061" v="314" actId="2711"/>
          <ac:spMkLst>
            <pc:docMk/>
            <pc:sldMk cId="2573059498" sldId="258"/>
            <ac:spMk id="10" creationId="{DA5D15EC-FB11-4EAF-A240-F4881E5EA7A8}"/>
          </ac:spMkLst>
        </pc:spChg>
      </pc:sldChg>
      <pc:sldChg chg="modSp mod ord">
        <pc:chgData name="郁儒 廖" userId="189a1d031aa848d3" providerId="LiveId" clId="{F7E03734-E1EE-48DE-9C2C-A02502A248C3}" dt="2021-06-27T14:11:18.442" v="322"/>
        <pc:sldMkLst>
          <pc:docMk/>
          <pc:sldMk cId="3515119788" sldId="259"/>
        </pc:sldMkLst>
        <pc:spChg chg="mod">
          <ac:chgData name="郁儒 廖" userId="189a1d031aa848d3" providerId="LiveId" clId="{F7E03734-E1EE-48DE-9C2C-A02502A248C3}" dt="2021-06-26T16:02:09.590" v="281" actId="108"/>
          <ac:spMkLst>
            <pc:docMk/>
            <pc:sldMk cId="3515119788" sldId="259"/>
            <ac:spMk id="2" creationId="{46D4B5A4-2E12-4B48-997F-0A3F6BB8E5EE}"/>
          </ac:spMkLst>
        </pc:spChg>
      </pc:sldChg>
      <pc:sldChg chg="modSp mod">
        <pc:chgData name="郁儒 廖" userId="189a1d031aa848d3" providerId="LiveId" clId="{F7E03734-E1EE-48DE-9C2C-A02502A248C3}" dt="2021-06-27T14:23:26.793" v="384" actId="20577"/>
        <pc:sldMkLst>
          <pc:docMk/>
          <pc:sldMk cId="3353010267" sldId="260"/>
        </pc:sldMkLst>
        <pc:spChg chg="mod">
          <ac:chgData name="郁儒 廖" userId="189a1d031aa848d3" providerId="LiveId" clId="{F7E03734-E1EE-48DE-9C2C-A02502A248C3}" dt="2021-06-27T14:23:26.793" v="384" actId="20577"/>
          <ac:spMkLst>
            <pc:docMk/>
            <pc:sldMk cId="3353010267" sldId="260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7:05.809" v="356" actId="20577"/>
          <ac:spMkLst>
            <pc:docMk/>
            <pc:sldMk cId="3353010267" sldId="260"/>
            <ac:spMk id="6" creationId="{56B442F7-5136-4E93-9FE2-2CAC213991C3}"/>
          </ac:spMkLst>
        </pc:spChg>
        <pc:graphicFrameChg chg="modGraphic">
          <ac:chgData name="郁儒 廖" userId="189a1d031aa848d3" providerId="LiveId" clId="{F7E03734-E1EE-48DE-9C2C-A02502A248C3}" dt="2021-06-27T14:16:58.756" v="353" actId="20577"/>
          <ac:graphicFrameMkLst>
            <pc:docMk/>
            <pc:sldMk cId="3353010267" sldId="260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0.041" v="385" actId="20577"/>
        <pc:sldMkLst>
          <pc:docMk/>
          <pc:sldMk cId="3679457579" sldId="261"/>
        </pc:sldMkLst>
        <pc:spChg chg="del">
          <ac:chgData name="郁儒 廖" userId="189a1d031aa848d3" providerId="LiveId" clId="{F7E03734-E1EE-48DE-9C2C-A02502A248C3}" dt="2021-06-26T16:03:01.460" v="290" actId="478"/>
          <ac:spMkLst>
            <pc:docMk/>
            <pc:sldMk cId="3679457579" sldId="261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49.767" v="350" actId="20577"/>
          <ac:spMkLst>
            <pc:docMk/>
            <pc:sldMk cId="3679457579" sldId="261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3.573" v="291" actId="478"/>
          <ac:spMkLst>
            <pc:docMk/>
            <pc:sldMk cId="3679457579" sldId="261"/>
            <ac:spMk id="9" creationId="{96B04D9E-B30D-4A69-A4C1-C72C313A1153}"/>
          </ac:spMkLst>
        </pc:spChg>
        <pc:spChg chg="add mod">
          <ac:chgData name="郁儒 廖" userId="189a1d031aa848d3" providerId="LiveId" clId="{F7E03734-E1EE-48DE-9C2C-A02502A248C3}" dt="2021-06-27T14:23:30.041" v="385" actId="20577"/>
          <ac:spMkLst>
            <pc:docMk/>
            <pc:sldMk cId="3679457579" sldId="261"/>
            <ac:spMk id="10" creationId="{31815381-98AE-4F5B-9A6C-08961D44B59B}"/>
          </ac:spMkLst>
        </pc:spChg>
        <pc:graphicFrameChg chg="modGraphic">
          <ac:chgData name="郁儒 廖" userId="189a1d031aa848d3" providerId="LiveId" clId="{F7E03734-E1EE-48DE-9C2C-A02502A248C3}" dt="2021-06-27T14:16:40.230" v="347" actId="20577"/>
          <ac:graphicFrameMkLst>
            <pc:docMk/>
            <pc:sldMk cId="3679457579" sldId="261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4.001" v="386" actId="20577"/>
        <pc:sldMkLst>
          <pc:docMk/>
          <pc:sldMk cId="2166195919" sldId="262"/>
        </pc:sldMkLst>
        <pc:spChg chg="del">
          <ac:chgData name="郁儒 廖" userId="189a1d031aa848d3" providerId="LiveId" clId="{F7E03734-E1EE-48DE-9C2C-A02502A248C3}" dt="2021-06-26T16:03:07.212" v="293" actId="478"/>
          <ac:spMkLst>
            <pc:docMk/>
            <pc:sldMk cId="2166195919" sldId="262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24.522" v="344" actId="20577"/>
          <ac:spMkLst>
            <pc:docMk/>
            <pc:sldMk cId="2166195919" sldId="262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9.405" v="294" actId="478"/>
          <ac:spMkLst>
            <pc:docMk/>
            <pc:sldMk cId="2166195919" sldId="262"/>
            <ac:spMk id="10" creationId="{70BBB809-686D-4CEC-93AA-D5B3B2B35460}"/>
          </ac:spMkLst>
        </pc:spChg>
        <pc:spChg chg="add mod">
          <ac:chgData name="郁儒 廖" userId="189a1d031aa848d3" providerId="LiveId" clId="{F7E03734-E1EE-48DE-9C2C-A02502A248C3}" dt="2021-06-27T14:23:34.001" v="386" actId="20577"/>
          <ac:spMkLst>
            <pc:docMk/>
            <pc:sldMk cId="2166195919" sldId="262"/>
            <ac:spMk id="11" creationId="{63D33D3B-20F9-481F-AF36-DDE7CAA21EDD}"/>
          </ac:spMkLst>
        </pc:spChg>
        <pc:graphicFrameChg chg="modGraphic">
          <ac:chgData name="郁儒 廖" userId="189a1d031aa848d3" providerId="LiveId" clId="{F7E03734-E1EE-48DE-9C2C-A02502A248C3}" dt="2021-06-27T14:16:17.852" v="342" actId="20577"/>
          <ac:graphicFrameMkLst>
            <pc:docMk/>
            <pc:sldMk cId="2166195919" sldId="262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7T14:22:51.561" v="383" actId="1076"/>
        <pc:sldMkLst>
          <pc:docMk/>
          <pc:sldMk cId="3405566990" sldId="263"/>
        </pc:sldMkLst>
        <pc:spChg chg="mod">
          <ac:chgData name="郁儒 廖" userId="189a1d031aa848d3" providerId="LiveId" clId="{F7E03734-E1EE-48DE-9C2C-A02502A248C3}" dt="2021-06-26T16:05:32.214" v="315" actId="108"/>
          <ac:spMkLst>
            <pc:docMk/>
            <pc:sldMk cId="3405566990" sldId="263"/>
            <ac:spMk id="2" creationId="{871DA2CC-86CE-43D0-9AA4-0B9F02AB7E2C}"/>
          </ac:spMkLst>
        </pc:spChg>
        <pc:spChg chg="del">
          <ac:chgData name="郁儒 廖" userId="189a1d031aa848d3" providerId="LiveId" clId="{F7E03734-E1EE-48DE-9C2C-A02502A248C3}" dt="2021-06-26T15:06:27.054" v="1"/>
          <ac:spMkLst>
            <pc:docMk/>
            <pc:sldMk cId="3405566990" sldId="263"/>
            <ac:spMk id="3" creationId="{1092DADC-AC3B-4153-8FB2-F51F9B6DF0FB}"/>
          </ac:spMkLst>
        </pc:spChg>
        <pc:spChg chg="add del mod">
          <ac:chgData name="郁儒 廖" userId="189a1d031aa848d3" providerId="LiveId" clId="{F7E03734-E1EE-48DE-9C2C-A02502A248C3}" dt="2021-06-26T15:08:45.936" v="12"/>
          <ac:spMkLst>
            <pc:docMk/>
            <pc:sldMk cId="3405566990" sldId="263"/>
            <ac:spMk id="8" creationId="{328596ED-DC25-421B-9587-A92F160C842A}"/>
          </ac:spMkLst>
        </pc:spChg>
        <pc:picChg chg="add del mod">
          <ac:chgData name="郁儒 廖" userId="189a1d031aa848d3" providerId="LiveId" clId="{F7E03734-E1EE-48DE-9C2C-A02502A248C3}" dt="2021-06-26T15:08:24.112" v="11" actId="478"/>
          <ac:picMkLst>
            <pc:docMk/>
            <pc:sldMk cId="3405566990" sldId="263"/>
            <ac:picMk id="4" creationId="{C149A7D8-DE8D-4A0C-9507-66EB6F680343}"/>
          </ac:picMkLst>
        </pc:picChg>
        <pc:picChg chg="add mod modCrop">
          <ac:chgData name="郁儒 廖" userId="189a1d031aa848d3" providerId="LiveId" clId="{F7E03734-E1EE-48DE-9C2C-A02502A248C3}" dt="2021-06-26T15:09:22.960" v="16" actId="1076"/>
          <ac:picMkLst>
            <pc:docMk/>
            <pc:sldMk cId="3405566990" sldId="263"/>
            <ac:picMk id="6" creationId="{E354104B-0801-4CA0-98FD-552E1846872B}"/>
          </ac:picMkLst>
        </pc:picChg>
        <pc:picChg chg="add mod">
          <ac:chgData name="郁儒 廖" userId="189a1d031aa848d3" providerId="LiveId" clId="{F7E03734-E1EE-48DE-9C2C-A02502A248C3}" dt="2021-06-27T14:22:51.561" v="383" actId="1076"/>
          <ac:picMkLst>
            <pc:docMk/>
            <pc:sldMk cId="3405566990" sldId="263"/>
            <ac:picMk id="10" creationId="{F18BFCA9-F27F-4774-AB88-724DD1ACE7E9}"/>
          </ac:picMkLst>
        </pc:picChg>
        <pc:picChg chg="add del mod modCrop">
          <ac:chgData name="郁儒 廖" userId="189a1d031aa848d3" providerId="LiveId" clId="{F7E03734-E1EE-48DE-9C2C-A02502A248C3}" dt="2021-06-26T15:09:32.831" v="18" actId="478"/>
          <ac:picMkLst>
            <pc:docMk/>
            <pc:sldMk cId="3405566990" sldId="263"/>
            <ac:picMk id="12" creationId="{F6E5B030-3DC8-4FED-84DB-3E594A744DF5}"/>
          </ac:picMkLst>
        </pc:picChg>
      </pc:sldChg>
      <pc:sldChg chg="addSp delSp modSp add mod">
        <pc:chgData name="郁儒 廖" userId="189a1d031aa848d3" providerId="LiveId" clId="{F7E03734-E1EE-48DE-9C2C-A02502A248C3}" dt="2021-06-26T16:05:39.869" v="317" actId="1076"/>
        <pc:sldMkLst>
          <pc:docMk/>
          <pc:sldMk cId="1720717751" sldId="264"/>
        </pc:sldMkLst>
        <pc:spChg chg="mod">
          <ac:chgData name="郁儒 廖" userId="189a1d031aa848d3" providerId="LiveId" clId="{F7E03734-E1EE-48DE-9C2C-A02502A248C3}" dt="2021-06-26T16:05:38.279" v="316" actId="108"/>
          <ac:spMkLst>
            <pc:docMk/>
            <pc:sldMk cId="1720717751" sldId="264"/>
            <ac:spMk id="2" creationId="{871DA2CC-86CE-43D0-9AA4-0B9F02AB7E2C}"/>
          </ac:spMkLst>
        </pc:spChg>
        <pc:spChg chg="add del mod">
          <ac:chgData name="郁儒 廖" userId="189a1d031aa848d3" providerId="LiveId" clId="{F7E03734-E1EE-48DE-9C2C-A02502A248C3}" dt="2021-06-26T15:09:52.239" v="35" actId="478"/>
          <ac:spMkLst>
            <pc:docMk/>
            <pc:sldMk cId="1720717751" sldId="264"/>
            <ac:spMk id="4" creationId="{F31D7F13-9E3B-4905-BD5C-9F756C7A82B5}"/>
          </ac:spMkLst>
        </pc:spChg>
        <pc:picChg chg="del">
          <ac:chgData name="郁儒 廖" userId="189a1d031aa848d3" providerId="LiveId" clId="{F7E03734-E1EE-48DE-9C2C-A02502A248C3}" dt="2021-06-26T15:09:53.321" v="36" actId="478"/>
          <ac:picMkLst>
            <pc:docMk/>
            <pc:sldMk cId="1720717751" sldId="264"/>
            <ac:picMk id="6" creationId="{E354104B-0801-4CA0-98FD-552E1846872B}"/>
          </ac:picMkLst>
        </pc:picChg>
        <pc:picChg chg="del">
          <ac:chgData name="郁儒 廖" userId="189a1d031aa848d3" providerId="LiveId" clId="{F7E03734-E1EE-48DE-9C2C-A02502A248C3}" dt="2021-06-26T15:09:49.855" v="33" actId="478"/>
          <ac:picMkLst>
            <pc:docMk/>
            <pc:sldMk cId="1720717751" sldId="264"/>
            <ac:picMk id="10" creationId="{F18BFCA9-F27F-4774-AB88-724DD1ACE7E9}"/>
          </ac:picMkLst>
        </pc:picChg>
        <pc:picChg chg="mod">
          <ac:chgData name="郁儒 廖" userId="189a1d031aa848d3" providerId="LiveId" clId="{F7E03734-E1EE-48DE-9C2C-A02502A248C3}" dt="2021-06-26T16:05:39.869" v="317" actId="1076"/>
          <ac:picMkLst>
            <pc:docMk/>
            <pc:sldMk cId="1720717751" sldId="264"/>
            <ac:picMk id="12" creationId="{F6E5B030-3DC8-4FED-84DB-3E594A744DF5}"/>
          </ac:picMkLst>
        </pc:picChg>
      </pc:sldChg>
      <pc:sldChg chg="modSp new mod">
        <pc:chgData name="郁儒 廖" userId="189a1d031aa848d3" providerId="LiveId" clId="{F7E03734-E1EE-48DE-9C2C-A02502A248C3}" dt="2021-06-26T16:01:50.347" v="280" actId="2711"/>
        <pc:sldMkLst>
          <pc:docMk/>
          <pc:sldMk cId="1214235823" sldId="265"/>
        </pc:sldMkLst>
        <pc:spChg chg="mod">
          <ac:chgData name="郁儒 廖" userId="189a1d031aa848d3" providerId="LiveId" clId="{F7E03734-E1EE-48DE-9C2C-A02502A248C3}" dt="2021-06-26T16:01:44.347" v="279" actId="2711"/>
          <ac:spMkLst>
            <pc:docMk/>
            <pc:sldMk cId="1214235823" sldId="265"/>
            <ac:spMk id="2" creationId="{C45B4BC6-4778-44D8-BC43-38E9FA09807D}"/>
          </ac:spMkLst>
        </pc:spChg>
        <pc:spChg chg="mod">
          <ac:chgData name="郁儒 廖" userId="189a1d031aa848d3" providerId="LiveId" clId="{F7E03734-E1EE-48DE-9C2C-A02502A248C3}" dt="2021-06-26T16:01:50.347" v="280" actId="2711"/>
          <ac:spMkLst>
            <pc:docMk/>
            <pc:sldMk cId="1214235823" sldId="265"/>
            <ac:spMk id="3" creationId="{13A791DE-558D-404E-B9D6-E2E18467D5B7}"/>
          </ac:spMkLst>
        </pc:spChg>
      </pc:sldChg>
      <pc:sldChg chg="addSp delSp modSp add mod">
        <pc:chgData name="郁儒 廖" userId="189a1d031aa848d3" providerId="LiveId" clId="{F7E03734-E1EE-48DE-9C2C-A02502A248C3}" dt="2021-06-27T14:23:37.521" v="387" actId="20577"/>
        <pc:sldMkLst>
          <pc:docMk/>
          <pc:sldMk cId="436955770" sldId="266"/>
        </pc:sldMkLst>
        <pc:spChg chg="del">
          <ac:chgData name="郁儒 廖" userId="189a1d031aa848d3" providerId="LiveId" clId="{F7E03734-E1EE-48DE-9C2C-A02502A248C3}" dt="2021-06-26T16:03:18.299" v="296" actId="478"/>
          <ac:spMkLst>
            <pc:docMk/>
            <pc:sldMk cId="436955770" sldId="266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09.160" v="338" actId="20577"/>
          <ac:spMkLst>
            <pc:docMk/>
            <pc:sldMk cId="436955770" sldId="266"/>
            <ac:spMk id="6" creationId="{56B442F7-5136-4E93-9FE2-2CAC213991C3}"/>
          </ac:spMkLst>
        </pc:spChg>
        <pc:spChg chg="mod">
          <ac:chgData name="郁儒 廖" userId="189a1d031aa848d3" providerId="LiveId" clId="{F7E03734-E1EE-48DE-9C2C-A02502A248C3}" dt="2021-06-26T15:57:25.583" v="240" actId="20577"/>
          <ac:spMkLst>
            <pc:docMk/>
            <pc:sldMk cId="436955770" sldId="266"/>
            <ac:spMk id="7" creationId="{3C66C7FC-85B6-4F14-9AE1-6CD346D7F60C}"/>
          </ac:spMkLst>
        </pc:spChg>
        <pc:spChg chg="add del mod">
          <ac:chgData name="郁儒 廖" userId="189a1d031aa848d3" providerId="LiveId" clId="{F7E03734-E1EE-48DE-9C2C-A02502A248C3}" dt="2021-06-26T16:03:19.669" v="297" actId="478"/>
          <ac:spMkLst>
            <pc:docMk/>
            <pc:sldMk cId="436955770" sldId="266"/>
            <ac:spMk id="9" creationId="{EACDEBF3-A8A0-4D6F-ADEF-DF968F522A00}"/>
          </ac:spMkLst>
        </pc:spChg>
        <pc:spChg chg="add mod">
          <ac:chgData name="郁儒 廖" userId="189a1d031aa848d3" providerId="LiveId" clId="{F7E03734-E1EE-48DE-9C2C-A02502A248C3}" dt="2021-06-27T14:23:37.521" v="387" actId="20577"/>
          <ac:spMkLst>
            <pc:docMk/>
            <pc:sldMk cId="436955770" sldId="266"/>
            <ac:spMk id="10" creationId="{1EE41A3C-529C-4A3F-BE05-CD65AF5791C2}"/>
          </ac:spMkLst>
        </pc:spChg>
        <pc:graphicFrameChg chg="modGraphic">
          <ac:chgData name="郁儒 廖" userId="189a1d031aa848d3" providerId="LiveId" clId="{F7E03734-E1EE-48DE-9C2C-A02502A248C3}" dt="2021-06-26T17:36:46.386" v="318" actId="2084"/>
          <ac:graphicFrameMkLst>
            <pc:docMk/>
            <pc:sldMk cId="436955770" sldId="266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9T05:07:12.884" v="403" actId="1035"/>
        <pc:sldMkLst>
          <pc:docMk/>
          <pc:sldMk cId="241416973" sldId="267"/>
        </pc:sldMkLst>
        <pc:spChg chg="mod">
          <ac:chgData name="郁儒 廖" userId="189a1d031aa848d3" providerId="LiveId" clId="{F7E03734-E1EE-48DE-9C2C-A02502A248C3}" dt="2021-06-27T14:19:51.970" v="374" actId="108"/>
          <ac:spMkLst>
            <pc:docMk/>
            <pc:sldMk cId="241416973" sldId="267"/>
            <ac:spMk id="2" creationId="{D6A8277B-EDA6-452C-9F3A-ACBBCEC32FC4}"/>
          </ac:spMkLst>
        </pc:spChg>
        <pc:spChg chg="del">
          <ac:chgData name="郁儒 廖" userId="189a1d031aa848d3" providerId="LiveId" clId="{F7E03734-E1EE-48DE-9C2C-A02502A248C3}" dt="2021-06-27T14:18:27.624" v="358"/>
          <ac:spMkLst>
            <pc:docMk/>
            <pc:sldMk cId="241416973" sldId="267"/>
            <ac:spMk id="3" creationId="{0CC80AB5-D57B-4FE1-A7E8-BC00F6DC7E0D}"/>
          </ac:spMkLst>
        </pc:spChg>
        <pc:picChg chg="add mod ord">
          <ac:chgData name="郁儒 廖" userId="189a1d031aa848d3" providerId="LiveId" clId="{F7E03734-E1EE-48DE-9C2C-A02502A248C3}" dt="2021-06-27T14:20:08.969" v="380" actId="1076"/>
          <ac:picMkLst>
            <pc:docMk/>
            <pc:sldMk cId="241416973" sldId="267"/>
            <ac:picMk id="5" creationId="{3407E8DD-85EC-4C6E-A845-8088A23510E7}"/>
          </ac:picMkLst>
        </pc:picChg>
        <pc:picChg chg="add mod modCrop">
          <ac:chgData name="郁儒 廖" userId="189a1d031aa848d3" providerId="LiveId" clId="{F7E03734-E1EE-48DE-9C2C-A02502A248C3}" dt="2021-06-29T05:07:12.884" v="403" actId="1035"/>
          <ac:picMkLst>
            <pc:docMk/>
            <pc:sldMk cId="241416973" sldId="267"/>
            <ac:picMk id="7" creationId="{5C606B4B-5B79-496C-9B21-4C061E6C1E65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31T08:08:12.5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14084 10035,'46'0,"2"0,8 0,-12 0,8 0,-3 0,1 0,6 0,1 0,12 0,4 0,-1 0,-11 0,-6 0,-6 0,5 0,3 0,8 0,3 0,-4 0,-9 0,12 0,-6 0,-13 0,0 0,-2 0,9 0,-2 0,-6 0,0 0,0 0,0 0,4 0,-2 0,-4 0,-3 0,-7 0,-1 0,6 0,-2 0,17 0,-21 0,1 0,0 0,-1 0,23 0,5 0,-27 0,-1 0,15 0,17 0,-26 0,14 0,-3 0,5 0,-6 0,-1 0,0 0,-14 0,0 0,20 0,-21 0,0 0,15 0,1 0,1 0,3 0,-3 0,-1 0,-1 0,0 0,-4 0,-1 0,-2 0,-4 0,0 0,5 0,-5 0,5 0,1 0,-1 0,0 0,1 0,-1 0,0 0,1 0,-1 0,-5 0,5 0,-10-4,28 3,-18-6,-2 4,0 0,2-2,-3-2,-1 0,-1 4,5-4,0 0,-3 6,6-4,2-1,9 5,-13-1,3-1,-8 3,0 0,3-2,1-1,0 3,-1-1,2-1,-2-1,-9 1,0 1,5 0,-2 1,16-8,10 2,-12-3,4 1,-19-1,-2 5,-16-2,0 2,-6 0,6-3,-7 4,0-4,-1 1,-3 2,0 27,-2-7,-2 45,-2-33,0 14,0-21,0-2,0-1,0-1,0-4,0 0,0-3,0-1,0 0,0 0,0 2,0-2,0-33,0 5,0-18,0 20,0 8,0 2,0-8,5 8,30-2,-7 6,34 3,-27 0,24 0,-5 0,-5 0,3 0,-11 0,2 0,8 3,6 1,-3-1,3 1,-1 0,-6 1,3 1,1 0,8 0,2 0,0-1,1 1,0-1,2 0,-10-2,2 1,0-1,-1 0,-1-1,-1 0,0 0,-1-1,10-1,-1 0,1 0,-12 0,1 1,0 0,0-3,0-3,0-2,1-1,0 1,4 0,1 2,1-2,-1-2,1-6,-1-3,0 0,2 1,-9 4,0 2,1 0,-1-1,1-1,-3-1,0-2,0-1,1 1,0 1,3 1,1 0,0 1,1 0,-2-1,-3 0,1-1,-1 1,-1-1,-2 2,4 0,-1 2,-2 0,2-1,2-1,2 0,-1 0,-3 2,2 0,-2 3,-2-1,-2 0,-1 0,0 0,1 0,1 1,-4 1,0 0,-1 1,7-2,0 0,-7 2,-2 1,-6 2,-1 0,27-1,-12 0,-1 3,-15-3,2 4,-13 0,4-3,-9 2,-1-6,-4 7,-2-6,-2 3,-3-7,0 3,1-2,-1-1,0 3,0-2,1 3,1 0,-1 0,5 2,-5-1,5 4,-5-4,6 4,-3-2,3 0,5 2,0-5,4 5,5-2,0 3,5-4,0 3,5-2,13 3,-8 0,17 0,7 0,-33 0,1 0,8 0,0 0,-3 0,-1 0,22 0,-12 0,-1 0,5 0,-7-1,-1 2,8 3,-18-4,1 1,16 3,10-4,-16 0,-1-7,-7-2,-4-12,-4 1,1-14,-13 9,1-3,-10 7,-1 9,-4-1,-3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31T08:08:14.7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30485 9885,'-52'3,"2"-1,17-2,-11 0,-13 0,5 0,-10 0,6 0,7 0,1 0,-12 0,-7 0,10 0,20 0,2 0,-6 0,-1 0,6 0,0 0,-9 0,-1 0,9 0,1 0,2 0,0 0,-2 0,0 0,-19 0,17 0,-1 0,-25 0,2 0,6 0,18 0,0 0,-23 0,19 0,1 0,-6 0,-19 0,20 0,-11 0,8 0,6 0,-1 0,1 0,4 0,-3 0,-8 0,-2-4,0 0,-1-10,7 4,-10-3,6 4,1 0,5 0,1 0,4 4,2-2,5 2,0 1,4-3,-3 6,4-2,-1 0,-3 2,3-3,-4 1,0 2,-5-7,3 7,-3-6,0 6,3-2,-8-1,9 3,-9-3,8 0,-3 3,0-2,3 3,-3-4,-9 3,15-2,-15 3,18 0,1 0,-4 0,3 0,-9 0,3 0,-3 0,0 0,4 0,-10 0,10 0,-4 0,5 0,0 0,-1 0,1 0,0 0,0 0,0 0,0 0,0 0,-20 0,15 0,-14 0,23 0,-3 0,11 0,-5 0,14 0,-3 0,8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31T08:08:45.44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10985 11560,'51'0,"7"0,-19 0,16 0,1 0,14 0,-8 0,-14 0,1 0,6 0,10 0,-1 0,-9 0,-6 0,-4 0,10 0,1 0,-11 0,1 0,15 0,1 0,-14 0,1 0,5 0,5 0,-4 0,-4 0,-2 0,14 0,-1 0,-16 0,-2 0,-1 0,0 0,-1 0,1 0,-4 0,0 0,3 0,0 0,-6 0,-1 0,4 0,-1 0,20 0,-24 0,-1 0,19 0,-18 0,0 0,24 0,4 0,-12 0,5 0,-10 0,9 0,-9 0,4 0,-11-4,4-1,-13-3,7 4,-13 0,4 4,-9 0,3 0,-3 0,4 0,5 4,-4 0,4 4,-1-1,-3 1,4-1,-9-3,3 0,-7-4,4 0,-5 0,0 0,1 0,-1 0,-3 0,3 0,-6 0,2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31T08:08:47.2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8235 11516,'-36'0,"-5"0,8 0,-9 0,-19 0,-4 0,30 0,-1 0,-17 0,-9 0,9 0,17 0,2 0,-17 0,0 0,15 0,0 0,-9 0,0 0,8 0,1 0,-6 0,1 0,6 0,1 0,-29 0,2 0,10 0,2-4,11 3,1-3,4 4,1 0,5 0,0 0,0 0,4 0,-3-3,-1 2,4-6,-8 3,3-1,-4-2,0 3,-6-5,10 2,-9-2,14 2,-3-1,3 1,1 2,0-1,0 2,0 0,-4-3,3 6,-8-6,8 3,-8-1,7-1,-7 5,8-3,-4 1,5 2,0-2,0 3,0 0,0 0,0 0,3 0,-2 0,7-3,-8 2,4-2,0 3,-3-3,6 2,-2-5,7 2,-3-3,3 4,-1-3,-1 3,2-4,-4 0,1 0,2 4,-1-3,1 5,1-5,1 5,39 6,-10 4,15 4,1 2,-13-3,12 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31T08:10:14.6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9439 10180,'55'0,"-1"0,3 0,-15 0,-1 0,17 0,-1 0,-20 0,1 0,17 0,9 0,-6 0,-6 0,0 0,6 0,6 0,-8 0,-8 0,-6 0,19 0,-10 0,0 0,11 0,-23 0,-2 0,7 0,-7 0,-10 0,0 0,-9 0,-1 0,-3 0,-4 0,-1 0,0 2,0-1,4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31T08:10:16.04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7942 9683,'55'-3,"0"0,7 3,-28 0,3 0,11 0,7 0,-3 0,-1 0,2 0,12 0,6 0,-8 0,-17 0,-4 0,7 0,0 0,-3 0,-5 0,1 0,2 0,0 0,3 0,-13 0,0 0,24 0,4 0,-6 0,0 0,-6 0,5 0,-16-7,4 5,-15-8,-2 9,-8-6,0 7,-5-6,-3 2,0 0,-4-1,2-1,-4-1,1-4,-5 2,-2 0,-7 3,-4 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093E5-9E32-46CB-9BD1-CF3DC61B1798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738E-A880-49BD-B814-06B562C383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1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98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451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64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108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879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531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314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55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AABAC-6B8E-458B-87A9-FC95DF0B8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1B5578-F299-4881-8B5B-102DDAA7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E2F50-9F48-4153-B7FB-AE89C9F8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E511-9E7D-4A66-B9D9-10D3819E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5E1956-0432-4163-B095-BE9592A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26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24DBA-E9AB-4458-8D72-D1246856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CF5B-48D0-486D-BDE5-702510CF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1CA7C-731F-42D8-9E66-E55ACB51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2252B-3157-43F1-BDB9-D5E06E5E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48BD8F-585C-4901-AAD4-C8A30024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99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3A60-D16F-4B0A-A2D5-0CF74289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B30B74-D6CF-41E7-894C-2E9D290B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89CFB-10FA-4ABB-BBE0-5D82B497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75838-7C4B-414C-AB5A-D6E9CC01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D81BAC-02FA-43D7-82F7-37BA220A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25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A3CAF-2D56-4F31-A4DA-4ACE1AD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23DF0-8F79-43AF-B6B1-5DDBDE61B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CE4B7C-31E0-4994-BDB4-7E3D7D0AA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1FD789-2003-43D6-A165-5FB527BB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5753D-B95D-4D58-AE0C-17ABA669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E2808E-C4E2-4D43-B0F8-AF225F34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69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0C2EE-D1F1-4E59-BC1D-45244DB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272FEA-976A-46B4-80CB-B4F073C06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B90053-F827-46C2-8CA9-C4803CF67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A95FC0-310C-435C-A28E-2349643C8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137BD6-A73C-48CF-AF8E-BADAFDA98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E8CB200-2405-4077-AF2B-BB45D6A8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53B3E4-697D-4346-A4F6-25009467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03104-FBBC-47F6-B186-4B034EE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60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0AB8C-172F-4256-912D-2ABF696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5EC422-CFDD-4192-8D7B-E749FC8C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379ACF-F041-4A75-88E9-844E576F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303947-7C54-46F8-8A6C-9740764B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95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F5FEF2-1B25-499E-ADEF-336142F0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534BB4-23D8-4326-A942-3A40EDC8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62594-5ADB-4578-BBBC-DA6FD70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68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DC25A-2D74-4FD9-A623-2AC6DA94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D3C7A-03FA-4F7D-82BE-E415D60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373B6B-7224-433D-B944-619CC07E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A10749-EBB6-4433-83D9-C9F3F133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1CCFD6-CDD0-4036-9EB5-10A41441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ADF89F-1605-4E7C-B65D-735D72BD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8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AEBBF-E5A1-4483-A48B-35A46F4C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15D8BB-761E-470D-BD12-60F8515C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DBCFAA-8436-4014-A249-727DD9BA6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A481B0-C03C-4ADD-AF5D-B68095E0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8C2B1C-0BCE-49C6-9F15-AD78FFE2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E5F118-8F1E-4318-9458-20392110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3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D3A47-B576-4E78-AFD8-969CE5C3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8E1B31-5433-408D-83C5-7E7E3A0C1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0BA576-DD3F-4D3F-A1E4-8C2C20E3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458E2-B47E-4BFC-9417-D71FB1D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4CA44-F054-4C5E-A20D-66475D2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07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695474-749B-46ED-8421-5CF8F3E5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F59AFC-9F25-4896-8342-7C00D9907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B817EC-97FE-4024-9A6C-38E83AD7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8F477-E65E-481A-B117-0C96774C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A5132-440A-428F-B04E-D89094DD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75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8F0E7A-AAF4-41A0-921F-E7CF5395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653E51-E47D-4FA4-BF3A-2EB883BCD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8EF7A0-37CE-4C90-91E0-19707D2A9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423A0-705C-4784-8939-75A5005BCEE5}" type="datetimeFigureOut">
              <a:rPr lang="zh-TW" altLang="en-US" smtClean="0"/>
              <a:t>2021/9/14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FD17EE-A0D2-4BEF-8A28-0945579BA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8CD83-5395-4058-83B2-77176E37F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9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3378F-50B2-45BD-A6DA-5CB61DB2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3574"/>
            <a:ext cx="9144000" cy="136687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previous overlapping factor array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E7239B-5619-42E5-947E-7CC9BEF1F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63342"/>
            <a:ext cx="9144000" cy="1177017"/>
          </a:xfrm>
        </p:spPr>
        <p:txBody>
          <a:bodyPr>
            <a:normAutofit/>
          </a:bodyPr>
          <a:lstStyle/>
          <a:p>
            <a:r>
              <a:rPr lang="en-US" altLang="zh-TW" sz="1800" dirty="0"/>
              <a:t>Hideo </a:t>
            </a:r>
            <a:r>
              <a:rPr lang="en-US" altLang="zh-TW" sz="1800" dirty="0" err="1"/>
              <a:t>Bannai</a:t>
            </a:r>
            <a:r>
              <a:rPr lang="en-US" altLang="zh-TW" sz="1800" dirty="0"/>
              <a:t>, </a:t>
            </a:r>
            <a:r>
              <a:rPr lang="en-US" altLang="zh-TW" sz="1800" dirty="0" err="1"/>
              <a:t>Shunsuke</a:t>
            </a:r>
            <a:r>
              <a:rPr lang="en-US" altLang="zh-TW" sz="1800" dirty="0"/>
              <a:t> </a:t>
            </a:r>
            <a:r>
              <a:rPr lang="en-US" altLang="zh-TW" sz="1800" dirty="0" err="1"/>
              <a:t>Inenaga</a:t>
            </a:r>
            <a:r>
              <a:rPr lang="en-US" altLang="zh-TW" sz="1800" dirty="0"/>
              <a:t>, Neerja </a:t>
            </a:r>
            <a:r>
              <a:rPr lang="en-US" altLang="zh-TW" sz="1800" dirty="0" err="1"/>
              <a:t>Mhaskar</a:t>
            </a:r>
            <a:endParaRPr lang="en-US" altLang="zh-TW" sz="1800" dirty="0"/>
          </a:p>
          <a:p>
            <a:r>
              <a:rPr lang="en-US" altLang="zh-TW" sz="1800" dirty="0"/>
              <a:t>Information Processing Letters 168 (2021) 106097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943A7B3-D75F-42BE-987F-B5D29452E318}"/>
              </a:ext>
            </a:extLst>
          </p:cNvPr>
          <p:cNvSpPr txBox="1">
            <a:spLocks/>
          </p:cNvSpPr>
          <p:nvPr/>
        </p:nvSpPr>
        <p:spPr>
          <a:xfrm>
            <a:off x="9177555" y="5393255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Yu-Ju Liao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Date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Aug.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31, 2021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0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F29CD-F8CF-4F47-92BE-649B8453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44A68A-3CE0-4A7F-9A14-0740120E0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927" y="1524295"/>
            <a:ext cx="1103014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introduce the longest previous overlapping factor array of a string – a variant of the longest previous factor array. We show that it can be computed in linear time in the length of the input string, via a reduction to the Max-variant of the Manhattan skyline problem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Crochemore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(2014).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9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previous overlapping factor array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50DA5F4-3CD9-47AC-9CA7-C5F45B2CEC51}"/>
              </a:ext>
            </a:extLst>
          </p:cNvPr>
          <p:cNvSpPr txBox="1"/>
          <p:nvPr/>
        </p:nvSpPr>
        <p:spPr>
          <a:xfrm>
            <a:off x="997067" y="1998108"/>
            <a:ext cx="10197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err="1"/>
              <a:t>LPoF</a:t>
            </a:r>
            <a:r>
              <a:rPr lang="en-US" altLang="zh-TW" sz="2800" dirty="0"/>
              <a:t>[</a:t>
            </a:r>
            <a:r>
              <a:rPr lang="en-US" altLang="zh-TW" sz="2800" dirty="0" err="1"/>
              <a:t>i</a:t>
            </a:r>
            <a:r>
              <a:rPr lang="en-US" altLang="zh-TW" sz="2800" dirty="0"/>
              <a:t>] = max{ l ≥ 2 | w[</a:t>
            </a:r>
            <a:r>
              <a:rPr lang="en-US" altLang="zh-TW" sz="2800" dirty="0" err="1"/>
              <a:t>k..k</a:t>
            </a:r>
            <a:r>
              <a:rPr lang="en-US" altLang="zh-TW" sz="2800" dirty="0"/>
              <a:t> + − 1] = w[</a:t>
            </a:r>
            <a:r>
              <a:rPr lang="en-US" altLang="zh-TW" sz="2800" dirty="0" err="1"/>
              <a:t>i</a:t>
            </a:r>
            <a:r>
              <a:rPr lang="en-US" altLang="zh-TW" sz="2800" dirty="0"/>
              <a:t>..</a:t>
            </a:r>
            <a:r>
              <a:rPr lang="en-US" altLang="zh-TW" sz="2800" dirty="0" err="1"/>
              <a:t>i</a:t>
            </a:r>
            <a:r>
              <a:rPr lang="en-US" altLang="zh-TW" sz="2800" dirty="0"/>
              <a:t> +l − 1], k &lt; </a:t>
            </a:r>
            <a:r>
              <a:rPr lang="en-US" altLang="zh-TW" sz="2800" dirty="0" err="1"/>
              <a:t>i</a:t>
            </a:r>
            <a:r>
              <a:rPr lang="en-US" altLang="zh-TW" sz="2800" dirty="0"/>
              <a:t> ≤ k + − 1}</a:t>
            </a:r>
            <a:endParaRPr lang="zh-TW" altLang="en-US" sz="2800" dirty="0"/>
          </a:p>
        </p:txBody>
      </p:sp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00F2AD44-E0F2-0647-BBC3-BE08E360B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05" y="2728387"/>
            <a:ext cx="11353800" cy="1999625"/>
          </a:xfrm>
          <a:prstGeom prst="rect">
            <a:avLst/>
          </a:prstGeom>
        </p:spPr>
      </p:pic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1A6AF2A7-74C0-CB47-986A-08A8C4987F3A}"/>
              </a:ext>
            </a:extLst>
          </p:cNvPr>
          <p:cNvCxnSpPr/>
          <p:nvPr/>
        </p:nvCxnSpPr>
        <p:spPr>
          <a:xfrm>
            <a:off x="3980985" y="2521328"/>
            <a:ext cx="0" cy="3891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CD77762F-7734-E047-9030-59DC83B9FC50}"/>
                  </a:ext>
                </a:extLst>
              </p14:cNvPr>
              <p14:cNvContentPartPr/>
              <p14:nvPr/>
            </p14:nvContentPartPr>
            <p14:xfrm>
              <a:off x="5070240" y="3304440"/>
              <a:ext cx="4672080" cy="364680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CD77762F-7734-E047-9030-59DC83B9FC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54400" y="3241080"/>
                <a:ext cx="470340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B8FDF8CC-88B8-2646-9216-50EE2828285A}"/>
                  </a:ext>
                </a:extLst>
              </p14:cNvPr>
              <p14:cNvContentPartPr/>
              <p14:nvPr/>
            </p14:nvContentPartPr>
            <p14:xfrm>
              <a:off x="9292320" y="3499200"/>
              <a:ext cx="1682640" cy="615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B8FDF8CC-88B8-2646-9216-50EE282828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76480" y="3435840"/>
                <a:ext cx="17139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57577425-E917-BC42-817C-1246A469FA25}"/>
                  </a:ext>
                </a:extLst>
              </p14:cNvPr>
              <p14:cNvContentPartPr/>
              <p14:nvPr/>
            </p14:nvContentPartPr>
            <p14:xfrm>
              <a:off x="3954600" y="4152600"/>
              <a:ext cx="1245960" cy="1692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57577425-E917-BC42-817C-1246A469FA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760" y="4089240"/>
                <a:ext cx="12772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D92B7A45-565A-0B49-B97C-C6FA100F44C7}"/>
                  </a:ext>
                </a:extLst>
              </p14:cNvPr>
              <p14:cNvContentPartPr/>
              <p14:nvPr/>
            </p14:nvContentPartPr>
            <p14:xfrm>
              <a:off x="1996920" y="4064400"/>
              <a:ext cx="968040" cy="8172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D92B7A45-565A-0B49-B97C-C6FA100F44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81080" y="4001040"/>
                <a:ext cx="9993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12A2892B-DFC1-E247-B8D7-A1E0818B158F}"/>
                  </a:ext>
                </a:extLst>
              </p14:cNvPr>
              <p14:cNvContentPartPr/>
              <p14:nvPr/>
            </p14:nvContentPartPr>
            <p14:xfrm>
              <a:off x="3398040" y="3664800"/>
              <a:ext cx="548640" cy="252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12A2892B-DFC1-E247-B8D7-A1E0818B15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82200" y="3601440"/>
                <a:ext cx="5799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855A615B-062F-1B46-B54A-F0B8ECF1FE6C}"/>
                  </a:ext>
                </a:extLst>
              </p14:cNvPr>
              <p14:cNvContentPartPr/>
              <p14:nvPr/>
            </p14:nvContentPartPr>
            <p14:xfrm>
              <a:off x="2859120" y="3449160"/>
              <a:ext cx="642600" cy="3708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855A615B-062F-1B46-B54A-F0B8ECF1FE6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43280" y="3385800"/>
                <a:ext cx="673920" cy="16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41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Manhattan skyline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2702CC-9429-1540-9254-B5DCE76D585A}"/>
              </a:ext>
            </a:extLst>
          </p:cNvPr>
          <p:cNvSpPr txBox="1"/>
          <p:nvPr/>
        </p:nvSpPr>
        <p:spPr>
          <a:xfrm>
            <a:off x="970156" y="1690688"/>
            <a:ext cx="3468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Max-variant of MSP</a:t>
            </a:r>
            <a:endParaRPr kumimoji="1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91CC5B24-48A0-4942-AA69-E15D5B758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823" y="2159040"/>
            <a:ext cx="8470343" cy="243236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DC1BFE6-D885-6348-AC93-EBA0939B985E}"/>
              </a:ext>
            </a:extLst>
          </p:cNvPr>
          <p:cNvSpPr txBox="1"/>
          <p:nvPr/>
        </p:nvSpPr>
        <p:spPr>
          <a:xfrm>
            <a:off x="1667858" y="4524473"/>
            <a:ext cx="44281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    string :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abaaa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S ={[1,3],[3,5]}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h([1,3]) = 1 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h([3,5]) = 6 </a:t>
            </a:r>
          </a:p>
          <a:p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  f[3] = 6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37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repetition (Run)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圖片 33" descr="一張含有 桌 的圖片&#10;&#10;自動產生的描述">
            <a:extLst>
              <a:ext uri="{FF2B5EF4-FFF2-40B4-BE49-F238E27FC236}">
                <a16:creationId xmlns:a16="http://schemas.microsoft.com/office/drawing/2014/main" id="{41EF0D0C-0710-D041-BD45-E492C06E43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53"/>
          <a:stretch/>
        </p:blipFill>
        <p:spPr>
          <a:xfrm>
            <a:off x="419100" y="2823890"/>
            <a:ext cx="11353800" cy="978754"/>
          </a:xfrm>
          <a:prstGeom prst="rect">
            <a:avLst/>
          </a:prstGeom>
        </p:spPr>
      </p:pic>
      <p:sp>
        <p:nvSpPr>
          <p:cNvPr id="44" name="圓角矩形 43">
            <a:extLst>
              <a:ext uri="{FF2B5EF4-FFF2-40B4-BE49-F238E27FC236}">
                <a16:creationId xmlns:a16="http://schemas.microsoft.com/office/drawing/2014/main" id="{B4784337-FF02-AF4D-9A5B-4B2C7827F0C9}"/>
              </a:ext>
            </a:extLst>
          </p:cNvPr>
          <p:cNvSpPr/>
          <p:nvPr/>
        </p:nvSpPr>
        <p:spPr>
          <a:xfrm>
            <a:off x="1413752" y="3022058"/>
            <a:ext cx="9559048" cy="82519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手繪多邊形 7">
            <a:extLst>
              <a:ext uri="{FF2B5EF4-FFF2-40B4-BE49-F238E27FC236}">
                <a16:creationId xmlns:a16="http://schemas.microsoft.com/office/drawing/2014/main" id="{567D3E9A-E3A1-4744-ACA2-DB98F47E5EB6}"/>
              </a:ext>
            </a:extLst>
          </p:cNvPr>
          <p:cNvSpPr/>
          <p:nvPr/>
        </p:nvSpPr>
        <p:spPr>
          <a:xfrm>
            <a:off x="5062654" y="3936380"/>
            <a:ext cx="5642517" cy="367998"/>
          </a:xfrm>
          <a:custGeom>
            <a:avLst/>
            <a:gdLst>
              <a:gd name="connsiteX0" fmla="*/ 0 w 5642517"/>
              <a:gd name="connsiteY0" fmla="*/ 0 h 367998"/>
              <a:gd name="connsiteX1" fmla="*/ 2687444 w 5642517"/>
              <a:gd name="connsiteY1" fmla="*/ 367991 h 367998"/>
              <a:gd name="connsiteX2" fmla="*/ 5642517 w 5642517"/>
              <a:gd name="connsiteY2" fmla="*/ 11152 h 367998"/>
              <a:gd name="connsiteX3" fmla="*/ 5642517 w 5642517"/>
              <a:gd name="connsiteY3" fmla="*/ 11152 h 36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2517" h="367998">
                <a:moveTo>
                  <a:pt x="0" y="0"/>
                </a:moveTo>
                <a:cubicBezTo>
                  <a:pt x="873512" y="183066"/>
                  <a:pt x="1747025" y="366132"/>
                  <a:pt x="2687444" y="367991"/>
                </a:cubicBezTo>
                <a:cubicBezTo>
                  <a:pt x="3627863" y="369850"/>
                  <a:pt x="5642517" y="11152"/>
                  <a:pt x="5642517" y="11152"/>
                </a:cubicBezTo>
                <a:lnTo>
                  <a:pt x="5642517" y="11152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手繪多邊形 8">
            <a:extLst>
              <a:ext uri="{FF2B5EF4-FFF2-40B4-BE49-F238E27FC236}">
                <a16:creationId xmlns:a16="http://schemas.microsoft.com/office/drawing/2014/main" id="{69861A59-2FB2-E94C-AE80-C1E87550C6F5}"/>
              </a:ext>
            </a:extLst>
          </p:cNvPr>
          <p:cNvSpPr/>
          <p:nvPr/>
        </p:nvSpPr>
        <p:spPr>
          <a:xfrm>
            <a:off x="1694985" y="3936380"/>
            <a:ext cx="5118410" cy="423759"/>
          </a:xfrm>
          <a:custGeom>
            <a:avLst/>
            <a:gdLst>
              <a:gd name="connsiteX0" fmla="*/ 0 w 5118410"/>
              <a:gd name="connsiteY0" fmla="*/ 11152 h 423759"/>
              <a:gd name="connsiteX1" fmla="*/ 2475571 w 5118410"/>
              <a:gd name="connsiteY1" fmla="*/ 423747 h 423759"/>
              <a:gd name="connsiteX2" fmla="*/ 5118410 w 5118410"/>
              <a:gd name="connsiteY2" fmla="*/ 0 h 42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18410" h="423759">
                <a:moveTo>
                  <a:pt x="0" y="11152"/>
                </a:moveTo>
                <a:cubicBezTo>
                  <a:pt x="811251" y="218379"/>
                  <a:pt x="1622503" y="425606"/>
                  <a:pt x="2475571" y="423747"/>
                </a:cubicBezTo>
                <a:cubicBezTo>
                  <a:pt x="3328639" y="421888"/>
                  <a:pt x="4223524" y="210944"/>
                  <a:pt x="511841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938C7B4-5C44-D042-AEA6-7D39D0C37271}"/>
              </a:ext>
            </a:extLst>
          </p:cNvPr>
          <p:cNvSpPr txBox="1"/>
          <p:nvPr/>
        </p:nvSpPr>
        <p:spPr>
          <a:xfrm>
            <a:off x="551224" y="2026456"/>
            <a:ext cx="995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b,e,p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dirty="0"/>
              <a:t> </a:t>
            </a:r>
            <a:r>
              <a:rPr lang="en-US" altLang="zh-TW" sz="2400" dirty="0">
                <a:highlight>
                  <a:srgbClr val="FFFF00"/>
                </a:highlight>
              </a:rPr>
              <a:t>(1, 16, 6) </a:t>
            </a:r>
            <a:r>
              <a:rPr lang="en-US" altLang="zh-TW" sz="2400" dirty="0"/>
              <a:t>, (3, 5, 1), (5, 9, 2), (9, 11, 1), (11, 15, 2) and (15, 16, 1)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67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圖片 33" descr="一張含有 桌 的圖片&#10;&#10;自動產生的描述">
            <a:extLst>
              <a:ext uri="{FF2B5EF4-FFF2-40B4-BE49-F238E27FC236}">
                <a16:creationId xmlns:a16="http://schemas.microsoft.com/office/drawing/2014/main" id="{41EF0D0C-0710-D041-BD45-E492C06E43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5" b="51053"/>
          <a:stretch/>
        </p:blipFill>
        <p:spPr>
          <a:xfrm>
            <a:off x="574638" y="2004691"/>
            <a:ext cx="11353800" cy="74730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E0432BF-1083-9A4B-B700-EC460EE91AED}"/>
              </a:ext>
            </a:extLst>
          </p:cNvPr>
          <p:cNvSpPr txBox="1"/>
          <p:nvPr/>
        </p:nvSpPr>
        <p:spPr>
          <a:xfrm>
            <a:off x="406258" y="4119502"/>
            <a:ext cx="995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b,e,p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dirty="0"/>
              <a:t> (1, 16, 6), (3, 5, 1), (5, 9, 2), (9, 11, 1), (11, 15, 2) and (15, 16, 1)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820107-4834-2849-8483-AB4F7FCCD1BC}"/>
              </a:ext>
            </a:extLst>
          </p:cNvPr>
          <p:cNvSpPr/>
          <p:nvPr/>
        </p:nvSpPr>
        <p:spPr>
          <a:xfrm>
            <a:off x="962357" y="3270978"/>
            <a:ext cx="96885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{[b +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p..e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p] | (b, e, p) is a run in w, and b + p ≤ e − p}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CE834D-E556-304D-B55A-75986FE0BBE9}"/>
              </a:ext>
            </a:extLst>
          </p:cNvPr>
          <p:cNvSpPr/>
          <p:nvPr/>
        </p:nvSpPr>
        <p:spPr>
          <a:xfrm>
            <a:off x="1175692" y="4638479"/>
            <a:ext cx="5320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{[7..10],[4..4],[7..7],[10..10],[13..13]}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783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圖片 33" descr="一張含有 桌 的圖片&#10;&#10;自動產生的描述">
            <a:extLst>
              <a:ext uri="{FF2B5EF4-FFF2-40B4-BE49-F238E27FC236}">
                <a16:creationId xmlns:a16="http://schemas.microsoft.com/office/drawing/2014/main" id="{41EF0D0C-0710-D041-BD45-E492C06E43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5" b="51053"/>
          <a:stretch/>
        </p:blipFill>
        <p:spPr>
          <a:xfrm>
            <a:off x="574638" y="2004691"/>
            <a:ext cx="11353800" cy="74730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E0432BF-1083-9A4B-B700-EC460EE91AED}"/>
              </a:ext>
            </a:extLst>
          </p:cNvPr>
          <p:cNvSpPr txBox="1"/>
          <p:nvPr/>
        </p:nvSpPr>
        <p:spPr>
          <a:xfrm>
            <a:off x="406258" y="4119502"/>
            <a:ext cx="995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b,e,p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dirty="0"/>
              <a:t> (1, 16, 6), (3, 5, 1), (5, 9, 2), (9, 11, 1), (11, 15, 2) and (15, 16, 1)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820107-4834-2849-8483-AB4F7FCCD1BC}"/>
              </a:ext>
            </a:extLst>
          </p:cNvPr>
          <p:cNvSpPr/>
          <p:nvPr/>
        </p:nvSpPr>
        <p:spPr>
          <a:xfrm>
            <a:off x="962357" y="3270978"/>
            <a:ext cx="96885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{[b +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p..e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p] | (b, e, p) is a run in w, and b + p ≤ e − p}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CE834D-E556-304D-B55A-75986FE0BBE9}"/>
              </a:ext>
            </a:extLst>
          </p:cNvPr>
          <p:cNvSpPr/>
          <p:nvPr/>
        </p:nvSpPr>
        <p:spPr>
          <a:xfrm>
            <a:off x="1175692" y="4638479"/>
            <a:ext cx="5320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{[7..10],[4..4],[7..7],[10..10],[13..13]}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B3B3604A-BFC7-C444-A8C2-58F5E8130A85}"/>
              </a:ext>
            </a:extLst>
          </p:cNvPr>
          <p:cNvCxnSpPr/>
          <p:nvPr/>
        </p:nvCxnSpPr>
        <p:spPr>
          <a:xfrm>
            <a:off x="1895707" y="1690688"/>
            <a:ext cx="0" cy="23847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CB191AB-9624-AA4C-BD59-5C48D1153CD2}"/>
              </a:ext>
            </a:extLst>
          </p:cNvPr>
          <p:cNvCxnSpPr>
            <a:cxnSpLocks/>
          </p:cNvCxnSpPr>
          <p:nvPr/>
        </p:nvCxnSpPr>
        <p:spPr>
          <a:xfrm>
            <a:off x="1895707" y="1690688"/>
            <a:ext cx="2709747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6F324ABF-EADE-1A41-AB1F-9EE4C7DE6615}"/>
              </a:ext>
            </a:extLst>
          </p:cNvPr>
          <p:cNvCxnSpPr/>
          <p:nvPr/>
        </p:nvCxnSpPr>
        <p:spPr>
          <a:xfrm>
            <a:off x="4601737" y="1687174"/>
            <a:ext cx="0" cy="23847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D1E08EB4-1C37-4F41-99FF-0B98CB5D81D4}"/>
              </a:ext>
            </a:extLst>
          </p:cNvPr>
          <p:cNvCxnSpPr/>
          <p:nvPr/>
        </p:nvCxnSpPr>
        <p:spPr>
          <a:xfrm>
            <a:off x="7556802" y="1766218"/>
            <a:ext cx="0" cy="23847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C1FB5632-6641-EE42-AF60-524657055221}"/>
              </a:ext>
            </a:extLst>
          </p:cNvPr>
          <p:cNvCxnSpPr>
            <a:cxnSpLocks/>
          </p:cNvCxnSpPr>
          <p:nvPr/>
        </p:nvCxnSpPr>
        <p:spPr>
          <a:xfrm>
            <a:off x="7556802" y="1773247"/>
            <a:ext cx="3334215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B4AE6EB6-19BC-7142-8533-3E188FD7A36B}"/>
              </a:ext>
            </a:extLst>
          </p:cNvPr>
          <p:cNvCxnSpPr/>
          <p:nvPr/>
        </p:nvCxnSpPr>
        <p:spPr>
          <a:xfrm>
            <a:off x="10887300" y="1769733"/>
            <a:ext cx="0" cy="23847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75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0432BF-1083-9A4B-B700-EC460EE91AED}"/>
              </a:ext>
            </a:extLst>
          </p:cNvPr>
          <p:cNvSpPr txBox="1"/>
          <p:nvPr/>
        </p:nvSpPr>
        <p:spPr>
          <a:xfrm>
            <a:off x="1108785" y="4029477"/>
            <a:ext cx="995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b,e,p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dirty="0"/>
              <a:t>: (1, 16, 6), (3, 5, 1), (5, 9, 2), (9, 11, 1), (11, 15, 2) and (15, 16, 1)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CE834D-E556-304D-B55A-75986FE0BBE9}"/>
              </a:ext>
            </a:extLst>
          </p:cNvPr>
          <p:cNvSpPr/>
          <p:nvPr/>
        </p:nvSpPr>
        <p:spPr>
          <a:xfrm>
            <a:off x="1186844" y="4649164"/>
            <a:ext cx="5320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{[7..10],[4..4],[7..7],[10..10],[13..13]}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D1141D09-7E98-5649-8994-A2D2CF1C68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0"/>
          <a:stretch/>
        </p:blipFill>
        <p:spPr>
          <a:xfrm>
            <a:off x="419100" y="1483112"/>
            <a:ext cx="11353800" cy="178786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5CABB9-4835-4D4C-9041-F427F2AD63FB}"/>
              </a:ext>
            </a:extLst>
          </p:cNvPr>
          <p:cNvSpPr/>
          <p:nvPr/>
        </p:nvSpPr>
        <p:spPr>
          <a:xfrm>
            <a:off x="1108785" y="3358552"/>
            <a:ext cx="1711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height(t) = 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9FA709-F216-1D43-B125-ECB88CC54483}"/>
              </a:ext>
            </a:extLst>
          </p:cNvPr>
          <p:cNvSpPr/>
          <p:nvPr/>
        </p:nvSpPr>
        <p:spPr>
          <a:xfrm>
            <a:off x="261293" y="5124982"/>
            <a:ext cx="7399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height(t) =     16         5       9         11	        15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720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LPoF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0432BF-1083-9A4B-B700-EC460EE91AED}"/>
              </a:ext>
            </a:extLst>
          </p:cNvPr>
          <p:cNvSpPr txBox="1"/>
          <p:nvPr/>
        </p:nvSpPr>
        <p:spPr>
          <a:xfrm>
            <a:off x="1116432" y="4370078"/>
            <a:ext cx="995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b,e,p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dirty="0"/>
              <a:t>: (1, 16, 6), (3, 5, 1), (5, 9, 2), (9, 11, 1), (11, 15, 2) and (15, 16, 1)</a:t>
            </a:r>
            <a:endParaRPr kumimoji="1"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CE834D-E556-304D-B55A-75986FE0BBE9}"/>
              </a:ext>
            </a:extLst>
          </p:cNvPr>
          <p:cNvSpPr/>
          <p:nvPr/>
        </p:nvSpPr>
        <p:spPr>
          <a:xfrm>
            <a:off x="1194491" y="4989765"/>
            <a:ext cx="5320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{[7..10],[4..4],[7..7],[10..10],[13..13]}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 descr="一張含有 桌 的圖片&#10;&#10;自動產生的描述">
            <a:extLst>
              <a:ext uri="{FF2B5EF4-FFF2-40B4-BE49-F238E27FC236}">
                <a16:creationId xmlns:a16="http://schemas.microsoft.com/office/drawing/2014/main" id="{D1141D09-7E98-5649-8994-A2D2CF1C6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271353"/>
            <a:ext cx="11353800" cy="199962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4CFBF98-08B2-9847-9089-103DC08038BD}"/>
              </a:ext>
            </a:extLst>
          </p:cNvPr>
          <p:cNvSpPr/>
          <p:nvPr/>
        </p:nvSpPr>
        <p:spPr>
          <a:xfrm>
            <a:off x="1194491" y="3395073"/>
            <a:ext cx="56028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LPoF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max{height(t) |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∈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t,t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∈ I} −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9DEE3B-03CE-B246-8238-6B40D430AEB9}"/>
              </a:ext>
            </a:extLst>
          </p:cNvPr>
          <p:cNvSpPr/>
          <p:nvPr/>
        </p:nvSpPr>
        <p:spPr>
          <a:xfrm>
            <a:off x="1186844" y="6031210"/>
            <a:ext cx="34596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LPoF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= 16 − 7 + 1 = 10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429278-6B77-5245-90E6-2228BF954AA2}"/>
              </a:ext>
            </a:extLst>
          </p:cNvPr>
          <p:cNvSpPr/>
          <p:nvPr/>
        </p:nvSpPr>
        <p:spPr>
          <a:xfrm>
            <a:off x="261293" y="5392610"/>
            <a:ext cx="7399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height(t) =     16         5       9         11	        15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89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7718</TotalTime>
  <Words>719</Words>
  <Application>Microsoft Macintosh PowerPoint</Application>
  <PresentationFormat>寬螢幕</PresentationFormat>
  <Paragraphs>52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佈景主題</vt:lpstr>
      <vt:lpstr>Longest previous overlapping factor array</vt:lpstr>
      <vt:lpstr>Abstract</vt:lpstr>
      <vt:lpstr>Longest previous overlapping factor array</vt:lpstr>
      <vt:lpstr>Manhattan skyline problem</vt:lpstr>
      <vt:lpstr>Maximal repetition (Run)</vt:lpstr>
      <vt:lpstr>Intervals</vt:lpstr>
      <vt:lpstr>Intervals</vt:lpstr>
      <vt:lpstr>Height</vt:lpstr>
      <vt:lpstr>LPoF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郁儒 廖</cp:lastModifiedBy>
  <cp:revision>27</cp:revision>
  <dcterms:created xsi:type="dcterms:W3CDTF">2021-06-26T09:28:31Z</dcterms:created>
  <dcterms:modified xsi:type="dcterms:W3CDTF">2021-09-14T10:08:33Z</dcterms:modified>
</cp:coreProperties>
</file>