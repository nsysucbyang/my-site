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57" r:id="rId3"/>
    <p:sldId id="258" r:id="rId4"/>
    <p:sldId id="309" r:id="rId5"/>
    <p:sldId id="287" r:id="rId6"/>
    <p:sldId id="285" r:id="rId7"/>
    <p:sldId id="284" r:id="rId8"/>
    <p:sldId id="273" r:id="rId9"/>
    <p:sldId id="274" r:id="rId10"/>
    <p:sldId id="277" r:id="rId11"/>
    <p:sldId id="278" r:id="rId12"/>
    <p:sldId id="280" r:id="rId13"/>
    <p:sldId id="281" r:id="rId14"/>
    <p:sldId id="282" r:id="rId15"/>
    <p:sldId id="283" r:id="rId16"/>
    <p:sldId id="266" r:id="rId17"/>
    <p:sldId id="272" r:id="rId18"/>
    <p:sldId id="267" r:id="rId19"/>
    <p:sldId id="293" r:id="rId20"/>
    <p:sldId id="294" r:id="rId21"/>
    <p:sldId id="295" r:id="rId22"/>
    <p:sldId id="312" r:id="rId23"/>
    <p:sldId id="317" r:id="rId24"/>
    <p:sldId id="313" r:id="rId25"/>
    <p:sldId id="314" r:id="rId26"/>
    <p:sldId id="318" r:id="rId27"/>
    <p:sldId id="315" r:id="rId28"/>
    <p:sldId id="310" r:id="rId29"/>
    <p:sldId id="316" r:id="rId30"/>
    <p:sldId id="262" r:id="rId31"/>
    <p:sldId id="289" r:id="rId32"/>
    <p:sldId id="288" r:id="rId33"/>
    <p:sldId id="321" r:id="rId34"/>
    <p:sldId id="264" r:id="rId35"/>
    <p:sldId id="290" r:id="rId36"/>
    <p:sldId id="291" r:id="rId37"/>
    <p:sldId id="298" r:id="rId38"/>
    <p:sldId id="299" r:id="rId39"/>
    <p:sldId id="300" r:id="rId40"/>
    <p:sldId id="301" r:id="rId41"/>
    <p:sldId id="304" r:id="rId42"/>
    <p:sldId id="302" r:id="rId43"/>
    <p:sldId id="271" r:id="rId44"/>
    <p:sldId id="303" r:id="rId45"/>
    <p:sldId id="307" r:id="rId46"/>
    <p:sldId id="319" r:id="rId47"/>
    <p:sldId id="320" r:id="rId48"/>
    <p:sldId id="268" r:id="rId49"/>
    <p:sldId id="260" r:id="rId5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294" autoAdjust="0"/>
  </p:normalViewPr>
  <p:slideViewPr>
    <p:cSldViewPr snapToGrid="0">
      <p:cViewPr varScale="1">
        <p:scale>
          <a:sx n="58" d="100"/>
          <a:sy n="58" d="100"/>
        </p:scale>
        <p:origin x="118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469FBE-5FAD-4568-946A-54D7C25B13B7}" type="datetimeFigureOut">
              <a:rPr lang="zh-TW" altLang="en-US" smtClean="0"/>
              <a:t>2021/3/24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D94512-F274-4008-8A4A-9623BB362A54}" type="slidenum">
              <a:rPr lang="zh-TW" altLang="en-US" smtClean="0"/>
              <a:t>‹#›</a:t>
            </a:fld>
            <a:endParaRPr lang="zh-TW" altLang="en-US"/>
          </a:p>
        </p:txBody>
      </p:sp>
    </p:spTree>
    <p:extLst>
      <p:ext uri="{BB962C8B-B14F-4D97-AF65-F5344CB8AC3E}">
        <p14:creationId xmlns:p14="http://schemas.microsoft.com/office/powerpoint/2010/main" val="879249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800" b="0" i="0" u="none" strike="noStrike" baseline="0" dirty="0">
                <a:solidFill>
                  <a:srgbClr val="000000"/>
                </a:solidFill>
                <a:latin typeface="FHLPA K+ Univers LT Std"/>
              </a:rPr>
              <a:t>Journal</a:t>
            </a:r>
            <a:r>
              <a:rPr lang="zh-TW" altLang="en-US" sz="1800" b="0" i="0" u="none" strike="noStrike" baseline="0" dirty="0">
                <a:solidFill>
                  <a:srgbClr val="000000"/>
                </a:solidFill>
                <a:latin typeface="FHLPA K+ Univers LT Std"/>
              </a:rPr>
              <a:t> </a:t>
            </a:r>
            <a:r>
              <a:rPr lang="zh-TW" altLang="en-US" b="0" i="0" dirty="0">
                <a:effectLst/>
                <a:latin typeface="arial" panose="020B0604020202020204" pitchFamily="34" charset="0"/>
              </a:rPr>
              <a:t>湖南工業大學</a:t>
            </a:r>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1</a:t>
            </a:fld>
            <a:endParaRPr lang="zh-TW" altLang="en-US"/>
          </a:p>
        </p:txBody>
      </p:sp>
    </p:spTree>
    <p:extLst>
      <p:ext uri="{BB962C8B-B14F-4D97-AF65-F5344CB8AC3E}">
        <p14:creationId xmlns:p14="http://schemas.microsoft.com/office/powerpoint/2010/main" val="376875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Parallel </a:t>
            </a:r>
            <a:r>
              <a:rPr lang="zh-TW" altLang="en-US" dirty="0"/>
              <a:t>處理的情況下，要在</a:t>
            </a:r>
            <a:r>
              <a:rPr lang="en-US" altLang="zh-TW" dirty="0"/>
              <a:t>critical path </a:t>
            </a:r>
            <a:r>
              <a:rPr lang="zh-TW" altLang="en-US" dirty="0"/>
              <a:t>的約束下，要如何適當分配給幾個</a:t>
            </a:r>
            <a:r>
              <a:rPr lang="en-US" altLang="zh-TW" dirty="0"/>
              <a:t>VM instance </a:t>
            </a:r>
            <a:r>
              <a:rPr lang="zh-TW" altLang="en-US" dirty="0"/>
              <a:t>。且讓</a:t>
            </a:r>
            <a:r>
              <a:rPr lang="en-US" altLang="zh-TW" dirty="0" err="1"/>
              <a:t>makespan</a:t>
            </a:r>
            <a:r>
              <a:rPr lang="en-US" altLang="zh-TW" dirty="0"/>
              <a:t> </a:t>
            </a:r>
            <a:r>
              <a:rPr lang="zh-TW" altLang="en-US" dirty="0"/>
              <a:t>最小化。新穎的啟發式算法</a:t>
            </a:r>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2</a:t>
            </a:fld>
            <a:endParaRPr lang="zh-TW" altLang="en-US"/>
          </a:p>
        </p:txBody>
      </p:sp>
    </p:spTree>
    <p:extLst>
      <p:ext uri="{BB962C8B-B14F-4D97-AF65-F5344CB8AC3E}">
        <p14:creationId xmlns:p14="http://schemas.microsoft.com/office/powerpoint/2010/main" val="34165226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之後找</a:t>
            </a:r>
            <a:r>
              <a:rPr lang="en-US" altLang="zh-TW" dirty="0"/>
              <a:t>CRITICAL PATH</a:t>
            </a:r>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5</a:t>
            </a:fld>
            <a:endParaRPr lang="zh-TW" altLang="en-US"/>
          </a:p>
        </p:txBody>
      </p:sp>
    </p:spTree>
    <p:extLst>
      <p:ext uri="{BB962C8B-B14F-4D97-AF65-F5344CB8AC3E}">
        <p14:creationId xmlns:p14="http://schemas.microsoft.com/office/powerpoint/2010/main" val="70114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初始條件執行從</a:t>
            </a:r>
            <a:r>
              <a:rPr lang="en-US" altLang="zh-TW" dirty="0"/>
              <a:t>vm0</a:t>
            </a:r>
            <a:r>
              <a:rPr lang="zh-TW" altLang="en-US" dirty="0"/>
              <a:t>開始</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6</a:t>
            </a:fld>
            <a:endParaRPr lang="zh-TW" altLang="en-US"/>
          </a:p>
        </p:txBody>
      </p:sp>
    </p:spTree>
    <p:extLst>
      <p:ext uri="{BB962C8B-B14F-4D97-AF65-F5344CB8AC3E}">
        <p14:creationId xmlns:p14="http://schemas.microsoft.com/office/powerpoint/2010/main" val="1616673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初始條件執行從</a:t>
            </a:r>
            <a:r>
              <a:rPr lang="en-US" altLang="zh-TW" dirty="0"/>
              <a:t>vm0</a:t>
            </a:r>
            <a:r>
              <a:rPr lang="zh-TW" altLang="en-US" dirty="0"/>
              <a:t>開始</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7</a:t>
            </a:fld>
            <a:endParaRPr lang="zh-TW" altLang="en-US"/>
          </a:p>
        </p:txBody>
      </p:sp>
    </p:spTree>
    <p:extLst>
      <p:ext uri="{BB962C8B-B14F-4D97-AF65-F5344CB8AC3E}">
        <p14:creationId xmlns:p14="http://schemas.microsoft.com/office/powerpoint/2010/main" val="3659874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初始條件執行從</a:t>
            </a:r>
            <a:r>
              <a:rPr lang="en-US" altLang="zh-TW" dirty="0"/>
              <a:t>vm0</a:t>
            </a:r>
            <a:r>
              <a:rPr lang="zh-TW" altLang="en-US" dirty="0"/>
              <a:t>開始</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8</a:t>
            </a:fld>
            <a:endParaRPr lang="zh-TW" altLang="en-US"/>
          </a:p>
        </p:txBody>
      </p:sp>
    </p:spTree>
    <p:extLst>
      <p:ext uri="{BB962C8B-B14F-4D97-AF65-F5344CB8AC3E}">
        <p14:creationId xmlns:p14="http://schemas.microsoft.com/office/powerpoint/2010/main" val="2343725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初始條件執行從</a:t>
            </a:r>
            <a:r>
              <a:rPr lang="en-US" altLang="zh-TW" dirty="0"/>
              <a:t>vm0</a:t>
            </a:r>
            <a:r>
              <a:rPr lang="zh-TW" altLang="en-US" dirty="0"/>
              <a:t>開始</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9</a:t>
            </a:fld>
            <a:endParaRPr lang="zh-TW" altLang="en-US"/>
          </a:p>
        </p:txBody>
      </p:sp>
    </p:spTree>
    <p:extLst>
      <p:ext uri="{BB962C8B-B14F-4D97-AF65-F5344CB8AC3E}">
        <p14:creationId xmlns:p14="http://schemas.microsoft.com/office/powerpoint/2010/main" val="2683776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初始條件執行從</a:t>
            </a:r>
            <a:r>
              <a:rPr lang="en-US" altLang="zh-TW" dirty="0"/>
              <a:t>vm0</a:t>
            </a:r>
            <a:r>
              <a:rPr lang="zh-TW" altLang="en-US" dirty="0"/>
              <a:t>開始</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10</a:t>
            </a:fld>
            <a:endParaRPr lang="zh-TW" altLang="en-US"/>
          </a:p>
        </p:txBody>
      </p:sp>
    </p:spTree>
    <p:extLst>
      <p:ext uri="{BB962C8B-B14F-4D97-AF65-F5344CB8AC3E}">
        <p14:creationId xmlns:p14="http://schemas.microsoft.com/office/powerpoint/2010/main" val="3589179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初始條件執行從</a:t>
            </a:r>
            <a:r>
              <a:rPr lang="en-US" altLang="zh-TW" dirty="0"/>
              <a:t>vm0</a:t>
            </a:r>
            <a:r>
              <a:rPr lang="zh-TW" altLang="en-US" dirty="0"/>
              <a:t>開始</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11</a:t>
            </a:fld>
            <a:endParaRPr lang="zh-TW" altLang="en-US"/>
          </a:p>
        </p:txBody>
      </p:sp>
    </p:spTree>
    <p:extLst>
      <p:ext uri="{BB962C8B-B14F-4D97-AF65-F5344CB8AC3E}">
        <p14:creationId xmlns:p14="http://schemas.microsoft.com/office/powerpoint/2010/main" val="3127906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初始條件執行從</a:t>
            </a:r>
            <a:r>
              <a:rPr lang="en-US" altLang="zh-TW" dirty="0"/>
              <a:t>vm0</a:t>
            </a:r>
            <a:r>
              <a:rPr lang="zh-TW" altLang="en-US" dirty="0"/>
              <a:t>開始</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12</a:t>
            </a:fld>
            <a:endParaRPr lang="zh-TW" altLang="en-US"/>
          </a:p>
        </p:txBody>
      </p:sp>
    </p:spTree>
    <p:extLst>
      <p:ext uri="{BB962C8B-B14F-4D97-AF65-F5344CB8AC3E}">
        <p14:creationId xmlns:p14="http://schemas.microsoft.com/office/powerpoint/2010/main" val="2993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初始條件執行從</a:t>
            </a:r>
            <a:r>
              <a:rPr lang="en-US" altLang="zh-TW" dirty="0"/>
              <a:t>vm0</a:t>
            </a:r>
            <a:r>
              <a:rPr lang="zh-TW" altLang="en-US" dirty="0"/>
              <a:t>開始</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13</a:t>
            </a:fld>
            <a:endParaRPr lang="zh-TW" altLang="en-US"/>
          </a:p>
        </p:txBody>
      </p:sp>
    </p:spTree>
    <p:extLst>
      <p:ext uri="{BB962C8B-B14F-4D97-AF65-F5344CB8AC3E}">
        <p14:creationId xmlns:p14="http://schemas.microsoft.com/office/powerpoint/2010/main" val="28511960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初始條件執行從</a:t>
            </a:r>
            <a:r>
              <a:rPr lang="en-US" altLang="zh-TW" dirty="0"/>
              <a:t>vm0</a:t>
            </a:r>
            <a:r>
              <a:rPr lang="zh-TW" altLang="en-US" dirty="0"/>
              <a:t>開始</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14</a:t>
            </a:fld>
            <a:endParaRPr lang="zh-TW" altLang="en-US"/>
          </a:p>
        </p:txBody>
      </p:sp>
    </p:spTree>
    <p:extLst>
      <p:ext uri="{BB962C8B-B14F-4D97-AF65-F5344CB8AC3E}">
        <p14:creationId xmlns:p14="http://schemas.microsoft.com/office/powerpoint/2010/main" val="3630959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初始條件執行從</a:t>
            </a:r>
            <a:r>
              <a:rPr lang="en-US" altLang="zh-TW" dirty="0"/>
              <a:t>vm0</a:t>
            </a:r>
            <a:r>
              <a:rPr lang="zh-TW" altLang="en-US" dirty="0"/>
              <a:t>開始</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15</a:t>
            </a:fld>
            <a:endParaRPr lang="zh-TW" altLang="en-US"/>
          </a:p>
        </p:txBody>
      </p:sp>
    </p:spTree>
    <p:extLst>
      <p:ext uri="{BB962C8B-B14F-4D97-AF65-F5344CB8AC3E}">
        <p14:creationId xmlns:p14="http://schemas.microsoft.com/office/powerpoint/2010/main" val="17265136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初始條件執行從</a:t>
            </a:r>
            <a:r>
              <a:rPr lang="en-US" altLang="zh-TW" dirty="0"/>
              <a:t>vm0</a:t>
            </a:r>
            <a:r>
              <a:rPr lang="zh-TW" altLang="en-US" dirty="0"/>
              <a:t>開始</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16</a:t>
            </a:fld>
            <a:endParaRPr lang="zh-TW" altLang="en-US"/>
          </a:p>
        </p:txBody>
      </p:sp>
    </p:spTree>
    <p:extLst>
      <p:ext uri="{BB962C8B-B14F-4D97-AF65-F5344CB8AC3E}">
        <p14:creationId xmlns:p14="http://schemas.microsoft.com/office/powerpoint/2010/main" val="27379357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初始條件執行從</a:t>
            </a:r>
            <a:r>
              <a:rPr lang="en-US" altLang="zh-TW" dirty="0"/>
              <a:t>vm0</a:t>
            </a:r>
            <a:r>
              <a:rPr lang="zh-TW" altLang="en-US" dirty="0"/>
              <a:t>開始</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17</a:t>
            </a:fld>
            <a:endParaRPr lang="zh-TW" altLang="en-US"/>
          </a:p>
        </p:txBody>
      </p:sp>
    </p:spTree>
    <p:extLst>
      <p:ext uri="{BB962C8B-B14F-4D97-AF65-F5344CB8AC3E}">
        <p14:creationId xmlns:p14="http://schemas.microsoft.com/office/powerpoint/2010/main" val="34107350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最大</a:t>
            </a:r>
            <a:r>
              <a:rPr lang="en-US" altLang="zh-TW" dirty="0" err="1"/>
              <a:t>maxslack</a:t>
            </a:r>
            <a:r>
              <a:rPr lang="zh-TW" altLang="en-US" dirty="0"/>
              <a:t>表示它有足夠的時間負擔得起</a:t>
            </a:r>
            <a:r>
              <a:rPr lang="en-US" altLang="zh-TW" dirty="0" err="1"/>
              <a:t>τi</a:t>
            </a:r>
            <a:r>
              <a:rPr lang="zh-TW" altLang="en-US" dirty="0"/>
              <a:t>的開始時間</a:t>
            </a:r>
            <a:endParaRPr lang="en-US" altLang="zh-TW" dirty="0"/>
          </a:p>
          <a:p>
            <a:r>
              <a:rPr lang="zh-TW" altLang="en-US" dirty="0"/>
              <a:t>任務最大延遲時間（</a:t>
            </a:r>
            <a:r>
              <a:rPr lang="en-US" altLang="zh-TW" dirty="0" err="1"/>
              <a:t>maxslack</a:t>
            </a:r>
            <a:r>
              <a:rPr lang="zh-TW" altLang="en-US" dirty="0"/>
              <a:t>）任務最大延遲時間</a:t>
            </a:r>
            <a:r>
              <a:rPr lang="en-US" altLang="zh-TW" dirty="0" err="1"/>
              <a:t>maxslack</a:t>
            </a:r>
            <a:r>
              <a:rPr lang="zh-TW" altLang="en-US" dirty="0"/>
              <a:t>用於測量違反截止期限約束的任務的空閒時間的長度。 </a:t>
            </a:r>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19</a:t>
            </a:fld>
            <a:endParaRPr lang="zh-TW" altLang="en-US"/>
          </a:p>
        </p:txBody>
      </p:sp>
    </p:spTree>
    <p:extLst>
      <p:ext uri="{BB962C8B-B14F-4D97-AF65-F5344CB8AC3E}">
        <p14:creationId xmlns:p14="http://schemas.microsoft.com/office/powerpoint/2010/main" val="1170710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1" dirty="0">
                <a:solidFill>
                  <a:srgbClr val="444444"/>
                </a:solidFill>
                <a:effectLst/>
                <a:latin typeface="Roboto"/>
              </a:rPr>
              <a:t>伊利諾理工學院</a:t>
            </a:r>
          </a:p>
          <a:p>
            <a:r>
              <a:rPr lang="zh-TW" altLang="en-US" dirty="0"/>
              <a:t>在確定的應用執行時間表下，確定</a:t>
            </a:r>
            <a:r>
              <a:rPr lang="en-US" altLang="zh-TW" dirty="0"/>
              <a:t>VM</a:t>
            </a:r>
            <a:r>
              <a:rPr lang="zh-TW" altLang="en-US" dirty="0"/>
              <a:t>的運行時間表，即何時開啟或關閉</a:t>
            </a:r>
            <a:r>
              <a:rPr lang="en-US" altLang="zh-TW" dirty="0"/>
              <a:t>VM</a:t>
            </a:r>
            <a:r>
              <a:rPr lang="zh-TW" altLang="en-US" dirty="0"/>
              <a:t>，以最大程度地減少執行應用所需的</a:t>
            </a:r>
            <a:r>
              <a:rPr lang="en-US" altLang="zh-TW" dirty="0"/>
              <a:t>VM</a:t>
            </a:r>
            <a:r>
              <a:rPr lang="zh-TW" altLang="en-US" dirty="0"/>
              <a:t>實例總時數。</a:t>
            </a:r>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22</a:t>
            </a:fld>
            <a:endParaRPr lang="zh-TW" altLang="en-US"/>
          </a:p>
        </p:txBody>
      </p:sp>
    </p:spTree>
    <p:extLst>
      <p:ext uri="{BB962C8B-B14F-4D97-AF65-F5344CB8AC3E}">
        <p14:creationId xmlns:p14="http://schemas.microsoft.com/office/powerpoint/2010/main" val="40234206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啟發式算法，稱為最小鬆弛時間和最小距離（</a:t>
            </a:r>
            <a:r>
              <a:rPr lang="en-US" altLang="zh-TW" dirty="0"/>
              <a:t>MSMD</a:t>
            </a:r>
            <a:r>
              <a:rPr lang="zh-TW" altLang="en-US" dirty="0"/>
              <a:t>）算法</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Deadline</a:t>
            </a:r>
            <a:r>
              <a:rPr lang="zh-TW" altLang="en-US" dirty="0"/>
              <a:t>所需的最小</a:t>
            </a:r>
            <a:r>
              <a:rPr lang="en-US" altLang="zh-TW" dirty="0"/>
              <a:t>VM</a:t>
            </a:r>
            <a:r>
              <a:rPr lang="zh-TW" altLang="en-US" dirty="0"/>
              <a:t>實例數，最小</a:t>
            </a:r>
            <a:r>
              <a:rPr lang="en-US" altLang="zh-TW" dirty="0" err="1"/>
              <a:t>makespan</a:t>
            </a:r>
            <a:r>
              <a:rPr lang="zh-TW" altLang="en-US" dirty="0"/>
              <a:t>。一旦確定</a:t>
            </a:r>
            <a:r>
              <a:rPr lang="en-US" altLang="zh-TW" dirty="0"/>
              <a:t>VM</a:t>
            </a:r>
            <a:r>
              <a:rPr lang="zh-TW" altLang="en-US" dirty="0"/>
              <a:t>實例數量，</a:t>
            </a:r>
            <a:r>
              <a:rPr lang="en-US" altLang="zh-TW" sz="1200" b="0" i="0" u="none" strike="noStrike" baseline="0" dirty="0">
                <a:latin typeface="NimbusSanL-Regu"/>
              </a:rPr>
              <a:t>(VM) instances allocated to the application is minimized</a:t>
            </a:r>
            <a:r>
              <a:rPr lang="zh-TW" altLang="en-US" sz="1200" b="0" i="0" u="none" strike="noStrike" baseline="0" dirty="0">
                <a:latin typeface="NimbusSanL-Regu"/>
              </a:rPr>
              <a:t>，</a:t>
            </a:r>
            <a:r>
              <a:rPr lang="en-US" altLang="zh-TW" dirty="0"/>
              <a:t>MSMD</a:t>
            </a:r>
            <a:r>
              <a:rPr lang="zh-TW" altLang="en-US" dirty="0"/>
              <a:t>算法可以以更少的資源保證</a:t>
            </a:r>
            <a:r>
              <a:rPr lang="en-US" altLang="zh-TW" dirty="0"/>
              <a:t>application</a:t>
            </a:r>
            <a:r>
              <a:rPr lang="zh-TW" altLang="en-US" dirty="0"/>
              <a:t>的端到端期限</a:t>
            </a:r>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23</a:t>
            </a:fld>
            <a:endParaRPr lang="zh-TW" altLang="en-US"/>
          </a:p>
        </p:txBody>
      </p:sp>
    </p:spTree>
    <p:extLst>
      <p:ext uri="{BB962C8B-B14F-4D97-AF65-F5344CB8AC3E}">
        <p14:creationId xmlns:p14="http://schemas.microsoft.com/office/powerpoint/2010/main" val="19371828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Deadline</a:t>
            </a:r>
            <a:r>
              <a:rPr lang="zh-TW" altLang="en-US" dirty="0"/>
              <a:t>所需的最小</a:t>
            </a:r>
            <a:r>
              <a:rPr lang="en-US" altLang="zh-TW" dirty="0"/>
              <a:t>VM</a:t>
            </a:r>
            <a:r>
              <a:rPr lang="zh-TW" altLang="en-US" dirty="0"/>
              <a:t>實例數，最小</a:t>
            </a:r>
            <a:r>
              <a:rPr lang="en-US" altLang="zh-TW" dirty="0" err="1"/>
              <a:t>makespan</a:t>
            </a:r>
            <a:r>
              <a:rPr lang="zh-TW" altLang="en-US" dirty="0"/>
              <a:t>。一旦確定</a:t>
            </a:r>
            <a:r>
              <a:rPr lang="en-US" altLang="zh-TW" dirty="0"/>
              <a:t>VM</a:t>
            </a:r>
            <a:r>
              <a:rPr lang="zh-TW" altLang="en-US" dirty="0"/>
              <a:t>實例數量，</a:t>
            </a:r>
            <a:r>
              <a:rPr lang="en-US" altLang="zh-TW" sz="1200" b="0" i="0" u="none" strike="noStrike" baseline="0" dirty="0">
                <a:latin typeface="NimbusSanL-Regu"/>
              </a:rPr>
              <a:t>(VM) instances allocated to the application is minimized</a:t>
            </a:r>
            <a:r>
              <a:rPr lang="zh-TW" altLang="en-US" sz="1200" b="0" i="0" u="none" strike="noStrike" baseline="0" dirty="0">
                <a:latin typeface="NimbusSanL-Regu"/>
              </a:rPr>
              <a:t>，</a:t>
            </a:r>
            <a:r>
              <a:rPr lang="en-US" altLang="zh-TW" dirty="0"/>
              <a:t>MSMD</a:t>
            </a:r>
            <a:r>
              <a:rPr lang="zh-TW" altLang="en-US" dirty="0"/>
              <a:t>算法可以以更少的資源保證</a:t>
            </a:r>
            <a:r>
              <a:rPr lang="en-US" altLang="zh-TW" dirty="0"/>
              <a:t>application</a:t>
            </a:r>
            <a:r>
              <a:rPr lang="zh-TW" altLang="en-US" dirty="0"/>
              <a:t>的端到端期限</a:t>
            </a:r>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25</a:t>
            </a:fld>
            <a:endParaRPr lang="zh-TW" altLang="en-US"/>
          </a:p>
        </p:txBody>
      </p:sp>
    </p:spTree>
    <p:extLst>
      <p:ext uri="{BB962C8B-B14F-4D97-AF65-F5344CB8AC3E}">
        <p14:creationId xmlns:p14="http://schemas.microsoft.com/office/powerpoint/2010/main" val="16168128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最大</a:t>
            </a:r>
            <a:r>
              <a:rPr lang="en-US" altLang="zh-TW" dirty="0" err="1"/>
              <a:t>maxslack</a:t>
            </a:r>
            <a:r>
              <a:rPr lang="zh-TW" altLang="en-US" dirty="0"/>
              <a:t>表示它有足夠的時間負擔得起</a:t>
            </a:r>
            <a:r>
              <a:rPr lang="en-US" altLang="zh-TW" dirty="0" err="1"/>
              <a:t>τi</a:t>
            </a:r>
            <a:r>
              <a:rPr lang="zh-TW" altLang="en-US" dirty="0"/>
              <a:t>的開始時間</a:t>
            </a:r>
            <a:endParaRPr lang="en-US" altLang="zh-TW" dirty="0"/>
          </a:p>
          <a:p>
            <a:r>
              <a:rPr lang="en-US" altLang="zh-TW" dirty="0" err="1"/>
              <a:t>maxslack</a:t>
            </a:r>
            <a:r>
              <a:rPr lang="zh-TW" altLang="en-US" dirty="0"/>
              <a:t>用於測量違反截止期限約束的任務的空閒時間的長度。</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Deadline</a:t>
            </a:r>
            <a:r>
              <a:rPr lang="zh-TW" altLang="en-US" dirty="0"/>
              <a:t>所需的最小</a:t>
            </a:r>
            <a:r>
              <a:rPr lang="en-US" altLang="zh-TW" dirty="0"/>
              <a:t>VM</a:t>
            </a:r>
            <a:r>
              <a:rPr lang="zh-TW" altLang="en-US" dirty="0"/>
              <a:t>實例數，最小</a:t>
            </a:r>
            <a:r>
              <a:rPr lang="en-US" altLang="zh-TW" dirty="0" err="1"/>
              <a:t>makespan</a:t>
            </a:r>
            <a:r>
              <a:rPr lang="zh-TW" altLang="en-US" dirty="0"/>
              <a:t>。一旦確定</a:t>
            </a:r>
            <a:r>
              <a:rPr lang="en-US" altLang="zh-TW" dirty="0"/>
              <a:t>VM</a:t>
            </a:r>
            <a:r>
              <a:rPr lang="zh-TW" altLang="en-US" dirty="0"/>
              <a:t>實例數量，</a:t>
            </a:r>
            <a:r>
              <a:rPr lang="en-US" altLang="zh-TW" dirty="0"/>
              <a:t>MSMD</a:t>
            </a:r>
            <a:r>
              <a:rPr lang="zh-TW" altLang="en-US" dirty="0"/>
              <a:t>算法可以以更少的資源保證</a:t>
            </a:r>
            <a:r>
              <a:rPr lang="en-US" altLang="zh-TW" dirty="0"/>
              <a:t>application</a:t>
            </a:r>
            <a:r>
              <a:rPr lang="zh-TW" altLang="en-US" dirty="0"/>
              <a:t>的端到端期限</a:t>
            </a:r>
          </a:p>
          <a:p>
            <a:r>
              <a:rPr lang="zh-TW" altLang="en-US" dirty="0"/>
              <a:t> </a:t>
            </a:r>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27</a:t>
            </a:fld>
            <a:endParaRPr lang="zh-TW" altLang="en-US"/>
          </a:p>
        </p:txBody>
      </p:sp>
    </p:spTree>
    <p:extLst>
      <p:ext uri="{BB962C8B-B14F-4D97-AF65-F5344CB8AC3E}">
        <p14:creationId xmlns:p14="http://schemas.microsoft.com/office/powerpoint/2010/main" val="11849080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SFT: VM</a:t>
            </a:r>
            <a:r>
              <a:rPr lang="zh-TW" altLang="en-US" dirty="0"/>
              <a:t>上</a:t>
            </a:r>
            <a:r>
              <a:rPr lang="en-US" altLang="zh-TW" dirty="0"/>
              <a:t>instance </a:t>
            </a:r>
            <a:r>
              <a:rPr lang="zh-TW" altLang="en-US" dirty="0"/>
              <a:t>完成任務時間。。相對距離用於指示候選任務的準備時間的接近程度。 </a:t>
            </a:r>
            <a:endParaRPr lang="en-US" altLang="zh-TW" dirty="0"/>
          </a:p>
          <a:p>
            <a:r>
              <a:rPr lang="zh-TW" altLang="en-US" dirty="0"/>
              <a:t>這樣做將為優先級較低的任務提供更多機會儘早開始，它允許某些非關鍵任務與關鍵任務共享同一個</a:t>
            </a:r>
            <a:r>
              <a:rPr lang="en-US" altLang="zh-TW" dirty="0"/>
              <a:t>VM</a:t>
            </a:r>
            <a:r>
              <a:rPr lang="zh-TW" altLang="en-US" dirty="0"/>
              <a:t>實例，從而在調度時其他</a:t>
            </a:r>
            <a:r>
              <a:rPr lang="en-US" altLang="zh-TW" dirty="0"/>
              <a:t>VM</a:t>
            </a:r>
            <a:r>
              <a:rPr lang="zh-TW" altLang="en-US" dirty="0"/>
              <a:t>實例的最早可用時間大於關鍵任務</a:t>
            </a:r>
            <a:r>
              <a:rPr lang="en-US" altLang="zh-TW" dirty="0"/>
              <a:t>VM</a:t>
            </a:r>
            <a:r>
              <a:rPr lang="zh-TW" altLang="en-US" dirty="0"/>
              <a:t>實例時，進一步減小了應用程序的跨度。</a:t>
            </a:r>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28</a:t>
            </a:fld>
            <a:endParaRPr lang="zh-TW" altLang="en-US"/>
          </a:p>
        </p:txBody>
      </p:sp>
    </p:spTree>
    <p:extLst>
      <p:ext uri="{BB962C8B-B14F-4D97-AF65-F5344CB8AC3E}">
        <p14:creationId xmlns:p14="http://schemas.microsoft.com/office/powerpoint/2010/main" val="38571964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具有低</a:t>
            </a:r>
            <a:r>
              <a:rPr lang="en-US" altLang="zh-TW" dirty="0" err="1"/>
              <a:t>DRank</a:t>
            </a:r>
            <a:r>
              <a:rPr lang="zh-TW" altLang="en-US" dirty="0"/>
              <a:t>值的任務比具有高</a:t>
            </a:r>
            <a:r>
              <a:rPr lang="en-US" altLang="zh-TW" dirty="0" err="1"/>
              <a:t>DRank</a:t>
            </a:r>
            <a:r>
              <a:rPr lang="zh-TW" altLang="en-US" dirty="0"/>
              <a:t>值的任務具有更高的優先級</a:t>
            </a:r>
            <a:endParaRPr lang="en-US" altLang="zh-TW" dirty="0"/>
          </a:p>
          <a:p>
            <a:r>
              <a:rPr lang="zh-TW" altLang="en-US" dirty="0"/>
              <a:t>當兩個任務具有相同的</a:t>
            </a:r>
            <a:r>
              <a:rPr lang="en-US" altLang="zh-TW" dirty="0" err="1"/>
              <a:t>DRank</a:t>
            </a:r>
            <a:r>
              <a:rPr lang="zh-TW" altLang="en-US" dirty="0"/>
              <a:t>值時，</a:t>
            </a:r>
            <a:r>
              <a:rPr lang="en-US" altLang="zh-TW" dirty="0" err="1"/>
              <a:t>maxslack</a:t>
            </a:r>
            <a:r>
              <a:rPr lang="zh-TW" altLang="en-US" dirty="0"/>
              <a:t>較低的任務具有比其他任務更高的優先級</a:t>
            </a:r>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34</a:t>
            </a:fld>
            <a:endParaRPr lang="zh-TW" altLang="en-US"/>
          </a:p>
        </p:txBody>
      </p:sp>
    </p:spTree>
    <p:extLst>
      <p:ext uri="{BB962C8B-B14F-4D97-AF65-F5344CB8AC3E}">
        <p14:creationId xmlns:p14="http://schemas.microsoft.com/office/powerpoint/2010/main" val="36774585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具有低</a:t>
            </a:r>
            <a:r>
              <a:rPr lang="en-US" altLang="zh-TW" dirty="0" err="1"/>
              <a:t>DRank</a:t>
            </a:r>
            <a:r>
              <a:rPr lang="zh-TW" altLang="en-US" dirty="0"/>
              <a:t>值的任務比具有高</a:t>
            </a:r>
            <a:r>
              <a:rPr lang="en-US" altLang="zh-TW" dirty="0" err="1"/>
              <a:t>DRank</a:t>
            </a:r>
            <a:r>
              <a:rPr lang="zh-TW" altLang="en-US" dirty="0"/>
              <a:t>值的任務具有更高的優先級</a:t>
            </a:r>
            <a:endParaRPr lang="en-US" altLang="zh-TW" dirty="0"/>
          </a:p>
          <a:p>
            <a:r>
              <a:rPr lang="zh-TW" altLang="en-US" dirty="0"/>
              <a:t>當兩個任務具有相同的</a:t>
            </a:r>
            <a:r>
              <a:rPr lang="en-US" altLang="zh-TW" dirty="0" err="1"/>
              <a:t>DRank</a:t>
            </a:r>
            <a:r>
              <a:rPr lang="zh-TW" altLang="en-US" dirty="0"/>
              <a:t>值時，</a:t>
            </a:r>
            <a:r>
              <a:rPr lang="en-US" altLang="zh-TW" dirty="0" err="1"/>
              <a:t>maxslack</a:t>
            </a:r>
            <a:r>
              <a:rPr lang="zh-TW" altLang="en-US" dirty="0"/>
              <a:t>較低的任務具有比其他任務更高的優先級</a:t>
            </a:r>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35</a:t>
            </a:fld>
            <a:endParaRPr lang="zh-TW" altLang="en-US"/>
          </a:p>
        </p:txBody>
      </p:sp>
    </p:spTree>
    <p:extLst>
      <p:ext uri="{BB962C8B-B14F-4D97-AF65-F5344CB8AC3E}">
        <p14:creationId xmlns:p14="http://schemas.microsoft.com/office/powerpoint/2010/main" val="22253791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拓撲級別可用於滿足</a:t>
            </a:r>
            <a:r>
              <a:rPr lang="en-US" altLang="zh-TW" dirty="0"/>
              <a:t>DAG</a:t>
            </a:r>
            <a:r>
              <a:rPr lang="zh-TW" altLang="en-US" dirty="0"/>
              <a:t>中並行任務的優先級約束，但不能用於構建優先級隊列。</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a:t>
            </a:r>
            <a:r>
              <a:rPr lang="en-US" altLang="zh-TW" dirty="0"/>
              <a:t>priority</a:t>
            </a:r>
            <a:r>
              <a:rPr lang="zh-TW" altLang="en-US" dirty="0"/>
              <a:t>確定階段，使用基於拓撲級別和最大冗餘值的組合的</a:t>
            </a:r>
            <a:r>
              <a:rPr lang="en-US" altLang="zh-TW" dirty="0"/>
              <a:t>MSMD</a:t>
            </a:r>
            <a:r>
              <a:rPr lang="zh-TW" altLang="en-US" dirty="0"/>
              <a:t>算法。</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37</a:t>
            </a:fld>
            <a:endParaRPr lang="zh-TW" altLang="en-US"/>
          </a:p>
        </p:txBody>
      </p:sp>
    </p:spTree>
    <p:extLst>
      <p:ext uri="{BB962C8B-B14F-4D97-AF65-F5344CB8AC3E}">
        <p14:creationId xmlns:p14="http://schemas.microsoft.com/office/powerpoint/2010/main" val="26884073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dirty="0"/>
              <a:t>我們將</a:t>
            </a:r>
            <a:r>
              <a:rPr lang="en-US" altLang="zh-TW" sz="1200" dirty="0"/>
              <a:t>N</a:t>
            </a:r>
            <a:r>
              <a:rPr lang="zh-TW" altLang="en-US" sz="1200" dirty="0"/>
              <a:t>設為工作流中的任務數，將</a:t>
            </a:r>
            <a:r>
              <a:rPr lang="en-US" altLang="zh-TW" sz="1200" dirty="0"/>
              <a:t>M</a:t>
            </a:r>
            <a:r>
              <a:rPr lang="zh-TW" altLang="en-US" sz="1200" dirty="0"/>
              <a:t>設為</a:t>
            </a:r>
            <a:r>
              <a:rPr lang="en-US" altLang="zh-TW" sz="1200" dirty="0"/>
              <a:t>VM</a:t>
            </a:r>
            <a:r>
              <a:rPr lang="zh-TW" altLang="en-US" sz="1200" dirty="0"/>
              <a:t>數。</a:t>
            </a:r>
            <a:endParaRPr lang="en-US" altLang="zh-TW" sz="1200"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40</a:t>
            </a:fld>
            <a:endParaRPr lang="zh-TW" altLang="en-US"/>
          </a:p>
        </p:txBody>
      </p:sp>
    </p:spTree>
    <p:extLst>
      <p:ext uri="{BB962C8B-B14F-4D97-AF65-F5344CB8AC3E}">
        <p14:creationId xmlns:p14="http://schemas.microsoft.com/office/powerpoint/2010/main" val="4053176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41</a:t>
            </a:fld>
            <a:endParaRPr lang="zh-TW" altLang="en-US"/>
          </a:p>
        </p:txBody>
      </p:sp>
    </p:spTree>
    <p:extLst>
      <p:ext uri="{BB962C8B-B14F-4D97-AF65-F5344CB8AC3E}">
        <p14:creationId xmlns:p14="http://schemas.microsoft.com/office/powerpoint/2010/main" val="18484883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目的是優先隊列</a:t>
            </a:r>
            <a:r>
              <a:rPr lang="en-US" altLang="zh-TW" dirty="0"/>
              <a:t>Queue </a:t>
            </a:r>
            <a:r>
              <a:rPr lang="en-US" altLang="zh-TW" dirty="0" err="1"/>
              <a:t>Urank</a:t>
            </a:r>
            <a:r>
              <a:rPr lang="zh-TW" altLang="en-US" dirty="0"/>
              <a:t>中每個候選任務映射到合適的</a:t>
            </a:r>
            <a:r>
              <a:rPr lang="en-US" altLang="zh-TW" dirty="0"/>
              <a:t>VM</a:t>
            </a:r>
            <a:r>
              <a:rPr lang="zh-TW" altLang="en-US" dirty="0"/>
              <a:t>實例</a:t>
            </a:r>
            <a:endParaRPr lang="en-US" altLang="zh-TW" dirty="0"/>
          </a:p>
          <a:p>
            <a:r>
              <a:rPr lang="zh-TW" altLang="en-US" dirty="0"/>
              <a:t>計算相對</a:t>
            </a:r>
            <a:r>
              <a:rPr lang="en-US" altLang="zh-TW" dirty="0"/>
              <a:t>dis</a:t>
            </a:r>
            <a:r>
              <a:rPr lang="zh-TW" altLang="en-US" dirty="0"/>
              <a:t>存到</a:t>
            </a:r>
            <a:r>
              <a:rPr lang="en-US" altLang="zh-TW" dirty="0"/>
              <a:t>dis6</a:t>
            </a:r>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42</a:t>
            </a:fld>
            <a:endParaRPr lang="zh-TW" altLang="en-US"/>
          </a:p>
        </p:txBody>
      </p:sp>
    </p:spTree>
    <p:extLst>
      <p:ext uri="{BB962C8B-B14F-4D97-AF65-F5344CB8AC3E}">
        <p14:creationId xmlns:p14="http://schemas.microsoft.com/office/powerpoint/2010/main" val="27189190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VM</a:t>
            </a:r>
            <a:r>
              <a:rPr lang="zh-TW" altLang="en-US" dirty="0"/>
              <a:t>實例的數量</a:t>
            </a:r>
            <a:r>
              <a:rPr lang="en-US" altLang="zh-TW" dirty="0"/>
              <a:t>M</a:t>
            </a:r>
            <a:r>
              <a:rPr lang="zh-TW" altLang="en-US" dirty="0"/>
              <a:t>應該用於具有期限限制</a:t>
            </a:r>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44</a:t>
            </a:fld>
            <a:endParaRPr lang="zh-TW" altLang="en-US"/>
          </a:p>
        </p:txBody>
      </p:sp>
    </p:spTree>
    <p:extLst>
      <p:ext uri="{BB962C8B-B14F-4D97-AF65-F5344CB8AC3E}">
        <p14:creationId xmlns:p14="http://schemas.microsoft.com/office/powerpoint/2010/main" val="38387724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u="none" strike="noStrike" baseline="0" dirty="0">
                <a:solidFill>
                  <a:srgbClr val="000000"/>
                </a:solidFill>
              </a:rPr>
              <a:t>scheduling length ratio  </a:t>
            </a:r>
            <a:r>
              <a:rPr lang="en-US" altLang="zh-TW" dirty="0">
                <a:solidFill>
                  <a:srgbClr val="FF0000"/>
                </a:solidFill>
              </a:rPr>
              <a:t>normalize the </a:t>
            </a:r>
            <a:r>
              <a:rPr lang="en-US" altLang="zh-TW" dirty="0" err="1">
                <a:solidFill>
                  <a:srgbClr val="FF0000"/>
                </a:solidFill>
              </a:rPr>
              <a:t>makespan</a:t>
            </a:r>
            <a:r>
              <a:rPr lang="en-US" altLang="zh-TW" dirty="0"/>
              <a:t>.</a:t>
            </a:r>
            <a:r>
              <a:rPr lang="zh-TW" altLang="en-US" dirty="0"/>
              <a:t>，</a:t>
            </a:r>
            <a:r>
              <a:rPr lang="en-US" altLang="zh-TW" dirty="0">
                <a:solidFill>
                  <a:srgbClr val="FF0000"/>
                </a:solidFill>
              </a:rPr>
              <a:t>VM</a:t>
            </a:r>
            <a:r>
              <a:rPr lang="zh-TW" altLang="en-US" dirty="0">
                <a:solidFill>
                  <a:srgbClr val="FF0000"/>
                </a:solidFill>
              </a:rPr>
              <a:t>實例的數量會顯著影響</a:t>
            </a:r>
            <a:r>
              <a:rPr lang="en-US" altLang="zh-TW" dirty="0" err="1">
                <a:solidFill>
                  <a:srgbClr val="FF0000"/>
                </a:solidFill>
              </a:rPr>
              <a:t>makespan</a:t>
            </a:r>
            <a:r>
              <a:rPr lang="zh-TW" altLang="en-US" dirty="0">
                <a:solidFill>
                  <a:srgbClr val="FF0000"/>
                </a:solidFill>
              </a:rPr>
              <a:t>。</a:t>
            </a:r>
            <a:endParaRPr lang="en-US" altLang="zh-TW" dirty="0">
              <a:solidFill>
                <a:srgbClr val="FF0000"/>
              </a:solidFill>
            </a:endParaRPr>
          </a:p>
          <a:p>
            <a:endParaRPr lang="en-US" altLang="zh-TW"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solidFill>
                  <a:srgbClr val="FF0000"/>
                </a:solidFill>
              </a:rPr>
              <a:t>真實工作流（即</a:t>
            </a:r>
            <a:r>
              <a:rPr lang="en-US" altLang="zh-TW" dirty="0">
                <a:solidFill>
                  <a:srgbClr val="FF0000"/>
                </a:solidFill>
              </a:rPr>
              <a:t>Montage</a:t>
            </a:r>
            <a:r>
              <a:rPr lang="zh-TW" altLang="en-US" dirty="0">
                <a:solidFill>
                  <a:srgbClr val="FF0000"/>
                </a:solidFill>
              </a:rPr>
              <a:t>，</a:t>
            </a:r>
            <a:r>
              <a:rPr lang="en-US" altLang="zh-TW" dirty="0">
                <a:solidFill>
                  <a:srgbClr val="FF0000"/>
                </a:solidFill>
              </a:rPr>
              <a:t>Cyber​​shake</a:t>
            </a:r>
            <a:r>
              <a:rPr lang="zh-TW" altLang="en-US" dirty="0">
                <a:solidFill>
                  <a:srgbClr val="FF0000"/>
                </a:solidFill>
              </a:rPr>
              <a:t>，</a:t>
            </a:r>
            <a:r>
              <a:rPr lang="en-US" altLang="zh-TW" dirty="0">
                <a:solidFill>
                  <a:srgbClr val="FF0000"/>
                </a:solidFill>
              </a:rPr>
              <a:t>Epigenomics</a:t>
            </a:r>
            <a:r>
              <a:rPr lang="zh-TW" altLang="en-US" dirty="0">
                <a:solidFill>
                  <a:srgbClr val="FF0000"/>
                </a:solidFill>
              </a:rPr>
              <a:t>和</a:t>
            </a:r>
            <a:r>
              <a:rPr lang="en-US" altLang="zh-TW" dirty="0">
                <a:solidFill>
                  <a:srgbClr val="FF0000"/>
                </a:solidFill>
              </a:rPr>
              <a:t>Genome</a:t>
            </a:r>
            <a:r>
              <a:rPr lang="zh-TW" altLang="en-US" dirty="0">
                <a:solidFill>
                  <a:srgbClr val="FF0000"/>
                </a:solidFill>
              </a:rPr>
              <a:t>）評估算法的性能。</a:t>
            </a:r>
            <a:endParaRPr lang="en-US" altLang="zh-TW" dirty="0">
              <a:solidFill>
                <a:srgbClr val="FF0000"/>
              </a:solidFill>
            </a:endParaRPr>
          </a:p>
          <a:p>
            <a:r>
              <a:rPr lang="en-US" altLang="zh-TW" dirty="0"/>
              <a:t>EPRD</a:t>
            </a:r>
            <a:r>
              <a:rPr lang="zh-TW" altLang="en-US" dirty="0"/>
              <a:t>算法始終優於</a:t>
            </a:r>
            <a:r>
              <a:rPr lang="en-US" altLang="zh-TW" dirty="0"/>
              <a:t>HEFT_D</a:t>
            </a:r>
            <a:r>
              <a:rPr lang="zh-TW" altLang="en-US" dirty="0"/>
              <a:t>和</a:t>
            </a:r>
            <a:r>
              <a:rPr lang="en-US" altLang="zh-TW" dirty="0"/>
              <a:t>MSMD</a:t>
            </a:r>
            <a:r>
              <a:rPr lang="zh-TW" altLang="en-US" dirty="0"/>
              <a:t>。</a:t>
            </a:r>
            <a:endParaRPr lang="en-US" altLang="zh-TW" dirty="0"/>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45</a:t>
            </a:fld>
            <a:endParaRPr lang="zh-TW" altLang="en-US"/>
          </a:p>
        </p:txBody>
      </p:sp>
    </p:spTree>
    <p:extLst>
      <p:ext uri="{BB962C8B-B14F-4D97-AF65-F5344CB8AC3E}">
        <p14:creationId xmlns:p14="http://schemas.microsoft.com/office/powerpoint/2010/main" val="15511772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resource reduction ratio</a:t>
            </a:r>
            <a:r>
              <a:rPr lang="zh-TW" altLang="en-US" dirty="0"/>
              <a:t>資源減少率，</a:t>
            </a:r>
            <a:r>
              <a:rPr lang="en-US" altLang="zh-TW" dirty="0">
                <a:solidFill>
                  <a:srgbClr val="FF0000"/>
                </a:solidFill>
              </a:rPr>
              <a:t>VM</a:t>
            </a:r>
            <a:r>
              <a:rPr lang="zh-TW" altLang="en-US" dirty="0">
                <a:solidFill>
                  <a:srgbClr val="FF0000"/>
                </a:solidFill>
              </a:rPr>
              <a:t>實例的上限指示資源減少的程度</a:t>
            </a:r>
            <a:endParaRPr lang="en-US" altLang="zh-TW" dirty="0">
              <a:solidFill>
                <a:srgbClr val="FF0000"/>
              </a:solidFill>
            </a:endParaRPr>
          </a:p>
          <a:p>
            <a:r>
              <a:rPr lang="zh-TW" altLang="en-US" dirty="0"/>
              <a:t>當工作流的截止時間分別是其關鍵路徑長度的</a:t>
            </a:r>
            <a:r>
              <a:rPr lang="en-US" altLang="zh-TW" dirty="0"/>
              <a:t>1.5</a:t>
            </a:r>
            <a:r>
              <a:rPr lang="zh-TW" altLang="en-US" dirty="0"/>
              <a:t>、</a:t>
            </a:r>
            <a:r>
              <a:rPr lang="en-US" altLang="zh-TW" dirty="0"/>
              <a:t>2.0</a:t>
            </a:r>
            <a:r>
              <a:rPr lang="zh-TW" altLang="en-US" dirty="0"/>
              <a:t>、</a:t>
            </a:r>
            <a:r>
              <a:rPr lang="en-US" altLang="zh-TW" dirty="0"/>
              <a:t>2.5</a:t>
            </a:r>
            <a:r>
              <a:rPr lang="zh-TW" altLang="en-US" dirty="0"/>
              <a:t>和</a:t>
            </a:r>
            <a:r>
              <a:rPr lang="en-US" altLang="zh-TW" dirty="0"/>
              <a:t>3.0</a:t>
            </a:r>
            <a:r>
              <a:rPr lang="zh-TW" altLang="en-US" dirty="0"/>
              <a:t>倍時</a:t>
            </a:r>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46</a:t>
            </a:fld>
            <a:endParaRPr lang="zh-TW" altLang="en-US"/>
          </a:p>
        </p:txBody>
      </p:sp>
    </p:spTree>
    <p:extLst>
      <p:ext uri="{BB962C8B-B14F-4D97-AF65-F5344CB8AC3E}">
        <p14:creationId xmlns:p14="http://schemas.microsoft.com/office/powerpoint/2010/main" val="11049962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EPRD</a:t>
            </a:r>
            <a:r>
              <a:rPr lang="zh-TW" altLang="en-US" dirty="0"/>
              <a:t>的主要目標是在</a:t>
            </a:r>
            <a:r>
              <a:rPr lang="en-US" altLang="zh-TW" dirty="0"/>
              <a:t>end to end deadline </a:t>
            </a:r>
            <a:r>
              <a:rPr lang="zh-TW" altLang="en-US" dirty="0"/>
              <a:t>約束下，使用</a:t>
            </a:r>
            <a:r>
              <a:rPr lang="zh-TW" altLang="en-US" dirty="0">
                <a:solidFill>
                  <a:srgbClr val="FF0000"/>
                </a:solidFill>
              </a:rPr>
              <a:t>適當的</a:t>
            </a:r>
            <a:r>
              <a:rPr lang="en-US" altLang="zh-TW" dirty="0">
                <a:solidFill>
                  <a:srgbClr val="FF0000"/>
                </a:solidFill>
              </a:rPr>
              <a:t>VM</a:t>
            </a:r>
            <a:r>
              <a:rPr lang="zh-TW" altLang="en-US" dirty="0">
                <a:solidFill>
                  <a:srgbClr val="FF0000"/>
                </a:solidFill>
              </a:rPr>
              <a:t>實例最小化</a:t>
            </a:r>
            <a:r>
              <a:rPr lang="en-US" altLang="zh-TW" dirty="0">
                <a:solidFill>
                  <a:srgbClr val="FF0000"/>
                </a:solidFill>
              </a:rPr>
              <a:t>DAG</a:t>
            </a:r>
            <a:r>
              <a:rPr lang="zh-TW" altLang="en-US" dirty="0">
                <a:solidFill>
                  <a:srgbClr val="FF0000"/>
                </a:solidFill>
              </a:rPr>
              <a:t>應用程序的調度長度。</a:t>
            </a:r>
            <a:endParaRPr lang="en-US" altLang="zh-TW"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當工作流的最後期限分別為其關鍵路徑長度的</a:t>
            </a:r>
            <a:r>
              <a:rPr lang="en-US" altLang="zh-TW" dirty="0"/>
              <a:t>1.5</a:t>
            </a:r>
            <a:r>
              <a:rPr lang="zh-TW" altLang="en-US" dirty="0"/>
              <a:t>倍，</a:t>
            </a:r>
            <a:r>
              <a:rPr lang="en-US" altLang="zh-TW" dirty="0"/>
              <a:t>2.0</a:t>
            </a:r>
            <a:r>
              <a:rPr lang="zh-TW" altLang="en-US" dirty="0"/>
              <a:t>倍，</a:t>
            </a:r>
            <a:r>
              <a:rPr lang="en-US" altLang="zh-TW" dirty="0"/>
              <a:t>2.5</a:t>
            </a:r>
            <a:r>
              <a:rPr lang="zh-TW" altLang="en-US" dirty="0"/>
              <a:t>倍和</a:t>
            </a:r>
            <a:r>
              <a:rPr lang="en-US" altLang="zh-TW" dirty="0"/>
              <a:t>3.0</a:t>
            </a:r>
            <a:r>
              <a:rPr lang="zh-TW" altLang="en-US" dirty="0"/>
              <a:t>倍時</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rPr>
              <a:t>MRR</a:t>
            </a:r>
            <a:r>
              <a:rPr lang="zh-TW" altLang="en-US" dirty="0">
                <a:solidFill>
                  <a:srgbClr val="FF0000"/>
                </a:solidFill>
              </a:rPr>
              <a:t>無法反映算法的性能，對於相同的工作流應用程序，當</a:t>
            </a:r>
            <a:r>
              <a:rPr lang="en-US" altLang="zh-TW" dirty="0">
                <a:solidFill>
                  <a:srgbClr val="FF0000"/>
                </a:solidFill>
              </a:rPr>
              <a:t>EPRD</a:t>
            </a:r>
            <a:r>
              <a:rPr lang="zh-TW" altLang="en-US" dirty="0">
                <a:solidFill>
                  <a:srgbClr val="FF0000"/>
                </a:solidFill>
              </a:rPr>
              <a:t>消耗相對較少的資源而不違反端到端的期限約束時，</a:t>
            </a:r>
            <a:r>
              <a:rPr lang="en-US" altLang="zh-TW" dirty="0">
                <a:solidFill>
                  <a:srgbClr val="FF0000"/>
                </a:solidFill>
              </a:rPr>
              <a:t>EPRD</a:t>
            </a:r>
            <a:r>
              <a:rPr lang="zh-TW" altLang="en-US" dirty="0">
                <a:solidFill>
                  <a:srgbClr val="FF0000"/>
                </a:solidFill>
              </a:rPr>
              <a:t>算法通常比其他三個算法具有更高的</a:t>
            </a:r>
            <a:r>
              <a:rPr lang="en-US" altLang="zh-TW" dirty="0">
                <a:solidFill>
                  <a:srgbClr val="FF0000"/>
                </a:solidFill>
              </a:rPr>
              <a:t>MRR</a:t>
            </a:r>
            <a:r>
              <a:rPr lang="zh-TW" altLang="en-US" dirty="0">
                <a:solidFill>
                  <a:srgbClr val="FF0000"/>
                </a:solidFill>
              </a:rPr>
              <a:t>。</a:t>
            </a:r>
            <a:endParaRPr lang="en-US" altLang="zh-TW"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MOHEFT</a:t>
            </a:r>
            <a:r>
              <a:rPr lang="zh-TW" altLang="en-US" dirty="0"/>
              <a:t>這樣做的代價是要消耗大量</a:t>
            </a:r>
            <a:r>
              <a:rPr lang="en-US" altLang="zh-TW" dirty="0"/>
              <a:t>VM</a:t>
            </a:r>
            <a:r>
              <a:rPr lang="zh-TW" altLang="en-US" dirty="0"/>
              <a:t>。</a:t>
            </a:r>
            <a:endParaRPr lang="en-US" altLang="zh-TW"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solidFill>
                <a:srgbClr val="FF0000"/>
              </a:solidFill>
            </a:endParaRPr>
          </a:p>
        </p:txBody>
      </p:sp>
      <p:sp>
        <p:nvSpPr>
          <p:cNvPr id="4" name="投影片編號版面配置區 3"/>
          <p:cNvSpPr>
            <a:spLocks noGrp="1"/>
          </p:cNvSpPr>
          <p:nvPr>
            <p:ph type="sldNum" sz="quarter" idx="5"/>
          </p:nvPr>
        </p:nvSpPr>
        <p:spPr/>
        <p:txBody>
          <a:bodyPr/>
          <a:lstStyle/>
          <a:p>
            <a:fld id="{1CD94512-F274-4008-8A4A-9623BB362A54}" type="slidenum">
              <a:rPr lang="zh-TW" altLang="en-US" smtClean="0"/>
              <a:t>47</a:t>
            </a:fld>
            <a:endParaRPr lang="zh-TW" altLang="en-US"/>
          </a:p>
        </p:txBody>
      </p:sp>
    </p:spTree>
    <p:extLst>
      <p:ext uri="{BB962C8B-B14F-4D97-AF65-F5344CB8AC3E}">
        <p14:creationId xmlns:p14="http://schemas.microsoft.com/office/powerpoint/2010/main" val="2954342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8DA2FE-38A9-43C3-AE3E-3D7DC028C2C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zh-TW" altLang="en-US" dirty="0"/>
          </a:p>
        </p:txBody>
      </p:sp>
      <p:sp>
        <p:nvSpPr>
          <p:cNvPr id="3" name="副標題 2">
            <a:extLst>
              <a:ext uri="{FF2B5EF4-FFF2-40B4-BE49-F238E27FC236}">
                <a16:creationId xmlns:a16="http://schemas.microsoft.com/office/drawing/2014/main" id="{C28DA793-1ED9-4AC5-ADE6-717C6E4412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496CD283-2E6E-45B0-AE40-0E03201963B9}"/>
              </a:ext>
            </a:extLst>
          </p:cNvPr>
          <p:cNvSpPr>
            <a:spLocks noGrp="1"/>
          </p:cNvSpPr>
          <p:nvPr>
            <p:ph type="dt" sz="half" idx="10"/>
          </p:nvPr>
        </p:nvSpPr>
        <p:spPr/>
        <p:txBody>
          <a:bodyPr/>
          <a:lstStyle/>
          <a:p>
            <a:fld id="{F4A2503F-1177-4A4E-8015-3B0661847685}" type="datetimeFigureOut">
              <a:rPr lang="zh-TW" altLang="en-US" smtClean="0"/>
              <a:t>2021/3/24</a:t>
            </a:fld>
            <a:endParaRPr lang="zh-TW" altLang="en-US"/>
          </a:p>
        </p:txBody>
      </p:sp>
      <p:sp>
        <p:nvSpPr>
          <p:cNvPr id="5" name="頁尾版面配置區 4">
            <a:extLst>
              <a:ext uri="{FF2B5EF4-FFF2-40B4-BE49-F238E27FC236}">
                <a16:creationId xmlns:a16="http://schemas.microsoft.com/office/drawing/2014/main" id="{1CBFBBAF-E448-48D6-9C98-4F7ED65D41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D44C46B-486A-4EEB-AE91-FC848E313F0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51876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56184D-7BA3-45BD-B790-90F61BE6AA6A}"/>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2E43BFC-2DD2-4C4E-A3DC-B1498A5C7BFE}"/>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E2AF72A-38B9-4AAF-8A61-A362036F1EAA}"/>
              </a:ext>
            </a:extLst>
          </p:cNvPr>
          <p:cNvSpPr>
            <a:spLocks noGrp="1"/>
          </p:cNvSpPr>
          <p:nvPr>
            <p:ph type="dt" sz="half" idx="10"/>
          </p:nvPr>
        </p:nvSpPr>
        <p:spPr/>
        <p:txBody>
          <a:bodyPr/>
          <a:lstStyle/>
          <a:p>
            <a:fld id="{F4A2503F-1177-4A4E-8015-3B0661847685}" type="datetimeFigureOut">
              <a:rPr lang="zh-TW" altLang="en-US" smtClean="0"/>
              <a:t>2021/3/24</a:t>
            </a:fld>
            <a:endParaRPr lang="zh-TW" altLang="en-US"/>
          </a:p>
        </p:txBody>
      </p:sp>
      <p:sp>
        <p:nvSpPr>
          <p:cNvPr id="5" name="頁尾版面配置區 4">
            <a:extLst>
              <a:ext uri="{FF2B5EF4-FFF2-40B4-BE49-F238E27FC236}">
                <a16:creationId xmlns:a16="http://schemas.microsoft.com/office/drawing/2014/main" id="{259927B3-B328-427A-B723-042ACF31DE9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4E6C5C-F026-4D4A-9396-A8E02D240B3A}"/>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888124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94A83-2AAB-4A5C-A410-587CB4BA1C7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9E32E77-4D2E-4E74-A383-EA8A4FB5FB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AA91082-4FBD-4622-B1DF-8A9487D073B0}"/>
              </a:ext>
            </a:extLst>
          </p:cNvPr>
          <p:cNvSpPr>
            <a:spLocks noGrp="1"/>
          </p:cNvSpPr>
          <p:nvPr>
            <p:ph type="dt" sz="half" idx="10"/>
          </p:nvPr>
        </p:nvSpPr>
        <p:spPr/>
        <p:txBody>
          <a:bodyPr/>
          <a:lstStyle/>
          <a:p>
            <a:fld id="{F4A2503F-1177-4A4E-8015-3B0661847685}" type="datetimeFigureOut">
              <a:rPr lang="zh-TW" altLang="en-US" smtClean="0"/>
              <a:t>2021/3/24</a:t>
            </a:fld>
            <a:endParaRPr lang="zh-TW" altLang="en-US"/>
          </a:p>
        </p:txBody>
      </p:sp>
      <p:sp>
        <p:nvSpPr>
          <p:cNvPr id="5" name="頁尾版面配置區 4">
            <a:extLst>
              <a:ext uri="{FF2B5EF4-FFF2-40B4-BE49-F238E27FC236}">
                <a16:creationId xmlns:a16="http://schemas.microsoft.com/office/drawing/2014/main" id="{0F5F8BDE-A8F0-4DAC-99B2-50D2C0076B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8DC32A-8949-44F7-81E2-B83CF99B6149}"/>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919968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106E30-2946-483D-B775-554A96368A8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E3A773B-9F35-4E3D-A849-8D0145B8D16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05B11846-CABE-4EAB-BE62-420CD5D066C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9BEC952-B9F4-416C-BB41-8EE327AE64DA}"/>
              </a:ext>
            </a:extLst>
          </p:cNvPr>
          <p:cNvSpPr>
            <a:spLocks noGrp="1"/>
          </p:cNvSpPr>
          <p:nvPr>
            <p:ph type="dt" sz="half" idx="10"/>
          </p:nvPr>
        </p:nvSpPr>
        <p:spPr/>
        <p:txBody>
          <a:bodyPr/>
          <a:lstStyle/>
          <a:p>
            <a:fld id="{F4A2503F-1177-4A4E-8015-3B0661847685}" type="datetimeFigureOut">
              <a:rPr lang="zh-TW" altLang="en-US" smtClean="0"/>
              <a:t>2021/3/24</a:t>
            </a:fld>
            <a:endParaRPr lang="zh-TW" altLang="en-US"/>
          </a:p>
        </p:txBody>
      </p:sp>
      <p:sp>
        <p:nvSpPr>
          <p:cNvPr id="6" name="頁尾版面配置區 5">
            <a:extLst>
              <a:ext uri="{FF2B5EF4-FFF2-40B4-BE49-F238E27FC236}">
                <a16:creationId xmlns:a16="http://schemas.microsoft.com/office/drawing/2014/main" id="{2FE91547-DAC4-4194-9975-1908B4FB91D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8D607A5-83F1-4527-B1B7-BDF1CAEE3F0C}"/>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958607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54347C-74DC-4CB0-AED7-83CE1D00D218}"/>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A4958F8-A4BE-4B24-8356-FDD0A3445D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0894F9C-30F3-4BB9-B5A6-A3AE00637964}"/>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35A7371-F775-49D1-9F58-FCB95D2C16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B1B7DB5-49B1-46D6-BF9E-30B3944E8931}"/>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A296A5A-46FE-4924-80F3-7CA1E9542C98}"/>
              </a:ext>
            </a:extLst>
          </p:cNvPr>
          <p:cNvSpPr>
            <a:spLocks noGrp="1"/>
          </p:cNvSpPr>
          <p:nvPr>
            <p:ph type="dt" sz="half" idx="10"/>
          </p:nvPr>
        </p:nvSpPr>
        <p:spPr/>
        <p:txBody>
          <a:bodyPr/>
          <a:lstStyle/>
          <a:p>
            <a:fld id="{F4A2503F-1177-4A4E-8015-3B0661847685}" type="datetimeFigureOut">
              <a:rPr lang="zh-TW" altLang="en-US" smtClean="0"/>
              <a:t>2021/3/24</a:t>
            </a:fld>
            <a:endParaRPr lang="zh-TW" altLang="en-US"/>
          </a:p>
        </p:txBody>
      </p:sp>
      <p:sp>
        <p:nvSpPr>
          <p:cNvPr id="8" name="頁尾版面配置區 7">
            <a:extLst>
              <a:ext uri="{FF2B5EF4-FFF2-40B4-BE49-F238E27FC236}">
                <a16:creationId xmlns:a16="http://schemas.microsoft.com/office/drawing/2014/main" id="{F7C630AC-DFE1-4D71-9917-19247C1F85C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04B8C931-DB59-4526-8001-0E5FDF164AF8}"/>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998037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F63E41-CEC2-4F37-AAEA-7C0C0248FA3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B31E847-1C3E-4C63-AF56-AFC9B011C5D8}"/>
              </a:ext>
            </a:extLst>
          </p:cNvPr>
          <p:cNvSpPr>
            <a:spLocks noGrp="1"/>
          </p:cNvSpPr>
          <p:nvPr>
            <p:ph type="dt" sz="half" idx="10"/>
          </p:nvPr>
        </p:nvSpPr>
        <p:spPr/>
        <p:txBody>
          <a:bodyPr/>
          <a:lstStyle/>
          <a:p>
            <a:fld id="{F4A2503F-1177-4A4E-8015-3B0661847685}" type="datetimeFigureOut">
              <a:rPr lang="zh-TW" altLang="en-US" smtClean="0"/>
              <a:t>2021/3/24</a:t>
            </a:fld>
            <a:endParaRPr lang="zh-TW" altLang="en-US"/>
          </a:p>
        </p:txBody>
      </p:sp>
      <p:sp>
        <p:nvSpPr>
          <p:cNvPr id="4" name="頁尾版面配置區 3">
            <a:extLst>
              <a:ext uri="{FF2B5EF4-FFF2-40B4-BE49-F238E27FC236}">
                <a16:creationId xmlns:a16="http://schemas.microsoft.com/office/drawing/2014/main" id="{75085913-2E3E-4049-A848-946D845AACB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2C93600-AC47-4BCE-9D50-108C888DE3F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253514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E8C1A37-E1DB-4353-B8C2-449B11A093EA}"/>
              </a:ext>
            </a:extLst>
          </p:cNvPr>
          <p:cNvSpPr>
            <a:spLocks noGrp="1"/>
          </p:cNvSpPr>
          <p:nvPr>
            <p:ph type="dt" sz="half" idx="10"/>
          </p:nvPr>
        </p:nvSpPr>
        <p:spPr/>
        <p:txBody>
          <a:bodyPr/>
          <a:lstStyle/>
          <a:p>
            <a:fld id="{F4A2503F-1177-4A4E-8015-3B0661847685}" type="datetimeFigureOut">
              <a:rPr lang="zh-TW" altLang="en-US" smtClean="0"/>
              <a:t>2021/3/24</a:t>
            </a:fld>
            <a:endParaRPr lang="zh-TW" altLang="en-US"/>
          </a:p>
        </p:txBody>
      </p:sp>
      <p:sp>
        <p:nvSpPr>
          <p:cNvPr id="3" name="頁尾版面配置區 2">
            <a:extLst>
              <a:ext uri="{FF2B5EF4-FFF2-40B4-BE49-F238E27FC236}">
                <a16:creationId xmlns:a16="http://schemas.microsoft.com/office/drawing/2014/main" id="{FF3463C6-00AC-42CC-B63E-8629A2782FE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65053A4-6DC4-437D-8D38-E158378EE3C2}"/>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729107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70F7FC-8574-4AD7-9C06-68F6FAE49E6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D36714A-AF50-4099-93D9-86186ED92B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6DBC3B7-42ED-430E-B62F-657278DD7A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EE20C7E-F4DA-42C0-992D-559213079D7E}"/>
              </a:ext>
            </a:extLst>
          </p:cNvPr>
          <p:cNvSpPr>
            <a:spLocks noGrp="1"/>
          </p:cNvSpPr>
          <p:nvPr>
            <p:ph type="dt" sz="half" idx="10"/>
          </p:nvPr>
        </p:nvSpPr>
        <p:spPr/>
        <p:txBody>
          <a:bodyPr/>
          <a:lstStyle/>
          <a:p>
            <a:fld id="{F4A2503F-1177-4A4E-8015-3B0661847685}" type="datetimeFigureOut">
              <a:rPr lang="zh-TW" altLang="en-US" smtClean="0"/>
              <a:t>2021/3/24</a:t>
            </a:fld>
            <a:endParaRPr lang="zh-TW" altLang="en-US"/>
          </a:p>
        </p:txBody>
      </p:sp>
      <p:sp>
        <p:nvSpPr>
          <p:cNvPr id="6" name="頁尾版面配置區 5">
            <a:extLst>
              <a:ext uri="{FF2B5EF4-FFF2-40B4-BE49-F238E27FC236}">
                <a16:creationId xmlns:a16="http://schemas.microsoft.com/office/drawing/2014/main" id="{8143E935-5D8F-4668-9377-D6659857E2C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2B7D27C-5EF8-4572-89F2-8DBEEA27503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732207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A067B3-FF39-49E4-9074-9B95C4A0943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6DD7DA6-20A5-4C3D-8DFC-2DB5745622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a:extLst>
              <a:ext uri="{FF2B5EF4-FFF2-40B4-BE49-F238E27FC236}">
                <a16:creationId xmlns:a16="http://schemas.microsoft.com/office/drawing/2014/main" id="{2986B126-0E5E-4052-A79B-6F1CCAFA1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DEA2E1D-5A5F-40CA-A36D-A312BE08442B}"/>
              </a:ext>
            </a:extLst>
          </p:cNvPr>
          <p:cNvSpPr>
            <a:spLocks noGrp="1"/>
          </p:cNvSpPr>
          <p:nvPr>
            <p:ph type="dt" sz="half" idx="10"/>
          </p:nvPr>
        </p:nvSpPr>
        <p:spPr/>
        <p:txBody>
          <a:bodyPr/>
          <a:lstStyle/>
          <a:p>
            <a:fld id="{F4A2503F-1177-4A4E-8015-3B0661847685}" type="datetimeFigureOut">
              <a:rPr lang="zh-TW" altLang="en-US" smtClean="0"/>
              <a:t>2021/3/24</a:t>
            </a:fld>
            <a:endParaRPr lang="zh-TW" altLang="en-US"/>
          </a:p>
        </p:txBody>
      </p:sp>
      <p:sp>
        <p:nvSpPr>
          <p:cNvPr id="6" name="頁尾版面配置區 5">
            <a:extLst>
              <a:ext uri="{FF2B5EF4-FFF2-40B4-BE49-F238E27FC236}">
                <a16:creationId xmlns:a16="http://schemas.microsoft.com/office/drawing/2014/main" id="{EF647EB2-1087-4D45-AAC7-C04A5AEEA5F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BB460F0-2254-479E-BFB4-4D507B459DF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882825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E3F87C-0C73-4569-942C-CF6451875A8C}"/>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25398C3-786C-4DCC-95AE-F79AB1877A28}"/>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EB9FB1-20EF-4708-BBDB-3E1BCF2CE040}"/>
              </a:ext>
            </a:extLst>
          </p:cNvPr>
          <p:cNvSpPr>
            <a:spLocks noGrp="1"/>
          </p:cNvSpPr>
          <p:nvPr>
            <p:ph type="dt" sz="half" idx="10"/>
          </p:nvPr>
        </p:nvSpPr>
        <p:spPr/>
        <p:txBody>
          <a:bodyPr/>
          <a:lstStyle/>
          <a:p>
            <a:fld id="{F4A2503F-1177-4A4E-8015-3B0661847685}" type="datetimeFigureOut">
              <a:rPr lang="zh-TW" altLang="en-US" smtClean="0"/>
              <a:t>2021/3/24</a:t>
            </a:fld>
            <a:endParaRPr lang="zh-TW" altLang="en-US"/>
          </a:p>
        </p:txBody>
      </p:sp>
      <p:sp>
        <p:nvSpPr>
          <p:cNvPr id="5" name="頁尾版面配置區 4">
            <a:extLst>
              <a:ext uri="{FF2B5EF4-FFF2-40B4-BE49-F238E27FC236}">
                <a16:creationId xmlns:a16="http://schemas.microsoft.com/office/drawing/2014/main" id="{01F7FD53-A757-40F6-9969-6E0434DA469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DE0B9B2-5181-4FAA-87DA-6AD571741D36}"/>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350597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302A61-0C02-46CD-8DC8-BF935321287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TW" altLang="en-US" dirty="0"/>
          </a:p>
        </p:txBody>
      </p:sp>
      <p:sp>
        <p:nvSpPr>
          <p:cNvPr id="3" name="直排文字版面配置區 2">
            <a:extLst>
              <a:ext uri="{FF2B5EF4-FFF2-40B4-BE49-F238E27FC236}">
                <a16:creationId xmlns:a16="http://schemas.microsoft.com/office/drawing/2014/main" id="{806A379B-846E-46F8-BF6E-611A4DA0A940}"/>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BB5C4E5-BA35-4FF8-99C5-98F1A8682EA8}"/>
              </a:ext>
            </a:extLst>
          </p:cNvPr>
          <p:cNvSpPr>
            <a:spLocks noGrp="1"/>
          </p:cNvSpPr>
          <p:nvPr>
            <p:ph type="dt" sz="half" idx="10"/>
          </p:nvPr>
        </p:nvSpPr>
        <p:spPr/>
        <p:txBody>
          <a:bodyPr/>
          <a:lstStyle/>
          <a:p>
            <a:fld id="{F4A2503F-1177-4A4E-8015-3B0661847685}" type="datetimeFigureOut">
              <a:rPr lang="zh-TW" altLang="en-US" smtClean="0"/>
              <a:t>2021/3/24</a:t>
            </a:fld>
            <a:endParaRPr lang="zh-TW" altLang="en-US"/>
          </a:p>
        </p:txBody>
      </p:sp>
      <p:sp>
        <p:nvSpPr>
          <p:cNvPr id="5" name="頁尾版面配置區 4">
            <a:extLst>
              <a:ext uri="{FF2B5EF4-FFF2-40B4-BE49-F238E27FC236}">
                <a16:creationId xmlns:a16="http://schemas.microsoft.com/office/drawing/2014/main" id="{AB141E24-01B9-40CC-8B56-3E2DDCCD7E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7F96409-420B-4CDB-9974-E92F79D38DA4}"/>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442696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B0A74E0-49D5-4C60-9101-23AECDB087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FDEB5E8B-37F4-436E-B651-875A938BC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A1E7728-55AD-4793-A9C1-1F9019CC35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2503F-1177-4A4E-8015-3B0661847685}" type="datetimeFigureOut">
              <a:rPr lang="zh-TW" altLang="en-US" smtClean="0"/>
              <a:t>2021/3/24</a:t>
            </a:fld>
            <a:endParaRPr lang="zh-TW" altLang="en-US"/>
          </a:p>
        </p:txBody>
      </p:sp>
      <p:sp>
        <p:nvSpPr>
          <p:cNvPr id="5" name="頁尾版面配置區 4">
            <a:extLst>
              <a:ext uri="{FF2B5EF4-FFF2-40B4-BE49-F238E27FC236}">
                <a16:creationId xmlns:a16="http://schemas.microsoft.com/office/drawing/2014/main" id="{05280DE3-C4AF-4CC8-91A4-8EB5E22A51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20FD4E5-BD8C-43C9-959E-6AA435F715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069491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標楷體" panose="03000509000000000000" pitchFamily="65" charset="-120"/>
          <a:ea typeface="標楷體" panose="03000509000000000000" pitchFamily="65" charset="-12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83053A-CC8D-454D-B92C-944C12D93638}"/>
              </a:ext>
            </a:extLst>
          </p:cNvPr>
          <p:cNvSpPr>
            <a:spLocks noGrp="1"/>
          </p:cNvSpPr>
          <p:nvPr>
            <p:ph type="ctrTitle"/>
          </p:nvPr>
        </p:nvSpPr>
        <p:spPr>
          <a:xfrm>
            <a:off x="1264227" y="320679"/>
            <a:ext cx="10113818" cy="2393101"/>
          </a:xfrm>
        </p:spPr>
        <p:txBody>
          <a:bodyPr>
            <a:noAutofit/>
          </a:bodyPr>
          <a:lstStyle/>
          <a:p>
            <a:r>
              <a:rPr lang="en-US" altLang="zh-TW" sz="3600" dirty="0"/>
              <a:t>Efficient scientific workflow scheduling for deadline-constrained parallel tasks in cloud computing environments</a:t>
            </a:r>
            <a:endParaRPr lang="zh-TW" altLang="en-US" sz="3600" dirty="0"/>
          </a:p>
        </p:txBody>
      </p:sp>
      <p:sp>
        <p:nvSpPr>
          <p:cNvPr id="3" name="副標題 2">
            <a:extLst>
              <a:ext uri="{FF2B5EF4-FFF2-40B4-BE49-F238E27FC236}">
                <a16:creationId xmlns:a16="http://schemas.microsoft.com/office/drawing/2014/main" id="{5F758A5A-5857-4E7C-930D-EA56FC5A3499}"/>
              </a:ext>
            </a:extLst>
          </p:cNvPr>
          <p:cNvSpPr>
            <a:spLocks noGrp="1"/>
          </p:cNvSpPr>
          <p:nvPr>
            <p:ph type="subTitle" idx="1"/>
          </p:nvPr>
        </p:nvSpPr>
        <p:spPr>
          <a:xfrm>
            <a:off x="1039091" y="3220890"/>
            <a:ext cx="10113817" cy="2393101"/>
          </a:xfrm>
        </p:spPr>
        <p:txBody>
          <a:bodyPr>
            <a:normAutofit/>
          </a:bodyPr>
          <a:lstStyle/>
          <a:p>
            <a:r>
              <a:rPr lang="en-US" altLang="zh-TW" sz="3600" dirty="0" err="1"/>
              <a:t>Longxin</a:t>
            </a:r>
            <a:r>
              <a:rPr lang="en-US" altLang="zh-TW" sz="3600" dirty="0"/>
              <a:t> Zhang , </a:t>
            </a:r>
            <a:r>
              <a:rPr lang="en-US" altLang="zh-TW" sz="3600" dirty="0" err="1"/>
              <a:t>Liqian</a:t>
            </a:r>
            <a:r>
              <a:rPr lang="en-US" altLang="zh-TW" sz="3600" dirty="0"/>
              <a:t> Zhou, Ahmad Salah</a:t>
            </a:r>
          </a:p>
          <a:p>
            <a:endParaRPr lang="en-US" altLang="zh-TW" sz="3600" dirty="0"/>
          </a:p>
          <a:p>
            <a:r>
              <a:rPr lang="en-US" altLang="zh-TW" sz="3600" dirty="0"/>
              <a:t>Information Sciences 531(2020) 31-46</a:t>
            </a:r>
            <a:endParaRPr lang="zh-TW" altLang="en-US" sz="3600" dirty="0"/>
          </a:p>
        </p:txBody>
      </p:sp>
      <p:sp>
        <p:nvSpPr>
          <p:cNvPr id="6" name="文字方塊 5">
            <a:extLst>
              <a:ext uri="{FF2B5EF4-FFF2-40B4-BE49-F238E27FC236}">
                <a16:creationId xmlns:a16="http://schemas.microsoft.com/office/drawing/2014/main" id="{E798570F-68CA-48FD-B9BC-5002AE2F923E}"/>
              </a:ext>
            </a:extLst>
          </p:cNvPr>
          <p:cNvSpPr txBox="1"/>
          <p:nvPr/>
        </p:nvSpPr>
        <p:spPr>
          <a:xfrm>
            <a:off x="8750595" y="5613991"/>
            <a:ext cx="3062177" cy="923330"/>
          </a:xfrm>
          <a:prstGeom prst="rect">
            <a:avLst/>
          </a:prstGeom>
          <a:noFill/>
        </p:spPr>
        <p:txBody>
          <a:bodyPr wrap="square" rtlCol="0">
            <a:spAutoFit/>
          </a:bodyPr>
          <a:lstStyle/>
          <a:p>
            <a:r>
              <a:rPr lang="en-US" altLang="zh-TW" dirty="0" err="1">
                <a:latin typeface="Times New Roman" panose="02020603050405020304" pitchFamily="18" charset="0"/>
                <a:cs typeface="Times New Roman" panose="02020603050405020304" pitchFamily="18" charset="0"/>
              </a:rPr>
              <a:t>Persenter</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Jue</a:t>
            </a:r>
            <a:r>
              <a:rPr lang="en-US" altLang="zh-TW" dirty="0">
                <a:latin typeface="Times New Roman" panose="02020603050405020304" pitchFamily="18" charset="0"/>
                <a:cs typeface="Times New Roman" panose="02020603050405020304" pitchFamily="18" charset="0"/>
              </a:rPr>
              <a:t> – Jun Wu</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Date :  Mar. 24</a:t>
            </a:r>
            <a:r>
              <a:rPr lang="en-US" altLang="zh-TW" baseline="30000" dirty="0">
                <a:latin typeface="Times New Roman" panose="02020603050405020304" pitchFamily="18" charset="0"/>
                <a:cs typeface="Times New Roman" panose="02020603050405020304" pitchFamily="18" charset="0"/>
              </a:rPr>
              <a:t>th</a:t>
            </a:r>
            <a:r>
              <a:rPr lang="en-US" altLang="zh-TW" dirty="0">
                <a:latin typeface="Times New Roman" panose="02020603050405020304" pitchFamily="18" charset="0"/>
                <a:cs typeface="Times New Roman" panose="02020603050405020304" pitchFamily="18" charset="0"/>
              </a:rPr>
              <a:t> , 2021</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839292"/>
      </p:ext>
    </p:extLst>
  </p:cSld>
  <p:clrMapOvr>
    <a:masterClrMapping/>
  </p:clrMapOvr>
  <mc:AlternateContent xmlns:mc="http://schemas.openxmlformats.org/markup-compatibility/2006">
    <mc:Choice xmlns:p14="http://schemas.microsoft.com/office/powerpoint/2010/main" Requires="p14">
      <p:transition spd="slow" p14:dur="2000" advTm="14907">
        <p:cut/>
      </p:transition>
    </mc:Choice>
    <mc:Fallback>
      <p:transition spd="slow" advTm="14907">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D43B35-5E8B-42B6-B9F6-11CC326D2FCE}"/>
              </a:ext>
            </a:extLst>
          </p:cNvPr>
          <p:cNvSpPr>
            <a:spLocks noGrp="1"/>
          </p:cNvSpPr>
          <p:nvPr>
            <p:ph type="title"/>
          </p:nvPr>
        </p:nvSpPr>
        <p:spPr>
          <a:xfrm>
            <a:off x="838200" y="18255"/>
            <a:ext cx="10515600" cy="1325563"/>
          </a:xfrm>
        </p:spPr>
        <p:txBody>
          <a:bodyPr/>
          <a:lstStyle/>
          <a:p>
            <a:r>
              <a:rPr lang="pt-BR" altLang="zh-TW" dirty="0"/>
              <a:t>Abstract</a:t>
            </a:r>
            <a:endParaRPr lang="zh-TW" altLang="en-US" dirty="0"/>
          </a:p>
        </p:txBody>
      </p:sp>
      <p:sp>
        <p:nvSpPr>
          <p:cNvPr id="3" name="內容版面配置區 2">
            <a:extLst>
              <a:ext uri="{FF2B5EF4-FFF2-40B4-BE49-F238E27FC236}">
                <a16:creationId xmlns:a16="http://schemas.microsoft.com/office/drawing/2014/main" id="{B73CEE0A-E441-4040-995D-D208A93B466A}"/>
              </a:ext>
            </a:extLst>
          </p:cNvPr>
          <p:cNvSpPr>
            <a:spLocks noGrp="1"/>
          </p:cNvSpPr>
          <p:nvPr>
            <p:ph idx="1"/>
          </p:nvPr>
        </p:nvSpPr>
        <p:spPr>
          <a:xfrm>
            <a:off x="249382" y="1313411"/>
            <a:ext cx="11942618" cy="4863552"/>
          </a:xfrm>
        </p:spPr>
        <p:txBody>
          <a:bodyPr>
            <a:normAutofit lnSpcReduction="10000"/>
          </a:bodyPr>
          <a:lstStyle/>
          <a:p>
            <a:pPr marL="0" indent="0">
              <a:buNone/>
            </a:pPr>
            <a:r>
              <a:rPr lang="en-US" altLang="zh-TW" dirty="0"/>
              <a:t>	Data centers for cloud computing must accommodate numerous parallel task executions simultaneously. Therefore, data centers have many virtual machines (VMs). Minimizing the scheduling length of parallel task sets becomes a critical requirement in cloud computing systems. In this study, we propose an efficient priority and relative distance (EPRD) algorithm to minimize the task scheduling length for precedence constrained workflow applications without violating the end-to-end deadline constraint. This algorithm consists of two processes. First, a task priority queue is established. Then, a VM is mapped for a task in accordance with its relative distance. The proposed method can effectively improve VM utilization and scheduling performance. Extensive rigorous experiments based on randomly generated and real-world workflow applications demonstrate that the resource reduction rate and scheduling length of the EPRD algorithm significantly surpass those of existing algorithms.</a:t>
            </a:r>
            <a:endParaRPr lang="zh-TW" altLang="en-US" dirty="0"/>
          </a:p>
        </p:txBody>
      </p:sp>
    </p:spTree>
    <p:extLst>
      <p:ext uri="{BB962C8B-B14F-4D97-AF65-F5344CB8AC3E}">
        <p14:creationId xmlns:p14="http://schemas.microsoft.com/office/powerpoint/2010/main" val="322303233"/>
      </p:ext>
    </p:extLst>
  </p:cSld>
  <p:clrMapOvr>
    <a:masterClrMapping/>
  </p:clrMapOvr>
  <mc:AlternateContent xmlns:mc="http://schemas.openxmlformats.org/markup-compatibility/2006">
    <mc:Choice xmlns:p14="http://schemas.microsoft.com/office/powerpoint/2010/main" Requires="p14">
      <p:transition spd="slow" p14:dur="2000" advTm="120695">
        <p:cut/>
      </p:transition>
    </mc:Choice>
    <mc:Fallback>
      <p:transition spd="slow" advTm="120695">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A598C2-C593-4FF6-B704-021A7F2B96CA}"/>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D6337624-2B7C-4A6C-B704-42885C8AAB6B}"/>
              </a:ext>
            </a:extLst>
          </p:cNvPr>
          <p:cNvSpPr>
            <a:spLocks noGrp="1"/>
          </p:cNvSpPr>
          <p:nvPr>
            <p:ph idx="1"/>
          </p:nvPr>
        </p:nvSpPr>
        <p:spPr/>
        <p:txBody>
          <a:bodyPr>
            <a:normAutofit/>
          </a:bodyPr>
          <a:lstStyle/>
          <a:p>
            <a:r>
              <a:rPr lang="zh-TW" altLang="en-US" dirty="0"/>
              <a:t>雲端的資源管理  被形式化為 </a:t>
            </a:r>
            <a:r>
              <a:rPr lang="zh-TW" altLang="en-US" dirty="0">
                <a:solidFill>
                  <a:srgbClr val="FF0000"/>
                </a:solidFill>
              </a:rPr>
              <a:t>組合優化問題</a:t>
            </a:r>
            <a:r>
              <a:rPr lang="zh-TW" altLang="en-US" dirty="0"/>
              <a:t>。</a:t>
            </a:r>
            <a:r>
              <a:rPr lang="en-US" altLang="zh-TW" dirty="0"/>
              <a:t>•</a:t>
            </a:r>
          </a:p>
          <a:p>
            <a:r>
              <a:rPr lang="zh-TW" altLang="en-US" dirty="0"/>
              <a:t>在端到端截止期限約束下，在雲計算環境中提出了一種有效的並行任務調度算法。</a:t>
            </a:r>
            <a:endParaRPr lang="en-US" altLang="zh-TW" dirty="0"/>
          </a:p>
          <a:p>
            <a:r>
              <a:rPr lang="en-US" altLang="zh-TW" dirty="0"/>
              <a:t>•</a:t>
            </a:r>
            <a:r>
              <a:rPr lang="zh-TW" altLang="en-US" dirty="0"/>
              <a:t>各種工作流程應用程序，包括</a:t>
            </a:r>
            <a:r>
              <a:rPr lang="zh-TW" altLang="en-US" dirty="0">
                <a:solidFill>
                  <a:srgbClr val="FF0000"/>
                </a:solidFill>
              </a:rPr>
              <a:t>隨機生成的應用程序和現實世界中的工作流程應用程序，以及科學的評估方法</a:t>
            </a:r>
            <a:r>
              <a:rPr lang="zh-TW" altLang="en-US" dirty="0"/>
              <a:t>，計算性能。</a:t>
            </a:r>
            <a:endParaRPr lang="en-US" altLang="zh-TW" dirty="0"/>
          </a:p>
          <a:p>
            <a:r>
              <a:rPr lang="zh-TW" altLang="en-US" dirty="0"/>
              <a:t>第</a:t>
            </a:r>
            <a:r>
              <a:rPr lang="en-US" altLang="zh-TW" dirty="0"/>
              <a:t>4</a:t>
            </a:r>
            <a:r>
              <a:rPr lang="zh-TW" altLang="en-US" dirty="0"/>
              <a:t>節介紹了一種</a:t>
            </a:r>
            <a:r>
              <a:rPr lang="zh-TW" altLang="en-US" dirty="0">
                <a:solidFill>
                  <a:srgbClr val="FF0000"/>
                </a:solidFill>
              </a:rPr>
              <a:t>新穎的啟發式算法</a:t>
            </a:r>
            <a:r>
              <a:rPr lang="zh-TW" altLang="en-US" dirty="0"/>
              <a:t>，可將具有端到端期限約束的並行任務集調度到雲計算環境中的適當</a:t>
            </a:r>
            <a:r>
              <a:rPr lang="en-US" altLang="zh-TW" dirty="0"/>
              <a:t>VM</a:t>
            </a:r>
            <a:r>
              <a:rPr lang="zh-TW" altLang="en-US" dirty="0"/>
              <a:t>實例。</a:t>
            </a:r>
            <a:endParaRPr lang="en-US" altLang="zh-TW" dirty="0"/>
          </a:p>
          <a:p>
            <a:r>
              <a:rPr lang="zh-TW" altLang="en-US" dirty="0"/>
              <a:t> 第</a:t>
            </a:r>
            <a:r>
              <a:rPr lang="en-US" altLang="zh-TW" dirty="0"/>
              <a:t>5</a:t>
            </a:r>
            <a:r>
              <a:rPr lang="zh-TW" altLang="en-US" dirty="0"/>
              <a:t>節討論了使用最新算法評估所提出算法的實驗。第</a:t>
            </a:r>
            <a:r>
              <a:rPr lang="en-US" altLang="zh-TW" dirty="0"/>
              <a:t>6</a:t>
            </a:r>
            <a:r>
              <a:rPr lang="zh-TW" altLang="en-US" dirty="0"/>
              <a:t>節總結了論文，並提到了未來可能的工作。</a:t>
            </a:r>
          </a:p>
        </p:txBody>
      </p:sp>
    </p:spTree>
    <p:extLst>
      <p:ext uri="{BB962C8B-B14F-4D97-AF65-F5344CB8AC3E}">
        <p14:creationId xmlns:p14="http://schemas.microsoft.com/office/powerpoint/2010/main" val="728232208"/>
      </p:ext>
    </p:extLst>
  </p:cSld>
  <p:clrMapOvr>
    <a:masterClrMapping/>
  </p:clrMapOvr>
  <mc:AlternateContent xmlns:mc="http://schemas.openxmlformats.org/markup-compatibility/2006">
    <mc:Choice xmlns:p14="http://schemas.microsoft.com/office/powerpoint/2010/main" Requires="p14">
      <p:transition spd="slow" p14:dur="2000" advTm="8142">
        <p:cut/>
      </p:transition>
    </mc:Choice>
    <mc:Fallback>
      <p:transition spd="slow" advTm="8142">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EE0B93-C5BC-4CB0-8CE6-B4BC77FE7738}"/>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3DC51414-37F2-48A1-B0A9-48CF99E34EA1}"/>
              </a:ext>
            </a:extLst>
          </p:cNvPr>
          <p:cNvSpPr>
            <a:spLocks noGrp="1"/>
          </p:cNvSpPr>
          <p:nvPr>
            <p:ph idx="1"/>
          </p:nvPr>
        </p:nvSpPr>
        <p:spPr/>
        <p:txBody>
          <a:bodyPr/>
          <a:lstStyle/>
          <a:p>
            <a:r>
              <a:rPr lang="en-US" altLang="zh-TW" dirty="0"/>
              <a:t>MSMD(</a:t>
            </a:r>
            <a:r>
              <a:rPr lang="en-US" altLang="zh-TW" i="0" u="none" strike="noStrike" baseline="0" dirty="0"/>
              <a:t>Minimal Slack time and Minimal </a:t>
            </a:r>
            <a:r>
              <a:rPr lang="en-US" altLang="zh-TW" i="0" u="none" strike="noStrike" baseline="0" dirty="0" err="1"/>
              <a:t>Avaliable</a:t>
            </a:r>
            <a:r>
              <a:rPr lang="en-US" altLang="zh-TW" i="0" u="none" strike="noStrike" baseline="0" dirty="0"/>
              <a:t> )</a:t>
            </a:r>
            <a:endParaRPr lang="en-US" altLang="zh-TW" dirty="0"/>
          </a:p>
          <a:p>
            <a:pPr algn="l"/>
            <a:endParaRPr lang="en-US" altLang="zh-TW" dirty="0"/>
          </a:p>
          <a:p>
            <a:pPr algn="l"/>
            <a:r>
              <a:rPr lang="en-US" altLang="zh-TW" dirty="0"/>
              <a:t>MSMD(</a:t>
            </a:r>
            <a:r>
              <a:rPr lang="en-US" altLang="zh-TW" i="0" u="none" strike="noStrike" baseline="0" dirty="0"/>
              <a:t>Minimal Slack time and Minimal Distance )</a:t>
            </a:r>
            <a:endParaRPr lang="en-US" altLang="zh-TW" dirty="0"/>
          </a:p>
          <a:p>
            <a:endParaRPr lang="en-US" altLang="zh-TW" dirty="0"/>
          </a:p>
          <a:p>
            <a:r>
              <a:rPr lang="en-US" altLang="zh-TW" dirty="0"/>
              <a:t>EPRD(Efficient </a:t>
            </a:r>
            <a:r>
              <a:rPr lang="en-US" altLang="zh-TW" dirty="0" err="1"/>
              <a:t>Eriority</a:t>
            </a:r>
            <a:r>
              <a:rPr lang="en-US" altLang="zh-TW" dirty="0"/>
              <a:t> and Relative Distance)</a:t>
            </a:r>
          </a:p>
          <a:p>
            <a:endParaRPr lang="en-US" altLang="zh-TW" dirty="0"/>
          </a:p>
          <a:p>
            <a:r>
              <a:rPr lang="en-US" altLang="zh-TW" dirty="0"/>
              <a:t>Experiment</a:t>
            </a:r>
            <a:endParaRPr lang="zh-TW" altLang="en-US" dirty="0"/>
          </a:p>
        </p:txBody>
      </p:sp>
    </p:spTree>
    <p:extLst>
      <p:ext uri="{BB962C8B-B14F-4D97-AF65-F5344CB8AC3E}">
        <p14:creationId xmlns:p14="http://schemas.microsoft.com/office/powerpoint/2010/main" val="1013217688"/>
      </p:ext>
    </p:extLst>
  </p:cSld>
  <p:clrMapOvr>
    <a:masterClrMapping/>
  </p:clrMapOvr>
  <mc:AlternateContent xmlns:mc="http://schemas.openxmlformats.org/markup-compatibility/2006">
    <mc:Choice xmlns:p14="http://schemas.microsoft.com/office/powerpoint/2010/main" Requires="p14">
      <p:transition spd="slow" p14:dur="2000" advTm="1391">
        <p:cut/>
      </p:transition>
    </mc:Choice>
    <mc:Fallback>
      <p:transition spd="slow" advTm="1391">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文字 的圖片&#10;&#10;自動產生的描述">
            <a:extLst>
              <a:ext uri="{FF2B5EF4-FFF2-40B4-BE49-F238E27FC236}">
                <a16:creationId xmlns:a16="http://schemas.microsoft.com/office/drawing/2014/main" id="{E62F0EE4-C91A-48DC-B0B3-5AC911FD61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41531" y="5632606"/>
            <a:ext cx="3616408" cy="620800"/>
          </a:xfrm>
          <a:prstGeom prst="rect">
            <a:avLst/>
          </a:prstGeom>
        </p:spPr>
      </p:pic>
      <p:pic>
        <p:nvPicPr>
          <p:cNvPr id="9" name="圖片 8" descr="一張含有 文字 的圖片&#10;&#10;自動產生的描述">
            <a:extLst>
              <a:ext uri="{FF2B5EF4-FFF2-40B4-BE49-F238E27FC236}">
                <a16:creationId xmlns:a16="http://schemas.microsoft.com/office/drawing/2014/main" id="{31706DD2-7FBA-464D-A812-9F9CD32B94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30331" y="4444453"/>
            <a:ext cx="3599629" cy="699928"/>
          </a:xfrm>
          <a:prstGeom prst="rect">
            <a:avLst/>
          </a:prstGeom>
        </p:spPr>
      </p:pic>
      <p:graphicFrame>
        <p:nvGraphicFramePr>
          <p:cNvPr id="8" name="表格 6">
            <a:extLst>
              <a:ext uri="{FF2B5EF4-FFF2-40B4-BE49-F238E27FC236}">
                <a16:creationId xmlns:a16="http://schemas.microsoft.com/office/drawing/2014/main" id="{618B1F42-A286-45FB-A268-0560E704A75C}"/>
              </a:ext>
            </a:extLst>
          </p:cNvPr>
          <p:cNvGraphicFramePr>
            <a:graphicFrameLocks noGrp="1"/>
          </p:cNvGraphicFramePr>
          <p:nvPr>
            <p:extLst>
              <p:ext uri="{D42A27DB-BD31-4B8C-83A1-F6EECF244321}">
                <p14:modId xmlns:p14="http://schemas.microsoft.com/office/powerpoint/2010/main" val="2856512215"/>
              </p:ext>
            </p:extLst>
          </p:nvPr>
        </p:nvGraphicFramePr>
        <p:xfrm>
          <a:off x="219796" y="169470"/>
          <a:ext cx="8904021" cy="6783084"/>
        </p:xfrm>
        <a:graphic>
          <a:graphicData uri="http://schemas.openxmlformats.org/drawingml/2006/table">
            <a:tbl>
              <a:tblPr firstRow="1" bandRow="1">
                <a:tableStyleId>{5C22544A-7EE6-4342-B048-85BDC9FD1C3A}</a:tableStyleId>
              </a:tblPr>
              <a:tblGrid>
                <a:gridCol w="567823">
                  <a:extLst>
                    <a:ext uri="{9D8B030D-6E8A-4147-A177-3AD203B41FA5}">
                      <a16:colId xmlns:a16="http://schemas.microsoft.com/office/drawing/2014/main" val="4123152773"/>
                    </a:ext>
                  </a:extLst>
                </a:gridCol>
                <a:gridCol w="523597">
                  <a:extLst>
                    <a:ext uri="{9D8B030D-6E8A-4147-A177-3AD203B41FA5}">
                      <a16:colId xmlns:a16="http://schemas.microsoft.com/office/drawing/2014/main" val="3276230559"/>
                    </a:ext>
                  </a:extLst>
                </a:gridCol>
                <a:gridCol w="509818">
                  <a:extLst>
                    <a:ext uri="{9D8B030D-6E8A-4147-A177-3AD203B41FA5}">
                      <a16:colId xmlns:a16="http://schemas.microsoft.com/office/drawing/2014/main" val="2272104969"/>
                    </a:ext>
                  </a:extLst>
                </a:gridCol>
                <a:gridCol w="509816">
                  <a:extLst>
                    <a:ext uri="{9D8B030D-6E8A-4147-A177-3AD203B41FA5}">
                      <a16:colId xmlns:a16="http://schemas.microsoft.com/office/drawing/2014/main" val="569171837"/>
                    </a:ext>
                  </a:extLst>
                </a:gridCol>
                <a:gridCol w="744058">
                  <a:extLst>
                    <a:ext uri="{9D8B030D-6E8A-4147-A177-3AD203B41FA5}">
                      <a16:colId xmlns:a16="http://schemas.microsoft.com/office/drawing/2014/main" val="455649011"/>
                    </a:ext>
                  </a:extLst>
                </a:gridCol>
                <a:gridCol w="675163">
                  <a:extLst>
                    <a:ext uri="{9D8B030D-6E8A-4147-A177-3AD203B41FA5}">
                      <a16:colId xmlns:a16="http://schemas.microsoft.com/office/drawing/2014/main" val="4288894823"/>
                    </a:ext>
                  </a:extLst>
                </a:gridCol>
                <a:gridCol w="1196002">
                  <a:extLst>
                    <a:ext uri="{9D8B030D-6E8A-4147-A177-3AD203B41FA5}">
                      <a16:colId xmlns:a16="http://schemas.microsoft.com/office/drawing/2014/main" val="3963980275"/>
                    </a:ext>
                  </a:extLst>
                </a:gridCol>
                <a:gridCol w="561109">
                  <a:extLst>
                    <a:ext uri="{9D8B030D-6E8A-4147-A177-3AD203B41FA5}">
                      <a16:colId xmlns:a16="http://schemas.microsoft.com/office/drawing/2014/main" val="225317668"/>
                    </a:ext>
                  </a:extLst>
                </a:gridCol>
                <a:gridCol w="1818409">
                  <a:extLst>
                    <a:ext uri="{9D8B030D-6E8A-4147-A177-3AD203B41FA5}">
                      <a16:colId xmlns:a16="http://schemas.microsoft.com/office/drawing/2014/main" val="1853882259"/>
                    </a:ext>
                  </a:extLst>
                </a:gridCol>
                <a:gridCol w="1049482">
                  <a:extLst>
                    <a:ext uri="{9D8B030D-6E8A-4147-A177-3AD203B41FA5}">
                      <a16:colId xmlns:a16="http://schemas.microsoft.com/office/drawing/2014/main" val="3025890983"/>
                    </a:ext>
                  </a:extLst>
                </a:gridCol>
                <a:gridCol w="748744">
                  <a:extLst>
                    <a:ext uri="{9D8B030D-6E8A-4147-A177-3AD203B41FA5}">
                      <a16:colId xmlns:a16="http://schemas.microsoft.com/office/drawing/2014/main" val="2358310922"/>
                    </a:ext>
                  </a:extLst>
                </a:gridCol>
              </a:tblGrid>
              <a:tr h="572329">
                <a:tc>
                  <a:txBody>
                    <a:bodyPr/>
                    <a:lstStyle/>
                    <a:p>
                      <a:r>
                        <a:rPr lang="en-US" altLang="zh-TW" sz="1600" b="0" dirty="0">
                          <a:solidFill>
                            <a:schemeClr val="tx1"/>
                          </a:solidFill>
                          <a:latin typeface="Times New Roman" panose="02020603050405020304" pitchFamily="18" charset="0"/>
                          <a:cs typeface="Times New Roman" panose="02020603050405020304" pitchFamily="18" charset="0"/>
                        </a:rPr>
                        <a:t>Tasks</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Times New Roman" panose="02020603050405020304" pitchFamily="18" charset="0"/>
                          <a:cs typeface="Times New Roman" panose="02020603050405020304" pitchFamily="18" charset="0"/>
                        </a:rPr>
                        <a:t>vm0</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Times New Roman" panose="02020603050405020304" pitchFamily="18" charset="0"/>
                          <a:cs typeface="Times New Roman" panose="02020603050405020304" pitchFamily="18" charset="0"/>
                        </a:rPr>
                        <a:t>vm1</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Times New Roman" panose="02020603050405020304" pitchFamily="18" charset="0"/>
                          <a:cs typeface="Times New Roman" panose="02020603050405020304" pitchFamily="18" charset="0"/>
                        </a:rPr>
                        <a:t>vm2</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Times New Roman" panose="02020603050405020304" pitchFamily="18" charset="0"/>
                          <a:cs typeface="Times New Roman" panose="02020603050405020304" pitchFamily="18" charset="0"/>
                        </a:rPr>
                        <a:t>average</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Times New Roman" panose="02020603050405020304" pitchFamily="18" charset="0"/>
                          <a:cs typeface="Times New Roman" panose="02020603050405020304" pitchFamily="18" charset="0"/>
                        </a:rPr>
                        <a:t>Parent</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err="1">
                          <a:solidFill>
                            <a:schemeClr val="tx1"/>
                          </a:solidFill>
                          <a:latin typeface="Times New Roman" panose="02020603050405020304" pitchFamily="18" charset="0"/>
                          <a:cs typeface="Times New Roman" panose="02020603050405020304" pitchFamily="18" charset="0"/>
                        </a:rPr>
                        <a:t>DRank</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Times New Roman" panose="02020603050405020304" pitchFamily="18" charset="0"/>
                          <a:cs typeface="Times New Roman" panose="02020603050405020304" pitchFamily="18" charset="0"/>
                        </a:rPr>
                        <a:t>Child</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err="1">
                          <a:solidFill>
                            <a:schemeClr val="tx1"/>
                          </a:solidFill>
                          <a:latin typeface="Times New Roman" panose="02020603050405020304" pitchFamily="18" charset="0"/>
                          <a:cs typeface="Times New Roman" panose="02020603050405020304" pitchFamily="18" charset="0"/>
                        </a:rPr>
                        <a:t>Urank</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Times New Roman" panose="02020603050405020304" pitchFamily="18" charset="0"/>
                          <a:cs typeface="Times New Roman" panose="02020603050405020304" pitchFamily="18" charset="0"/>
                        </a:rPr>
                        <a:t>Priority</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600" b="0" dirty="0">
                          <a:solidFill>
                            <a:schemeClr val="tx1"/>
                          </a:solidFill>
                          <a:latin typeface="Times New Roman" panose="02020603050405020304" pitchFamily="18" charset="0"/>
                          <a:cs typeface="Times New Roman" panose="02020603050405020304" pitchFamily="18" charset="0"/>
                        </a:rPr>
                        <a:t>CP</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84493">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52.9+7.3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60.2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84493">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40.9+11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59.2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84493">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39.2+11.6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58.1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84493">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36.9+16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60.2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57931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7.3+11.6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28.6+10.6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58.1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632575">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7.3+11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28.6+12.3</a:t>
                      </a:r>
                    </a:p>
                    <a:p>
                      <a:r>
                        <a:rPr lang="en-US" altLang="zh-TW" b="0" dirty="0">
                          <a:solidFill>
                            <a:schemeClr val="tx1"/>
                          </a:solidFill>
                          <a:latin typeface="Times New Roman" panose="02020603050405020304" pitchFamily="18" charset="0"/>
                          <a:cs typeface="Times New Roman" panose="02020603050405020304" pitchFamily="18" charset="0"/>
                        </a:rPr>
                        <a:t>23.9+12.3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59.2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84493">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7.3+16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23.9+12.6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59.8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84493">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7.3+16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23.9+13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60.2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58390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18.9+10.6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16.3+12.3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58.1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834145">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T6  or</a:t>
                      </a:r>
                    </a:p>
                    <a:p>
                      <a:r>
                        <a:rPr lang="en-US" altLang="zh-TW" b="0" dirty="0">
                          <a:solidFill>
                            <a:schemeClr val="tx1"/>
                          </a:solidFill>
                          <a:latin typeface="Times New Roman" panose="02020603050405020304" pitchFamily="18" charset="0"/>
                          <a:cs typeface="Times New Roman" panose="02020603050405020304" pitchFamily="18" charset="0"/>
                        </a:rPr>
                        <a:t>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23.3+13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16.3+7.6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60.2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57931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36.3+7.6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60.2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
        <p:nvSpPr>
          <p:cNvPr id="12" name="橢圓 11">
            <a:extLst>
              <a:ext uri="{FF2B5EF4-FFF2-40B4-BE49-F238E27FC236}">
                <a16:creationId xmlns:a16="http://schemas.microsoft.com/office/drawing/2014/main" id="{5D2F8618-FF5C-4690-9FE8-34F1C092855C}"/>
              </a:ext>
            </a:extLst>
          </p:cNvPr>
          <p:cNvSpPr/>
          <p:nvPr/>
        </p:nvSpPr>
        <p:spPr>
          <a:xfrm>
            <a:off x="9403210" y="983433"/>
            <a:ext cx="543746" cy="42057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14" name="橢圓 13">
            <a:extLst>
              <a:ext uri="{FF2B5EF4-FFF2-40B4-BE49-F238E27FC236}">
                <a16:creationId xmlns:a16="http://schemas.microsoft.com/office/drawing/2014/main" id="{1BB449A2-F80C-467D-AC37-74C21D9E5EA2}"/>
              </a:ext>
            </a:extLst>
          </p:cNvPr>
          <p:cNvSpPr/>
          <p:nvPr/>
        </p:nvSpPr>
        <p:spPr>
          <a:xfrm>
            <a:off x="10440316" y="1001165"/>
            <a:ext cx="543746" cy="4601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15" name="橢圓 14">
            <a:extLst>
              <a:ext uri="{FF2B5EF4-FFF2-40B4-BE49-F238E27FC236}">
                <a16:creationId xmlns:a16="http://schemas.microsoft.com/office/drawing/2014/main" id="{90DAF6E3-FE89-41C4-AB38-F1F5C31DB60F}"/>
              </a:ext>
            </a:extLst>
          </p:cNvPr>
          <p:cNvSpPr/>
          <p:nvPr/>
        </p:nvSpPr>
        <p:spPr>
          <a:xfrm>
            <a:off x="11411486" y="1043762"/>
            <a:ext cx="543746" cy="46017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16" name="橢圓 15">
            <a:extLst>
              <a:ext uri="{FF2B5EF4-FFF2-40B4-BE49-F238E27FC236}">
                <a16:creationId xmlns:a16="http://schemas.microsoft.com/office/drawing/2014/main" id="{A28577F2-2701-448F-908C-5E301AEF1178}"/>
              </a:ext>
            </a:extLst>
          </p:cNvPr>
          <p:cNvSpPr/>
          <p:nvPr/>
        </p:nvSpPr>
        <p:spPr>
          <a:xfrm>
            <a:off x="10839697" y="2123684"/>
            <a:ext cx="534089" cy="47214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17" name="橢圓 16">
            <a:extLst>
              <a:ext uri="{FF2B5EF4-FFF2-40B4-BE49-F238E27FC236}">
                <a16:creationId xmlns:a16="http://schemas.microsoft.com/office/drawing/2014/main" id="{0887B778-CFBE-49B1-9DCA-4580AB5DE514}"/>
              </a:ext>
            </a:extLst>
          </p:cNvPr>
          <p:cNvSpPr/>
          <p:nvPr/>
        </p:nvSpPr>
        <p:spPr>
          <a:xfrm>
            <a:off x="11762315" y="2158801"/>
            <a:ext cx="495624" cy="37253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8" name="橢圓 17">
            <a:extLst>
              <a:ext uri="{FF2B5EF4-FFF2-40B4-BE49-F238E27FC236}">
                <a16:creationId xmlns:a16="http://schemas.microsoft.com/office/drawing/2014/main" id="{834A7F66-4B3E-47E3-B94B-AC538221E8F2}"/>
              </a:ext>
            </a:extLst>
          </p:cNvPr>
          <p:cNvSpPr/>
          <p:nvPr/>
        </p:nvSpPr>
        <p:spPr>
          <a:xfrm>
            <a:off x="9271429" y="2130859"/>
            <a:ext cx="535435" cy="44188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9" name="橢圓 18">
            <a:extLst>
              <a:ext uri="{FF2B5EF4-FFF2-40B4-BE49-F238E27FC236}">
                <a16:creationId xmlns:a16="http://schemas.microsoft.com/office/drawing/2014/main" id="{6B96F18C-37A9-4693-BFCB-63EBDE2EE93D}"/>
              </a:ext>
            </a:extLst>
          </p:cNvPr>
          <p:cNvSpPr/>
          <p:nvPr/>
        </p:nvSpPr>
        <p:spPr>
          <a:xfrm>
            <a:off x="10009033" y="2190830"/>
            <a:ext cx="496715" cy="37410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20" name="橢圓 19">
            <a:extLst>
              <a:ext uri="{FF2B5EF4-FFF2-40B4-BE49-F238E27FC236}">
                <a16:creationId xmlns:a16="http://schemas.microsoft.com/office/drawing/2014/main" id="{BD77BF39-23CA-4796-8CA2-208ECE28CDA4}"/>
              </a:ext>
            </a:extLst>
          </p:cNvPr>
          <p:cNvSpPr/>
          <p:nvPr/>
        </p:nvSpPr>
        <p:spPr>
          <a:xfrm>
            <a:off x="9973169" y="2995062"/>
            <a:ext cx="535435" cy="340366"/>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21" name="橢圓 20">
            <a:extLst>
              <a:ext uri="{FF2B5EF4-FFF2-40B4-BE49-F238E27FC236}">
                <a16:creationId xmlns:a16="http://schemas.microsoft.com/office/drawing/2014/main" id="{616CE76C-88AB-4947-9B4A-753450D3175B}"/>
              </a:ext>
            </a:extLst>
          </p:cNvPr>
          <p:cNvSpPr/>
          <p:nvPr/>
        </p:nvSpPr>
        <p:spPr>
          <a:xfrm>
            <a:off x="11148224" y="3019558"/>
            <a:ext cx="509416" cy="3560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22" name="橢圓 21">
            <a:extLst>
              <a:ext uri="{FF2B5EF4-FFF2-40B4-BE49-F238E27FC236}">
                <a16:creationId xmlns:a16="http://schemas.microsoft.com/office/drawing/2014/main" id="{833D818D-6556-44FC-8D38-1EF78E5C9E0E}"/>
              </a:ext>
            </a:extLst>
          </p:cNvPr>
          <p:cNvSpPr/>
          <p:nvPr/>
        </p:nvSpPr>
        <p:spPr>
          <a:xfrm>
            <a:off x="10493600" y="3566507"/>
            <a:ext cx="824975" cy="46572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23" name="直線接點 22">
            <a:extLst>
              <a:ext uri="{FF2B5EF4-FFF2-40B4-BE49-F238E27FC236}">
                <a16:creationId xmlns:a16="http://schemas.microsoft.com/office/drawing/2014/main" id="{1017A33A-95E1-4B5E-B15A-362AE52D792D}"/>
              </a:ext>
            </a:extLst>
          </p:cNvPr>
          <p:cNvCxnSpPr>
            <a:cxnSpLocks/>
            <a:stCxn id="12" idx="0"/>
            <a:endCxn id="39" idx="4"/>
          </p:cNvCxnSpPr>
          <p:nvPr/>
        </p:nvCxnSpPr>
        <p:spPr>
          <a:xfrm flipV="1">
            <a:off x="9675083" y="497407"/>
            <a:ext cx="808964" cy="48602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D079E338-8421-468B-B28E-8963569FEE97}"/>
              </a:ext>
            </a:extLst>
          </p:cNvPr>
          <p:cNvCxnSpPr>
            <a:cxnSpLocks/>
            <a:stCxn id="14" idx="0"/>
            <a:endCxn id="39" idx="4"/>
          </p:cNvCxnSpPr>
          <p:nvPr/>
        </p:nvCxnSpPr>
        <p:spPr>
          <a:xfrm flipH="1" flipV="1">
            <a:off x="10484047" y="497407"/>
            <a:ext cx="228142" cy="50375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6E338357-FBDC-4AE7-9BBD-66EC7843D619}"/>
              </a:ext>
            </a:extLst>
          </p:cNvPr>
          <p:cNvCxnSpPr>
            <a:cxnSpLocks/>
            <a:stCxn id="12" idx="4"/>
            <a:endCxn id="18" idx="0"/>
          </p:cNvCxnSpPr>
          <p:nvPr/>
        </p:nvCxnSpPr>
        <p:spPr>
          <a:xfrm flipH="1">
            <a:off x="9539147" y="1404007"/>
            <a:ext cx="135936" cy="72685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99FCECB0-FAD0-4046-9927-5565C60F537B}"/>
              </a:ext>
            </a:extLst>
          </p:cNvPr>
          <p:cNvCxnSpPr>
            <a:cxnSpLocks/>
            <a:stCxn id="12" idx="4"/>
            <a:endCxn id="19" idx="0"/>
          </p:cNvCxnSpPr>
          <p:nvPr/>
        </p:nvCxnSpPr>
        <p:spPr>
          <a:xfrm>
            <a:off x="9675083" y="1404007"/>
            <a:ext cx="582308" cy="78682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95877E3A-C025-4D91-8DDD-62FD198DF3CA}"/>
              </a:ext>
            </a:extLst>
          </p:cNvPr>
          <p:cNvCxnSpPr>
            <a:cxnSpLocks/>
            <a:stCxn id="39" idx="4"/>
            <a:endCxn id="15" idx="0"/>
          </p:cNvCxnSpPr>
          <p:nvPr/>
        </p:nvCxnSpPr>
        <p:spPr>
          <a:xfrm>
            <a:off x="10484047" y="497407"/>
            <a:ext cx="1199312" cy="5463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67E262A1-AF5C-49A8-A106-84E09616C956}"/>
              </a:ext>
            </a:extLst>
          </p:cNvPr>
          <p:cNvCxnSpPr>
            <a:cxnSpLocks/>
            <a:stCxn id="21" idx="4"/>
            <a:endCxn id="22" idx="0"/>
          </p:cNvCxnSpPr>
          <p:nvPr/>
        </p:nvCxnSpPr>
        <p:spPr>
          <a:xfrm flipH="1">
            <a:off x="10906088" y="3375641"/>
            <a:ext cx="496844" cy="19086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CA942CBD-62C3-4A19-84BB-A78AC792259E}"/>
              </a:ext>
            </a:extLst>
          </p:cNvPr>
          <p:cNvCxnSpPr>
            <a:cxnSpLocks/>
            <a:stCxn id="15" idx="4"/>
            <a:endCxn id="16" idx="0"/>
          </p:cNvCxnSpPr>
          <p:nvPr/>
        </p:nvCxnSpPr>
        <p:spPr>
          <a:xfrm flipH="1">
            <a:off x="11106742" y="1503935"/>
            <a:ext cx="576617" cy="61974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2453CDB9-DCCA-4EAD-89DC-467D1AA302F8}"/>
              </a:ext>
            </a:extLst>
          </p:cNvPr>
          <p:cNvCxnSpPr>
            <a:cxnSpLocks/>
            <a:stCxn id="15" idx="4"/>
            <a:endCxn id="17" idx="0"/>
          </p:cNvCxnSpPr>
          <p:nvPr/>
        </p:nvCxnSpPr>
        <p:spPr>
          <a:xfrm>
            <a:off x="11683359" y="1503935"/>
            <a:ext cx="326768" cy="65486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68D69ECD-2832-471A-BFF7-162CF8374384}"/>
              </a:ext>
            </a:extLst>
          </p:cNvPr>
          <p:cNvCxnSpPr>
            <a:cxnSpLocks/>
            <a:stCxn id="14" idx="4"/>
            <a:endCxn id="16" idx="0"/>
          </p:cNvCxnSpPr>
          <p:nvPr/>
        </p:nvCxnSpPr>
        <p:spPr>
          <a:xfrm>
            <a:off x="10712189" y="1461337"/>
            <a:ext cx="394553" cy="66234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4840849E-A158-4C15-84B6-70C93D02C691}"/>
              </a:ext>
            </a:extLst>
          </p:cNvPr>
          <p:cNvCxnSpPr>
            <a:cxnSpLocks/>
            <a:stCxn id="19" idx="4"/>
            <a:endCxn id="20" idx="0"/>
          </p:cNvCxnSpPr>
          <p:nvPr/>
        </p:nvCxnSpPr>
        <p:spPr>
          <a:xfrm flipH="1">
            <a:off x="10240887" y="2564933"/>
            <a:ext cx="16504" cy="43012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E3E0416D-BB55-4D3F-B3D7-7B6F09CFC002}"/>
              </a:ext>
            </a:extLst>
          </p:cNvPr>
          <p:cNvCxnSpPr>
            <a:cxnSpLocks/>
            <a:stCxn id="18" idx="4"/>
            <a:endCxn id="20" idx="0"/>
          </p:cNvCxnSpPr>
          <p:nvPr/>
        </p:nvCxnSpPr>
        <p:spPr>
          <a:xfrm>
            <a:off x="9539147" y="2572747"/>
            <a:ext cx="701740" cy="42231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E4B762B2-9E92-40FE-A54B-9928F064AAF2}"/>
              </a:ext>
            </a:extLst>
          </p:cNvPr>
          <p:cNvCxnSpPr>
            <a:cxnSpLocks/>
            <a:stCxn id="18" idx="0"/>
            <a:endCxn id="14" idx="4"/>
          </p:cNvCxnSpPr>
          <p:nvPr/>
        </p:nvCxnSpPr>
        <p:spPr>
          <a:xfrm flipV="1">
            <a:off x="9539147" y="1461337"/>
            <a:ext cx="1173042" cy="66952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id="{00B461D1-2960-4582-9F68-9C96E197D9AB}"/>
              </a:ext>
            </a:extLst>
          </p:cNvPr>
          <p:cNvCxnSpPr>
            <a:cxnSpLocks/>
            <a:stCxn id="20" idx="4"/>
            <a:endCxn id="22" idx="0"/>
          </p:cNvCxnSpPr>
          <p:nvPr/>
        </p:nvCxnSpPr>
        <p:spPr>
          <a:xfrm>
            <a:off x="10240887" y="3335428"/>
            <a:ext cx="665201" cy="23107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5D084BDD-5BDD-4AB6-8AC5-A0C2F65C5AB4}"/>
              </a:ext>
            </a:extLst>
          </p:cNvPr>
          <p:cNvCxnSpPr>
            <a:cxnSpLocks/>
            <a:stCxn id="17" idx="4"/>
            <a:endCxn id="21" idx="0"/>
          </p:cNvCxnSpPr>
          <p:nvPr/>
        </p:nvCxnSpPr>
        <p:spPr>
          <a:xfrm flipH="1">
            <a:off x="11402932" y="2531333"/>
            <a:ext cx="607195" cy="4882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id="{BD5A8113-D8C5-4E78-8ED4-AD1945FE8FB3}"/>
              </a:ext>
            </a:extLst>
          </p:cNvPr>
          <p:cNvCxnSpPr>
            <a:cxnSpLocks/>
            <a:stCxn id="16" idx="4"/>
            <a:endCxn id="21" idx="0"/>
          </p:cNvCxnSpPr>
          <p:nvPr/>
        </p:nvCxnSpPr>
        <p:spPr>
          <a:xfrm>
            <a:off x="11106742" y="2595831"/>
            <a:ext cx="296190" cy="42372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79636699-3E22-4DA4-8F2A-E92922566127}"/>
              </a:ext>
            </a:extLst>
          </p:cNvPr>
          <p:cNvCxnSpPr>
            <a:cxnSpLocks/>
            <a:stCxn id="19" idx="4"/>
            <a:endCxn id="21" idx="0"/>
          </p:cNvCxnSpPr>
          <p:nvPr/>
        </p:nvCxnSpPr>
        <p:spPr>
          <a:xfrm>
            <a:off x="10257391" y="2564933"/>
            <a:ext cx="1145541" cy="45462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9" name="橢圓 38">
            <a:extLst>
              <a:ext uri="{FF2B5EF4-FFF2-40B4-BE49-F238E27FC236}">
                <a16:creationId xmlns:a16="http://schemas.microsoft.com/office/drawing/2014/main" id="{A943A145-B0BA-4D4F-9036-DBF3797A8766}"/>
              </a:ext>
            </a:extLst>
          </p:cNvPr>
          <p:cNvSpPr/>
          <p:nvPr/>
        </p:nvSpPr>
        <p:spPr>
          <a:xfrm>
            <a:off x="10294843" y="169470"/>
            <a:ext cx="378408" cy="32793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spTree>
    <p:extLst>
      <p:ext uri="{BB962C8B-B14F-4D97-AF65-F5344CB8AC3E}">
        <p14:creationId xmlns:p14="http://schemas.microsoft.com/office/powerpoint/2010/main" val="1711493679"/>
      </p:ext>
    </p:extLst>
  </p:cSld>
  <p:clrMapOvr>
    <a:masterClrMapping/>
  </p:clrMapOvr>
  <mc:AlternateContent xmlns:mc="http://schemas.openxmlformats.org/markup-compatibility/2006">
    <mc:Choice xmlns:p14="http://schemas.microsoft.com/office/powerpoint/2010/main" Requires="p14">
      <p:transition spd="slow" p14:dur="2000" advTm="226021">
        <p:cut/>
      </p:transition>
    </mc:Choice>
    <mc:Fallback>
      <p:transition spd="slow" advTm="226021">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2D79DD1E-8FAC-40C4-A03E-1C8682A6E6D3}"/>
              </a:ext>
            </a:extLst>
          </p:cNvPr>
          <p:cNvSpPr/>
          <p:nvPr/>
        </p:nvSpPr>
        <p:spPr>
          <a:xfrm>
            <a:off x="254407"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5" name="橢圓 4">
            <a:extLst>
              <a:ext uri="{FF2B5EF4-FFF2-40B4-BE49-F238E27FC236}">
                <a16:creationId xmlns:a16="http://schemas.microsoft.com/office/drawing/2014/main" id="{C1D8A0FA-6AE9-40E0-9A20-24623C710D80}"/>
              </a:ext>
            </a:extLst>
          </p:cNvPr>
          <p:cNvSpPr/>
          <p:nvPr/>
        </p:nvSpPr>
        <p:spPr>
          <a:xfrm>
            <a:off x="1310351" y="90307"/>
            <a:ext cx="471058" cy="50722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sp>
        <p:nvSpPr>
          <p:cNvPr id="6" name="橢圓 5">
            <a:extLst>
              <a:ext uri="{FF2B5EF4-FFF2-40B4-BE49-F238E27FC236}">
                <a16:creationId xmlns:a16="http://schemas.microsoft.com/office/drawing/2014/main" id="{76DCED38-4071-4676-BDB8-1367BDF80FF6}"/>
              </a:ext>
            </a:extLst>
          </p:cNvPr>
          <p:cNvSpPr/>
          <p:nvPr/>
        </p:nvSpPr>
        <p:spPr>
          <a:xfrm>
            <a:off x="1141579" y="989097"/>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7" name="橢圓 6">
            <a:extLst>
              <a:ext uri="{FF2B5EF4-FFF2-40B4-BE49-F238E27FC236}">
                <a16:creationId xmlns:a16="http://schemas.microsoft.com/office/drawing/2014/main" id="{16AB2254-10E0-483D-BCB6-1DE7EC2E85F1}"/>
              </a:ext>
            </a:extLst>
          </p:cNvPr>
          <p:cNvSpPr/>
          <p:nvPr/>
        </p:nvSpPr>
        <p:spPr>
          <a:xfrm>
            <a:off x="2052773" y="979433"/>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8" name="橢圓 7">
            <a:extLst>
              <a:ext uri="{FF2B5EF4-FFF2-40B4-BE49-F238E27FC236}">
                <a16:creationId xmlns:a16="http://schemas.microsoft.com/office/drawing/2014/main" id="{97FC6D8D-8D0C-4F94-9AAD-CCF8BAAB5908}"/>
              </a:ext>
            </a:extLst>
          </p:cNvPr>
          <p:cNvSpPr/>
          <p:nvPr/>
        </p:nvSpPr>
        <p:spPr>
          <a:xfrm>
            <a:off x="1634562" y="2121389"/>
            <a:ext cx="470277" cy="51029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9" name="橢圓 8">
            <a:extLst>
              <a:ext uri="{FF2B5EF4-FFF2-40B4-BE49-F238E27FC236}">
                <a16:creationId xmlns:a16="http://schemas.microsoft.com/office/drawing/2014/main" id="{6B992FCE-DAEC-4791-B5F0-19D9A0E264B7}"/>
              </a:ext>
            </a:extLst>
          </p:cNvPr>
          <p:cNvSpPr/>
          <p:nvPr/>
        </p:nvSpPr>
        <p:spPr>
          <a:xfrm>
            <a:off x="2331642" y="2111125"/>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0" name="橢圓 9">
            <a:extLst>
              <a:ext uri="{FF2B5EF4-FFF2-40B4-BE49-F238E27FC236}">
                <a16:creationId xmlns:a16="http://schemas.microsoft.com/office/drawing/2014/main" id="{ED20EB1B-7927-4DD4-B26C-AF0FF5B5206C}"/>
              </a:ext>
            </a:extLst>
          </p:cNvPr>
          <p:cNvSpPr/>
          <p:nvPr/>
        </p:nvSpPr>
        <p:spPr>
          <a:xfrm>
            <a:off x="112150"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1" name="橢圓 10">
            <a:extLst>
              <a:ext uri="{FF2B5EF4-FFF2-40B4-BE49-F238E27FC236}">
                <a16:creationId xmlns:a16="http://schemas.microsoft.com/office/drawing/2014/main" id="{48EB72F0-18B5-4387-A6E3-AB04D49AA874}"/>
              </a:ext>
            </a:extLst>
          </p:cNvPr>
          <p:cNvSpPr/>
          <p:nvPr/>
        </p:nvSpPr>
        <p:spPr>
          <a:xfrm>
            <a:off x="868375" y="2152063"/>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2" name="橢圓 11">
            <a:extLst>
              <a:ext uri="{FF2B5EF4-FFF2-40B4-BE49-F238E27FC236}">
                <a16:creationId xmlns:a16="http://schemas.microsoft.com/office/drawing/2014/main" id="{36EA87A6-BD94-4577-9118-88B796A040A5}"/>
              </a:ext>
            </a:extLst>
          </p:cNvPr>
          <p:cNvSpPr/>
          <p:nvPr/>
        </p:nvSpPr>
        <p:spPr>
          <a:xfrm>
            <a:off x="559304"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3" name="橢圓 12">
            <a:extLst>
              <a:ext uri="{FF2B5EF4-FFF2-40B4-BE49-F238E27FC236}">
                <a16:creationId xmlns:a16="http://schemas.microsoft.com/office/drawing/2014/main" id="{9A988564-DD61-4069-B2FF-048B6DE68E60}"/>
              </a:ext>
            </a:extLst>
          </p:cNvPr>
          <p:cNvSpPr/>
          <p:nvPr/>
        </p:nvSpPr>
        <p:spPr>
          <a:xfrm>
            <a:off x="1484272" y="2913804"/>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4" name="橢圓 13">
            <a:extLst>
              <a:ext uri="{FF2B5EF4-FFF2-40B4-BE49-F238E27FC236}">
                <a16:creationId xmlns:a16="http://schemas.microsoft.com/office/drawing/2014/main" id="{53B9C383-8F02-42EE-9120-8C6788EAE01F}"/>
              </a:ext>
            </a:extLst>
          </p:cNvPr>
          <p:cNvSpPr/>
          <p:nvPr/>
        </p:nvSpPr>
        <p:spPr>
          <a:xfrm>
            <a:off x="502809" y="3524229"/>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15" name="直線接點 14">
            <a:extLst>
              <a:ext uri="{FF2B5EF4-FFF2-40B4-BE49-F238E27FC236}">
                <a16:creationId xmlns:a16="http://schemas.microsoft.com/office/drawing/2014/main" id="{C9AE5BE2-5D2F-4EBA-B32B-65885E59DB2A}"/>
              </a:ext>
            </a:extLst>
          </p:cNvPr>
          <p:cNvCxnSpPr>
            <a:cxnSpLocks/>
            <a:stCxn id="4" idx="0"/>
            <a:endCxn id="5" idx="4"/>
          </p:cNvCxnSpPr>
          <p:nvPr/>
        </p:nvCxnSpPr>
        <p:spPr>
          <a:xfrm flipV="1">
            <a:off x="534036" y="597531"/>
            <a:ext cx="1011844" cy="3755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C612BF5C-FD2D-480A-ACE8-2422FB207E92}"/>
              </a:ext>
            </a:extLst>
          </p:cNvPr>
          <p:cNvCxnSpPr>
            <a:cxnSpLocks/>
            <a:stCxn id="6" idx="0"/>
            <a:endCxn id="5" idx="4"/>
          </p:cNvCxnSpPr>
          <p:nvPr/>
        </p:nvCxnSpPr>
        <p:spPr>
          <a:xfrm flipV="1">
            <a:off x="1421208" y="597531"/>
            <a:ext cx="124672" cy="39156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E3D53039-DEA0-435E-ADB5-EA1BC98C0DA9}"/>
              </a:ext>
            </a:extLst>
          </p:cNvPr>
          <p:cNvCxnSpPr>
            <a:cxnSpLocks/>
            <a:stCxn id="4" idx="4"/>
            <a:endCxn id="10" idx="0"/>
          </p:cNvCxnSpPr>
          <p:nvPr/>
        </p:nvCxnSpPr>
        <p:spPr>
          <a:xfrm flipH="1">
            <a:off x="387505"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57D9F3B9-6C2F-4994-A76F-AFEA7A2D5344}"/>
              </a:ext>
            </a:extLst>
          </p:cNvPr>
          <p:cNvCxnSpPr>
            <a:cxnSpLocks/>
            <a:stCxn id="4" idx="4"/>
            <a:endCxn id="11" idx="0"/>
          </p:cNvCxnSpPr>
          <p:nvPr/>
        </p:nvCxnSpPr>
        <p:spPr>
          <a:xfrm>
            <a:off x="534036" y="1480322"/>
            <a:ext cx="589781" cy="67174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88BBC0D2-3A95-4335-90B9-803EB32B4735}"/>
              </a:ext>
            </a:extLst>
          </p:cNvPr>
          <p:cNvCxnSpPr>
            <a:cxnSpLocks/>
            <a:stCxn id="5" idx="4"/>
            <a:endCxn id="7" idx="0"/>
          </p:cNvCxnSpPr>
          <p:nvPr/>
        </p:nvCxnSpPr>
        <p:spPr>
          <a:xfrm>
            <a:off x="1545880" y="597531"/>
            <a:ext cx="786522" cy="38190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B12ECC2B-1C0C-47BC-B394-EC7F15537720}"/>
              </a:ext>
            </a:extLst>
          </p:cNvPr>
          <p:cNvCxnSpPr>
            <a:cxnSpLocks/>
            <a:stCxn id="13" idx="4"/>
            <a:endCxn id="14" idx="0"/>
          </p:cNvCxnSpPr>
          <p:nvPr/>
        </p:nvCxnSpPr>
        <p:spPr>
          <a:xfrm flipH="1">
            <a:off x="927063" y="3343249"/>
            <a:ext cx="819183" cy="18098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38345055-4826-43D4-984A-C851511852E6}"/>
              </a:ext>
            </a:extLst>
          </p:cNvPr>
          <p:cNvCxnSpPr>
            <a:cxnSpLocks/>
            <a:stCxn id="7" idx="4"/>
            <a:endCxn id="8" idx="0"/>
          </p:cNvCxnSpPr>
          <p:nvPr/>
        </p:nvCxnSpPr>
        <p:spPr>
          <a:xfrm flipH="1">
            <a:off x="1869701" y="1534413"/>
            <a:ext cx="462701" cy="58697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A2A04DEB-DBB3-430D-90E2-80CC59B99234}"/>
              </a:ext>
            </a:extLst>
          </p:cNvPr>
          <p:cNvCxnSpPr>
            <a:cxnSpLocks/>
            <a:stCxn id="7" idx="4"/>
            <a:endCxn id="9" idx="0"/>
          </p:cNvCxnSpPr>
          <p:nvPr/>
        </p:nvCxnSpPr>
        <p:spPr>
          <a:xfrm>
            <a:off x="2332402" y="1534413"/>
            <a:ext cx="254121" cy="57671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4123455A-BD01-45B0-AAEF-8818BDE7DA7F}"/>
              </a:ext>
            </a:extLst>
          </p:cNvPr>
          <p:cNvCxnSpPr>
            <a:cxnSpLocks/>
            <a:stCxn id="6" idx="4"/>
            <a:endCxn id="8" idx="0"/>
          </p:cNvCxnSpPr>
          <p:nvPr/>
        </p:nvCxnSpPr>
        <p:spPr>
          <a:xfrm>
            <a:off x="1421208" y="1544076"/>
            <a:ext cx="448493" cy="5773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18F64617-5771-482D-8B77-7EC512A19FF4}"/>
              </a:ext>
            </a:extLst>
          </p:cNvPr>
          <p:cNvCxnSpPr>
            <a:cxnSpLocks/>
            <a:stCxn id="11" idx="4"/>
            <a:endCxn id="12" idx="0"/>
          </p:cNvCxnSpPr>
          <p:nvPr/>
        </p:nvCxnSpPr>
        <p:spPr>
          <a:xfrm flipH="1">
            <a:off x="834659" y="2603240"/>
            <a:ext cx="289158" cy="32004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53197B30-04C7-4A16-9670-8B3465A695CB}"/>
              </a:ext>
            </a:extLst>
          </p:cNvPr>
          <p:cNvCxnSpPr>
            <a:cxnSpLocks/>
            <a:stCxn id="10" idx="4"/>
            <a:endCxn id="12" idx="0"/>
          </p:cNvCxnSpPr>
          <p:nvPr/>
        </p:nvCxnSpPr>
        <p:spPr>
          <a:xfrm>
            <a:off x="387505"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2ACC2880-D594-40B0-889A-BE5893DAEAFD}"/>
              </a:ext>
            </a:extLst>
          </p:cNvPr>
          <p:cNvCxnSpPr>
            <a:cxnSpLocks/>
            <a:stCxn id="10" idx="0"/>
            <a:endCxn id="6" idx="4"/>
          </p:cNvCxnSpPr>
          <p:nvPr/>
        </p:nvCxnSpPr>
        <p:spPr>
          <a:xfrm flipV="1">
            <a:off x="387505" y="1544076"/>
            <a:ext cx="1033703" cy="59650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42A9435-0BB1-4F61-A5A6-5B589C62D06C}"/>
              </a:ext>
            </a:extLst>
          </p:cNvPr>
          <p:cNvCxnSpPr>
            <a:cxnSpLocks/>
            <a:stCxn id="12" idx="4"/>
            <a:endCxn id="14" idx="0"/>
          </p:cNvCxnSpPr>
          <p:nvPr/>
        </p:nvCxnSpPr>
        <p:spPr>
          <a:xfrm>
            <a:off x="834659" y="3333772"/>
            <a:ext cx="92404" cy="19045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31AB758-82F5-45E4-A4D7-05CCA91C4F82}"/>
              </a:ext>
            </a:extLst>
          </p:cNvPr>
          <p:cNvCxnSpPr>
            <a:cxnSpLocks/>
            <a:stCxn id="9" idx="4"/>
            <a:endCxn id="13" idx="0"/>
          </p:cNvCxnSpPr>
          <p:nvPr/>
        </p:nvCxnSpPr>
        <p:spPr>
          <a:xfrm flipH="1">
            <a:off x="1746246" y="2560408"/>
            <a:ext cx="840277" cy="35339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1D7EFC2B-80D7-4783-973D-651C6AD5F1B2}"/>
              </a:ext>
            </a:extLst>
          </p:cNvPr>
          <p:cNvCxnSpPr>
            <a:cxnSpLocks/>
            <a:stCxn id="8" idx="4"/>
            <a:endCxn id="13" idx="0"/>
          </p:cNvCxnSpPr>
          <p:nvPr/>
        </p:nvCxnSpPr>
        <p:spPr>
          <a:xfrm flipH="1">
            <a:off x="1746246" y="2631688"/>
            <a:ext cx="123455" cy="2821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A45B0B65-E09D-42AD-A7F3-D4F6BFAF3FFA}"/>
              </a:ext>
            </a:extLst>
          </p:cNvPr>
          <p:cNvCxnSpPr>
            <a:cxnSpLocks/>
            <a:stCxn id="11" idx="4"/>
            <a:endCxn id="13" idx="0"/>
          </p:cNvCxnSpPr>
          <p:nvPr/>
        </p:nvCxnSpPr>
        <p:spPr>
          <a:xfrm>
            <a:off x="1123817" y="2603240"/>
            <a:ext cx="622429" cy="310564"/>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1" name="表格 6">
            <a:extLst>
              <a:ext uri="{FF2B5EF4-FFF2-40B4-BE49-F238E27FC236}">
                <a16:creationId xmlns:a16="http://schemas.microsoft.com/office/drawing/2014/main" id="{C14918C3-0AC7-43C2-B76A-D86C5A2A61FE}"/>
              </a:ext>
            </a:extLst>
          </p:cNvPr>
          <p:cNvGraphicFramePr>
            <a:graphicFrameLocks noGrp="1"/>
          </p:cNvGraphicFramePr>
          <p:nvPr>
            <p:extLst>
              <p:ext uri="{D42A27DB-BD31-4B8C-83A1-F6EECF244321}">
                <p14:modId xmlns:p14="http://schemas.microsoft.com/office/powerpoint/2010/main" val="3703960441"/>
              </p:ext>
            </p:extLst>
          </p:nvPr>
        </p:nvGraphicFramePr>
        <p:xfrm>
          <a:off x="6852730" y="146923"/>
          <a:ext cx="4470895" cy="6610539"/>
        </p:xfrm>
        <a:graphic>
          <a:graphicData uri="http://schemas.openxmlformats.org/drawingml/2006/table">
            <a:tbl>
              <a:tblPr firstRow="1" bandRow="1">
                <a:tableStyleId>{5C22544A-7EE6-4342-B048-85BDC9FD1C3A}</a:tableStyleId>
              </a:tblPr>
              <a:tblGrid>
                <a:gridCol w="894179">
                  <a:extLst>
                    <a:ext uri="{9D8B030D-6E8A-4147-A177-3AD203B41FA5}">
                      <a16:colId xmlns:a16="http://schemas.microsoft.com/office/drawing/2014/main" val="4123152773"/>
                    </a:ext>
                  </a:extLst>
                </a:gridCol>
                <a:gridCol w="894179">
                  <a:extLst>
                    <a:ext uri="{9D8B030D-6E8A-4147-A177-3AD203B41FA5}">
                      <a16:colId xmlns:a16="http://schemas.microsoft.com/office/drawing/2014/main" val="3276230559"/>
                    </a:ext>
                  </a:extLst>
                </a:gridCol>
                <a:gridCol w="894179">
                  <a:extLst>
                    <a:ext uri="{9D8B030D-6E8A-4147-A177-3AD203B41FA5}">
                      <a16:colId xmlns:a16="http://schemas.microsoft.com/office/drawing/2014/main" val="2272104969"/>
                    </a:ext>
                  </a:extLst>
                </a:gridCol>
                <a:gridCol w="894179">
                  <a:extLst>
                    <a:ext uri="{9D8B030D-6E8A-4147-A177-3AD203B41FA5}">
                      <a16:colId xmlns:a16="http://schemas.microsoft.com/office/drawing/2014/main" val="569171837"/>
                    </a:ext>
                  </a:extLst>
                </a:gridCol>
                <a:gridCol w="894179">
                  <a:extLst>
                    <a:ext uri="{9D8B030D-6E8A-4147-A177-3AD203B41FA5}">
                      <a16:colId xmlns:a16="http://schemas.microsoft.com/office/drawing/2014/main" val="2597466175"/>
                    </a:ext>
                  </a:extLst>
                </a:gridCol>
              </a:tblGrid>
              <a:tr h="508503">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EST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508503">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508503">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508503">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508503">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508503">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508503">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508503">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508503">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3965306"/>
                  </a:ext>
                </a:extLst>
              </a:tr>
              <a:tr h="508503">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687396"/>
                  </a:ext>
                </a:extLst>
              </a:tr>
              <a:tr h="508503">
                <a:tc>
                  <a:txBody>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849730"/>
                  </a:ext>
                </a:extLst>
              </a:tr>
              <a:tr h="508503">
                <a:tc>
                  <a:txBody>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8093707"/>
                  </a:ext>
                </a:extLst>
              </a:tr>
              <a:tr h="508503">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084531"/>
                  </a:ext>
                </a:extLst>
              </a:tr>
            </a:tbl>
          </a:graphicData>
        </a:graphic>
      </p:graphicFrame>
      <p:graphicFrame>
        <p:nvGraphicFramePr>
          <p:cNvPr id="117" name="表格 6">
            <a:extLst>
              <a:ext uri="{FF2B5EF4-FFF2-40B4-BE49-F238E27FC236}">
                <a16:creationId xmlns:a16="http://schemas.microsoft.com/office/drawing/2014/main" id="{1CCFAFEB-056C-4CB0-B9A3-92C1A14AE1C5}"/>
              </a:ext>
            </a:extLst>
          </p:cNvPr>
          <p:cNvGraphicFramePr>
            <a:graphicFrameLocks noGrp="1"/>
          </p:cNvGraphicFramePr>
          <p:nvPr>
            <p:extLst>
              <p:ext uri="{D42A27DB-BD31-4B8C-83A1-F6EECF244321}">
                <p14:modId xmlns:p14="http://schemas.microsoft.com/office/powerpoint/2010/main" val="1109310427"/>
              </p:ext>
            </p:extLst>
          </p:nvPr>
        </p:nvGraphicFramePr>
        <p:xfrm>
          <a:off x="2877006" y="146923"/>
          <a:ext cx="3156120" cy="6201251"/>
        </p:xfrm>
        <a:graphic>
          <a:graphicData uri="http://schemas.openxmlformats.org/drawingml/2006/table">
            <a:tbl>
              <a:tblPr firstRow="1" bandRow="1">
                <a:tableStyleId>{5C22544A-7EE6-4342-B048-85BDC9FD1C3A}</a:tableStyleId>
              </a:tblPr>
              <a:tblGrid>
                <a:gridCol w="631224">
                  <a:extLst>
                    <a:ext uri="{9D8B030D-6E8A-4147-A177-3AD203B41FA5}">
                      <a16:colId xmlns:a16="http://schemas.microsoft.com/office/drawing/2014/main" val="4123152773"/>
                    </a:ext>
                  </a:extLst>
                </a:gridCol>
                <a:gridCol w="631224">
                  <a:extLst>
                    <a:ext uri="{9D8B030D-6E8A-4147-A177-3AD203B41FA5}">
                      <a16:colId xmlns:a16="http://schemas.microsoft.com/office/drawing/2014/main" val="3276230559"/>
                    </a:ext>
                  </a:extLst>
                </a:gridCol>
                <a:gridCol w="631224">
                  <a:extLst>
                    <a:ext uri="{9D8B030D-6E8A-4147-A177-3AD203B41FA5}">
                      <a16:colId xmlns:a16="http://schemas.microsoft.com/office/drawing/2014/main" val="2272104969"/>
                    </a:ext>
                  </a:extLst>
                </a:gridCol>
                <a:gridCol w="631224">
                  <a:extLst>
                    <a:ext uri="{9D8B030D-6E8A-4147-A177-3AD203B41FA5}">
                      <a16:colId xmlns:a16="http://schemas.microsoft.com/office/drawing/2014/main" val="569171837"/>
                    </a:ext>
                  </a:extLst>
                </a:gridCol>
                <a:gridCol w="631224">
                  <a:extLst>
                    <a:ext uri="{9D8B030D-6E8A-4147-A177-3AD203B41FA5}">
                      <a16:colId xmlns:a16="http://schemas.microsoft.com/office/drawing/2014/main" val="2873605050"/>
                    </a:ext>
                  </a:extLst>
                </a:gridCol>
              </a:tblGrid>
              <a:tr h="61997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505561">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505561">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505561">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505561">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505561">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505561">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505561">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505561">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5</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505561">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505561">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9</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505561">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Tree>
    <p:extLst>
      <p:ext uri="{BB962C8B-B14F-4D97-AF65-F5344CB8AC3E}">
        <p14:creationId xmlns:p14="http://schemas.microsoft.com/office/powerpoint/2010/main" val="832029986"/>
      </p:ext>
    </p:extLst>
  </p:cSld>
  <p:clrMapOvr>
    <a:masterClrMapping/>
  </p:clrMapOvr>
  <mc:AlternateContent xmlns:mc="http://schemas.openxmlformats.org/markup-compatibility/2006">
    <mc:Choice xmlns:p14="http://schemas.microsoft.com/office/powerpoint/2010/main" Requires="p14">
      <p:transition spd="slow" p14:dur="2000" advTm="56828">
        <p:cut/>
      </p:transition>
    </mc:Choice>
    <mc:Fallback>
      <p:transition spd="slow" advTm="56828">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2D79DD1E-8FAC-40C4-A03E-1C8682A6E6D3}"/>
              </a:ext>
            </a:extLst>
          </p:cNvPr>
          <p:cNvSpPr/>
          <p:nvPr/>
        </p:nvSpPr>
        <p:spPr>
          <a:xfrm>
            <a:off x="254407"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5" name="橢圓 4">
            <a:extLst>
              <a:ext uri="{FF2B5EF4-FFF2-40B4-BE49-F238E27FC236}">
                <a16:creationId xmlns:a16="http://schemas.microsoft.com/office/drawing/2014/main" id="{C1D8A0FA-6AE9-40E0-9A20-24623C710D80}"/>
              </a:ext>
            </a:extLst>
          </p:cNvPr>
          <p:cNvSpPr/>
          <p:nvPr/>
        </p:nvSpPr>
        <p:spPr>
          <a:xfrm>
            <a:off x="1310351" y="90307"/>
            <a:ext cx="471058" cy="50722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sp>
        <p:nvSpPr>
          <p:cNvPr id="6" name="橢圓 5">
            <a:extLst>
              <a:ext uri="{FF2B5EF4-FFF2-40B4-BE49-F238E27FC236}">
                <a16:creationId xmlns:a16="http://schemas.microsoft.com/office/drawing/2014/main" id="{76DCED38-4071-4676-BDB8-1367BDF80FF6}"/>
              </a:ext>
            </a:extLst>
          </p:cNvPr>
          <p:cNvSpPr/>
          <p:nvPr/>
        </p:nvSpPr>
        <p:spPr>
          <a:xfrm>
            <a:off x="1372045"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7" name="橢圓 6">
            <a:extLst>
              <a:ext uri="{FF2B5EF4-FFF2-40B4-BE49-F238E27FC236}">
                <a16:creationId xmlns:a16="http://schemas.microsoft.com/office/drawing/2014/main" id="{16AB2254-10E0-483D-BCB6-1DE7EC2E85F1}"/>
              </a:ext>
            </a:extLst>
          </p:cNvPr>
          <p:cNvSpPr/>
          <p:nvPr/>
        </p:nvSpPr>
        <p:spPr>
          <a:xfrm>
            <a:off x="2343748"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8" name="橢圓 7">
            <a:extLst>
              <a:ext uri="{FF2B5EF4-FFF2-40B4-BE49-F238E27FC236}">
                <a16:creationId xmlns:a16="http://schemas.microsoft.com/office/drawing/2014/main" id="{97FC6D8D-8D0C-4F94-9AAD-CCF8BAAB5908}"/>
              </a:ext>
            </a:extLst>
          </p:cNvPr>
          <p:cNvSpPr/>
          <p:nvPr/>
        </p:nvSpPr>
        <p:spPr>
          <a:xfrm>
            <a:off x="1987480"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9" name="橢圓 8">
            <a:extLst>
              <a:ext uri="{FF2B5EF4-FFF2-40B4-BE49-F238E27FC236}">
                <a16:creationId xmlns:a16="http://schemas.microsoft.com/office/drawing/2014/main" id="{6B992FCE-DAEC-4791-B5F0-19D9A0E264B7}"/>
              </a:ext>
            </a:extLst>
          </p:cNvPr>
          <p:cNvSpPr/>
          <p:nvPr/>
        </p:nvSpPr>
        <p:spPr>
          <a:xfrm>
            <a:off x="2910098"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0" name="橢圓 9">
            <a:extLst>
              <a:ext uri="{FF2B5EF4-FFF2-40B4-BE49-F238E27FC236}">
                <a16:creationId xmlns:a16="http://schemas.microsoft.com/office/drawing/2014/main" id="{ED20EB1B-7927-4DD4-B26C-AF0FF5B5206C}"/>
              </a:ext>
            </a:extLst>
          </p:cNvPr>
          <p:cNvSpPr/>
          <p:nvPr/>
        </p:nvSpPr>
        <p:spPr>
          <a:xfrm>
            <a:off x="112150"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1" name="橢圓 10">
            <a:extLst>
              <a:ext uri="{FF2B5EF4-FFF2-40B4-BE49-F238E27FC236}">
                <a16:creationId xmlns:a16="http://schemas.microsoft.com/office/drawing/2014/main" id="{48EB72F0-18B5-4387-A6E3-AB04D49AA874}"/>
              </a:ext>
            </a:extLst>
          </p:cNvPr>
          <p:cNvSpPr/>
          <p:nvPr/>
        </p:nvSpPr>
        <p:spPr>
          <a:xfrm>
            <a:off x="1034997"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2" name="橢圓 11">
            <a:extLst>
              <a:ext uri="{FF2B5EF4-FFF2-40B4-BE49-F238E27FC236}">
                <a16:creationId xmlns:a16="http://schemas.microsoft.com/office/drawing/2014/main" id="{36EA87A6-BD94-4577-9118-88B796A040A5}"/>
              </a:ext>
            </a:extLst>
          </p:cNvPr>
          <p:cNvSpPr/>
          <p:nvPr/>
        </p:nvSpPr>
        <p:spPr>
          <a:xfrm>
            <a:off x="559304"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3" name="橢圓 12">
            <a:extLst>
              <a:ext uri="{FF2B5EF4-FFF2-40B4-BE49-F238E27FC236}">
                <a16:creationId xmlns:a16="http://schemas.microsoft.com/office/drawing/2014/main" id="{9A988564-DD61-4069-B2FF-048B6DE68E60}"/>
              </a:ext>
            </a:extLst>
          </p:cNvPr>
          <p:cNvSpPr/>
          <p:nvPr/>
        </p:nvSpPr>
        <p:spPr>
          <a:xfrm>
            <a:off x="1883505"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4" name="橢圓 13">
            <a:extLst>
              <a:ext uri="{FF2B5EF4-FFF2-40B4-BE49-F238E27FC236}">
                <a16:creationId xmlns:a16="http://schemas.microsoft.com/office/drawing/2014/main" id="{53B9C383-8F02-42EE-9120-8C6788EAE01F}"/>
              </a:ext>
            </a:extLst>
          </p:cNvPr>
          <p:cNvSpPr/>
          <p:nvPr/>
        </p:nvSpPr>
        <p:spPr>
          <a:xfrm>
            <a:off x="1034997"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15" name="直線接點 14">
            <a:extLst>
              <a:ext uri="{FF2B5EF4-FFF2-40B4-BE49-F238E27FC236}">
                <a16:creationId xmlns:a16="http://schemas.microsoft.com/office/drawing/2014/main" id="{C9AE5BE2-5D2F-4EBA-B32B-65885E59DB2A}"/>
              </a:ext>
            </a:extLst>
          </p:cNvPr>
          <p:cNvCxnSpPr>
            <a:cxnSpLocks/>
            <a:stCxn id="4" idx="0"/>
            <a:endCxn id="5" idx="4"/>
          </p:cNvCxnSpPr>
          <p:nvPr/>
        </p:nvCxnSpPr>
        <p:spPr>
          <a:xfrm flipV="1">
            <a:off x="534036" y="597531"/>
            <a:ext cx="1011844" cy="3755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C612BF5C-FD2D-480A-ACE8-2422FB207E92}"/>
              </a:ext>
            </a:extLst>
          </p:cNvPr>
          <p:cNvCxnSpPr>
            <a:cxnSpLocks/>
            <a:stCxn id="6" idx="0"/>
            <a:endCxn id="5" idx="4"/>
          </p:cNvCxnSpPr>
          <p:nvPr/>
        </p:nvCxnSpPr>
        <p:spPr>
          <a:xfrm flipH="1" flipV="1">
            <a:off x="1545880" y="597531"/>
            <a:ext cx="105794" cy="3704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E3D53039-DEA0-435E-ADB5-EA1BC98C0DA9}"/>
              </a:ext>
            </a:extLst>
          </p:cNvPr>
          <p:cNvCxnSpPr>
            <a:cxnSpLocks/>
            <a:stCxn id="4" idx="4"/>
            <a:endCxn id="10" idx="0"/>
          </p:cNvCxnSpPr>
          <p:nvPr/>
        </p:nvCxnSpPr>
        <p:spPr>
          <a:xfrm flipH="1">
            <a:off x="387505"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57D9F3B9-6C2F-4994-A76F-AFEA7A2D5344}"/>
              </a:ext>
            </a:extLst>
          </p:cNvPr>
          <p:cNvCxnSpPr>
            <a:cxnSpLocks/>
            <a:stCxn id="4" idx="4"/>
            <a:endCxn id="11" idx="0"/>
          </p:cNvCxnSpPr>
          <p:nvPr/>
        </p:nvCxnSpPr>
        <p:spPr>
          <a:xfrm>
            <a:off x="534036"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88BBC0D2-3A95-4335-90B9-803EB32B4735}"/>
              </a:ext>
            </a:extLst>
          </p:cNvPr>
          <p:cNvCxnSpPr>
            <a:cxnSpLocks/>
            <a:stCxn id="5" idx="4"/>
            <a:endCxn id="7" idx="0"/>
          </p:cNvCxnSpPr>
          <p:nvPr/>
        </p:nvCxnSpPr>
        <p:spPr>
          <a:xfrm>
            <a:off x="1545880" y="597531"/>
            <a:ext cx="1077497" cy="4036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B12ECC2B-1C0C-47BC-B394-EC7F15537720}"/>
              </a:ext>
            </a:extLst>
          </p:cNvPr>
          <p:cNvCxnSpPr>
            <a:cxnSpLocks/>
            <a:stCxn id="13" idx="4"/>
            <a:endCxn id="14" idx="0"/>
          </p:cNvCxnSpPr>
          <p:nvPr/>
        </p:nvCxnSpPr>
        <p:spPr>
          <a:xfrm flipH="1">
            <a:off x="1459251"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38345055-4826-43D4-984A-C851511852E6}"/>
              </a:ext>
            </a:extLst>
          </p:cNvPr>
          <p:cNvCxnSpPr>
            <a:cxnSpLocks/>
            <a:stCxn id="7" idx="4"/>
            <a:endCxn id="8" idx="0"/>
          </p:cNvCxnSpPr>
          <p:nvPr/>
        </p:nvCxnSpPr>
        <p:spPr>
          <a:xfrm flipH="1">
            <a:off x="2262142"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A2A04DEB-DBB3-430D-90E2-80CC59B99234}"/>
              </a:ext>
            </a:extLst>
          </p:cNvPr>
          <p:cNvCxnSpPr>
            <a:cxnSpLocks/>
            <a:stCxn id="7" idx="4"/>
            <a:endCxn id="9" idx="0"/>
          </p:cNvCxnSpPr>
          <p:nvPr/>
        </p:nvCxnSpPr>
        <p:spPr>
          <a:xfrm>
            <a:off x="2623377"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4123455A-BD01-45B0-AAEF-8818BDE7DA7F}"/>
              </a:ext>
            </a:extLst>
          </p:cNvPr>
          <p:cNvCxnSpPr>
            <a:cxnSpLocks/>
            <a:stCxn id="6" idx="4"/>
            <a:endCxn id="8" idx="0"/>
          </p:cNvCxnSpPr>
          <p:nvPr/>
        </p:nvCxnSpPr>
        <p:spPr>
          <a:xfrm>
            <a:off x="1651674"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18F64617-5771-482D-8B77-7EC512A19FF4}"/>
              </a:ext>
            </a:extLst>
          </p:cNvPr>
          <p:cNvCxnSpPr>
            <a:cxnSpLocks/>
            <a:stCxn id="11" idx="4"/>
            <a:endCxn id="12" idx="0"/>
          </p:cNvCxnSpPr>
          <p:nvPr/>
        </p:nvCxnSpPr>
        <p:spPr>
          <a:xfrm flipH="1">
            <a:off x="834659"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53197B30-04C7-4A16-9670-8B3465A695CB}"/>
              </a:ext>
            </a:extLst>
          </p:cNvPr>
          <p:cNvCxnSpPr>
            <a:cxnSpLocks/>
            <a:stCxn id="10" idx="4"/>
            <a:endCxn id="12" idx="0"/>
          </p:cNvCxnSpPr>
          <p:nvPr/>
        </p:nvCxnSpPr>
        <p:spPr>
          <a:xfrm>
            <a:off x="387505"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2ACC2880-D594-40B0-889A-BE5893DAEAFD}"/>
              </a:ext>
            </a:extLst>
          </p:cNvPr>
          <p:cNvCxnSpPr>
            <a:cxnSpLocks/>
            <a:stCxn id="10" idx="0"/>
            <a:endCxn id="6" idx="4"/>
          </p:cNvCxnSpPr>
          <p:nvPr/>
        </p:nvCxnSpPr>
        <p:spPr>
          <a:xfrm flipV="1">
            <a:off x="387505"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42A9435-0BB1-4F61-A5A6-5B589C62D06C}"/>
              </a:ext>
            </a:extLst>
          </p:cNvPr>
          <p:cNvCxnSpPr>
            <a:cxnSpLocks/>
            <a:stCxn id="12" idx="4"/>
            <a:endCxn id="14" idx="0"/>
          </p:cNvCxnSpPr>
          <p:nvPr/>
        </p:nvCxnSpPr>
        <p:spPr>
          <a:xfrm>
            <a:off x="834659"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31AB758-82F5-45E4-A4D7-05CCA91C4F82}"/>
              </a:ext>
            </a:extLst>
          </p:cNvPr>
          <p:cNvCxnSpPr>
            <a:cxnSpLocks/>
            <a:stCxn id="9" idx="4"/>
            <a:endCxn id="13" idx="0"/>
          </p:cNvCxnSpPr>
          <p:nvPr/>
        </p:nvCxnSpPr>
        <p:spPr>
          <a:xfrm flipH="1">
            <a:off x="2145479"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1D7EFC2B-80D7-4783-973D-651C6AD5F1B2}"/>
              </a:ext>
            </a:extLst>
          </p:cNvPr>
          <p:cNvCxnSpPr>
            <a:cxnSpLocks/>
            <a:stCxn id="8" idx="4"/>
            <a:endCxn id="13" idx="0"/>
          </p:cNvCxnSpPr>
          <p:nvPr/>
        </p:nvCxnSpPr>
        <p:spPr>
          <a:xfrm flipH="1">
            <a:off x="2145479"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A45B0B65-E09D-42AD-A7F3-D4F6BFAF3FFA}"/>
              </a:ext>
            </a:extLst>
          </p:cNvPr>
          <p:cNvCxnSpPr>
            <a:cxnSpLocks/>
            <a:stCxn id="11" idx="4"/>
            <a:endCxn id="13" idx="0"/>
          </p:cNvCxnSpPr>
          <p:nvPr/>
        </p:nvCxnSpPr>
        <p:spPr>
          <a:xfrm>
            <a:off x="1290439"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1" name="表格 6">
            <a:extLst>
              <a:ext uri="{FF2B5EF4-FFF2-40B4-BE49-F238E27FC236}">
                <a16:creationId xmlns:a16="http://schemas.microsoft.com/office/drawing/2014/main" id="{C14918C3-0AC7-43C2-B76A-D86C5A2A61FE}"/>
              </a:ext>
            </a:extLst>
          </p:cNvPr>
          <p:cNvGraphicFramePr>
            <a:graphicFrameLocks noGrp="1"/>
          </p:cNvGraphicFramePr>
          <p:nvPr/>
        </p:nvGraphicFramePr>
        <p:xfrm>
          <a:off x="6866313" y="106151"/>
          <a:ext cx="4470895" cy="6610539"/>
        </p:xfrm>
        <a:graphic>
          <a:graphicData uri="http://schemas.openxmlformats.org/drawingml/2006/table">
            <a:tbl>
              <a:tblPr firstRow="1" bandRow="1">
                <a:tableStyleId>{5C22544A-7EE6-4342-B048-85BDC9FD1C3A}</a:tableStyleId>
              </a:tblPr>
              <a:tblGrid>
                <a:gridCol w="894179">
                  <a:extLst>
                    <a:ext uri="{9D8B030D-6E8A-4147-A177-3AD203B41FA5}">
                      <a16:colId xmlns:a16="http://schemas.microsoft.com/office/drawing/2014/main" val="4123152773"/>
                    </a:ext>
                  </a:extLst>
                </a:gridCol>
                <a:gridCol w="894179">
                  <a:extLst>
                    <a:ext uri="{9D8B030D-6E8A-4147-A177-3AD203B41FA5}">
                      <a16:colId xmlns:a16="http://schemas.microsoft.com/office/drawing/2014/main" val="3276230559"/>
                    </a:ext>
                  </a:extLst>
                </a:gridCol>
                <a:gridCol w="894179">
                  <a:extLst>
                    <a:ext uri="{9D8B030D-6E8A-4147-A177-3AD203B41FA5}">
                      <a16:colId xmlns:a16="http://schemas.microsoft.com/office/drawing/2014/main" val="2272104969"/>
                    </a:ext>
                  </a:extLst>
                </a:gridCol>
                <a:gridCol w="894179">
                  <a:extLst>
                    <a:ext uri="{9D8B030D-6E8A-4147-A177-3AD203B41FA5}">
                      <a16:colId xmlns:a16="http://schemas.microsoft.com/office/drawing/2014/main" val="569171837"/>
                    </a:ext>
                  </a:extLst>
                </a:gridCol>
                <a:gridCol w="894179">
                  <a:extLst>
                    <a:ext uri="{9D8B030D-6E8A-4147-A177-3AD203B41FA5}">
                      <a16:colId xmlns:a16="http://schemas.microsoft.com/office/drawing/2014/main" val="2597466175"/>
                    </a:ext>
                  </a:extLst>
                </a:gridCol>
              </a:tblGrid>
              <a:tr h="508503">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EST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508503">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508503">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508503">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8+14</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508503">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8+16</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508503">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508503">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508503">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508503">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3965306"/>
                  </a:ext>
                </a:extLst>
              </a:tr>
              <a:tr h="508503">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687396"/>
                  </a:ext>
                </a:extLst>
              </a:tr>
              <a:tr h="508503">
                <a:tc>
                  <a:txBody>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849730"/>
                  </a:ext>
                </a:extLst>
              </a:tr>
              <a:tr h="508503">
                <a:tc>
                  <a:txBody>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8093707"/>
                  </a:ext>
                </a:extLst>
              </a:tr>
              <a:tr h="508503">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084531"/>
                  </a:ext>
                </a:extLst>
              </a:tr>
            </a:tbl>
          </a:graphicData>
        </a:graphic>
      </p:graphicFrame>
      <p:graphicFrame>
        <p:nvGraphicFramePr>
          <p:cNvPr id="32" name="表格 6">
            <a:extLst>
              <a:ext uri="{FF2B5EF4-FFF2-40B4-BE49-F238E27FC236}">
                <a16:creationId xmlns:a16="http://schemas.microsoft.com/office/drawing/2014/main" id="{3C8D2443-03F4-44B5-A42C-DC2739210B0B}"/>
              </a:ext>
            </a:extLst>
          </p:cNvPr>
          <p:cNvGraphicFramePr>
            <a:graphicFrameLocks noGrp="1"/>
          </p:cNvGraphicFramePr>
          <p:nvPr>
            <p:extLst>
              <p:ext uri="{D42A27DB-BD31-4B8C-83A1-F6EECF244321}">
                <p14:modId xmlns:p14="http://schemas.microsoft.com/office/powerpoint/2010/main" val="3523990464"/>
              </p:ext>
            </p:extLst>
          </p:nvPr>
        </p:nvGraphicFramePr>
        <p:xfrm>
          <a:off x="3117182" y="106153"/>
          <a:ext cx="3149530" cy="6073332"/>
        </p:xfrm>
        <a:graphic>
          <a:graphicData uri="http://schemas.openxmlformats.org/drawingml/2006/table">
            <a:tbl>
              <a:tblPr firstRow="1" bandRow="1">
                <a:tableStyleId>{5C22544A-7EE6-4342-B048-85BDC9FD1C3A}</a:tableStyleId>
              </a:tblPr>
              <a:tblGrid>
                <a:gridCol w="629906">
                  <a:extLst>
                    <a:ext uri="{9D8B030D-6E8A-4147-A177-3AD203B41FA5}">
                      <a16:colId xmlns:a16="http://schemas.microsoft.com/office/drawing/2014/main" val="4123152773"/>
                    </a:ext>
                  </a:extLst>
                </a:gridCol>
                <a:gridCol w="629906">
                  <a:extLst>
                    <a:ext uri="{9D8B030D-6E8A-4147-A177-3AD203B41FA5}">
                      <a16:colId xmlns:a16="http://schemas.microsoft.com/office/drawing/2014/main" val="3276230559"/>
                    </a:ext>
                  </a:extLst>
                </a:gridCol>
                <a:gridCol w="629906">
                  <a:extLst>
                    <a:ext uri="{9D8B030D-6E8A-4147-A177-3AD203B41FA5}">
                      <a16:colId xmlns:a16="http://schemas.microsoft.com/office/drawing/2014/main" val="2272104969"/>
                    </a:ext>
                  </a:extLst>
                </a:gridCol>
                <a:gridCol w="629906">
                  <a:extLst>
                    <a:ext uri="{9D8B030D-6E8A-4147-A177-3AD203B41FA5}">
                      <a16:colId xmlns:a16="http://schemas.microsoft.com/office/drawing/2014/main" val="569171837"/>
                    </a:ext>
                  </a:extLst>
                </a:gridCol>
                <a:gridCol w="629906">
                  <a:extLst>
                    <a:ext uri="{9D8B030D-6E8A-4147-A177-3AD203B41FA5}">
                      <a16:colId xmlns:a16="http://schemas.microsoft.com/office/drawing/2014/main" val="2873605050"/>
                    </a:ext>
                  </a:extLst>
                </a:gridCol>
              </a:tblGrid>
              <a:tr h="63279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5</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9</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Tree>
    <p:extLst>
      <p:ext uri="{BB962C8B-B14F-4D97-AF65-F5344CB8AC3E}">
        <p14:creationId xmlns:p14="http://schemas.microsoft.com/office/powerpoint/2010/main" val="261009332"/>
      </p:ext>
    </p:extLst>
  </p:cSld>
  <p:clrMapOvr>
    <a:masterClrMapping/>
  </p:clrMapOvr>
  <mc:AlternateContent xmlns:mc="http://schemas.openxmlformats.org/markup-compatibility/2006">
    <mc:Choice xmlns:p14="http://schemas.microsoft.com/office/powerpoint/2010/main" Requires="p14">
      <p:transition spd="slow" p14:dur="2000" advTm="26596">
        <p:cut/>
      </p:transition>
    </mc:Choice>
    <mc:Fallback>
      <p:transition spd="slow" advTm="26596">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2D79DD1E-8FAC-40C4-A03E-1C8682A6E6D3}"/>
              </a:ext>
            </a:extLst>
          </p:cNvPr>
          <p:cNvSpPr/>
          <p:nvPr/>
        </p:nvSpPr>
        <p:spPr>
          <a:xfrm>
            <a:off x="254407"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5" name="橢圓 4">
            <a:extLst>
              <a:ext uri="{FF2B5EF4-FFF2-40B4-BE49-F238E27FC236}">
                <a16:creationId xmlns:a16="http://schemas.microsoft.com/office/drawing/2014/main" id="{C1D8A0FA-6AE9-40E0-9A20-24623C710D80}"/>
              </a:ext>
            </a:extLst>
          </p:cNvPr>
          <p:cNvSpPr/>
          <p:nvPr/>
        </p:nvSpPr>
        <p:spPr>
          <a:xfrm>
            <a:off x="1310351" y="90307"/>
            <a:ext cx="471058" cy="50722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sp>
        <p:nvSpPr>
          <p:cNvPr id="6" name="橢圓 5">
            <a:extLst>
              <a:ext uri="{FF2B5EF4-FFF2-40B4-BE49-F238E27FC236}">
                <a16:creationId xmlns:a16="http://schemas.microsoft.com/office/drawing/2014/main" id="{76DCED38-4071-4676-BDB8-1367BDF80FF6}"/>
              </a:ext>
            </a:extLst>
          </p:cNvPr>
          <p:cNvSpPr/>
          <p:nvPr/>
        </p:nvSpPr>
        <p:spPr>
          <a:xfrm>
            <a:off x="1372045"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7" name="橢圓 6">
            <a:extLst>
              <a:ext uri="{FF2B5EF4-FFF2-40B4-BE49-F238E27FC236}">
                <a16:creationId xmlns:a16="http://schemas.microsoft.com/office/drawing/2014/main" id="{16AB2254-10E0-483D-BCB6-1DE7EC2E85F1}"/>
              </a:ext>
            </a:extLst>
          </p:cNvPr>
          <p:cNvSpPr/>
          <p:nvPr/>
        </p:nvSpPr>
        <p:spPr>
          <a:xfrm>
            <a:off x="2343748"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8" name="橢圓 7">
            <a:extLst>
              <a:ext uri="{FF2B5EF4-FFF2-40B4-BE49-F238E27FC236}">
                <a16:creationId xmlns:a16="http://schemas.microsoft.com/office/drawing/2014/main" id="{97FC6D8D-8D0C-4F94-9AAD-CCF8BAAB5908}"/>
              </a:ext>
            </a:extLst>
          </p:cNvPr>
          <p:cNvSpPr/>
          <p:nvPr/>
        </p:nvSpPr>
        <p:spPr>
          <a:xfrm>
            <a:off x="1987480"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9" name="橢圓 8">
            <a:extLst>
              <a:ext uri="{FF2B5EF4-FFF2-40B4-BE49-F238E27FC236}">
                <a16:creationId xmlns:a16="http://schemas.microsoft.com/office/drawing/2014/main" id="{6B992FCE-DAEC-4791-B5F0-19D9A0E264B7}"/>
              </a:ext>
            </a:extLst>
          </p:cNvPr>
          <p:cNvSpPr/>
          <p:nvPr/>
        </p:nvSpPr>
        <p:spPr>
          <a:xfrm>
            <a:off x="2910098"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0" name="橢圓 9">
            <a:extLst>
              <a:ext uri="{FF2B5EF4-FFF2-40B4-BE49-F238E27FC236}">
                <a16:creationId xmlns:a16="http://schemas.microsoft.com/office/drawing/2014/main" id="{ED20EB1B-7927-4DD4-B26C-AF0FF5B5206C}"/>
              </a:ext>
            </a:extLst>
          </p:cNvPr>
          <p:cNvSpPr/>
          <p:nvPr/>
        </p:nvSpPr>
        <p:spPr>
          <a:xfrm>
            <a:off x="112150"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1" name="橢圓 10">
            <a:extLst>
              <a:ext uri="{FF2B5EF4-FFF2-40B4-BE49-F238E27FC236}">
                <a16:creationId xmlns:a16="http://schemas.microsoft.com/office/drawing/2014/main" id="{48EB72F0-18B5-4387-A6E3-AB04D49AA874}"/>
              </a:ext>
            </a:extLst>
          </p:cNvPr>
          <p:cNvSpPr/>
          <p:nvPr/>
        </p:nvSpPr>
        <p:spPr>
          <a:xfrm>
            <a:off x="1034997"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2" name="橢圓 11">
            <a:extLst>
              <a:ext uri="{FF2B5EF4-FFF2-40B4-BE49-F238E27FC236}">
                <a16:creationId xmlns:a16="http://schemas.microsoft.com/office/drawing/2014/main" id="{36EA87A6-BD94-4577-9118-88B796A040A5}"/>
              </a:ext>
            </a:extLst>
          </p:cNvPr>
          <p:cNvSpPr/>
          <p:nvPr/>
        </p:nvSpPr>
        <p:spPr>
          <a:xfrm>
            <a:off x="559304"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3" name="橢圓 12">
            <a:extLst>
              <a:ext uri="{FF2B5EF4-FFF2-40B4-BE49-F238E27FC236}">
                <a16:creationId xmlns:a16="http://schemas.microsoft.com/office/drawing/2014/main" id="{9A988564-DD61-4069-B2FF-048B6DE68E60}"/>
              </a:ext>
            </a:extLst>
          </p:cNvPr>
          <p:cNvSpPr/>
          <p:nvPr/>
        </p:nvSpPr>
        <p:spPr>
          <a:xfrm>
            <a:off x="1883505"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4" name="橢圓 13">
            <a:extLst>
              <a:ext uri="{FF2B5EF4-FFF2-40B4-BE49-F238E27FC236}">
                <a16:creationId xmlns:a16="http://schemas.microsoft.com/office/drawing/2014/main" id="{53B9C383-8F02-42EE-9120-8C6788EAE01F}"/>
              </a:ext>
            </a:extLst>
          </p:cNvPr>
          <p:cNvSpPr/>
          <p:nvPr/>
        </p:nvSpPr>
        <p:spPr>
          <a:xfrm>
            <a:off x="1034997"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15" name="直線接點 14">
            <a:extLst>
              <a:ext uri="{FF2B5EF4-FFF2-40B4-BE49-F238E27FC236}">
                <a16:creationId xmlns:a16="http://schemas.microsoft.com/office/drawing/2014/main" id="{C9AE5BE2-5D2F-4EBA-B32B-65885E59DB2A}"/>
              </a:ext>
            </a:extLst>
          </p:cNvPr>
          <p:cNvCxnSpPr>
            <a:cxnSpLocks/>
            <a:stCxn id="4" idx="0"/>
            <a:endCxn id="5" idx="4"/>
          </p:cNvCxnSpPr>
          <p:nvPr/>
        </p:nvCxnSpPr>
        <p:spPr>
          <a:xfrm flipV="1">
            <a:off x="534036" y="597531"/>
            <a:ext cx="1011844" cy="3755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C612BF5C-FD2D-480A-ACE8-2422FB207E92}"/>
              </a:ext>
            </a:extLst>
          </p:cNvPr>
          <p:cNvCxnSpPr>
            <a:cxnSpLocks/>
            <a:stCxn id="6" idx="0"/>
            <a:endCxn id="5" idx="4"/>
          </p:cNvCxnSpPr>
          <p:nvPr/>
        </p:nvCxnSpPr>
        <p:spPr>
          <a:xfrm flipH="1" flipV="1">
            <a:off x="1545880" y="597531"/>
            <a:ext cx="105794" cy="3704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E3D53039-DEA0-435E-ADB5-EA1BC98C0DA9}"/>
              </a:ext>
            </a:extLst>
          </p:cNvPr>
          <p:cNvCxnSpPr>
            <a:cxnSpLocks/>
            <a:stCxn id="4" idx="4"/>
            <a:endCxn id="10" idx="0"/>
          </p:cNvCxnSpPr>
          <p:nvPr/>
        </p:nvCxnSpPr>
        <p:spPr>
          <a:xfrm flipH="1">
            <a:off x="387505"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57D9F3B9-6C2F-4994-A76F-AFEA7A2D5344}"/>
              </a:ext>
            </a:extLst>
          </p:cNvPr>
          <p:cNvCxnSpPr>
            <a:cxnSpLocks/>
            <a:stCxn id="4" idx="4"/>
            <a:endCxn id="11" idx="0"/>
          </p:cNvCxnSpPr>
          <p:nvPr/>
        </p:nvCxnSpPr>
        <p:spPr>
          <a:xfrm>
            <a:off x="534036"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88BBC0D2-3A95-4335-90B9-803EB32B4735}"/>
              </a:ext>
            </a:extLst>
          </p:cNvPr>
          <p:cNvCxnSpPr>
            <a:cxnSpLocks/>
            <a:stCxn id="5" idx="4"/>
            <a:endCxn id="7" idx="0"/>
          </p:cNvCxnSpPr>
          <p:nvPr/>
        </p:nvCxnSpPr>
        <p:spPr>
          <a:xfrm>
            <a:off x="1545880" y="597531"/>
            <a:ext cx="1077497" cy="4036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B12ECC2B-1C0C-47BC-B394-EC7F15537720}"/>
              </a:ext>
            </a:extLst>
          </p:cNvPr>
          <p:cNvCxnSpPr>
            <a:cxnSpLocks/>
            <a:stCxn id="13" idx="4"/>
            <a:endCxn id="14" idx="0"/>
          </p:cNvCxnSpPr>
          <p:nvPr/>
        </p:nvCxnSpPr>
        <p:spPr>
          <a:xfrm flipH="1">
            <a:off x="1459251"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38345055-4826-43D4-984A-C851511852E6}"/>
              </a:ext>
            </a:extLst>
          </p:cNvPr>
          <p:cNvCxnSpPr>
            <a:cxnSpLocks/>
            <a:stCxn id="7" idx="4"/>
            <a:endCxn id="8" idx="0"/>
          </p:cNvCxnSpPr>
          <p:nvPr/>
        </p:nvCxnSpPr>
        <p:spPr>
          <a:xfrm flipH="1">
            <a:off x="2262142"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A2A04DEB-DBB3-430D-90E2-80CC59B99234}"/>
              </a:ext>
            </a:extLst>
          </p:cNvPr>
          <p:cNvCxnSpPr>
            <a:cxnSpLocks/>
            <a:stCxn id="7" idx="4"/>
            <a:endCxn id="9" idx="0"/>
          </p:cNvCxnSpPr>
          <p:nvPr/>
        </p:nvCxnSpPr>
        <p:spPr>
          <a:xfrm>
            <a:off x="2623377"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4123455A-BD01-45B0-AAEF-8818BDE7DA7F}"/>
              </a:ext>
            </a:extLst>
          </p:cNvPr>
          <p:cNvCxnSpPr>
            <a:cxnSpLocks/>
            <a:stCxn id="6" idx="4"/>
            <a:endCxn id="8" idx="0"/>
          </p:cNvCxnSpPr>
          <p:nvPr/>
        </p:nvCxnSpPr>
        <p:spPr>
          <a:xfrm>
            <a:off x="1651674"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18F64617-5771-482D-8B77-7EC512A19FF4}"/>
              </a:ext>
            </a:extLst>
          </p:cNvPr>
          <p:cNvCxnSpPr>
            <a:cxnSpLocks/>
            <a:stCxn id="11" idx="4"/>
            <a:endCxn id="12" idx="0"/>
          </p:cNvCxnSpPr>
          <p:nvPr/>
        </p:nvCxnSpPr>
        <p:spPr>
          <a:xfrm flipH="1">
            <a:off x="834659"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53197B30-04C7-4A16-9670-8B3465A695CB}"/>
              </a:ext>
            </a:extLst>
          </p:cNvPr>
          <p:cNvCxnSpPr>
            <a:cxnSpLocks/>
            <a:stCxn id="10" idx="4"/>
            <a:endCxn id="12" idx="0"/>
          </p:cNvCxnSpPr>
          <p:nvPr/>
        </p:nvCxnSpPr>
        <p:spPr>
          <a:xfrm>
            <a:off x="387505"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2ACC2880-D594-40B0-889A-BE5893DAEAFD}"/>
              </a:ext>
            </a:extLst>
          </p:cNvPr>
          <p:cNvCxnSpPr>
            <a:cxnSpLocks/>
            <a:stCxn id="10" idx="0"/>
            <a:endCxn id="6" idx="4"/>
          </p:cNvCxnSpPr>
          <p:nvPr/>
        </p:nvCxnSpPr>
        <p:spPr>
          <a:xfrm flipV="1">
            <a:off x="387505"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42A9435-0BB1-4F61-A5A6-5B589C62D06C}"/>
              </a:ext>
            </a:extLst>
          </p:cNvPr>
          <p:cNvCxnSpPr>
            <a:cxnSpLocks/>
            <a:stCxn id="12" idx="4"/>
            <a:endCxn id="14" idx="0"/>
          </p:cNvCxnSpPr>
          <p:nvPr/>
        </p:nvCxnSpPr>
        <p:spPr>
          <a:xfrm>
            <a:off x="834659"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31AB758-82F5-45E4-A4D7-05CCA91C4F82}"/>
              </a:ext>
            </a:extLst>
          </p:cNvPr>
          <p:cNvCxnSpPr>
            <a:cxnSpLocks/>
            <a:stCxn id="9" idx="4"/>
            <a:endCxn id="13" idx="0"/>
          </p:cNvCxnSpPr>
          <p:nvPr/>
        </p:nvCxnSpPr>
        <p:spPr>
          <a:xfrm flipH="1">
            <a:off x="2145479"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1D7EFC2B-80D7-4783-973D-651C6AD5F1B2}"/>
              </a:ext>
            </a:extLst>
          </p:cNvPr>
          <p:cNvCxnSpPr>
            <a:cxnSpLocks/>
            <a:stCxn id="8" idx="4"/>
            <a:endCxn id="13" idx="0"/>
          </p:cNvCxnSpPr>
          <p:nvPr/>
        </p:nvCxnSpPr>
        <p:spPr>
          <a:xfrm flipH="1">
            <a:off x="2145479"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A45B0B65-E09D-42AD-A7F3-D4F6BFAF3FFA}"/>
              </a:ext>
            </a:extLst>
          </p:cNvPr>
          <p:cNvCxnSpPr>
            <a:cxnSpLocks/>
            <a:stCxn id="11" idx="4"/>
            <a:endCxn id="13" idx="0"/>
          </p:cNvCxnSpPr>
          <p:nvPr/>
        </p:nvCxnSpPr>
        <p:spPr>
          <a:xfrm>
            <a:off x="1290439"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1" name="表格 6">
            <a:extLst>
              <a:ext uri="{FF2B5EF4-FFF2-40B4-BE49-F238E27FC236}">
                <a16:creationId xmlns:a16="http://schemas.microsoft.com/office/drawing/2014/main" id="{C14918C3-0AC7-43C2-B76A-D86C5A2A61FE}"/>
              </a:ext>
            </a:extLst>
          </p:cNvPr>
          <p:cNvGraphicFramePr>
            <a:graphicFrameLocks noGrp="1"/>
          </p:cNvGraphicFramePr>
          <p:nvPr>
            <p:extLst>
              <p:ext uri="{D42A27DB-BD31-4B8C-83A1-F6EECF244321}">
                <p14:modId xmlns:p14="http://schemas.microsoft.com/office/powerpoint/2010/main" val="264598677"/>
              </p:ext>
            </p:extLst>
          </p:nvPr>
        </p:nvGraphicFramePr>
        <p:xfrm>
          <a:off x="6743717" y="106150"/>
          <a:ext cx="4593490" cy="6693128"/>
        </p:xfrm>
        <a:graphic>
          <a:graphicData uri="http://schemas.openxmlformats.org/drawingml/2006/table">
            <a:tbl>
              <a:tblPr firstRow="1" bandRow="1">
                <a:tableStyleId>{5C22544A-7EE6-4342-B048-85BDC9FD1C3A}</a:tableStyleId>
              </a:tblPr>
              <a:tblGrid>
                <a:gridCol w="561092">
                  <a:extLst>
                    <a:ext uri="{9D8B030D-6E8A-4147-A177-3AD203B41FA5}">
                      <a16:colId xmlns:a16="http://schemas.microsoft.com/office/drawing/2014/main" val="4123152773"/>
                    </a:ext>
                  </a:extLst>
                </a:gridCol>
                <a:gridCol w="976746">
                  <a:extLst>
                    <a:ext uri="{9D8B030D-6E8A-4147-A177-3AD203B41FA5}">
                      <a16:colId xmlns:a16="http://schemas.microsoft.com/office/drawing/2014/main" val="3276230559"/>
                    </a:ext>
                  </a:extLst>
                </a:gridCol>
                <a:gridCol w="1091045">
                  <a:extLst>
                    <a:ext uri="{9D8B030D-6E8A-4147-A177-3AD203B41FA5}">
                      <a16:colId xmlns:a16="http://schemas.microsoft.com/office/drawing/2014/main" val="2272104969"/>
                    </a:ext>
                  </a:extLst>
                </a:gridCol>
                <a:gridCol w="1045909">
                  <a:extLst>
                    <a:ext uri="{9D8B030D-6E8A-4147-A177-3AD203B41FA5}">
                      <a16:colId xmlns:a16="http://schemas.microsoft.com/office/drawing/2014/main" val="569171837"/>
                    </a:ext>
                  </a:extLst>
                </a:gridCol>
                <a:gridCol w="918698">
                  <a:extLst>
                    <a:ext uri="{9D8B030D-6E8A-4147-A177-3AD203B41FA5}">
                      <a16:colId xmlns:a16="http://schemas.microsoft.com/office/drawing/2014/main" val="2597466175"/>
                    </a:ext>
                  </a:extLst>
                </a:gridCol>
              </a:tblGrid>
              <a:tr h="514856">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EST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514856">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514856">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514856">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8+14</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514856">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8+16</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514856">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514856">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514856">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514856">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3965306"/>
                  </a:ext>
                </a:extLst>
              </a:tr>
              <a:tr h="514856">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687396"/>
                  </a:ext>
                </a:extLst>
              </a:tr>
              <a:tr h="514856">
                <a:tc>
                  <a:txBody>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849730"/>
                  </a:ext>
                </a:extLst>
              </a:tr>
              <a:tr h="514856">
                <a:tc>
                  <a:txBody>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8093707"/>
                  </a:ext>
                </a:extLst>
              </a:tr>
              <a:tr h="514856">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7388929"/>
                  </a:ext>
                </a:extLst>
              </a:tr>
            </a:tbl>
          </a:graphicData>
        </a:graphic>
      </p:graphicFrame>
      <p:graphicFrame>
        <p:nvGraphicFramePr>
          <p:cNvPr id="32" name="表格 6">
            <a:extLst>
              <a:ext uri="{FF2B5EF4-FFF2-40B4-BE49-F238E27FC236}">
                <a16:creationId xmlns:a16="http://schemas.microsoft.com/office/drawing/2014/main" id="{268EF08D-7B62-4290-9403-37D1122BAD0A}"/>
              </a:ext>
            </a:extLst>
          </p:cNvPr>
          <p:cNvGraphicFramePr>
            <a:graphicFrameLocks noGrp="1"/>
          </p:cNvGraphicFramePr>
          <p:nvPr>
            <p:extLst>
              <p:ext uri="{D42A27DB-BD31-4B8C-83A1-F6EECF244321}">
                <p14:modId xmlns:p14="http://schemas.microsoft.com/office/powerpoint/2010/main" val="1761357762"/>
              </p:ext>
            </p:extLst>
          </p:nvPr>
        </p:nvGraphicFramePr>
        <p:xfrm>
          <a:off x="3117182" y="106153"/>
          <a:ext cx="3149530" cy="6073332"/>
        </p:xfrm>
        <a:graphic>
          <a:graphicData uri="http://schemas.openxmlformats.org/drawingml/2006/table">
            <a:tbl>
              <a:tblPr firstRow="1" bandRow="1">
                <a:tableStyleId>{5C22544A-7EE6-4342-B048-85BDC9FD1C3A}</a:tableStyleId>
              </a:tblPr>
              <a:tblGrid>
                <a:gridCol w="629906">
                  <a:extLst>
                    <a:ext uri="{9D8B030D-6E8A-4147-A177-3AD203B41FA5}">
                      <a16:colId xmlns:a16="http://schemas.microsoft.com/office/drawing/2014/main" val="4123152773"/>
                    </a:ext>
                  </a:extLst>
                </a:gridCol>
                <a:gridCol w="629906">
                  <a:extLst>
                    <a:ext uri="{9D8B030D-6E8A-4147-A177-3AD203B41FA5}">
                      <a16:colId xmlns:a16="http://schemas.microsoft.com/office/drawing/2014/main" val="3276230559"/>
                    </a:ext>
                  </a:extLst>
                </a:gridCol>
                <a:gridCol w="629906">
                  <a:extLst>
                    <a:ext uri="{9D8B030D-6E8A-4147-A177-3AD203B41FA5}">
                      <a16:colId xmlns:a16="http://schemas.microsoft.com/office/drawing/2014/main" val="2272104969"/>
                    </a:ext>
                  </a:extLst>
                </a:gridCol>
                <a:gridCol w="629906">
                  <a:extLst>
                    <a:ext uri="{9D8B030D-6E8A-4147-A177-3AD203B41FA5}">
                      <a16:colId xmlns:a16="http://schemas.microsoft.com/office/drawing/2014/main" val="569171837"/>
                    </a:ext>
                  </a:extLst>
                </a:gridCol>
                <a:gridCol w="629906">
                  <a:extLst>
                    <a:ext uri="{9D8B030D-6E8A-4147-A177-3AD203B41FA5}">
                      <a16:colId xmlns:a16="http://schemas.microsoft.com/office/drawing/2014/main" val="2873605050"/>
                    </a:ext>
                  </a:extLst>
                </a:gridCol>
              </a:tblGrid>
              <a:tr h="63279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5</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9</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Tree>
    <p:extLst>
      <p:ext uri="{BB962C8B-B14F-4D97-AF65-F5344CB8AC3E}">
        <p14:creationId xmlns:p14="http://schemas.microsoft.com/office/powerpoint/2010/main" val="10831894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2D79DD1E-8FAC-40C4-A03E-1C8682A6E6D3}"/>
              </a:ext>
            </a:extLst>
          </p:cNvPr>
          <p:cNvSpPr/>
          <p:nvPr/>
        </p:nvSpPr>
        <p:spPr>
          <a:xfrm>
            <a:off x="254407"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5" name="橢圓 4">
            <a:extLst>
              <a:ext uri="{FF2B5EF4-FFF2-40B4-BE49-F238E27FC236}">
                <a16:creationId xmlns:a16="http://schemas.microsoft.com/office/drawing/2014/main" id="{C1D8A0FA-6AE9-40E0-9A20-24623C710D80}"/>
              </a:ext>
            </a:extLst>
          </p:cNvPr>
          <p:cNvSpPr/>
          <p:nvPr/>
        </p:nvSpPr>
        <p:spPr>
          <a:xfrm>
            <a:off x="1310351" y="90307"/>
            <a:ext cx="471058" cy="50722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sp>
        <p:nvSpPr>
          <p:cNvPr id="6" name="橢圓 5">
            <a:extLst>
              <a:ext uri="{FF2B5EF4-FFF2-40B4-BE49-F238E27FC236}">
                <a16:creationId xmlns:a16="http://schemas.microsoft.com/office/drawing/2014/main" id="{76DCED38-4071-4676-BDB8-1367BDF80FF6}"/>
              </a:ext>
            </a:extLst>
          </p:cNvPr>
          <p:cNvSpPr/>
          <p:nvPr/>
        </p:nvSpPr>
        <p:spPr>
          <a:xfrm>
            <a:off x="1372045"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7" name="橢圓 6">
            <a:extLst>
              <a:ext uri="{FF2B5EF4-FFF2-40B4-BE49-F238E27FC236}">
                <a16:creationId xmlns:a16="http://schemas.microsoft.com/office/drawing/2014/main" id="{16AB2254-10E0-483D-BCB6-1DE7EC2E85F1}"/>
              </a:ext>
            </a:extLst>
          </p:cNvPr>
          <p:cNvSpPr/>
          <p:nvPr/>
        </p:nvSpPr>
        <p:spPr>
          <a:xfrm>
            <a:off x="2343748"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8" name="橢圓 7">
            <a:extLst>
              <a:ext uri="{FF2B5EF4-FFF2-40B4-BE49-F238E27FC236}">
                <a16:creationId xmlns:a16="http://schemas.microsoft.com/office/drawing/2014/main" id="{97FC6D8D-8D0C-4F94-9AAD-CCF8BAAB5908}"/>
              </a:ext>
            </a:extLst>
          </p:cNvPr>
          <p:cNvSpPr/>
          <p:nvPr/>
        </p:nvSpPr>
        <p:spPr>
          <a:xfrm>
            <a:off x="1987480"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9" name="橢圓 8">
            <a:extLst>
              <a:ext uri="{FF2B5EF4-FFF2-40B4-BE49-F238E27FC236}">
                <a16:creationId xmlns:a16="http://schemas.microsoft.com/office/drawing/2014/main" id="{6B992FCE-DAEC-4791-B5F0-19D9A0E264B7}"/>
              </a:ext>
            </a:extLst>
          </p:cNvPr>
          <p:cNvSpPr/>
          <p:nvPr/>
        </p:nvSpPr>
        <p:spPr>
          <a:xfrm>
            <a:off x="2910098"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0" name="橢圓 9">
            <a:extLst>
              <a:ext uri="{FF2B5EF4-FFF2-40B4-BE49-F238E27FC236}">
                <a16:creationId xmlns:a16="http://schemas.microsoft.com/office/drawing/2014/main" id="{ED20EB1B-7927-4DD4-B26C-AF0FF5B5206C}"/>
              </a:ext>
            </a:extLst>
          </p:cNvPr>
          <p:cNvSpPr/>
          <p:nvPr/>
        </p:nvSpPr>
        <p:spPr>
          <a:xfrm>
            <a:off x="112150"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1" name="橢圓 10">
            <a:extLst>
              <a:ext uri="{FF2B5EF4-FFF2-40B4-BE49-F238E27FC236}">
                <a16:creationId xmlns:a16="http://schemas.microsoft.com/office/drawing/2014/main" id="{48EB72F0-18B5-4387-A6E3-AB04D49AA874}"/>
              </a:ext>
            </a:extLst>
          </p:cNvPr>
          <p:cNvSpPr/>
          <p:nvPr/>
        </p:nvSpPr>
        <p:spPr>
          <a:xfrm>
            <a:off x="1034997"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2" name="橢圓 11">
            <a:extLst>
              <a:ext uri="{FF2B5EF4-FFF2-40B4-BE49-F238E27FC236}">
                <a16:creationId xmlns:a16="http://schemas.microsoft.com/office/drawing/2014/main" id="{36EA87A6-BD94-4577-9118-88B796A040A5}"/>
              </a:ext>
            </a:extLst>
          </p:cNvPr>
          <p:cNvSpPr/>
          <p:nvPr/>
        </p:nvSpPr>
        <p:spPr>
          <a:xfrm>
            <a:off x="559304"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3" name="橢圓 12">
            <a:extLst>
              <a:ext uri="{FF2B5EF4-FFF2-40B4-BE49-F238E27FC236}">
                <a16:creationId xmlns:a16="http://schemas.microsoft.com/office/drawing/2014/main" id="{9A988564-DD61-4069-B2FF-048B6DE68E60}"/>
              </a:ext>
            </a:extLst>
          </p:cNvPr>
          <p:cNvSpPr/>
          <p:nvPr/>
        </p:nvSpPr>
        <p:spPr>
          <a:xfrm>
            <a:off x="1883505"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4" name="橢圓 13">
            <a:extLst>
              <a:ext uri="{FF2B5EF4-FFF2-40B4-BE49-F238E27FC236}">
                <a16:creationId xmlns:a16="http://schemas.microsoft.com/office/drawing/2014/main" id="{53B9C383-8F02-42EE-9120-8C6788EAE01F}"/>
              </a:ext>
            </a:extLst>
          </p:cNvPr>
          <p:cNvSpPr/>
          <p:nvPr/>
        </p:nvSpPr>
        <p:spPr>
          <a:xfrm>
            <a:off x="1034997"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15" name="直線接點 14">
            <a:extLst>
              <a:ext uri="{FF2B5EF4-FFF2-40B4-BE49-F238E27FC236}">
                <a16:creationId xmlns:a16="http://schemas.microsoft.com/office/drawing/2014/main" id="{C9AE5BE2-5D2F-4EBA-B32B-65885E59DB2A}"/>
              </a:ext>
            </a:extLst>
          </p:cNvPr>
          <p:cNvCxnSpPr>
            <a:cxnSpLocks/>
            <a:stCxn id="4" idx="0"/>
            <a:endCxn id="5" idx="4"/>
          </p:cNvCxnSpPr>
          <p:nvPr/>
        </p:nvCxnSpPr>
        <p:spPr>
          <a:xfrm flipV="1">
            <a:off x="534036" y="597531"/>
            <a:ext cx="1011844" cy="3755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C612BF5C-FD2D-480A-ACE8-2422FB207E92}"/>
              </a:ext>
            </a:extLst>
          </p:cNvPr>
          <p:cNvCxnSpPr>
            <a:cxnSpLocks/>
            <a:stCxn id="6" idx="0"/>
            <a:endCxn id="5" idx="4"/>
          </p:cNvCxnSpPr>
          <p:nvPr/>
        </p:nvCxnSpPr>
        <p:spPr>
          <a:xfrm flipH="1" flipV="1">
            <a:off x="1545880" y="597531"/>
            <a:ext cx="105794" cy="3704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E3D53039-DEA0-435E-ADB5-EA1BC98C0DA9}"/>
              </a:ext>
            </a:extLst>
          </p:cNvPr>
          <p:cNvCxnSpPr>
            <a:cxnSpLocks/>
            <a:stCxn id="4" idx="4"/>
            <a:endCxn id="10" idx="0"/>
          </p:cNvCxnSpPr>
          <p:nvPr/>
        </p:nvCxnSpPr>
        <p:spPr>
          <a:xfrm flipH="1">
            <a:off x="387505"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57D9F3B9-6C2F-4994-A76F-AFEA7A2D5344}"/>
              </a:ext>
            </a:extLst>
          </p:cNvPr>
          <p:cNvCxnSpPr>
            <a:cxnSpLocks/>
            <a:stCxn id="4" idx="4"/>
            <a:endCxn id="11" idx="0"/>
          </p:cNvCxnSpPr>
          <p:nvPr/>
        </p:nvCxnSpPr>
        <p:spPr>
          <a:xfrm>
            <a:off x="534036"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88BBC0D2-3A95-4335-90B9-803EB32B4735}"/>
              </a:ext>
            </a:extLst>
          </p:cNvPr>
          <p:cNvCxnSpPr>
            <a:cxnSpLocks/>
            <a:stCxn id="5" idx="4"/>
            <a:endCxn id="7" idx="0"/>
          </p:cNvCxnSpPr>
          <p:nvPr/>
        </p:nvCxnSpPr>
        <p:spPr>
          <a:xfrm>
            <a:off x="1545880" y="597531"/>
            <a:ext cx="1077497" cy="4036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B12ECC2B-1C0C-47BC-B394-EC7F15537720}"/>
              </a:ext>
            </a:extLst>
          </p:cNvPr>
          <p:cNvCxnSpPr>
            <a:cxnSpLocks/>
            <a:stCxn id="13" idx="4"/>
            <a:endCxn id="14" idx="0"/>
          </p:cNvCxnSpPr>
          <p:nvPr/>
        </p:nvCxnSpPr>
        <p:spPr>
          <a:xfrm flipH="1">
            <a:off x="1459251"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38345055-4826-43D4-984A-C851511852E6}"/>
              </a:ext>
            </a:extLst>
          </p:cNvPr>
          <p:cNvCxnSpPr>
            <a:cxnSpLocks/>
            <a:stCxn id="7" idx="4"/>
            <a:endCxn id="8" idx="0"/>
          </p:cNvCxnSpPr>
          <p:nvPr/>
        </p:nvCxnSpPr>
        <p:spPr>
          <a:xfrm flipH="1">
            <a:off x="2262142"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A2A04DEB-DBB3-430D-90E2-80CC59B99234}"/>
              </a:ext>
            </a:extLst>
          </p:cNvPr>
          <p:cNvCxnSpPr>
            <a:cxnSpLocks/>
            <a:stCxn id="7" idx="4"/>
            <a:endCxn id="9" idx="0"/>
          </p:cNvCxnSpPr>
          <p:nvPr/>
        </p:nvCxnSpPr>
        <p:spPr>
          <a:xfrm>
            <a:off x="2623377"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4123455A-BD01-45B0-AAEF-8818BDE7DA7F}"/>
              </a:ext>
            </a:extLst>
          </p:cNvPr>
          <p:cNvCxnSpPr>
            <a:cxnSpLocks/>
            <a:stCxn id="6" idx="4"/>
            <a:endCxn id="8" idx="0"/>
          </p:cNvCxnSpPr>
          <p:nvPr/>
        </p:nvCxnSpPr>
        <p:spPr>
          <a:xfrm>
            <a:off x="1651674"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18F64617-5771-482D-8B77-7EC512A19FF4}"/>
              </a:ext>
            </a:extLst>
          </p:cNvPr>
          <p:cNvCxnSpPr>
            <a:cxnSpLocks/>
            <a:stCxn id="11" idx="4"/>
            <a:endCxn id="12" idx="0"/>
          </p:cNvCxnSpPr>
          <p:nvPr/>
        </p:nvCxnSpPr>
        <p:spPr>
          <a:xfrm flipH="1">
            <a:off x="834659"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53197B30-04C7-4A16-9670-8B3465A695CB}"/>
              </a:ext>
            </a:extLst>
          </p:cNvPr>
          <p:cNvCxnSpPr>
            <a:cxnSpLocks/>
            <a:stCxn id="10" idx="4"/>
            <a:endCxn id="12" idx="0"/>
          </p:cNvCxnSpPr>
          <p:nvPr/>
        </p:nvCxnSpPr>
        <p:spPr>
          <a:xfrm>
            <a:off x="387505"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2ACC2880-D594-40B0-889A-BE5893DAEAFD}"/>
              </a:ext>
            </a:extLst>
          </p:cNvPr>
          <p:cNvCxnSpPr>
            <a:cxnSpLocks/>
            <a:stCxn id="10" idx="0"/>
            <a:endCxn id="6" idx="4"/>
          </p:cNvCxnSpPr>
          <p:nvPr/>
        </p:nvCxnSpPr>
        <p:spPr>
          <a:xfrm flipV="1">
            <a:off x="387505"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42A9435-0BB1-4F61-A5A6-5B589C62D06C}"/>
              </a:ext>
            </a:extLst>
          </p:cNvPr>
          <p:cNvCxnSpPr>
            <a:cxnSpLocks/>
            <a:stCxn id="12" idx="4"/>
            <a:endCxn id="14" idx="0"/>
          </p:cNvCxnSpPr>
          <p:nvPr/>
        </p:nvCxnSpPr>
        <p:spPr>
          <a:xfrm>
            <a:off x="834659"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31AB758-82F5-45E4-A4D7-05CCA91C4F82}"/>
              </a:ext>
            </a:extLst>
          </p:cNvPr>
          <p:cNvCxnSpPr>
            <a:cxnSpLocks/>
            <a:stCxn id="9" idx="4"/>
            <a:endCxn id="13" idx="0"/>
          </p:cNvCxnSpPr>
          <p:nvPr/>
        </p:nvCxnSpPr>
        <p:spPr>
          <a:xfrm flipH="1">
            <a:off x="2145479"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1D7EFC2B-80D7-4783-973D-651C6AD5F1B2}"/>
              </a:ext>
            </a:extLst>
          </p:cNvPr>
          <p:cNvCxnSpPr>
            <a:cxnSpLocks/>
            <a:stCxn id="8" idx="4"/>
            <a:endCxn id="13" idx="0"/>
          </p:cNvCxnSpPr>
          <p:nvPr/>
        </p:nvCxnSpPr>
        <p:spPr>
          <a:xfrm flipH="1">
            <a:off x="2145479"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A45B0B65-E09D-42AD-A7F3-D4F6BFAF3FFA}"/>
              </a:ext>
            </a:extLst>
          </p:cNvPr>
          <p:cNvCxnSpPr>
            <a:cxnSpLocks/>
            <a:stCxn id="11" idx="4"/>
            <a:endCxn id="13" idx="0"/>
          </p:cNvCxnSpPr>
          <p:nvPr/>
        </p:nvCxnSpPr>
        <p:spPr>
          <a:xfrm>
            <a:off x="1290439"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1" name="表格 6">
            <a:extLst>
              <a:ext uri="{FF2B5EF4-FFF2-40B4-BE49-F238E27FC236}">
                <a16:creationId xmlns:a16="http://schemas.microsoft.com/office/drawing/2014/main" id="{C14918C3-0AC7-43C2-B76A-D86C5A2A61FE}"/>
              </a:ext>
            </a:extLst>
          </p:cNvPr>
          <p:cNvGraphicFramePr>
            <a:graphicFrameLocks noGrp="1"/>
          </p:cNvGraphicFramePr>
          <p:nvPr>
            <p:extLst>
              <p:ext uri="{D42A27DB-BD31-4B8C-83A1-F6EECF244321}">
                <p14:modId xmlns:p14="http://schemas.microsoft.com/office/powerpoint/2010/main" val="3813155060"/>
              </p:ext>
            </p:extLst>
          </p:nvPr>
        </p:nvGraphicFramePr>
        <p:xfrm>
          <a:off x="6743717" y="106150"/>
          <a:ext cx="4593490" cy="6621082"/>
        </p:xfrm>
        <a:graphic>
          <a:graphicData uri="http://schemas.openxmlformats.org/drawingml/2006/table">
            <a:tbl>
              <a:tblPr firstRow="1" bandRow="1">
                <a:tableStyleId>{5C22544A-7EE6-4342-B048-85BDC9FD1C3A}</a:tableStyleId>
              </a:tblPr>
              <a:tblGrid>
                <a:gridCol w="601185">
                  <a:extLst>
                    <a:ext uri="{9D8B030D-6E8A-4147-A177-3AD203B41FA5}">
                      <a16:colId xmlns:a16="http://schemas.microsoft.com/office/drawing/2014/main" val="4123152773"/>
                    </a:ext>
                  </a:extLst>
                </a:gridCol>
                <a:gridCol w="765452">
                  <a:extLst>
                    <a:ext uri="{9D8B030D-6E8A-4147-A177-3AD203B41FA5}">
                      <a16:colId xmlns:a16="http://schemas.microsoft.com/office/drawing/2014/main" val="3276230559"/>
                    </a:ext>
                  </a:extLst>
                </a:gridCol>
                <a:gridCol w="981775">
                  <a:extLst>
                    <a:ext uri="{9D8B030D-6E8A-4147-A177-3AD203B41FA5}">
                      <a16:colId xmlns:a16="http://schemas.microsoft.com/office/drawing/2014/main" val="2272104969"/>
                    </a:ext>
                  </a:extLst>
                </a:gridCol>
                <a:gridCol w="1164817">
                  <a:extLst>
                    <a:ext uri="{9D8B030D-6E8A-4147-A177-3AD203B41FA5}">
                      <a16:colId xmlns:a16="http://schemas.microsoft.com/office/drawing/2014/main" val="569171837"/>
                    </a:ext>
                  </a:extLst>
                </a:gridCol>
                <a:gridCol w="1080261">
                  <a:extLst>
                    <a:ext uri="{9D8B030D-6E8A-4147-A177-3AD203B41FA5}">
                      <a16:colId xmlns:a16="http://schemas.microsoft.com/office/drawing/2014/main" val="2597466175"/>
                    </a:ext>
                  </a:extLst>
                </a:gridCol>
              </a:tblGrid>
              <a:tr h="509314">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EST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509314">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509314">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509314">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8+14</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509314">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8+16</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509314">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509314">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16+12</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509314">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509314">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3965306"/>
                  </a:ext>
                </a:extLst>
              </a:tr>
              <a:tr h="509314">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687396"/>
                  </a:ext>
                </a:extLst>
              </a:tr>
              <a:tr h="509314">
                <a:tc>
                  <a:txBody>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849730"/>
                  </a:ext>
                </a:extLst>
              </a:tr>
              <a:tr h="509314">
                <a:tc>
                  <a:txBody>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8093707"/>
                  </a:ext>
                </a:extLst>
              </a:tr>
              <a:tr h="509314">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1429453"/>
                  </a:ext>
                </a:extLst>
              </a:tr>
            </a:tbl>
          </a:graphicData>
        </a:graphic>
      </p:graphicFrame>
      <p:graphicFrame>
        <p:nvGraphicFramePr>
          <p:cNvPr id="32" name="表格 6">
            <a:extLst>
              <a:ext uri="{FF2B5EF4-FFF2-40B4-BE49-F238E27FC236}">
                <a16:creationId xmlns:a16="http://schemas.microsoft.com/office/drawing/2014/main" id="{507027FD-9EC0-40CB-80E2-1C3010F5FCB2}"/>
              </a:ext>
            </a:extLst>
          </p:cNvPr>
          <p:cNvGraphicFramePr>
            <a:graphicFrameLocks noGrp="1"/>
          </p:cNvGraphicFramePr>
          <p:nvPr>
            <p:extLst>
              <p:ext uri="{D42A27DB-BD31-4B8C-83A1-F6EECF244321}">
                <p14:modId xmlns:p14="http://schemas.microsoft.com/office/powerpoint/2010/main" val="3141305813"/>
              </p:ext>
            </p:extLst>
          </p:nvPr>
        </p:nvGraphicFramePr>
        <p:xfrm>
          <a:off x="3117182" y="106153"/>
          <a:ext cx="3149530" cy="6073332"/>
        </p:xfrm>
        <a:graphic>
          <a:graphicData uri="http://schemas.openxmlformats.org/drawingml/2006/table">
            <a:tbl>
              <a:tblPr firstRow="1" bandRow="1">
                <a:tableStyleId>{5C22544A-7EE6-4342-B048-85BDC9FD1C3A}</a:tableStyleId>
              </a:tblPr>
              <a:tblGrid>
                <a:gridCol w="629906">
                  <a:extLst>
                    <a:ext uri="{9D8B030D-6E8A-4147-A177-3AD203B41FA5}">
                      <a16:colId xmlns:a16="http://schemas.microsoft.com/office/drawing/2014/main" val="4123152773"/>
                    </a:ext>
                  </a:extLst>
                </a:gridCol>
                <a:gridCol w="629906">
                  <a:extLst>
                    <a:ext uri="{9D8B030D-6E8A-4147-A177-3AD203B41FA5}">
                      <a16:colId xmlns:a16="http://schemas.microsoft.com/office/drawing/2014/main" val="3276230559"/>
                    </a:ext>
                  </a:extLst>
                </a:gridCol>
                <a:gridCol w="629906">
                  <a:extLst>
                    <a:ext uri="{9D8B030D-6E8A-4147-A177-3AD203B41FA5}">
                      <a16:colId xmlns:a16="http://schemas.microsoft.com/office/drawing/2014/main" val="2272104969"/>
                    </a:ext>
                  </a:extLst>
                </a:gridCol>
                <a:gridCol w="629906">
                  <a:extLst>
                    <a:ext uri="{9D8B030D-6E8A-4147-A177-3AD203B41FA5}">
                      <a16:colId xmlns:a16="http://schemas.microsoft.com/office/drawing/2014/main" val="569171837"/>
                    </a:ext>
                  </a:extLst>
                </a:gridCol>
                <a:gridCol w="629906">
                  <a:extLst>
                    <a:ext uri="{9D8B030D-6E8A-4147-A177-3AD203B41FA5}">
                      <a16:colId xmlns:a16="http://schemas.microsoft.com/office/drawing/2014/main" val="2873605050"/>
                    </a:ext>
                  </a:extLst>
                </a:gridCol>
              </a:tblGrid>
              <a:tr h="63279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5</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9</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Tree>
    <p:extLst>
      <p:ext uri="{BB962C8B-B14F-4D97-AF65-F5344CB8AC3E}">
        <p14:creationId xmlns:p14="http://schemas.microsoft.com/office/powerpoint/2010/main" val="35719036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2D79DD1E-8FAC-40C4-A03E-1C8682A6E6D3}"/>
              </a:ext>
            </a:extLst>
          </p:cNvPr>
          <p:cNvSpPr/>
          <p:nvPr/>
        </p:nvSpPr>
        <p:spPr>
          <a:xfrm>
            <a:off x="254407"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5" name="橢圓 4">
            <a:extLst>
              <a:ext uri="{FF2B5EF4-FFF2-40B4-BE49-F238E27FC236}">
                <a16:creationId xmlns:a16="http://schemas.microsoft.com/office/drawing/2014/main" id="{C1D8A0FA-6AE9-40E0-9A20-24623C710D80}"/>
              </a:ext>
            </a:extLst>
          </p:cNvPr>
          <p:cNvSpPr/>
          <p:nvPr/>
        </p:nvSpPr>
        <p:spPr>
          <a:xfrm>
            <a:off x="1310351" y="90307"/>
            <a:ext cx="471058" cy="50722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sp>
        <p:nvSpPr>
          <p:cNvPr id="6" name="橢圓 5">
            <a:extLst>
              <a:ext uri="{FF2B5EF4-FFF2-40B4-BE49-F238E27FC236}">
                <a16:creationId xmlns:a16="http://schemas.microsoft.com/office/drawing/2014/main" id="{76DCED38-4071-4676-BDB8-1367BDF80FF6}"/>
              </a:ext>
            </a:extLst>
          </p:cNvPr>
          <p:cNvSpPr/>
          <p:nvPr/>
        </p:nvSpPr>
        <p:spPr>
          <a:xfrm>
            <a:off x="1372045"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7" name="橢圓 6">
            <a:extLst>
              <a:ext uri="{FF2B5EF4-FFF2-40B4-BE49-F238E27FC236}">
                <a16:creationId xmlns:a16="http://schemas.microsoft.com/office/drawing/2014/main" id="{16AB2254-10E0-483D-BCB6-1DE7EC2E85F1}"/>
              </a:ext>
            </a:extLst>
          </p:cNvPr>
          <p:cNvSpPr/>
          <p:nvPr/>
        </p:nvSpPr>
        <p:spPr>
          <a:xfrm>
            <a:off x="2343748"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8" name="橢圓 7">
            <a:extLst>
              <a:ext uri="{FF2B5EF4-FFF2-40B4-BE49-F238E27FC236}">
                <a16:creationId xmlns:a16="http://schemas.microsoft.com/office/drawing/2014/main" id="{97FC6D8D-8D0C-4F94-9AAD-CCF8BAAB5908}"/>
              </a:ext>
            </a:extLst>
          </p:cNvPr>
          <p:cNvSpPr/>
          <p:nvPr/>
        </p:nvSpPr>
        <p:spPr>
          <a:xfrm>
            <a:off x="1987480"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9" name="橢圓 8">
            <a:extLst>
              <a:ext uri="{FF2B5EF4-FFF2-40B4-BE49-F238E27FC236}">
                <a16:creationId xmlns:a16="http://schemas.microsoft.com/office/drawing/2014/main" id="{6B992FCE-DAEC-4791-B5F0-19D9A0E264B7}"/>
              </a:ext>
            </a:extLst>
          </p:cNvPr>
          <p:cNvSpPr/>
          <p:nvPr/>
        </p:nvSpPr>
        <p:spPr>
          <a:xfrm>
            <a:off x="2910098"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0" name="橢圓 9">
            <a:extLst>
              <a:ext uri="{FF2B5EF4-FFF2-40B4-BE49-F238E27FC236}">
                <a16:creationId xmlns:a16="http://schemas.microsoft.com/office/drawing/2014/main" id="{ED20EB1B-7927-4DD4-B26C-AF0FF5B5206C}"/>
              </a:ext>
            </a:extLst>
          </p:cNvPr>
          <p:cNvSpPr/>
          <p:nvPr/>
        </p:nvSpPr>
        <p:spPr>
          <a:xfrm>
            <a:off x="112150"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1" name="橢圓 10">
            <a:extLst>
              <a:ext uri="{FF2B5EF4-FFF2-40B4-BE49-F238E27FC236}">
                <a16:creationId xmlns:a16="http://schemas.microsoft.com/office/drawing/2014/main" id="{48EB72F0-18B5-4387-A6E3-AB04D49AA874}"/>
              </a:ext>
            </a:extLst>
          </p:cNvPr>
          <p:cNvSpPr/>
          <p:nvPr/>
        </p:nvSpPr>
        <p:spPr>
          <a:xfrm>
            <a:off x="1034997"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2" name="橢圓 11">
            <a:extLst>
              <a:ext uri="{FF2B5EF4-FFF2-40B4-BE49-F238E27FC236}">
                <a16:creationId xmlns:a16="http://schemas.microsoft.com/office/drawing/2014/main" id="{36EA87A6-BD94-4577-9118-88B796A040A5}"/>
              </a:ext>
            </a:extLst>
          </p:cNvPr>
          <p:cNvSpPr/>
          <p:nvPr/>
        </p:nvSpPr>
        <p:spPr>
          <a:xfrm>
            <a:off x="559304"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3" name="橢圓 12">
            <a:extLst>
              <a:ext uri="{FF2B5EF4-FFF2-40B4-BE49-F238E27FC236}">
                <a16:creationId xmlns:a16="http://schemas.microsoft.com/office/drawing/2014/main" id="{9A988564-DD61-4069-B2FF-048B6DE68E60}"/>
              </a:ext>
            </a:extLst>
          </p:cNvPr>
          <p:cNvSpPr/>
          <p:nvPr/>
        </p:nvSpPr>
        <p:spPr>
          <a:xfrm>
            <a:off x="1883505"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4" name="橢圓 13">
            <a:extLst>
              <a:ext uri="{FF2B5EF4-FFF2-40B4-BE49-F238E27FC236}">
                <a16:creationId xmlns:a16="http://schemas.microsoft.com/office/drawing/2014/main" id="{53B9C383-8F02-42EE-9120-8C6788EAE01F}"/>
              </a:ext>
            </a:extLst>
          </p:cNvPr>
          <p:cNvSpPr/>
          <p:nvPr/>
        </p:nvSpPr>
        <p:spPr>
          <a:xfrm>
            <a:off x="1034997"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15" name="直線接點 14">
            <a:extLst>
              <a:ext uri="{FF2B5EF4-FFF2-40B4-BE49-F238E27FC236}">
                <a16:creationId xmlns:a16="http://schemas.microsoft.com/office/drawing/2014/main" id="{C9AE5BE2-5D2F-4EBA-B32B-65885E59DB2A}"/>
              </a:ext>
            </a:extLst>
          </p:cNvPr>
          <p:cNvCxnSpPr>
            <a:cxnSpLocks/>
            <a:stCxn id="4" idx="0"/>
            <a:endCxn id="5" idx="4"/>
          </p:cNvCxnSpPr>
          <p:nvPr/>
        </p:nvCxnSpPr>
        <p:spPr>
          <a:xfrm flipV="1">
            <a:off x="534036" y="597531"/>
            <a:ext cx="1011844" cy="3755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C612BF5C-FD2D-480A-ACE8-2422FB207E92}"/>
              </a:ext>
            </a:extLst>
          </p:cNvPr>
          <p:cNvCxnSpPr>
            <a:cxnSpLocks/>
            <a:stCxn id="6" idx="0"/>
            <a:endCxn id="5" idx="4"/>
          </p:cNvCxnSpPr>
          <p:nvPr/>
        </p:nvCxnSpPr>
        <p:spPr>
          <a:xfrm flipH="1" flipV="1">
            <a:off x="1545880" y="597531"/>
            <a:ext cx="105794" cy="3704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E3D53039-DEA0-435E-ADB5-EA1BC98C0DA9}"/>
              </a:ext>
            </a:extLst>
          </p:cNvPr>
          <p:cNvCxnSpPr>
            <a:cxnSpLocks/>
            <a:stCxn id="4" idx="4"/>
            <a:endCxn id="10" idx="0"/>
          </p:cNvCxnSpPr>
          <p:nvPr/>
        </p:nvCxnSpPr>
        <p:spPr>
          <a:xfrm flipH="1">
            <a:off x="387505"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57D9F3B9-6C2F-4994-A76F-AFEA7A2D5344}"/>
              </a:ext>
            </a:extLst>
          </p:cNvPr>
          <p:cNvCxnSpPr>
            <a:cxnSpLocks/>
            <a:stCxn id="4" idx="4"/>
            <a:endCxn id="11" idx="0"/>
          </p:cNvCxnSpPr>
          <p:nvPr/>
        </p:nvCxnSpPr>
        <p:spPr>
          <a:xfrm>
            <a:off x="534036"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88BBC0D2-3A95-4335-90B9-803EB32B4735}"/>
              </a:ext>
            </a:extLst>
          </p:cNvPr>
          <p:cNvCxnSpPr>
            <a:cxnSpLocks/>
            <a:stCxn id="5" idx="4"/>
            <a:endCxn id="7" idx="0"/>
          </p:cNvCxnSpPr>
          <p:nvPr/>
        </p:nvCxnSpPr>
        <p:spPr>
          <a:xfrm>
            <a:off x="1545880" y="597531"/>
            <a:ext cx="1077497" cy="4036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B12ECC2B-1C0C-47BC-B394-EC7F15537720}"/>
              </a:ext>
            </a:extLst>
          </p:cNvPr>
          <p:cNvCxnSpPr>
            <a:cxnSpLocks/>
            <a:stCxn id="13" idx="4"/>
            <a:endCxn id="14" idx="0"/>
          </p:cNvCxnSpPr>
          <p:nvPr/>
        </p:nvCxnSpPr>
        <p:spPr>
          <a:xfrm flipH="1">
            <a:off x="1459251"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38345055-4826-43D4-984A-C851511852E6}"/>
              </a:ext>
            </a:extLst>
          </p:cNvPr>
          <p:cNvCxnSpPr>
            <a:cxnSpLocks/>
            <a:stCxn id="7" idx="4"/>
            <a:endCxn id="8" idx="0"/>
          </p:cNvCxnSpPr>
          <p:nvPr/>
        </p:nvCxnSpPr>
        <p:spPr>
          <a:xfrm flipH="1">
            <a:off x="2262142"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A2A04DEB-DBB3-430D-90E2-80CC59B99234}"/>
              </a:ext>
            </a:extLst>
          </p:cNvPr>
          <p:cNvCxnSpPr>
            <a:cxnSpLocks/>
            <a:stCxn id="7" idx="4"/>
            <a:endCxn id="9" idx="0"/>
          </p:cNvCxnSpPr>
          <p:nvPr/>
        </p:nvCxnSpPr>
        <p:spPr>
          <a:xfrm>
            <a:off x="2623377"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4123455A-BD01-45B0-AAEF-8818BDE7DA7F}"/>
              </a:ext>
            </a:extLst>
          </p:cNvPr>
          <p:cNvCxnSpPr>
            <a:cxnSpLocks/>
            <a:stCxn id="6" idx="4"/>
            <a:endCxn id="8" idx="0"/>
          </p:cNvCxnSpPr>
          <p:nvPr/>
        </p:nvCxnSpPr>
        <p:spPr>
          <a:xfrm>
            <a:off x="1651674"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18F64617-5771-482D-8B77-7EC512A19FF4}"/>
              </a:ext>
            </a:extLst>
          </p:cNvPr>
          <p:cNvCxnSpPr>
            <a:cxnSpLocks/>
            <a:stCxn id="11" idx="4"/>
            <a:endCxn id="12" idx="0"/>
          </p:cNvCxnSpPr>
          <p:nvPr/>
        </p:nvCxnSpPr>
        <p:spPr>
          <a:xfrm flipH="1">
            <a:off x="834659"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53197B30-04C7-4A16-9670-8B3465A695CB}"/>
              </a:ext>
            </a:extLst>
          </p:cNvPr>
          <p:cNvCxnSpPr>
            <a:cxnSpLocks/>
            <a:stCxn id="10" idx="4"/>
            <a:endCxn id="12" idx="0"/>
          </p:cNvCxnSpPr>
          <p:nvPr/>
        </p:nvCxnSpPr>
        <p:spPr>
          <a:xfrm>
            <a:off x="387505"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2ACC2880-D594-40B0-889A-BE5893DAEAFD}"/>
              </a:ext>
            </a:extLst>
          </p:cNvPr>
          <p:cNvCxnSpPr>
            <a:cxnSpLocks/>
            <a:stCxn id="10" idx="0"/>
            <a:endCxn id="6" idx="4"/>
          </p:cNvCxnSpPr>
          <p:nvPr/>
        </p:nvCxnSpPr>
        <p:spPr>
          <a:xfrm flipV="1">
            <a:off x="387505"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42A9435-0BB1-4F61-A5A6-5B589C62D06C}"/>
              </a:ext>
            </a:extLst>
          </p:cNvPr>
          <p:cNvCxnSpPr>
            <a:cxnSpLocks/>
            <a:stCxn id="12" idx="4"/>
            <a:endCxn id="14" idx="0"/>
          </p:cNvCxnSpPr>
          <p:nvPr/>
        </p:nvCxnSpPr>
        <p:spPr>
          <a:xfrm>
            <a:off x="834659"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31AB758-82F5-45E4-A4D7-05CCA91C4F82}"/>
              </a:ext>
            </a:extLst>
          </p:cNvPr>
          <p:cNvCxnSpPr>
            <a:cxnSpLocks/>
            <a:stCxn id="9" idx="4"/>
            <a:endCxn id="13" idx="0"/>
          </p:cNvCxnSpPr>
          <p:nvPr/>
        </p:nvCxnSpPr>
        <p:spPr>
          <a:xfrm flipH="1">
            <a:off x="2145479"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1D7EFC2B-80D7-4783-973D-651C6AD5F1B2}"/>
              </a:ext>
            </a:extLst>
          </p:cNvPr>
          <p:cNvCxnSpPr>
            <a:cxnSpLocks/>
            <a:stCxn id="8" idx="4"/>
            <a:endCxn id="13" idx="0"/>
          </p:cNvCxnSpPr>
          <p:nvPr/>
        </p:nvCxnSpPr>
        <p:spPr>
          <a:xfrm flipH="1">
            <a:off x="2145479"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A45B0B65-E09D-42AD-A7F3-D4F6BFAF3FFA}"/>
              </a:ext>
            </a:extLst>
          </p:cNvPr>
          <p:cNvCxnSpPr>
            <a:cxnSpLocks/>
            <a:stCxn id="11" idx="4"/>
            <a:endCxn id="13" idx="0"/>
          </p:cNvCxnSpPr>
          <p:nvPr/>
        </p:nvCxnSpPr>
        <p:spPr>
          <a:xfrm>
            <a:off x="1290439"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1" name="表格 6">
            <a:extLst>
              <a:ext uri="{FF2B5EF4-FFF2-40B4-BE49-F238E27FC236}">
                <a16:creationId xmlns:a16="http://schemas.microsoft.com/office/drawing/2014/main" id="{C14918C3-0AC7-43C2-B76A-D86C5A2A61FE}"/>
              </a:ext>
            </a:extLst>
          </p:cNvPr>
          <p:cNvGraphicFramePr>
            <a:graphicFrameLocks noGrp="1"/>
          </p:cNvGraphicFramePr>
          <p:nvPr>
            <p:extLst>
              <p:ext uri="{D42A27DB-BD31-4B8C-83A1-F6EECF244321}">
                <p14:modId xmlns:p14="http://schemas.microsoft.com/office/powerpoint/2010/main" val="3937865793"/>
              </p:ext>
            </p:extLst>
          </p:nvPr>
        </p:nvGraphicFramePr>
        <p:xfrm>
          <a:off x="6743717" y="106150"/>
          <a:ext cx="4593490" cy="6621082"/>
        </p:xfrm>
        <a:graphic>
          <a:graphicData uri="http://schemas.openxmlformats.org/drawingml/2006/table">
            <a:tbl>
              <a:tblPr firstRow="1" bandRow="1">
                <a:tableStyleId>{5C22544A-7EE6-4342-B048-85BDC9FD1C3A}</a:tableStyleId>
              </a:tblPr>
              <a:tblGrid>
                <a:gridCol w="601185">
                  <a:extLst>
                    <a:ext uri="{9D8B030D-6E8A-4147-A177-3AD203B41FA5}">
                      <a16:colId xmlns:a16="http://schemas.microsoft.com/office/drawing/2014/main" val="4123152773"/>
                    </a:ext>
                  </a:extLst>
                </a:gridCol>
                <a:gridCol w="765452">
                  <a:extLst>
                    <a:ext uri="{9D8B030D-6E8A-4147-A177-3AD203B41FA5}">
                      <a16:colId xmlns:a16="http://schemas.microsoft.com/office/drawing/2014/main" val="3276230559"/>
                    </a:ext>
                  </a:extLst>
                </a:gridCol>
                <a:gridCol w="981775">
                  <a:extLst>
                    <a:ext uri="{9D8B030D-6E8A-4147-A177-3AD203B41FA5}">
                      <a16:colId xmlns:a16="http://schemas.microsoft.com/office/drawing/2014/main" val="2272104969"/>
                    </a:ext>
                  </a:extLst>
                </a:gridCol>
                <a:gridCol w="1164817">
                  <a:extLst>
                    <a:ext uri="{9D8B030D-6E8A-4147-A177-3AD203B41FA5}">
                      <a16:colId xmlns:a16="http://schemas.microsoft.com/office/drawing/2014/main" val="569171837"/>
                    </a:ext>
                  </a:extLst>
                </a:gridCol>
                <a:gridCol w="1080261">
                  <a:extLst>
                    <a:ext uri="{9D8B030D-6E8A-4147-A177-3AD203B41FA5}">
                      <a16:colId xmlns:a16="http://schemas.microsoft.com/office/drawing/2014/main" val="2597466175"/>
                    </a:ext>
                  </a:extLst>
                </a:gridCol>
              </a:tblGrid>
              <a:tr h="509314">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EST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509314">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509314">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509314">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8+14</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509314">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8+16</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509314">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22+11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509314">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16+12</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509314">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509314">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3965306"/>
                  </a:ext>
                </a:extLst>
              </a:tr>
              <a:tr h="509314">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687396"/>
                  </a:ext>
                </a:extLst>
              </a:tr>
              <a:tr h="509314">
                <a:tc>
                  <a:txBody>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849730"/>
                  </a:ext>
                </a:extLst>
              </a:tr>
              <a:tr h="509314">
                <a:tc>
                  <a:txBody>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8093707"/>
                  </a:ext>
                </a:extLst>
              </a:tr>
              <a:tr h="509314">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1429453"/>
                  </a:ext>
                </a:extLst>
              </a:tr>
            </a:tbl>
          </a:graphicData>
        </a:graphic>
      </p:graphicFrame>
      <p:graphicFrame>
        <p:nvGraphicFramePr>
          <p:cNvPr id="32" name="表格 6">
            <a:extLst>
              <a:ext uri="{FF2B5EF4-FFF2-40B4-BE49-F238E27FC236}">
                <a16:creationId xmlns:a16="http://schemas.microsoft.com/office/drawing/2014/main" id="{3BC01CD9-8332-40AC-A6E4-B271FB250AA1}"/>
              </a:ext>
            </a:extLst>
          </p:cNvPr>
          <p:cNvGraphicFramePr>
            <a:graphicFrameLocks noGrp="1"/>
          </p:cNvGraphicFramePr>
          <p:nvPr>
            <p:extLst>
              <p:ext uri="{D42A27DB-BD31-4B8C-83A1-F6EECF244321}">
                <p14:modId xmlns:p14="http://schemas.microsoft.com/office/powerpoint/2010/main" val="1906491451"/>
              </p:ext>
            </p:extLst>
          </p:nvPr>
        </p:nvGraphicFramePr>
        <p:xfrm>
          <a:off x="3117182" y="106153"/>
          <a:ext cx="3149530" cy="6073332"/>
        </p:xfrm>
        <a:graphic>
          <a:graphicData uri="http://schemas.openxmlformats.org/drawingml/2006/table">
            <a:tbl>
              <a:tblPr firstRow="1" bandRow="1">
                <a:tableStyleId>{5C22544A-7EE6-4342-B048-85BDC9FD1C3A}</a:tableStyleId>
              </a:tblPr>
              <a:tblGrid>
                <a:gridCol w="629906">
                  <a:extLst>
                    <a:ext uri="{9D8B030D-6E8A-4147-A177-3AD203B41FA5}">
                      <a16:colId xmlns:a16="http://schemas.microsoft.com/office/drawing/2014/main" val="4123152773"/>
                    </a:ext>
                  </a:extLst>
                </a:gridCol>
                <a:gridCol w="629906">
                  <a:extLst>
                    <a:ext uri="{9D8B030D-6E8A-4147-A177-3AD203B41FA5}">
                      <a16:colId xmlns:a16="http://schemas.microsoft.com/office/drawing/2014/main" val="3276230559"/>
                    </a:ext>
                  </a:extLst>
                </a:gridCol>
                <a:gridCol w="629906">
                  <a:extLst>
                    <a:ext uri="{9D8B030D-6E8A-4147-A177-3AD203B41FA5}">
                      <a16:colId xmlns:a16="http://schemas.microsoft.com/office/drawing/2014/main" val="2272104969"/>
                    </a:ext>
                  </a:extLst>
                </a:gridCol>
                <a:gridCol w="629906">
                  <a:extLst>
                    <a:ext uri="{9D8B030D-6E8A-4147-A177-3AD203B41FA5}">
                      <a16:colId xmlns:a16="http://schemas.microsoft.com/office/drawing/2014/main" val="569171837"/>
                    </a:ext>
                  </a:extLst>
                </a:gridCol>
                <a:gridCol w="629906">
                  <a:extLst>
                    <a:ext uri="{9D8B030D-6E8A-4147-A177-3AD203B41FA5}">
                      <a16:colId xmlns:a16="http://schemas.microsoft.com/office/drawing/2014/main" val="2873605050"/>
                    </a:ext>
                  </a:extLst>
                </a:gridCol>
              </a:tblGrid>
              <a:tr h="63279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3</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5</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9</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Tree>
    <p:extLst>
      <p:ext uri="{BB962C8B-B14F-4D97-AF65-F5344CB8AC3E}">
        <p14:creationId xmlns:p14="http://schemas.microsoft.com/office/powerpoint/2010/main" val="77145556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2D79DD1E-8FAC-40C4-A03E-1C8682A6E6D3}"/>
              </a:ext>
            </a:extLst>
          </p:cNvPr>
          <p:cNvSpPr/>
          <p:nvPr/>
        </p:nvSpPr>
        <p:spPr>
          <a:xfrm>
            <a:off x="254407"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5" name="橢圓 4">
            <a:extLst>
              <a:ext uri="{FF2B5EF4-FFF2-40B4-BE49-F238E27FC236}">
                <a16:creationId xmlns:a16="http://schemas.microsoft.com/office/drawing/2014/main" id="{C1D8A0FA-6AE9-40E0-9A20-24623C710D80}"/>
              </a:ext>
            </a:extLst>
          </p:cNvPr>
          <p:cNvSpPr/>
          <p:nvPr/>
        </p:nvSpPr>
        <p:spPr>
          <a:xfrm>
            <a:off x="1310351" y="90307"/>
            <a:ext cx="471058" cy="50722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sp>
        <p:nvSpPr>
          <p:cNvPr id="6" name="橢圓 5">
            <a:extLst>
              <a:ext uri="{FF2B5EF4-FFF2-40B4-BE49-F238E27FC236}">
                <a16:creationId xmlns:a16="http://schemas.microsoft.com/office/drawing/2014/main" id="{76DCED38-4071-4676-BDB8-1367BDF80FF6}"/>
              </a:ext>
            </a:extLst>
          </p:cNvPr>
          <p:cNvSpPr/>
          <p:nvPr/>
        </p:nvSpPr>
        <p:spPr>
          <a:xfrm>
            <a:off x="1372045"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7" name="橢圓 6">
            <a:extLst>
              <a:ext uri="{FF2B5EF4-FFF2-40B4-BE49-F238E27FC236}">
                <a16:creationId xmlns:a16="http://schemas.microsoft.com/office/drawing/2014/main" id="{16AB2254-10E0-483D-BCB6-1DE7EC2E85F1}"/>
              </a:ext>
            </a:extLst>
          </p:cNvPr>
          <p:cNvSpPr/>
          <p:nvPr/>
        </p:nvSpPr>
        <p:spPr>
          <a:xfrm>
            <a:off x="2343748"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8" name="橢圓 7">
            <a:extLst>
              <a:ext uri="{FF2B5EF4-FFF2-40B4-BE49-F238E27FC236}">
                <a16:creationId xmlns:a16="http://schemas.microsoft.com/office/drawing/2014/main" id="{97FC6D8D-8D0C-4F94-9AAD-CCF8BAAB5908}"/>
              </a:ext>
            </a:extLst>
          </p:cNvPr>
          <p:cNvSpPr/>
          <p:nvPr/>
        </p:nvSpPr>
        <p:spPr>
          <a:xfrm>
            <a:off x="1987480"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9" name="橢圓 8">
            <a:extLst>
              <a:ext uri="{FF2B5EF4-FFF2-40B4-BE49-F238E27FC236}">
                <a16:creationId xmlns:a16="http://schemas.microsoft.com/office/drawing/2014/main" id="{6B992FCE-DAEC-4791-B5F0-19D9A0E264B7}"/>
              </a:ext>
            </a:extLst>
          </p:cNvPr>
          <p:cNvSpPr/>
          <p:nvPr/>
        </p:nvSpPr>
        <p:spPr>
          <a:xfrm>
            <a:off x="2910098"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0" name="橢圓 9">
            <a:extLst>
              <a:ext uri="{FF2B5EF4-FFF2-40B4-BE49-F238E27FC236}">
                <a16:creationId xmlns:a16="http://schemas.microsoft.com/office/drawing/2014/main" id="{ED20EB1B-7927-4DD4-B26C-AF0FF5B5206C}"/>
              </a:ext>
            </a:extLst>
          </p:cNvPr>
          <p:cNvSpPr/>
          <p:nvPr/>
        </p:nvSpPr>
        <p:spPr>
          <a:xfrm>
            <a:off x="112150"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1" name="橢圓 10">
            <a:extLst>
              <a:ext uri="{FF2B5EF4-FFF2-40B4-BE49-F238E27FC236}">
                <a16:creationId xmlns:a16="http://schemas.microsoft.com/office/drawing/2014/main" id="{48EB72F0-18B5-4387-A6E3-AB04D49AA874}"/>
              </a:ext>
            </a:extLst>
          </p:cNvPr>
          <p:cNvSpPr/>
          <p:nvPr/>
        </p:nvSpPr>
        <p:spPr>
          <a:xfrm>
            <a:off x="1034997"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2" name="橢圓 11">
            <a:extLst>
              <a:ext uri="{FF2B5EF4-FFF2-40B4-BE49-F238E27FC236}">
                <a16:creationId xmlns:a16="http://schemas.microsoft.com/office/drawing/2014/main" id="{36EA87A6-BD94-4577-9118-88B796A040A5}"/>
              </a:ext>
            </a:extLst>
          </p:cNvPr>
          <p:cNvSpPr/>
          <p:nvPr/>
        </p:nvSpPr>
        <p:spPr>
          <a:xfrm>
            <a:off x="559304"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3" name="橢圓 12">
            <a:extLst>
              <a:ext uri="{FF2B5EF4-FFF2-40B4-BE49-F238E27FC236}">
                <a16:creationId xmlns:a16="http://schemas.microsoft.com/office/drawing/2014/main" id="{9A988564-DD61-4069-B2FF-048B6DE68E60}"/>
              </a:ext>
            </a:extLst>
          </p:cNvPr>
          <p:cNvSpPr/>
          <p:nvPr/>
        </p:nvSpPr>
        <p:spPr>
          <a:xfrm>
            <a:off x="1883505"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4" name="橢圓 13">
            <a:extLst>
              <a:ext uri="{FF2B5EF4-FFF2-40B4-BE49-F238E27FC236}">
                <a16:creationId xmlns:a16="http://schemas.microsoft.com/office/drawing/2014/main" id="{53B9C383-8F02-42EE-9120-8C6788EAE01F}"/>
              </a:ext>
            </a:extLst>
          </p:cNvPr>
          <p:cNvSpPr/>
          <p:nvPr/>
        </p:nvSpPr>
        <p:spPr>
          <a:xfrm>
            <a:off x="1034997"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15" name="直線接點 14">
            <a:extLst>
              <a:ext uri="{FF2B5EF4-FFF2-40B4-BE49-F238E27FC236}">
                <a16:creationId xmlns:a16="http://schemas.microsoft.com/office/drawing/2014/main" id="{C9AE5BE2-5D2F-4EBA-B32B-65885E59DB2A}"/>
              </a:ext>
            </a:extLst>
          </p:cNvPr>
          <p:cNvCxnSpPr>
            <a:cxnSpLocks/>
            <a:stCxn id="4" idx="0"/>
            <a:endCxn id="5" idx="4"/>
          </p:cNvCxnSpPr>
          <p:nvPr/>
        </p:nvCxnSpPr>
        <p:spPr>
          <a:xfrm flipV="1">
            <a:off x="534036" y="597531"/>
            <a:ext cx="1011844" cy="3755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C612BF5C-FD2D-480A-ACE8-2422FB207E92}"/>
              </a:ext>
            </a:extLst>
          </p:cNvPr>
          <p:cNvCxnSpPr>
            <a:cxnSpLocks/>
            <a:stCxn id="6" idx="0"/>
            <a:endCxn id="5" idx="4"/>
          </p:cNvCxnSpPr>
          <p:nvPr/>
        </p:nvCxnSpPr>
        <p:spPr>
          <a:xfrm flipH="1" flipV="1">
            <a:off x="1545880" y="597531"/>
            <a:ext cx="105794" cy="3704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E3D53039-DEA0-435E-ADB5-EA1BC98C0DA9}"/>
              </a:ext>
            </a:extLst>
          </p:cNvPr>
          <p:cNvCxnSpPr>
            <a:cxnSpLocks/>
            <a:stCxn id="4" idx="4"/>
            <a:endCxn id="10" idx="0"/>
          </p:cNvCxnSpPr>
          <p:nvPr/>
        </p:nvCxnSpPr>
        <p:spPr>
          <a:xfrm flipH="1">
            <a:off x="387505"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57D9F3B9-6C2F-4994-A76F-AFEA7A2D5344}"/>
              </a:ext>
            </a:extLst>
          </p:cNvPr>
          <p:cNvCxnSpPr>
            <a:cxnSpLocks/>
            <a:stCxn id="4" idx="4"/>
            <a:endCxn id="11" idx="0"/>
          </p:cNvCxnSpPr>
          <p:nvPr/>
        </p:nvCxnSpPr>
        <p:spPr>
          <a:xfrm>
            <a:off x="534036"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88BBC0D2-3A95-4335-90B9-803EB32B4735}"/>
              </a:ext>
            </a:extLst>
          </p:cNvPr>
          <p:cNvCxnSpPr>
            <a:cxnSpLocks/>
            <a:stCxn id="5" idx="4"/>
            <a:endCxn id="7" idx="0"/>
          </p:cNvCxnSpPr>
          <p:nvPr/>
        </p:nvCxnSpPr>
        <p:spPr>
          <a:xfrm>
            <a:off x="1545880" y="597531"/>
            <a:ext cx="1077497" cy="4036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B12ECC2B-1C0C-47BC-B394-EC7F15537720}"/>
              </a:ext>
            </a:extLst>
          </p:cNvPr>
          <p:cNvCxnSpPr>
            <a:cxnSpLocks/>
            <a:stCxn id="13" idx="4"/>
            <a:endCxn id="14" idx="0"/>
          </p:cNvCxnSpPr>
          <p:nvPr/>
        </p:nvCxnSpPr>
        <p:spPr>
          <a:xfrm flipH="1">
            <a:off x="1459251"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38345055-4826-43D4-984A-C851511852E6}"/>
              </a:ext>
            </a:extLst>
          </p:cNvPr>
          <p:cNvCxnSpPr>
            <a:cxnSpLocks/>
            <a:stCxn id="7" idx="4"/>
            <a:endCxn id="8" idx="0"/>
          </p:cNvCxnSpPr>
          <p:nvPr/>
        </p:nvCxnSpPr>
        <p:spPr>
          <a:xfrm flipH="1">
            <a:off x="2262142"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A2A04DEB-DBB3-430D-90E2-80CC59B99234}"/>
              </a:ext>
            </a:extLst>
          </p:cNvPr>
          <p:cNvCxnSpPr>
            <a:cxnSpLocks/>
            <a:stCxn id="7" idx="4"/>
            <a:endCxn id="9" idx="0"/>
          </p:cNvCxnSpPr>
          <p:nvPr/>
        </p:nvCxnSpPr>
        <p:spPr>
          <a:xfrm>
            <a:off x="2623377"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4123455A-BD01-45B0-AAEF-8818BDE7DA7F}"/>
              </a:ext>
            </a:extLst>
          </p:cNvPr>
          <p:cNvCxnSpPr>
            <a:cxnSpLocks/>
            <a:stCxn id="6" idx="4"/>
            <a:endCxn id="8" idx="0"/>
          </p:cNvCxnSpPr>
          <p:nvPr/>
        </p:nvCxnSpPr>
        <p:spPr>
          <a:xfrm>
            <a:off x="1651674"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18F64617-5771-482D-8B77-7EC512A19FF4}"/>
              </a:ext>
            </a:extLst>
          </p:cNvPr>
          <p:cNvCxnSpPr>
            <a:cxnSpLocks/>
            <a:stCxn id="11" idx="4"/>
            <a:endCxn id="12" idx="0"/>
          </p:cNvCxnSpPr>
          <p:nvPr/>
        </p:nvCxnSpPr>
        <p:spPr>
          <a:xfrm flipH="1">
            <a:off x="834659"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53197B30-04C7-4A16-9670-8B3465A695CB}"/>
              </a:ext>
            </a:extLst>
          </p:cNvPr>
          <p:cNvCxnSpPr>
            <a:cxnSpLocks/>
            <a:stCxn id="10" idx="4"/>
            <a:endCxn id="12" idx="0"/>
          </p:cNvCxnSpPr>
          <p:nvPr/>
        </p:nvCxnSpPr>
        <p:spPr>
          <a:xfrm>
            <a:off x="387505"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2ACC2880-D594-40B0-889A-BE5893DAEAFD}"/>
              </a:ext>
            </a:extLst>
          </p:cNvPr>
          <p:cNvCxnSpPr>
            <a:cxnSpLocks/>
            <a:stCxn id="10" idx="0"/>
            <a:endCxn id="6" idx="4"/>
          </p:cNvCxnSpPr>
          <p:nvPr/>
        </p:nvCxnSpPr>
        <p:spPr>
          <a:xfrm flipV="1">
            <a:off x="387505"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42A9435-0BB1-4F61-A5A6-5B589C62D06C}"/>
              </a:ext>
            </a:extLst>
          </p:cNvPr>
          <p:cNvCxnSpPr>
            <a:cxnSpLocks/>
            <a:stCxn id="12" idx="4"/>
            <a:endCxn id="14" idx="0"/>
          </p:cNvCxnSpPr>
          <p:nvPr/>
        </p:nvCxnSpPr>
        <p:spPr>
          <a:xfrm>
            <a:off x="834659"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31AB758-82F5-45E4-A4D7-05CCA91C4F82}"/>
              </a:ext>
            </a:extLst>
          </p:cNvPr>
          <p:cNvCxnSpPr>
            <a:cxnSpLocks/>
            <a:stCxn id="9" idx="4"/>
            <a:endCxn id="13" idx="0"/>
          </p:cNvCxnSpPr>
          <p:nvPr/>
        </p:nvCxnSpPr>
        <p:spPr>
          <a:xfrm flipH="1">
            <a:off x="2145479"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1D7EFC2B-80D7-4783-973D-651C6AD5F1B2}"/>
              </a:ext>
            </a:extLst>
          </p:cNvPr>
          <p:cNvCxnSpPr>
            <a:cxnSpLocks/>
            <a:stCxn id="8" idx="4"/>
            <a:endCxn id="13" idx="0"/>
          </p:cNvCxnSpPr>
          <p:nvPr/>
        </p:nvCxnSpPr>
        <p:spPr>
          <a:xfrm flipH="1">
            <a:off x="2145479"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A45B0B65-E09D-42AD-A7F3-D4F6BFAF3FFA}"/>
              </a:ext>
            </a:extLst>
          </p:cNvPr>
          <p:cNvCxnSpPr>
            <a:cxnSpLocks/>
            <a:stCxn id="11" idx="4"/>
            <a:endCxn id="13" idx="0"/>
          </p:cNvCxnSpPr>
          <p:nvPr/>
        </p:nvCxnSpPr>
        <p:spPr>
          <a:xfrm>
            <a:off x="1290439"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1" name="表格 6">
            <a:extLst>
              <a:ext uri="{FF2B5EF4-FFF2-40B4-BE49-F238E27FC236}">
                <a16:creationId xmlns:a16="http://schemas.microsoft.com/office/drawing/2014/main" id="{C14918C3-0AC7-43C2-B76A-D86C5A2A61FE}"/>
              </a:ext>
            </a:extLst>
          </p:cNvPr>
          <p:cNvGraphicFramePr>
            <a:graphicFrameLocks noGrp="1"/>
          </p:cNvGraphicFramePr>
          <p:nvPr>
            <p:extLst>
              <p:ext uri="{D42A27DB-BD31-4B8C-83A1-F6EECF244321}">
                <p14:modId xmlns:p14="http://schemas.microsoft.com/office/powerpoint/2010/main" val="3183078619"/>
              </p:ext>
            </p:extLst>
          </p:nvPr>
        </p:nvGraphicFramePr>
        <p:xfrm>
          <a:off x="6743717" y="106150"/>
          <a:ext cx="4593490" cy="6621082"/>
        </p:xfrm>
        <a:graphic>
          <a:graphicData uri="http://schemas.openxmlformats.org/drawingml/2006/table">
            <a:tbl>
              <a:tblPr firstRow="1" bandRow="1">
                <a:tableStyleId>{5C22544A-7EE6-4342-B048-85BDC9FD1C3A}</a:tableStyleId>
              </a:tblPr>
              <a:tblGrid>
                <a:gridCol w="601185">
                  <a:extLst>
                    <a:ext uri="{9D8B030D-6E8A-4147-A177-3AD203B41FA5}">
                      <a16:colId xmlns:a16="http://schemas.microsoft.com/office/drawing/2014/main" val="4123152773"/>
                    </a:ext>
                  </a:extLst>
                </a:gridCol>
                <a:gridCol w="765452">
                  <a:extLst>
                    <a:ext uri="{9D8B030D-6E8A-4147-A177-3AD203B41FA5}">
                      <a16:colId xmlns:a16="http://schemas.microsoft.com/office/drawing/2014/main" val="3276230559"/>
                    </a:ext>
                  </a:extLst>
                </a:gridCol>
                <a:gridCol w="1017021">
                  <a:extLst>
                    <a:ext uri="{9D8B030D-6E8A-4147-A177-3AD203B41FA5}">
                      <a16:colId xmlns:a16="http://schemas.microsoft.com/office/drawing/2014/main" val="2272104969"/>
                    </a:ext>
                  </a:extLst>
                </a:gridCol>
                <a:gridCol w="1129571">
                  <a:extLst>
                    <a:ext uri="{9D8B030D-6E8A-4147-A177-3AD203B41FA5}">
                      <a16:colId xmlns:a16="http://schemas.microsoft.com/office/drawing/2014/main" val="569171837"/>
                    </a:ext>
                  </a:extLst>
                </a:gridCol>
                <a:gridCol w="1080261">
                  <a:extLst>
                    <a:ext uri="{9D8B030D-6E8A-4147-A177-3AD203B41FA5}">
                      <a16:colId xmlns:a16="http://schemas.microsoft.com/office/drawing/2014/main" val="2597466175"/>
                    </a:ext>
                  </a:extLst>
                </a:gridCol>
              </a:tblGrid>
              <a:tr h="509314">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EST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509314">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509314">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509314">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8+14</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509314">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8+16</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509314">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22+11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509314">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16+12</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509314">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24+14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28+11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33+13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509314">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24+11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33+12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3965306"/>
                  </a:ext>
                </a:extLst>
              </a:tr>
              <a:tr h="509314">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687396"/>
                  </a:ext>
                </a:extLst>
              </a:tr>
              <a:tr h="509314">
                <a:tc>
                  <a:txBody>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849730"/>
                  </a:ext>
                </a:extLst>
              </a:tr>
              <a:tr h="509314">
                <a:tc>
                  <a:txBody>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8093707"/>
                  </a:ext>
                </a:extLst>
              </a:tr>
              <a:tr h="509314">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 or 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1429453"/>
                  </a:ext>
                </a:extLst>
              </a:tr>
            </a:tbl>
          </a:graphicData>
        </a:graphic>
      </p:graphicFrame>
      <p:graphicFrame>
        <p:nvGraphicFramePr>
          <p:cNvPr id="32" name="表格 6">
            <a:extLst>
              <a:ext uri="{FF2B5EF4-FFF2-40B4-BE49-F238E27FC236}">
                <a16:creationId xmlns:a16="http://schemas.microsoft.com/office/drawing/2014/main" id="{D57F8734-E02D-4F0A-8C0A-ED3AD4583154}"/>
              </a:ext>
            </a:extLst>
          </p:cNvPr>
          <p:cNvGraphicFramePr>
            <a:graphicFrameLocks noGrp="1"/>
          </p:cNvGraphicFramePr>
          <p:nvPr>
            <p:extLst>
              <p:ext uri="{D42A27DB-BD31-4B8C-83A1-F6EECF244321}">
                <p14:modId xmlns:p14="http://schemas.microsoft.com/office/powerpoint/2010/main" val="906864841"/>
              </p:ext>
            </p:extLst>
          </p:nvPr>
        </p:nvGraphicFramePr>
        <p:xfrm>
          <a:off x="3117182" y="106153"/>
          <a:ext cx="3149530" cy="6073332"/>
        </p:xfrm>
        <a:graphic>
          <a:graphicData uri="http://schemas.openxmlformats.org/drawingml/2006/table">
            <a:tbl>
              <a:tblPr firstRow="1" bandRow="1">
                <a:tableStyleId>{5C22544A-7EE6-4342-B048-85BDC9FD1C3A}</a:tableStyleId>
              </a:tblPr>
              <a:tblGrid>
                <a:gridCol w="629906">
                  <a:extLst>
                    <a:ext uri="{9D8B030D-6E8A-4147-A177-3AD203B41FA5}">
                      <a16:colId xmlns:a16="http://schemas.microsoft.com/office/drawing/2014/main" val="4123152773"/>
                    </a:ext>
                  </a:extLst>
                </a:gridCol>
                <a:gridCol w="629906">
                  <a:extLst>
                    <a:ext uri="{9D8B030D-6E8A-4147-A177-3AD203B41FA5}">
                      <a16:colId xmlns:a16="http://schemas.microsoft.com/office/drawing/2014/main" val="3276230559"/>
                    </a:ext>
                  </a:extLst>
                </a:gridCol>
                <a:gridCol w="629906">
                  <a:extLst>
                    <a:ext uri="{9D8B030D-6E8A-4147-A177-3AD203B41FA5}">
                      <a16:colId xmlns:a16="http://schemas.microsoft.com/office/drawing/2014/main" val="2272104969"/>
                    </a:ext>
                  </a:extLst>
                </a:gridCol>
                <a:gridCol w="629906">
                  <a:extLst>
                    <a:ext uri="{9D8B030D-6E8A-4147-A177-3AD203B41FA5}">
                      <a16:colId xmlns:a16="http://schemas.microsoft.com/office/drawing/2014/main" val="569171837"/>
                    </a:ext>
                  </a:extLst>
                </a:gridCol>
                <a:gridCol w="629906">
                  <a:extLst>
                    <a:ext uri="{9D8B030D-6E8A-4147-A177-3AD203B41FA5}">
                      <a16:colId xmlns:a16="http://schemas.microsoft.com/office/drawing/2014/main" val="2873605050"/>
                    </a:ext>
                  </a:extLst>
                </a:gridCol>
              </a:tblGrid>
              <a:tr h="63279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5</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9</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Tree>
    <p:extLst>
      <p:ext uri="{BB962C8B-B14F-4D97-AF65-F5344CB8AC3E}">
        <p14:creationId xmlns:p14="http://schemas.microsoft.com/office/powerpoint/2010/main" val="103070901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2D79DD1E-8FAC-40C4-A03E-1C8682A6E6D3}"/>
              </a:ext>
            </a:extLst>
          </p:cNvPr>
          <p:cNvSpPr/>
          <p:nvPr/>
        </p:nvSpPr>
        <p:spPr>
          <a:xfrm>
            <a:off x="254407"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5" name="橢圓 4">
            <a:extLst>
              <a:ext uri="{FF2B5EF4-FFF2-40B4-BE49-F238E27FC236}">
                <a16:creationId xmlns:a16="http://schemas.microsoft.com/office/drawing/2014/main" id="{C1D8A0FA-6AE9-40E0-9A20-24623C710D80}"/>
              </a:ext>
            </a:extLst>
          </p:cNvPr>
          <p:cNvSpPr/>
          <p:nvPr/>
        </p:nvSpPr>
        <p:spPr>
          <a:xfrm>
            <a:off x="1310351" y="90307"/>
            <a:ext cx="471058" cy="50722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sp>
        <p:nvSpPr>
          <p:cNvPr id="6" name="橢圓 5">
            <a:extLst>
              <a:ext uri="{FF2B5EF4-FFF2-40B4-BE49-F238E27FC236}">
                <a16:creationId xmlns:a16="http://schemas.microsoft.com/office/drawing/2014/main" id="{76DCED38-4071-4676-BDB8-1367BDF80FF6}"/>
              </a:ext>
            </a:extLst>
          </p:cNvPr>
          <p:cNvSpPr/>
          <p:nvPr/>
        </p:nvSpPr>
        <p:spPr>
          <a:xfrm>
            <a:off x="1372045"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7" name="橢圓 6">
            <a:extLst>
              <a:ext uri="{FF2B5EF4-FFF2-40B4-BE49-F238E27FC236}">
                <a16:creationId xmlns:a16="http://schemas.microsoft.com/office/drawing/2014/main" id="{16AB2254-10E0-483D-BCB6-1DE7EC2E85F1}"/>
              </a:ext>
            </a:extLst>
          </p:cNvPr>
          <p:cNvSpPr/>
          <p:nvPr/>
        </p:nvSpPr>
        <p:spPr>
          <a:xfrm>
            <a:off x="2343748"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8" name="橢圓 7">
            <a:extLst>
              <a:ext uri="{FF2B5EF4-FFF2-40B4-BE49-F238E27FC236}">
                <a16:creationId xmlns:a16="http://schemas.microsoft.com/office/drawing/2014/main" id="{97FC6D8D-8D0C-4F94-9AAD-CCF8BAAB5908}"/>
              </a:ext>
            </a:extLst>
          </p:cNvPr>
          <p:cNvSpPr/>
          <p:nvPr/>
        </p:nvSpPr>
        <p:spPr>
          <a:xfrm>
            <a:off x="1987480"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9" name="橢圓 8">
            <a:extLst>
              <a:ext uri="{FF2B5EF4-FFF2-40B4-BE49-F238E27FC236}">
                <a16:creationId xmlns:a16="http://schemas.microsoft.com/office/drawing/2014/main" id="{6B992FCE-DAEC-4791-B5F0-19D9A0E264B7}"/>
              </a:ext>
            </a:extLst>
          </p:cNvPr>
          <p:cNvSpPr/>
          <p:nvPr/>
        </p:nvSpPr>
        <p:spPr>
          <a:xfrm>
            <a:off x="2910098"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0" name="橢圓 9">
            <a:extLst>
              <a:ext uri="{FF2B5EF4-FFF2-40B4-BE49-F238E27FC236}">
                <a16:creationId xmlns:a16="http://schemas.microsoft.com/office/drawing/2014/main" id="{ED20EB1B-7927-4DD4-B26C-AF0FF5B5206C}"/>
              </a:ext>
            </a:extLst>
          </p:cNvPr>
          <p:cNvSpPr/>
          <p:nvPr/>
        </p:nvSpPr>
        <p:spPr>
          <a:xfrm>
            <a:off x="112150"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1" name="橢圓 10">
            <a:extLst>
              <a:ext uri="{FF2B5EF4-FFF2-40B4-BE49-F238E27FC236}">
                <a16:creationId xmlns:a16="http://schemas.microsoft.com/office/drawing/2014/main" id="{48EB72F0-18B5-4387-A6E3-AB04D49AA874}"/>
              </a:ext>
            </a:extLst>
          </p:cNvPr>
          <p:cNvSpPr/>
          <p:nvPr/>
        </p:nvSpPr>
        <p:spPr>
          <a:xfrm>
            <a:off x="1034997"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2" name="橢圓 11">
            <a:extLst>
              <a:ext uri="{FF2B5EF4-FFF2-40B4-BE49-F238E27FC236}">
                <a16:creationId xmlns:a16="http://schemas.microsoft.com/office/drawing/2014/main" id="{36EA87A6-BD94-4577-9118-88B796A040A5}"/>
              </a:ext>
            </a:extLst>
          </p:cNvPr>
          <p:cNvSpPr/>
          <p:nvPr/>
        </p:nvSpPr>
        <p:spPr>
          <a:xfrm>
            <a:off x="559304"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3" name="橢圓 12">
            <a:extLst>
              <a:ext uri="{FF2B5EF4-FFF2-40B4-BE49-F238E27FC236}">
                <a16:creationId xmlns:a16="http://schemas.microsoft.com/office/drawing/2014/main" id="{9A988564-DD61-4069-B2FF-048B6DE68E60}"/>
              </a:ext>
            </a:extLst>
          </p:cNvPr>
          <p:cNvSpPr/>
          <p:nvPr/>
        </p:nvSpPr>
        <p:spPr>
          <a:xfrm>
            <a:off x="1883505"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4" name="橢圓 13">
            <a:extLst>
              <a:ext uri="{FF2B5EF4-FFF2-40B4-BE49-F238E27FC236}">
                <a16:creationId xmlns:a16="http://schemas.microsoft.com/office/drawing/2014/main" id="{53B9C383-8F02-42EE-9120-8C6788EAE01F}"/>
              </a:ext>
            </a:extLst>
          </p:cNvPr>
          <p:cNvSpPr/>
          <p:nvPr/>
        </p:nvSpPr>
        <p:spPr>
          <a:xfrm>
            <a:off x="1034997"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15" name="直線接點 14">
            <a:extLst>
              <a:ext uri="{FF2B5EF4-FFF2-40B4-BE49-F238E27FC236}">
                <a16:creationId xmlns:a16="http://schemas.microsoft.com/office/drawing/2014/main" id="{C9AE5BE2-5D2F-4EBA-B32B-65885E59DB2A}"/>
              </a:ext>
            </a:extLst>
          </p:cNvPr>
          <p:cNvCxnSpPr>
            <a:cxnSpLocks/>
            <a:stCxn id="4" idx="0"/>
            <a:endCxn id="5" idx="4"/>
          </p:cNvCxnSpPr>
          <p:nvPr/>
        </p:nvCxnSpPr>
        <p:spPr>
          <a:xfrm flipV="1">
            <a:off x="534036" y="597531"/>
            <a:ext cx="1011844" cy="3755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C612BF5C-FD2D-480A-ACE8-2422FB207E92}"/>
              </a:ext>
            </a:extLst>
          </p:cNvPr>
          <p:cNvCxnSpPr>
            <a:cxnSpLocks/>
            <a:stCxn id="6" idx="0"/>
            <a:endCxn id="5" idx="4"/>
          </p:cNvCxnSpPr>
          <p:nvPr/>
        </p:nvCxnSpPr>
        <p:spPr>
          <a:xfrm flipH="1" flipV="1">
            <a:off x="1545880" y="597531"/>
            <a:ext cx="105794" cy="3704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E3D53039-DEA0-435E-ADB5-EA1BC98C0DA9}"/>
              </a:ext>
            </a:extLst>
          </p:cNvPr>
          <p:cNvCxnSpPr>
            <a:cxnSpLocks/>
            <a:stCxn id="4" idx="4"/>
            <a:endCxn id="10" idx="0"/>
          </p:cNvCxnSpPr>
          <p:nvPr/>
        </p:nvCxnSpPr>
        <p:spPr>
          <a:xfrm flipH="1">
            <a:off x="387505"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57D9F3B9-6C2F-4994-A76F-AFEA7A2D5344}"/>
              </a:ext>
            </a:extLst>
          </p:cNvPr>
          <p:cNvCxnSpPr>
            <a:cxnSpLocks/>
            <a:stCxn id="4" idx="4"/>
            <a:endCxn id="11" idx="0"/>
          </p:cNvCxnSpPr>
          <p:nvPr/>
        </p:nvCxnSpPr>
        <p:spPr>
          <a:xfrm>
            <a:off x="534036"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88BBC0D2-3A95-4335-90B9-803EB32B4735}"/>
              </a:ext>
            </a:extLst>
          </p:cNvPr>
          <p:cNvCxnSpPr>
            <a:cxnSpLocks/>
            <a:stCxn id="5" idx="4"/>
            <a:endCxn id="7" idx="0"/>
          </p:cNvCxnSpPr>
          <p:nvPr/>
        </p:nvCxnSpPr>
        <p:spPr>
          <a:xfrm>
            <a:off x="1545880" y="597531"/>
            <a:ext cx="1077497" cy="4036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B12ECC2B-1C0C-47BC-B394-EC7F15537720}"/>
              </a:ext>
            </a:extLst>
          </p:cNvPr>
          <p:cNvCxnSpPr>
            <a:cxnSpLocks/>
            <a:stCxn id="13" idx="4"/>
            <a:endCxn id="14" idx="0"/>
          </p:cNvCxnSpPr>
          <p:nvPr/>
        </p:nvCxnSpPr>
        <p:spPr>
          <a:xfrm flipH="1">
            <a:off x="1459251"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38345055-4826-43D4-984A-C851511852E6}"/>
              </a:ext>
            </a:extLst>
          </p:cNvPr>
          <p:cNvCxnSpPr>
            <a:cxnSpLocks/>
            <a:stCxn id="7" idx="4"/>
            <a:endCxn id="8" idx="0"/>
          </p:cNvCxnSpPr>
          <p:nvPr/>
        </p:nvCxnSpPr>
        <p:spPr>
          <a:xfrm flipH="1">
            <a:off x="2262142"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A2A04DEB-DBB3-430D-90E2-80CC59B99234}"/>
              </a:ext>
            </a:extLst>
          </p:cNvPr>
          <p:cNvCxnSpPr>
            <a:cxnSpLocks/>
            <a:stCxn id="7" idx="4"/>
            <a:endCxn id="9" idx="0"/>
          </p:cNvCxnSpPr>
          <p:nvPr/>
        </p:nvCxnSpPr>
        <p:spPr>
          <a:xfrm>
            <a:off x="2623377"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4123455A-BD01-45B0-AAEF-8818BDE7DA7F}"/>
              </a:ext>
            </a:extLst>
          </p:cNvPr>
          <p:cNvCxnSpPr>
            <a:cxnSpLocks/>
            <a:stCxn id="6" idx="4"/>
            <a:endCxn id="8" idx="0"/>
          </p:cNvCxnSpPr>
          <p:nvPr/>
        </p:nvCxnSpPr>
        <p:spPr>
          <a:xfrm>
            <a:off x="1651674"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18F64617-5771-482D-8B77-7EC512A19FF4}"/>
              </a:ext>
            </a:extLst>
          </p:cNvPr>
          <p:cNvCxnSpPr>
            <a:cxnSpLocks/>
            <a:stCxn id="11" idx="4"/>
            <a:endCxn id="12" idx="0"/>
          </p:cNvCxnSpPr>
          <p:nvPr/>
        </p:nvCxnSpPr>
        <p:spPr>
          <a:xfrm flipH="1">
            <a:off x="834659"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53197B30-04C7-4A16-9670-8B3465A695CB}"/>
              </a:ext>
            </a:extLst>
          </p:cNvPr>
          <p:cNvCxnSpPr>
            <a:cxnSpLocks/>
            <a:stCxn id="10" idx="4"/>
            <a:endCxn id="12" idx="0"/>
          </p:cNvCxnSpPr>
          <p:nvPr/>
        </p:nvCxnSpPr>
        <p:spPr>
          <a:xfrm>
            <a:off x="387505"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2ACC2880-D594-40B0-889A-BE5893DAEAFD}"/>
              </a:ext>
            </a:extLst>
          </p:cNvPr>
          <p:cNvCxnSpPr>
            <a:cxnSpLocks/>
            <a:stCxn id="10" idx="0"/>
            <a:endCxn id="6" idx="4"/>
          </p:cNvCxnSpPr>
          <p:nvPr/>
        </p:nvCxnSpPr>
        <p:spPr>
          <a:xfrm flipV="1">
            <a:off x="387505"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42A9435-0BB1-4F61-A5A6-5B589C62D06C}"/>
              </a:ext>
            </a:extLst>
          </p:cNvPr>
          <p:cNvCxnSpPr>
            <a:cxnSpLocks/>
            <a:stCxn id="12" idx="4"/>
            <a:endCxn id="14" idx="0"/>
          </p:cNvCxnSpPr>
          <p:nvPr/>
        </p:nvCxnSpPr>
        <p:spPr>
          <a:xfrm>
            <a:off x="834659"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31AB758-82F5-45E4-A4D7-05CCA91C4F82}"/>
              </a:ext>
            </a:extLst>
          </p:cNvPr>
          <p:cNvCxnSpPr>
            <a:cxnSpLocks/>
            <a:stCxn id="9" idx="4"/>
            <a:endCxn id="13" idx="0"/>
          </p:cNvCxnSpPr>
          <p:nvPr/>
        </p:nvCxnSpPr>
        <p:spPr>
          <a:xfrm flipH="1">
            <a:off x="2145479"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1D7EFC2B-80D7-4783-973D-651C6AD5F1B2}"/>
              </a:ext>
            </a:extLst>
          </p:cNvPr>
          <p:cNvCxnSpPr>
            <a:cxnSpLocks/>
            <a:stCxn id="8" idx="4"/>
            <a:endCxn id="13" idx="0"/>
          </p:cNvCxnSpPr>
          <p:nvPr/>
        </p:nvCxnSpPr>
        <p:spPr>
          <a:xfrm flipH="1">
            <a:off x="2145479"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A45B0B65-E09D-42AD-A7F3-D4F6BFAF3FFA}"/>
              </a:ext>
            </a:extLst>
          </p:cNvPr>
          <p:cNvCxnSpPr>
            <a:cxnSpLocks/>
            <a:stCxn id="11" idx="4"/>
            <a:endCxn id="13" idx="0"/>
          </p:cNvCxnSpPr>
          <p:nvPr/>
        </p:nvCxnSpPr>
        <p:spPr>
          <a:xfrm>
            <a:off x="1290439"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1" name="表格 6">
            <a:extLst>
              <a:ext uri="{FF2B5EF4-FFF2-40B4-BE49-F238E27FC236}">
                <a16:creationId xmlns:a16="http://schemas.microsoft.com/office/drawing/2014/main" id="{C14918C3-0AC7-43C2-B76A-D86C5A2A61FE}"/>
              </a:ext>
            </a:extLst>
          </p:cNvPr>
          <p:cNvGraphicFramePr>
            <a:graphicFrameLocks noGrp="1"/>
          </p:cNvGraphicFramePr>
          <p:nvPr>
            <p:extLst>
              <p:ext uri="{D42A27DB-BD31-4B8C-83A1-F6EECF244321}">
                <p14:modId xmlns:p14="http://schemas.microsoft.com/office/powerpoint/2010/main" val="4273134776"/>
              </p:ext>
            </p:extLst>
          </p:nvPr>
        </p:nvGraphicFramePr>
        <p:xfrm>
          <a:off x="6743717" y="106150"/>
          <a:ext cx="4593490" cy="6621082"/>
        </p:xfrm>
        <a:graphic>
          <a:graphicData uri="http://schemas.openxmlformats.org/drawingml/2006/table">
            <a:tbl>
              <a:tblPr firstRow="1" bandRow="1">
                <a:tableStyleId>{5C22544A-7EE6-4342-B048-85BDC9FD1C3A}</a:tableStyleId>
              </a:tblPr>
              <a:tblGrid>
                <a:gridCol w="601185">
                  <a:extLst>
                    <a:ext uri="{9D8B030D-6E8A-4147-A177-3AD203B41FA5}">
                      <a16:colId xmlns:a16="http://schemas.microsoft.com/office/drawing/2014/main" val="4123152773"/>
                    </a:ext>
                  </a:extLst>
                </a:gridCol>
                <a:gridCol w="765452">
                  <a:extLst>
                    <a:ext uri="{9D8B030D-6E8A-4147-A177-3AD203B41FA5}">
                      <a16:colId xmlns:a16="http://schemas.microsoft.com/office/drawing/2014/main" val="3276230559"/>
                    </a:ext>
                  </a:extLst>
                </a:gridCol>
                <a:gridCol w="1017021">
                  <a:extLst>
                    <a:ext uri="{9D8B030D-6E8A-4147-A177-3AD203B41FA5}">
                      <a16:colId xmlns:a16="http://schemas.microsoft.com/office/drawing/2014/main" val="2272104969"/>
                    </a:ext>
                  </a:extLst>
                </a:gridCol>
                <a:gridCol w="1129571">
                  <a:extLst>
                    <a:ext uri="{9D8B030D-6E8A-4147-A177-3AD203B41FA5}">
                      <a16:colId xmlns:a16="http://schemas.microsoft.com/office/drawing/2014/main" val="569171837"/>
                    </a:ext>
                  </a:extLst>
                </a:gridCol>
                <a:gridCol w="1080261">
                  <a:extLst>
                    <a:ext uri="{9D8B030D-6E8A-4147-A177-3AD203B41FA5}">
                      <a16:colId xmlns:a16="http://schemas.microsoft.com/office/drawing/2014/main" val="2597466175"/>
                    </a:ext>
                  </a:extLst>
                </a:gridCol>
              </a:tblGrid>
              <a:tr h="509314">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EST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509314">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509314">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509314">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8+14</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509314">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8+16</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509314">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22+11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509314">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16+12</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509314">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35+14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28+11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33+13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509314">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24+11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33+12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3965306"/>
                  </a:ext>
                </a:extLst>
              </a:tr>
              <a:tr h="509314">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687396"/>
                  </a:ext>
                </a:extLst>
              </a:tr>
              <a:tr h="509314">
                <a:tc>
                  <a:txBody>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849730"/>
                  </a:ext>
                </a:extLst>
              </a:tr>
              <a:tr h="509314">
                <a:tc>
                  <a:txBody>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8093707"/>
                  </a:ext>
                </a:extLst>
              </a:tr>
              <a:tr h="509314">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1429453"/>
                  </a:ext>
                </a:extLst>
              </a:tr>
            </a:tbl>
          </a:graphicData>
        </a:graphic>
      </p:graphicFrame>
      <p:sp>
        <p:nvSpPr>
          <p:cNvPr id="32" name="箭號: 弧形右彎 31">
            <a:extLst>
              <a:ext uri="{FF2B5EF4-FFF2-40B4-BE49-F238E27FC236}">
                <a16:creationId xmlns:a16="http://schemas.microsoft.com/office/drawing/2014/main" id="{EDF33849-3627-4C3A-AC02-612DAF05F6E1}"/>
              </a:ext>
            </a:extLst>
          </p:cNvPr>
          <p:cNvSpPr/>
          <p:nvPr/>
        </p:nvSpPr>
        <p:spPr>
          <a:xfrm rot="21345260" flipV="1">
            <a:off x="6113096" y="3913943"/>
            <a:ext cx="620684" cy="48484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aphicFrame>
        <p:nvGraphicFramePr>
          <p:cNvPr id="34" name="表格 6">
            <a:extLst>
              <a:ext uri="{FF2B5EF4-FFF2-40B4-BE49-F238E27FC236}">
                <a16:creationId xmlns:a16="http://schemas.microsoft.com/office/drawing/2014/main" id="{27296A41-F56A-4350-AFBD-367EFE045B34}"/>
              </a:ext>
            </a:extLst>
          </p:cNvPr>
          <p:cNvGraphicFramePr>
            <a:graphicFrameLocks noGrp="1"/>
          </p:cNvGraphicFramePr>
          <p:nvPr>
            <p:extLst>
              <p:ext uri="{D42A27DB-BD31-4B8C-83A1-F6EECF244321}">
                <p14:modId xmlns:p14="http://schemas.microsoft.com/office/powerpoint/2010/main" val="1348361932"/>
              </p:ext>
            </p:extLst>
          </p:nvPr>
        </p:nvGraphicFramePr>
        <p:xfrm>
          <a:off x="3117182" y="106153"/>
          <a:ext cx="3149530" cy="6073332"/>
        </p:xfrm>
        <a:graphic>
          <a:graphicData uri="http://schemas.openxmlformats.org/drawingml/2006/table">
            <a:tbl>
              <a:tblPr firstRow="1" bandRow="1">
                <a:tableStyleId>{5C22544A-7EE6-4342-B048-85BDC9FD1C3A}</a:tableStyleId>
              </a:tblPr>
              <a:tblGrid>
                <a:gridCol w="629906">
                  <a:extLst>
                    <a:ext uri="{9D8B030D-6E8A-4147-A177-3AD203B41FA5}">
                      <a16:colId xmlns:a16="http://schemas.microsoft.com/office/drawing/2014/main" val="4123152773"/>
                    </a:ext>
                  </a:extLst>
                </a:gridCol>
                <a:gridCol w="629906">
                  <a:extLst>
                    <a:ext uri="{9D8B030D-6E8A-4147-A177-3AD203B41FA5}">
                      <a16:colId xmlns:a16="http://schemas.microsoft.com/office/drawing/2014/main" val="3276230559"/>
                    </a:ext>
                  </a:extLst>
                </a:gridCol>
                <a:gridCol w="629906">
                  <a:extLst>
                    <a:ext uri="{9D8B030D-6E8A-4147-A177-3AD203B41FA5}">
                      <a16:colId xmlns:a16="http://schemas.microsoft.com/office/drawing/2014/main" val="2272104969"/>
                    </a:ext>
                  </a:extLst>
                </a:gridCol>
                <a:gridCol w="629906">
                  <a:extLst>
                    <a:ext uri="{9D8B030D-6E8A-4147-A177-3AD203B41FA5}">
                      <a16:colId xmlns:a16="http://schemas.microsoft.com/office/drawing/2014/main" val="569171837"/>
                    </a:ext>
                  </a:extLst>
                </a:gridCol>
                <a:gridCol w="629906">
                  <a:extLst>
                    <a:ext uri="{9D8B030D-6E8A-4147-A177-3AD203B41FA5}">
                      <a16:colId xmlns:a16="http://schemas.microsoft.com/office/drawing/2014/main" val="2873605050"/>
                    </a:ext>
                  </a:extLst>
                </a:gridCol>
              </a:tblGrid>
              <a:tr h="63279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5</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9</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Tree>
    <p:extLst>
      <p:ext uri="{BB962C8B-B14F-4D97-AF65-F5344CB8AC3E}">
        <p14:creationId xmlns:p14="http://schemas.microsoft.com/office/powerpoint/2010/main" val="153267360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2D79DD1E-8FAC-40C4-A03E-1C8682A6E6D3}"/>
              </a:ext>
            </a:extLst>
          </p:cNvPr>
          <p:cNvSpPr/>
          <p:nvPr/>
        </p:nvSpPr>
        <p:spPr>
          <a:xfrm>
            <a:off x="254407"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5" name="橢圓 4">
            <a:extLst>
              <a:ext uri="{FF2B5EF4-FFF2-40B4-BE49-F238E27FC236}">
                <a16:creationId xmlns:a16="http://schemas.microsoft.com/office/drawing/2014/main" id="{C1D8A0FA-6AE9-40E0-9A20-24623C710D80}"/>
              </a:ext>
            </a:extLst>
          </p:cNvPr>
          <p:cNvSpPr/>
          <p:nvPr/>
        </p:nvSpPr>
        <p:spPr>
          <a:xfrm>
            <a:off x="1310351" y="90307"/>
            <a:ext cx="471058" cy="50722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sp>
        <p:nvSpPr>
          <p:cNvPr id="6" name="橢圓 5">
            <a:extLst>
              <a:ext uri="{FF2B5EF4-FFF2-40B4-BE49-F238E27FC236}">
                <a16:creationId xmlns:a16="http://schemas.microsoft.com/office/drawing/2014/main" id="{76DCED38-4071-4676-BDB8-1367BDF80FF6}"/>
              </a:ext>
            </a:extLst>
          </p:cNvPr>
          <p:cNvSpPr/>
          <p:nvPr/>
        </p:nvSpPr>
        <p:spPr>
          <a:xfrm>
            <a:off x="1372045"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7" name="橢圓 6">
            <a:extLst>
              <a:ext uri="{FF2B5EF4-FFF2-40B4-BE49-F238E27FC236}">
                <a16:creationId xmlns:a16="http://schemas.microsoft.com/office/drawing/2014/main" id="{16AB2254-10E0-483D-BCB6-1DE7EC2E85F1}"/>
              </a:ext>
            </a:extLst>
          </p:cNvPr>
          <p:cNvSpPr/>
          <p:nvPr/>
        </p:nvSpPr>
        <p:spPr>
          <a:xfrm>
            <a:off x="2343748"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8" name="橢圓 7">
            <a:extLst>
              <a:ext uri="{FF2B5EF4-FFF2-40B4-BE49-F238E27FC236}">
                <a16:creationId xmlns:a16="http://schemas.microsoft.com/office/drawing/2014/main" id="{97FC6D8D-8D0C-4F94-9AAD-CCF8BAAB5908}"/>
              </a:ext>
            </a:extLst>
          </p:cNvPr>
          <p:cNvSpPr/>
          <p:nvPr/>
        </p:nvSpPr>
        <p:spPr>
          <a:xfrm>
            <a:off x="1987480"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9" name="橢圓 8">
            <a:extLst>
              <a:ext uri="{FF2B5EF4-FFF2-40B4-BE49-F238E27FC236}">
                <a16:creationId xmlns:a16="http://schemas.microsoft.com/office/drawing/2014/main" id="{6B992FCE-DAEC-4791-B5F0-19D9A0E264B7}"/>
              </a:ext>
            </a:extLst>
          </p:cNvPr>
          <p:cNvSpPr/>
          <p:nvPr/>
        </p:nvSpPr>
        <p:spPr>
          <a:xfrm>
            <a:off x="2910098"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0" name="橢圓 9">
            <a:extLst>
              <a:ext uri="{FF2B5EF4-FFF2-40B4-BE49-F238E27FC236}">
                <a16:creationId xmlns:a16="http://schemas.microsoft.com/office/drawing/2014/main" id="{ED20EB1B-7927-4DD4-B26C-AF0FF5B5206C}"/>
              </a:ext>
            </a:extLst>
          </p:cNvPr>
          <p:cNvSpPr/>
          <p:nvPr/>
        </p:nvSpPr>
        <p:spPr>
          <a:xfrm>
            <a:off x="112150"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1" name="橢圓 10">
            <a:extLst>
              <a:ext uri="{FF2B5EF4-FFF2-40B4-BE49-F238E27FC236}">
                <a16:creationId xmlns:a16="http://schemas.microsoft.com/office/drawing/2014/main" id="{48EB72F0-18B5-4387-A6E3-AB04D49AA874}"/>
              </a:ext>
            </a:extLst>
          </p:cNvPr>
          <p:cNvSpPr/>
          <p:nvPr/>
        </p:nvSpPr>
        <p:spPr>
          <a:xfrm>
            <a:off x="1034997"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2" name="橢圓 11">
            <a:extLst>
              <a:ext uri="{FF2B5EF4-FFF2-40B4-BE49-F238E27FC236}">
                <a16:creationId xmlns:a16="http://schemas.microsoft.com/office/drawing/2014/main" id="{36EA87A6-BD94-4577-9118-88B796A040A5}"/>
              </a:ext>
            </a:extLst>
          </p:cNvPr>
          <p:cNvSpPr/>
          <p:nvPr/>
        </p:nvSpPr>
        <p:spPr>
          <a:xfrm>
            <a:off x="559304"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3" name="橢圓 12">
            <a:extLst>
              <a:ext uri="{FF2B5EF4-FFF2-40B4-BE49-F238E27FC236}">
                <a16:creationId xmlns:a16="http://schemas.microsoft.com/office/drawing/2014/main" id="{9A988564-DD61-4069-B2FF-048B6DE68E60}"/>
              </a:ext>
            </a:extLst>
          </p:cNvPr>
          <p:cNvSpPr/>
          <p:nvPr/>
        </p:nvSpPr>
        <p:spPr>
          <a:xfrm>
            <a:off x="1883505"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4" name="橢圓 13">
            <a:extLst>
              <a:ext uri="{FF2B5EF4-FFF2-40B4-BE49-F238E27FC236}">
                <a16:creationId xmlns:a16="http://schemas.microsoft.com/office/drawing/2014/main" id="{53B9C383-8F02-42EE-9120-8C6788EAE01F}"/>
              </a:ext>
            </a:extLst>
          </p:cNvPr>
          <p:cNvSpPr/>
          <p:nvPr/>
        </p:nvSpPr>
        <p:spPr>
          <a:xfrm>
            <a:off x="1034997"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15" name="直線接點 14">
            <a:extLst>
              <a:ext uri="{FF2B5EF4-FFF2-40B4-BE49-F238E27FC236}">
                <a16:creationId xmlns:a16="http://schemas.microsoft.com/office/drawing/2014/main" id="{C9AE5BE2-5D2F-4EBA-B32B-65885E59DB2A}"/>
              </a:ext>
            </a:extLst>
          </p:cNvPr>
          <p:cNvCxnSpPr>
            <a:cxnSpLocks/>
            <a:stCxn id="4" idx="0"/>
            <a:endCxn id="5" idx="4"/>
          </p:cNvCxnSpPr>
          <p:nvPr/>
        </p:nvCxnSpPr>
        <p:spPr>
          <a:xfrm flipV="1">
            <a:off x="534036" y="597531"/>
            <a:ext cx="1011844" cy="3755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C612BF5C-FD2D-480A-ACE8-2422FB207E92}"/>
              </a:ext>
            </a:extLst>
          </p:cNvPr>
          <p:cNvCxnSpPr>
            <a:cxnSpLocks/>
            <a:stCxn id="6" idx="0"/>
            <a:endCxn id="5" idx="4"/>
          </p:cNvCxnSpPr>
          <p:nvPr/>
        </p:nvCxnSpPr>
        <p:spPr>
          <a:xfrm flipH="1" flipV="1">
            <a:off x="1545880" y="597531"/>
            <a:ext cx="105794" cy="3704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E3D53039-DEA0-435E-ADB5-EA1BC98C0DA9}"/>
              </a:ext>
            </a:extLst>
          </p:cNvPr>
          <p:cNvCxnSpPr>
            <a:cxnSpLocks/>
            <a:stCxn id="4" idx="4"/>
            <a:endCxn id="10" idx="0"/>
          </p:cNvCxnSpPr>
          <p:nvPr/>
        </p:nvCxnSpPr>
        <p:spPr>
          <a:xfrm flipH="1">
            <a:off x="387505"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57D9F3B9-6C2F-4994-A76F-AFEA7A2D5344}"/>
              </a:ext>
            </a:extLst>
          </p:cNvPr>
          <p:cNvCxnSpPr>
            <a:cxnSpLocks/>
            <a:stCxn id="4" idx="4"/>
            <a:endCxn id="11" idx="0"/>
          </p:cNvCxnSpPr>
          <p:nvPr/>
        </p:nvCxnSpPr>
        <p:spPr>
          <a:xfrm>
            <a:off x="534036"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88BBC0D2-3A95-4335-90B9-803EB32B4735}"/>
              </a:ext>
            </a:extLst>
          </p:cNvPr>
          <p:cNvCxnSpPr>
            <a:cxnSpLocks/>
            <a:stCxn id="5" idx="4"/>
            <a:endCxn id="7" idx="0"/>
          </p:cNvCxnSpPr>
          <p:nvPr/>
        </p:nvCxnSpPr>
        <p:spPr>
          <a:xfrm>
            <a:off x="1545880" y="597531"/>
            <a:ext cx="1077497" cy="4036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B12ECC2B-1C0C-47BC-B394-EC7F15537720}"/>
              </a:ext>
            </a:extLst>
          </p:cNvPr>
          <p:cNvCxnSpPr>
            <a:cxnSpLocks/>
            <a:stCxn id="13" idx="4"/>
            <a:endCxn id="14" idx="0"/>
          </p:cNvCxnSpPr>
          <p:nvPr/>
        </p:nvCxnSpPr>
        <p:spPr>
          <a:xfrm flipH="1">
            <a:off x="1459251"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38345055-4826-43D4-984A-C851511852E6}"/>
              </a:ext>
            </a:extLst>
          </p:cNvPr>
          <p:cNvCxnSpPr>
            <a:cxnSpLocks/>
            <a:stCxn id="7" idx="4"/>
            <a:endCxn id="8" idx="0"/>
          </p:cNvCxnSpPr>
          <p:nvPr/>
        </p:nvCxnSpPr>
        <p:spPr>
          <a:xfrm flipH="1">
            <a:off x="2262142"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A2A04DEB-DBB3-430D-90E2-80CC59B99234}"/>
              </a:ext>
            </a:extLst>
          </p:cNvPr>
          <p:cNvCxnSpPr>
            <a:cxnSpLocks/>
            <a:stCxn id="7" idx="4"/>
            <a:endCxn id="9" idx="0"/>
          </p:cNvCxnSpPr>
          <p:nvPr/>
        </p:nvCxnSpPr>
        <p:spPr>
          <a:xfrm>
            <a:off x="2623377"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4123455A-BD01-45B0-AAEF-8818BDE7DA7F}"/>
              </a:ext>
            </a:extLst>
          </p:cNvPr>
          <p:cNvCxnSpPr>
            <a:cxnSpLocks/>
            <a:stCxn id="6" idx="4"/>
            <a:endCxn id="8" idx="0"/>
          </p:cNvCxnSpPr>
          <p:nvPr/>
        </p:nvCxnSpPr>
        <p:spPr>
          <a:xfrm>
            <a:off x="1651674"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18F64617-5771-482D-8B77-7EC512A19FF4}"/>
              </a:ext>
            </a:extLst>
          </p:cNvPr>
          <p:cNvCxnSpPr>
            <a:cxnSpLocks/>
            <a:stCxn id="11" idx="4"/>
            <a:endCxn id="12" idx="0"/>
          </p:cNvCxnSpPr>
          <p:nvPr/>
        </p:nvCxnSpPr>
        <p:spPr>
          <a:xfrm flipH="1">
            <a:off x="834659"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53197B30-04C7-4A16-9670-8B3465A695CB}"/>
              </a:ext>
            </a:extLst>
          </p:cNvPr>
          <p:cNvCxnSpPr>
            <a:cxnSpLocks/>
            <a:stCxn id="10" idx="4"/>
            <a:endCxn id="12" idx="0"/>
          </p:cNvCxnSpPr>
          <p:nvPr/>
        </p:nvCxnSpPr>
        <p:spPr>
          <a:xfrm>
            <a:off x="387505"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2ACC2880-D594-40B0-889A-BE5893DAEAFD}"/>
              </a:ext>
            </a:extLst>
          </p:cNvPr>
          <p:cNvCxnSpPr>
            <a:cxnSpLocks/>
            <a:stCxn id="10" idx="0"/>
            <a:endCxn id="6" idx="4"/>
          </p:cNvCxnSpPr>
          <p:nvPr/>
        </p:nvCxnSpPr>
        <p:spPr>
          <a:xfrm flipV="1">
            <a:off x="387505"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42A9435-0BB1-4F61-A5A6-5B589C62D06C}"/>
              </a:ext>
            </a:extLst>
          </p:cNvPr>
          <p:cNvCxnSpPr>
            <a:cxnSpLocks/>
            <a:stCxn id="12" idx="4"/>
            <a:endCxn id="14" idx="0"/>
          </p:cNvCxnSpPr>
          <p:nvPr/>
        </p:nvCxnSpPr>
        <p:spPr>
          <a:xfrm>
            <a:off x="834659"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31AB758-82F5-45E4-A4D7-05CCA91C4F82}"/>
              </a:ext>
            </a:extLst>
          </p:cNvPr>
          <p:cNvCxnSpPr>
            <a:cxnSpLocks/>
            <a:stCxn id="9" idx="4"/>
            <a:endCxn id="13" idx="0"/>
          </p:cNvCxnSpPr>
          <p:nvPr/>
        </p:nvCxnSpPr>
        <p:spPr>
          <a:xfrm flipH="1">
            <a:off x="2145479"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1D7EFC2B-80D7-4783-973D-651C6AD5F1B2}"/>
              </a:ext>
            </a:extLst>
          </p:cNvPr>
          <p:cNvCxnSpPr>
            <a:cxnSpLocks/>
            <a:stCxn id="8" idx="4"/>
            <a:endCxn id="13" idx="0"/>
          </p:cNvCxnSpPr>
          <p:nvPr/>
        </p:nvCxnSpPr>
        <p:spPr>
          <a:xfrm flipH="1">
            <a:off x="2145479"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A45B0B65-E09D-42AD-A7F3-D4F6BFAF3FFA}"/>
              </a:ext>
            </a:extLst>
          </p:cNvPr>
          <p:cNvCxnSpPr>
            <a:cxnSpLocks/>
            <a:stCxn id="11" idx="4"/>
            <a:endCxn id="13" idx="0"/>
          </p:cNvCxnSpPr>
          <p:nvPr/>
        </p:nvCxnSpPr>
        <p:spPr>
          <a:xfrm>
            <a:off x="1290439"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1" name="表格 6">
            <a:extLst>
              <a:ext uri="{FF2B5EF4-FFF2-40B4-BE49-F238E27FC236}">
                <a16:creationId xmlns:a16="http://schemas.microsoft.com/office/drawing/2014/main" id="{C14918C3-0AC7-43C2-B76A-D86C5A2A61FE}"/>
              </a:ext>
            </a:extLst>
          </p:cNvPr>
          <p:cNvGraphicFramePr>
            <a:graphicFrameLocks noGrp="1"/>
          </p:cNvGraphicFramePr>
          <p:nvPr>
            <p:extLst>
              <p:ext uri="{D42A27DB-BD31-4B8C-83A1-F6EECF244321}">
                <p14:modId xmlns:p14="http://schemas.microsoft.com/office/powerpoint/2010/main" val="1430242568"/>
              </p:ext>
            </p:extLst>
          </p:nvPr>
        </p:nvGraphicFramePr>
        <p:xfrm>
          <a:off x="6743717" y="106150"/>
          <a:ext cx="4593490" cy="6621082"/>
        </p:xfrm>
        <a:graphic>
          <a:graphicData uri="http://schemas.openxmlformats.org/drawingml/2006/table">
            <a:tbl>
              <a:tblPr firstRow="1" bandRow="1">
                <a:tableStyleId>{5C22544A-7EE6-4342-B048-85BDC9FD1C3A}</a:tableStyleId>
              </a:tblPr>
              <a:tblGrid>
                <a:gridCol w="601185">
                  <a:extLst>
                    <a:ext uri="{9D8B030D-6E8A-4147-A177-3AD203B41FA5}">
                      <a16:colId xmlns:a16="http://schemas.microsoft.com/office/drawing/2014/main" val="4123152773"/>
                    </a:ext>
                  </a:extLst>
                </a:gridCol>
                <a:gridCol w="765452">
                  <a:extLst>
                    <a:ext uri="{9D8B030D-6E8A-4147-A177-3AD203B41FA5}">
                      <a16:colId xmlns:a16="http://schemas.microsoft.com/office/drawing/2014/main" val="3276230559"/>
                    </a:ext>
                  </a:extLst>
                </a:gridCol>
                <a:gridCol w="1017021">
                  <a:extLst>
                    <a:ext uri="{9D8B030D-6E8A-4147-A177-3AD203B41FA5}">
                      <a16:colId xmlns:a16="http://schemas.microsoft.com/office/drawing/2014/main" val="2272104969"/>
                    </a:ext>
                  </a:extLst>
                </a:gridCol>
                <a:gridCol w="1129571">
                  <a:extLst>
                    <a:ext uri="{9D8B030D-6E8A-4147-A177-3AD203B41FA5}">
                      <a16:colId xmlns:a16="http://schemas.microsoft.com/office/drawing/2014/main" val="569171837"/>
                    </a:ext>
                  </a:extLst>
                </a:gridCol>
                <a:gridCol w="1080261">
                  <a:extLst>
                    <a:ext uri="{9D8B030D-6E8A-4147-A177-3AD203B41FA5}">
                      <a16:colId xmlns:a16="http://schemas.microsoft.com/office/drawing/2014/main" val="2597466175"/>
                    </a:ext>
                  </a:extLst>
                </a:gridCol>
              </a:tblGrid>
              <a:tr h="509314">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EST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509314">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509314">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509314">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8+14</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509314">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8+16</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509314">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22+11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509314">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16+12</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509314">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35+14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28+11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33+13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509314">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24+11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33+12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3965306"/>
                  </a:ext>
                </a:extLst>
              </a:tr>
              <a:tr h="509314">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35+13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39+14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33+10</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687396"/>
                  </a:ext>
                </a:extLst>
              </a:tr>
              <a:tr h="509314">
                <a:tc>
                  <a:txBody>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849730"/>
                  </a:ext>
                </a:extLst>
              </a:tr>
              <a:tr h="509314">
                <a:tc>
                  <a:txBody>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8093707"/>
                  </a:ext>
                </a:extLst>
              </a:tr>
              <a:tr h="509314">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1429453"/>
                  </a:ext>
                </a:extLst>
              </a:tr>
            </a:tbl>
          </a:graphicData>
        </a:graphic>
      </p:graphicFrame>
      <p:sp>
        <p:nvSpPr>
          <p:cNvPr id="32" name="箭號: 弧形右彎 31">
            <a:extLst>
              <a:ext uri="{FF2B5EF4-FFF2-40B4-BE49-F238E27FC236}">
                <a16:creationId xmlns:a16="http://schemas.microsoft.com/office/drawing/2014/main" id="{EDF33849-3627-4C3A-AC02-612DAF05F6E1}"/>
              </a:ext>
            </a:extLst>
          </p:cNvPr>
          <p:cNvSpPr/>
          <p:nvPr/>
        </p:nvSpPr>
        <p:spPr>
          <a:xfrm rot="21345260" flipV="1">
            <a:off x="6113096" y="3913943"/>
            <a:ext cx="620684" cy="48484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aphicFrame>
        <p:nvGraphicFramePr>
          <p:cNvPr id="33" name="表格 6">
            <a:extLst>
              <a:ext uri="{FF2B5EF4-FFF2-40B4-BE49-F238E27FC236}">
                <a16:creationId xmlns:a16="http://schemas.microsoft.com/office/drawing/2014/main" id="{10777C91-211A-4C6B-ABCF-DE3CE9063B25}"/>
              </a:ext>
            </a:extLst>
          </p:cNvPr>
          <p:cNvGraphicFramePr>
            <a:graphicFrameLocks noGrp="1"/>
          </p:cNvGraphicFramePr>
          <p:nvPr>
            <p:extLst>
              <p:ext uri="{D42A27DB-BD31-4B8C-83A1-F6EECF244321}">
                <p14:modId xmlns:p14="http://schemas.microsoft.com/office/powerpoint/2010/main" val="2445871104"/>
              </p:ext>
            </p:extLst>
          </p:nvPr>
        </p:nvGraphicFramePr>
        <p:xfrm>
          <a:off x="3117182" y="106153"/>
          <a:ext cx="3149530" cy="6073332"/>
        </p:xfrm>
        <a:graphic>
          <a:graphicData uri="http://schemas.openxmlformats.org/drawingml/2006/table">
            <a:tbl>
              <a:tblPr firstRow="1" bandRow="1">
                <a:tableStyleId>{5C22544A-7EE6-4342-B048-85BDC9FD1C3A}</a:tableStyleId>
              </a:tblPr>
              <a:tblGrid>
                <a:gridCol w="629906">
                  <a:extLst>
                    <a:ext uri="{9D8B030D-6E8A-4147-A177-3AD203B41FA5}">
                      <a16:colId xmlns:a16="http://schemas.microsoft.com/office/drawing/2014/main" val="4123152773"/>
                    </a:ext>
                  </a:extLst>
                </a:gridCol>
                <a:gridCol w="629906">
                  <a:extLst>
                    <a:ext uri="{9D8B030D-6E8A-4147-A177-3AD203B41FA5}">
                      <a16:colId xmlns:a16="http://schemas.microsoft.com/office/drawing/2014/main" val="3276230559"/>
                    </a:ext>
                  </a:extLst>
                </a:gridCol>
                <a:gridCol w="629906">
                  <a:extLst>
                    <a:ext uri="{9D8B030D-6E8A-4147-A177-3AD203B41FA5}">
                      <a16:colId xmlns:a16="http://schemas.microsoft.com/office/drawing/2014/main" val="2272104969"/>
                    </a:ext>
                  </a:extLst>
                </a:gridCol>
                <a:gridCol w="629906">
                  <a:extLst>
                    <a:ext uri="{9D8B030D-6E8A-4147-A177-3AD203B41FA5}">
                      <a16:colId xmlns:a16="http://schemas.microsoft.com/office/drawing/2014/main" val="569171837"/>
                    </a:ext>
                  </a:extLst>
                </a:gridCol>
                <a:gridCol w="629906">
                  <a:extLst>
                    <a:ext uri="{9D8B030D-6E8A-4147-A177-3AD203B41FA5}">
                      <a16:colId xmlns:a16="http://schemas.microsoft.com/office/drawing/2014/main" val="2873605050"/>
                    </a:ext>
                  </a:extLst>
                </a:gridCol>
              </a:tblGrid>
              <a:tr h="63279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5</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9</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Tree>
    <p:extLst>
      <p:ext uri="{BB962C8B-B14F-4D97-AF65-F5344CB8AC3E}">
        <p14:creationId xmlns:p14="http://schemas.microsoft.com/office/powerpoint/2010/main" val="376746274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2D79DD1E-8FAC-40C4-A03E-1C8682A6E6D3}"/>
              </a:ext>
            </a:extLst>
          </p:cNvPr>
          <p:cNvSpPr/>
          <p:nvPr/>
        </p:nvSpPr>
        <p:spPr>
          <a:xfrm>
            <a:off x="254407"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5" name="橢圓 4">
            <a:extLst>
              <a:ext uri="{FF2B5EF4-FFF2-40B4-BE49-F238E27FC236}">
                <a16:creationId xmlns:a16="http://schemas.microsoft.com/office/drawing/2014/main" id="{C1D8A0FA-6AE9-40E0-9A20-24623C710D80}"/>
              </a:ext>
            </a:extLst>
          </p:cNvPr>
          <p:cNvSpPr/>
          <p:nvPr/>
        </p:nvSpPr>
        <p:spPr>
          <a:xfrm>
            <a:off x="1310351" y="90307"/>
            <a:ext cx="471058" cy="50722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sp>
        <p:nvSpPr>
          <p:cNvPr id="6" name="橢圓 5">
            <a:extLst>
              <a:ext uri="{FF2B5EF4-FFF2-40B4-BE49-F238E27FC236}">
                <a16:creationId xmlns:a16="http://schemas.microsoft.com/office/drawing/2014/main" id="{76DCED38-4071-4676-BDB8-1367BDF80FF6}"/>
              </a:ext>
            </a:extLst>
          </p:cNvPr>
          <p:cNvSpPr/>
          <p:nvPr/>
        </p:nvSpPr>
        <p:spPr>
          <a:xfrm>
            <a:off x="1372045"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7" name="橢圓 6">
            <a:extLst>
              <a:ext uri="{FF2B5EF4-FFF2-40B4-BE49-F238E27FC236}">
                <a16:creationId xmlns:a16="http://schemas.microsoft.com/office/drawing/2014/main" id="{16AB2254-10E0-483D-BCB6-1DE7EC2E85F1}"/>
              </a:ext>
            </a:extLst>
          </p:cNvPr>
          <p:cNvSpPr/>
          <p:nvPr/>
        </p:nvSpPr>
        <p:spPr>
          <a:xfrm>
            <a:off x="2343748"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8" name="橢圓 7">
            <a:extLst>
              <a:ext uri="{FF2B5EF4-FFF2-40B4-BE49-F238E27FC236}">
                <a16:creationId xmlns:a16="http://schemas.microsoft.com/office/drawing/2014/main" id="{97FC6D8D-8D0C-4F94-9AAD-CCF8BAAB5908}"/>
              </a:ext>
            </a:extLst>
          </p:cNvPr>
          <p:cNvSpPr/>
          <p:nvPr/>
        </p:nvSpPr>
        <p:spPr>
          <a:xfrm>
            <a:off x="1987480"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9" name="橢圓 8">
            <a:extLst>
              <a:ext uri="{FF2B5EF4-FFF2-40B4-BE49-F238E27FC236}">
                <a16:creationId xmlns:a16="http://schemas.microsoft.com/office/drawing/2014/main" id="{6B992FCE-DAEC-4791-B5F0-19D9A0E264B7}"/>
              </a:ext>
            </a:extLst>
          </p:cNvPr>
          <p:cNvSpPr/>
          <p:nvPr/>
        </p:nvSpPr>
        <p:spPr>
          <a:xfrm>
            <a:off x="2910098"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0" name="橢圓 9">
            <a:extLst>
              <a:ext uri="{FF2B5EF4-FFF2-40B4-BE49-F238E27FC236}">
                <a16:creationId xmlns:a16="http://schemas.microsoft.com/office/drawing/2014/main" id="{ED20EB1B-7927-4DD4-B26C-AF0FF5B5206C}"/>
              </a:ext>
            </a:extLst>
          </p:cNvPr>
          <p:cNvSpPr/>
          <p:nvPr/>
        </p:nvSpPr>
        <p:spPr>
          <a:xfrm>
            <a:off x="112150"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1" name="橢圓 10">
            <a:extLst>
              <a:ext uri="{FF2B5EF4-FFF2-40B4-BE49-F238E27FC236}">
                <a16:creationId xmlns:a16="http://schemas.microsoft.com/office/drawing/2014/main" id="{48EB72F0-18B5-4387-A6E3-AB04D49AA874}"/>
              </a:ext>
            </a:extLst>
          </p:cNvPr>
          <p:cNvSpPr/>
          <p:nvPr/>
        </p:nvSpPr>
        <p:spPr>
          <a:xfrm>
            <a:off x="1034997"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2" name="橢圓 11">
            <a:extLst>
              <a:ext uri="{FF2B5EF4-FFF2-40B4-BE49-F238E27FC236}">
                <a16:creationId xmlns:a16="http://schemas.microsoft.com/office/drawing/2014/main" id="{36EA87A6-BD94-4577-9118-88B796A040A5}"/>
              </a:ext>
            </a:extLst>
          </p:cNvPr>
          <p:cNvSpPr/>
          <p:nvPr/>
        </p:nvSpPr>
        <p:spPr>
          <a:xfrm>
            <a:off x="559304"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3" name="橢圓 12">
            <a:extLst>
              <a:ext uri="{FF2B5EF4-FFF2-40B4-BE49-F238E27FC236}">
                <a16:creationId xmlns:a16="http://schemas.microsoft.com/office/drawing/2014/main" id="{9A988564-DD61-4069-B2FF-048B6DE68E60}"/>
              </a:ext>
            </a:extLst>
          </p:cNvPr>
          <p:cNvSpPr/>
          <p:nvPr/>
        </p:nvSpPr>
        <p:spPr>
          <a:xfrm>
            <a:off x="1883505"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4" name="橢圓 13">
            <a:extLst>
              <a:ext uri="{FF2B5EF4-FFF2-40B4-BE49-F238E27FC236}">
                <a16:creationId xmlns:a16="http://schemas.microsoft.com/office/drawing/2014/main" id="{53B9C383-8F02-42EE-9120-8C6788EAE01F}"/>
              </a:ext>
            </a:extLst>
          </p:cNvPr>
          <p:cNvSpPr/>
          <p:nvPr/>
        </p:nvSpPr>
        <p:spPr>
          <a:xfrm>
            <a:off x="1034997"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15" name="直線接點 14">
            <a:extLst>
              <a:ext uri="{FF2B5EF4-FFF2-40B4-BE49-F238E27FC236}">
                <a16:creationId xmlns:a16="http://schemas.microsoft.com/office/drawing/2014/main" id="{C9AE5BE2-5D2F-4EBA-B32B-65885E59DB2A}"/>
              </a:ext>
            </a:extLst>
          </p:cNvPr>
          <p:cNvCxnSpPr>
            <a:cxnSpLocks/>
            <a:stCxn id="4" idx="0"/>
            <a:endCxn id="5" idx="4"/>
          </p:cNvCxnSpPr>
          <p:nvPr/>
        </p:nvCxnSpPr>
        <p:spPr>
          <a:xfrm flipV="1">
            <a:off x="534036" y="597531"/>
            <a:ext cx="1011844" cy="3755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C612BF5C-FD2D-480A-ACE8-2422FB207E92}"/>
              </a:ext>
            </a:extLst>
          </p:cNvPr>
          <p:cNvCxnSpPr>
            <a:cxnSpLocks/>
            <a:stCxn id="6" idx="0"/>
            <a:endCxn id="5" idx="4"/>
          </p:cNvCxnSpPr>
          <p:nvPr/>
        </p:nvCxnSpPr>
        <p:spPr>
          <a:xfrm flipH="1" flipV="1">
            <a:off x="1545880" y="597531"/>
            <a:ext cx="105794" cy="3704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E3D53039-DEA0-435E-ADB5-EA1BC98C0DA9}"/>
              </a:ext>
            </a:extLst>
          </p:cNvPr>
          <p:cNvCxnSpPr>
            <a:cxnSpLocks/>
            <a:stCxn id="4" idx="4"/>
            <a:endCxn id="10" idx="0"/>
          </p:cNvCxnSpPr>
          <p:nvPr/>
        </p:nvCxnSpPr>
        <p:spPr>
          <a:xfrm flipH="1">
            <a:off x="387505"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57D9F3B9-6C2F-4994-A76F-AFEA7A2D5344}"/>
              </a:ext>
            </a:extLst>
          </p:cNvPr>
          <p:cNvCxnSpPr>
            <a:cxnSpLocks/>
            <a:stCxn id="4" idx="4"/>
            <a:endCxn id="11" idx="0"/>
          </p:cNvCxnSpPr>
          <p:nvPr/>
        </p:nvCxnSpPr>
        <p:spPr>
          <a:xfrm>
            <a:off x="534036"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88BBC0D2-3A95-4335-90B9-803EB32B4735}"/>
              </a:ext>
            </a:extLst>
          </p:cNvPr>
          <p:cNvCxnSpPr>
            <a:cxnSpLocks/>
            <a:stCxn id="5" idx="4"/>
            <a:endCxn id="7" idx="0"/>
          </p:cNvCxnSpPr>
          <p:nvPr/>
        </p:nvCxnSpPr>
        <p:spPr>
          <a:xfrm>
            <a:off x="1545880" y="597531"/>
            <a:ext cx="1077497" cy="4036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B12ECC2B-1C0C-47BC-B394-EC7F15537720}"/>
              </a:ext>
            </a:extLst>
          </p:cNvPr>
          <p:cNvCxnSpPr>
            <a:cxnSpLocks/>
            <a:stCxn id="13" idx="4"/>
            <a:endCxn id="14" idx="0"/>
          </p:cNvCxnSpPr>
          <p:nvPr/>
        </p:nvCxnSpPr>
        <p:spPr>
          <a:xfrm flipH="1">
            <a:off x="1459251"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38345055-4826-43D4-984A-C851511852E6}"/>
              </a:ext>
            </a:extLst>
          </p:cNvPr>
          <p:cNvCxnSpPr>
            <a:cxnSpLocks/>
            <a:stCxn id="7" idx="4"/>
            <a:endCxn id="8" idx="0"/>
          </p:cNvCxnSpPr>
          <p:nvPr/>
        </p:nvCxnSpPr>
        <p:spPr>
          <a:xfrm flipH="1">
            <a:off x="2262142"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A2A04DEB-DBB3-430D-90E2-80CC59B99234}"/>
              </a:ext>
            </a:extLst>
          </p:cNvPr>
          <p:cNvCxnSpPr>
            <a:cxnSpLocks/>
            <a:stCxn id="7" idx="4"/>
            <a:endCxn id="9" idx="0"/>
          </p:cNvCxnSpPr>
          <p:nvPr/>
        </p:nvCxnSpPr>
        <p:spPr>
          <a:xfrm>
            <a:off x="2623377"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4123455A-BD01-45B0-AAEF-8818BDE7DA7F}"/>
              </a:ext>
            </a:extLst>
          </p:cNvPr>
          <p:cNvCxnSpPr>
            <a:cxnSpLocks/>
            <a:stCxn id="6" idx="4"/>
            <a:endCxn id="8" idx="0"/>
          </p:cNvCxnSpPr>
          <p:nvPr/>
        </p:nvCxnSpPr>
        <p:spPr>
          <a:xfrm>
            <a:off x="1651674"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18F64617-5771-482D-8B77-7EC512A19FF4}"/>
              </a:ext>
            </a:extLst>
          </p:cNvPr>
          <p:cNvCxnSpPr>
            <a:cxnSpLocks/>
            <a:stCxn id="11" idx="4"/>
            <a:endCxn id="12" idx="0"/>
          </p:cNvCxnSpPr>
          <p:nvPr/>
        </p:nvCxnSpPr>
        <p:spPr>
          <a:xfrm flipH="1">
            <a:off x="834659"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53197B30-04C7-4A16-9670-8B3465A695CB}"/>
              </a:ext>
            </a:extLst>
          </p:cNvPr>
          <p:cNvCxnSpPr>
            <a:cxnSpLocks/>
            <a:stCxn id="10" idx="4"/>
            <a:endCxn id="12" idx="0"/>
          </p:cNvCxnSpPr>
          <p:nvPr/>
        </p:nvCxnSpPr>
        <p:spPr>
          <a:xfrm>
            <a:off x="387505"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2ACC2880-D594-40B0-889A-BE5893DAEAFD}"/>
              </a:ext>
            </a:extLst>
          </p:cNvPr>
          <p:cNvCxnSpPr>
            <a:cxnSpLocks/>
            <a:stCxn id="10" idx="0"/>
            <a:endCxn id="6" idx="4"/>
          </p:cNvCxnSpPr>
          <p:nvPr/>
        </p:nvCxnSpPr>
        <p:spPr>
          <a:xfrm flipV="1">
            <a:off x="387505"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42A9435-0BB1-4F61-A5A6-5B589C62D06C}"/>
              </a:ext>
            </a:extLst>
          </p:cNvPr>
          <p:cNvCxnSpPr>
            <a:cxnSpLocks/>
            <a:stCxn id="12" idx="4"/>
            <a:endCxn id="14" idx="0"/>
          </p:cNvCxnSpPr>
          <p:nvPr/>
        </p:nvCxnSpPr>
        <p:spPr>
          <a:xfrm>
            <a:off x="834659"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31AB758-82F5-45E4-A4D7-05CCA91C4F82}"/>
              </a:ext>
            </a:extLst>
          </p:cNvPr>
          <p:cNvCxnSpPr>
            <a:cxnSpLocks/>
            <a:stCxn id="9" idx="4"/>
            <a:endCxn id="13" idx="0"/>
          </p:cNvCxnSpPr>
          <p:nvPr/>
        </p:nvCxnSpPr>
        <p:spPr>
          <a:xfrm flipH="1">
            <a:off x="2145479"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1D7EFC2B-80D7-4783-973D-651C6AD5F1B2}"/>
              </a:ext>
            </a:extLst>
          </p:cNvPr>
          <p:cNvCxnSpPr>
            <a:cxnSpLocks/>
            <a:stCxn id="8" idx="4"/>
            <a:endCxn id="13" idx="0"/>
          </p:cNvCxnSpPr>
          <p:nvPr/>
        </p:nvCxnSpPr>
        <p:spPr>
          <a:xfrm flipH="1">
            <a:off x="2145479"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A45B0B65-E09D-42AD-A7F3-D4F6BFAF3FFA}"/>
              </a:ext>
            </a:extLst>
          </p:cNvPr>
          <p:cNvCxnSpPr>
            <a:cxnSpLocks/>
            <a:stCxn id="11" idx="4"/>
            <a:endCxn id="13" idx="0"/>
          </p:cNvCxnSpPr>
          <p:nvPr/>
        </p:nvCxnSpPr>
        <p:spPr>
          <a:xfrm>
            <a:off x="1290439"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1" name="表格 6">
            <a:extLst>
              <a:ext uri="{FF2B5EF4-FFF2-40B4-BE49-F238E27FC236}">
                <a16:creationId xmlns:a16="http://schemas.microsoft.com/office/drawing/2014/main" id="{C14918C3-0AC7-43C2-B76A-D86C5A2A61FE}"/>
              </a:ext>
            </a:extLst>
          </p:cNvPr>
          <p:cNvGraphicFramePr>
            <a:graphicFrameLocks noGrp="1"/>
          </p:cNvGraphicFramePr>
          <p:nvPr>
            <p:extLst>
              <p:ext uri="{D42A27DB-BD31-4B8C-83A1-F6EECF244321}">
                <p14:modId xmlns:p14="http://schemas.microsoft.com/office/powerpoint/2010/main" val="1802327376"/>
              </p:ext>
            </p:extLst>
          </p:nvPr>
        </p:nvGraphicFramePr>
        <p:xfrm>
          <a:off x="6743717" y="106150"/>
          <a:ext cx="4593490" cy="6621082"/>
        </p:xfrm>
        <a:graphic>
          <a:graphicData uri="http://schemas.openxmlformats.org/drawingml/2006/table">
            <a:tbl>
              <a:tblPr firstRow="1" bandRow="1">
                <a:tableStyleId>{5C22544A-7EE6-4342-B048-85BDC9FD1C3A}</a:tableStyleId>
              </a:tblPr>
              <a:tblGrid>
                <a:gridCol w="601185">
                  <a:extLst>
                    <a:ext uri="{9D8B030D-6E8A-4147-A177-3AD203B41FA5}">
                      <a16:colId xmlns:a16="http://schemas.microsoft.com/office/drawing/2014/main" val="4123152773"/>
                    </a:ext>
                  </a:extLst>
                </a:gridCol>
                <a:gridCol w="765452">
                  <a:extLst>
                    <a:ext uri="{9D8B030D-6E8A-4147-A177-3AD203B41FA5}">
                      <a16:colId xmlns:a16="http://schemas.microsoft.com/office/drawing/2014/main" val="3276230559"/>
                    </a:ext>
                  </a:extLst>
                </a:gridCol>
                <a:gridCol w="1017021">
                  <a:extLst>
                    <a:ext uri="{9D8B030D-6E8A-4147-A177-3AD203B41FA5}">
                      <a16:colId xmlns:a16="http://schemas.microsoft.com/office/drawing/2014/main" val="2272104969"/>
                    </a:ext>
                  </a:extLst>
                </a:gridCol>
                <a:gridCol w="1129571">
                  <a:extLst>
                    <a:ext uri="{9D8B030D-6E8A-4147-A177-3AD203B41FA5}">
                      <a16:colId xmlns:a16="http://schemas.microsoft.com/office/drawing/2014/main" val="569171837"/>
                    </a:ext>
                  </a:extLst>
                </a:gridCol>
                <a:gridCol w="1080261">
                  <a:extLst>
                    <a:ext uri="{9D8B030D-6E8A-4147-A177-3AD203B41FA5}">
                      <a16:colId xmlns:a16="http://schemas.microsoft.com/office/drawing/2014/main" val="2597466175"/>
                    </a:ext>
                  </a:extLst>
                </a:gridCol>
              </a:tblGrid>
              <a:tr h="509314">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EST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509314">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509314">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509314">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8+14</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509314">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8+16</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509314">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22+11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509314">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16+12</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509314">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35+14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28+11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33+13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509314">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24+11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33+12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3965306"/>
                  </a:ext>
                </a:extLst>
              </a:tr>
              <a:tr h="509314">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35+13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39+14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33+10</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687396"/>
                  </a:ext>
                </a:extLst>
              </a:tr>
              <a:tr h="509314">
                <a:tc>
                  <a:txBody>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39+5</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39+10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43+8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849730"/>
                  </a:ext>
                </a:extLst>
              </a:tr>
              <a:tr h="509314">
                <a:tc>
                  <a:txBody>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8093707"/>
                  </a:ext>
                </a:extLst>
              </a:tr>
              <a:tr h="509314">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1429453"/>
                  </a:ext>
                </a:extLst>
              </a:tr>
            </a:tbl>
          </a:graphicData>
        </a:graphic>
      </p:graphicFrame>
      <p:graphicFrame>
        <p:nvGraphicFramePr>
          <p:cNvPr id="33" name="表格 6">
            <a:extLst>
              <a:ext uri="{FF2B5EF4-FFF2-40B4-BE49-F238E27FC236}">
                <a16:creationId xmlns:a16="http://schemas.microsoft.com/office/drawing/2014/main" id="{06832F6B-CFB9-4497-B85D-3C28CB068D25}"/>
              </a:ext>
            </a:extLst>
          </p:cNvPr>
          <p:cNvGraphicFramePr>
            <a:graphicFrameLocks noGrp="1"/>
          </p:cNvGraphicFramePr>
          <p:nvPr>
            <p:extLst>
              <p:ext uri="{D42A27DB-BD31-4B8C-83A1-F6EECF244321}">
                <p14:modId xmlns:p14="http://schemas.microsoft.com/office/powerpoint/2010/main" val="3310813193"/>
              </p:ext>
            </p:extLst>
          </p:nvPr>
        </p:nvGraphicFramePr>
        <p:xfrm>
          <a:off x="3117182" y="106153"/>
          <a:ext cx="3149530" cy="6073332"/>
        </p:xfrm>
        <a:graphic>
          <a:graphicData uri="http://schemas.openxmlformats.org/drawingml/2006/table">
            <a:tbl>
              <a:tblPr firstRow="1" bandRow="1">
                <a:tableStyleId>{5C22544A-7EE6-4342-B048-85BDC9FD1C3A}</a:tableStyleId>
              </a:tblPr>
              <a:tblGrid>
                <a:gridCol w="629906">
                  <a:extLst>
                    <a:ext uri="{9D8B030D-6E8A-4147-A177-3AD203B41FA5}">
                      <a16:colId xmlns:a16="http://schemas.microsoft.com/office/drawing/2014/main" val="4123152773"/>
                    </a:ext>
                  </a:extLst>
                </a:gridCol>
                <a:gridCol w="629906">
                  <a:extLst>
                    <a:ext uri="{9D8B030D-6E8A-4147-A177-3AD203B41FA5}">
                      <a16:colId xmlns:a16="http://schemas.microsoft.com/office/drawing/2014/main" val="3276230559"/>
                    </a:ext>
                  </a:extLst>
                </a:gridCol>
                <a:gridCol w="629906">
                  <a:extLst>
                    <a:ext uri="{9D8B030D-6E8A-4147-A177-3AD203B41FA5}">
                      <a16:colId xmlns:a16="http://schemas.microsoft.com/office/drawing/2014/main" val="2272104969"/>
                    </a:ext>
                  </a:extLst>
                </a:gridCol>
                <a:gridCol w="629906">
                  <a:extLst>
                    <a:ext uri="{9D8B030D-6E8A-4147-A177-3AD203B41FA5}">
                      <a16:colId xmlns:a16="http://schemas.microsoft.com/office/drawing/2014/main" val="569171837"/>
                    </a:ext>
                  </a:extLst>
                </a:gridCol>
                <a:gridCol w="629906">
                  <a:extLst>
                    <a:ext uri="{9D8B030D-6E8A-4147-A177-3AD203B41FA5}">
                      <a16:colId xmlns:a16="http://schemas.microsoft.com/office/drawing/2014/main" val="2873605050"/>
                    </a:ext>
                  </a:extLst>
                </a:gridCol>
              </a:tblGrid>
              <a:tr h="63279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5</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9</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Tree>
    <p:extLst>
      <p:ext uri="{BB962C8B-B14F-4D97-AF65-F5344CB8AC3E}">
        <p14:creationId xmlns:p14="http://schemas.microsoft.com/office/powerpoint/2010/main" val="143859635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2D79DD1E-8FAC-40C4-A03E-1C8682A6E6D3}"/>
              </a:ext>
            </a:extLst>
          </p:cNvPr>
          <p:cNvSpPr/>
          <p:nvPr/>
        </p:nvSpPr>
        <p:spPr>
          <a:xfrm>
            <a:off x="254407"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5" name="橢圓 4">
            <a:extLst>
              <a:ext uri="{FF2B5EF4-FFF2-40B4-BE49-F238E27FC236}">
                <a16:creationId xmlns:a16="http://schemas.microsoft.com/office/drawing/2014/main" id="{C1D8A0FA-6AE9-40E0-9A20-24623C710D80}"/>
              </a:ext>
            </a:extLst>
          </p:cNvPr>
          <p:cNvSpPr/>
          <p:nvPr/>
        </p:nvSpPr>
        <p:spPr>
          <a:xfrm>
            <a:off x="1310351" y="90307"/>
            <a:ext cx="471058" cy="50722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sp>
        <p:nvSpPr>
          <p:cNvPr id="6" name="橢圓 5">
            <a:extLst>
              <a:ext uri="{FF2B5EF4-FFF2-40B4-BE49-F238E27FC236}">
                <a16:creationId xmlns:a16="http://schemas.microsoft.com/office/drawing/2014/main" id="{76DCED38-4071-4676-BDB8-1367BDF80FF6}"/>
              </a:ext>
            </a:extLst>
          </p:cNvPr>
          <p:cNvSpPr/>
          <p:nvPr/>
        </p:nvSpPr>
        <p:spPr>
          <a:xfrm>
            <a:off x="1372045"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7" name="橢圓 6">
            <a:extLst>
              <a:ext uri="{FF2B5EF4-FFF2-40B4-BE49-F238E27FC236}">
                <a16:creationId xmlns:a16="http://schemas.microsoft.com/office/drawing/2014/main" id="{16AB2254-10E0-483D-BCB6-1DE7EC2E85F1}"/>
              </a:ext>
            </a:extLst>
          </p:cNvPr>
          <p:cNvSpPr/>
          <p:nvPr/>
        </p:nvSpPr>
        <p:spPr>
          <a:xfrm>
            <a:off x="2343748"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8" name="橢圓 7">
            <a:extLst>
              <a:ext uri="{FF2B5EF4-FFF2-40B4-BE49-F238E27FC236}">
                <a16:creationId xmlns:a16="http://schemas.microsoft.com/office/drawing/2014/main" id="{97FC6D8D-8D0C-4F94-9AAD-CCF8BAAB5908}"/>
              </a:ext>
            </a:extLst>
          </p:cNvPr>
          <p:cNvSpPr/>
          <p:nvPr/>
        </p:nvSpPr>
        <p:spPr>
          <a:xfrm>
            <a:off x="1987480"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9" name="橢圓 8">
            <a:extLst>
              <a:ext uri="{FF2B5EF4-FFF2-40B4-BE49-F238E27FC236}">
                <a16:creationId xmlns:a16="http://schemas.microsoft.com/office/drawing/2014/main" id="{6B992FCE-DAEC-4791-B5F0-19D9A0E264B7}"/>
              </a:ext>
            </a:extLst>
          </p:cNvPr>
          <p:cNvSpPr/>
          <p:nvPr/>
        </p:nvSpPr>
        <p:spPr>
          <a:xfrm>
            <a:off x="2910098"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0" name="橢圓 9">
            <a:extLst>
              <a:ext uri="{FF2B5EF4-FFF2-40B4-BE49-F238E27FC236}">
                <a16:creationId xmlns:a16="http://schemas.microsoft.com/office/drawing/2014/main" id="{ED20EB1B-7927-4DD4-B26C-AF0FF5B5206C}"/>
              </a:ext>
            </a:extLst>
          </p:cNvPr>
          <p:cNvSpPr/>
          <p:nvPr/>
        </p:nvSpPr>
        <p:spPr>
          <a:xfrm>
            <a:off x="112150"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1" name="橢圓 10">
            <a:extLst>
              <a:ext uri="{FF2B5EF4-FFF2-40B4-BE49-F238E27FC236}">
                <a16:creationId xmlns:a16="http://schemas.microsoft.com/office/drawing/2014/main" id="{48EB72F0-18B5-4387-A6E3-AB04D49AA874}"/>
              </a:ext>
            </a:extLst>
          </p:cNvPr>
          <p:cNvSpPr/>
          <p:nvPr/>
        </p:nvSpPr>
        <p:spPr>
          <a:xfrm>
            <a:off x="1034997"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2" name="橢圓 11">
            <a:extLst>
              <a:ext uri="{FF2B5EF4-FFF2-40B4-BE49-F238E27FC236}">
                <a16:creationId xmlns:a16="http://schemas.microsoft.com/office/drawing/2014/main" id="{36EA87A6-BD94-4577-9118-88B796A040A5}"/>
              </a:ext>
            </a:extLst>
          </p:cNvPr>
          <p:cNvSpPr/>
          <p:nvPr/>
        </p:nvSpPr>
        <p:spPr>
          <a:xfrm>
            <a:off x="559304"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3" name="橢圓 12">
            <a:extLst>
              <a:ext uri="{FF2B5EF4-FFF2-40B4-BE49-F238E27FC236}">
                <a16:creationId xmlns:a16="http://schemas.microsoft.com/office/drawing/2014/main" id="{9A988564-DD61-4069-B2FF-048B6DE68E60}"/>
              </a:ext>
            </a:extLst>
          </p:cNvPr>
          <p:cNvSpPr/>
          <p:nvPr/>
        </p:nvSpPr>
        <p:spPr>
          <a:xfrm>
            <a:off x="1883505"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4" name="橢圓 13">
            <a:extLst>
              <a:ext uri="{FF2B5EF4-FFF2-40B4-BE49-F238E27FC236}">
                <a16:creationId xmlns:a16="http://schemas.microsoft.com/office/drawing/2014/main" id="{53B9C383-8F02-42EE-9120-8C6788EAE01F}"/>
              </a:ext>
            </a:extLst>
          </p:cNvPr>
          <p:cNvSpPr/>
          <p:nvPr/>
        </p:nvSpPr>
        <p:spPr>
          <a:xfrm>
            <a:off x="1034997"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15" name="直線接點 14">
            <a:extLst>
              <a:ext uri="{FF2B5EF4-FFF2-40B4-BE49-F238E27FC236}">
                <a16:creationId xmlns:a16="http://schemas.microsoft.com/office/drawing/2014/main" id="{C9AE5BE2-5D2F-4EBA-B32B-65885E59DB2A}"/>
              </a:ext>
            </a:extLst>
          </p:cNvPr>
          <p:cNvCxnSpPr>
            <a:cxnSpLocks/>
            <a:stCxn id="4" idx="0"/>
            <a:endCxn id="5" idx="4"/>
          </p:cNvCxnSpPr>
          <p:nvPr/>
        </p:nvCxnSpPr>
        <p:spPr>
          <a:xfrm flipV="1">
            <a:off x="534036" y="597531"/>
            <a:ext cx="1011844" cy="3755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C612BF5C-FD2D-480A-ACE8-2422FB207E92}"/>
              </a:ext>
            </a:extLst>
          </p:cNvPr>
          <p:cNvCxnSpPr>
            <a:cxnSpLocks/>
            <a:stCxn id="6" idx="0"/>
            <a:endCxn id="5" idx="4"/>
          </p:cNvCxnSpPr>
          <p:nvPr/>
        </p:nvCxnSpPr>
        <p:spPr>
          <a:xfrm flipH="1" flipV="1">
            <a:off x="1545880" y="597531"/>
            <a:ext cx="105794" cy="3704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E3D53039-DEA0-435E-ADB5-EA1BC98C0DA9}"/>
              </a:ext>
            </a:extLst>
          </p:cNvPr>
          <p:cNvCxnSpPr>
            <a:cxnSpLocks/>
            <a:stCxn id="4" idx="4"/>
            <a:endCxn id="10" idx="0"/>
          </p:cNvCxnSpPr>
          <p:nvPr/>
        </p:nvCxnSpPr>
        <p:spPr>
          <a:xfrm flipH="1">
            <a:off x="387505"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57D9F3B9-6C2F-4994-A76F-AFEA7A2D5344}"/>
              </a:ext>
            </a:extLst>
          </p:cNvPr>
          <p:cNvCxnSpPr>
            <a:cxnSpLocks/>
            <a:stCxn id="4" idx="4"/>
            <a:endCxn id="11" idx="0"/>
          </p:cNvCxnSpPr>
          <p:nvPr/>
        </p:nvCxnSpPr>
        <p:spPr>
          <a:xfrm>
            <a:off x="534036"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88BBC0D2-3A95-4335-90B9-803EB32B4735}"/>
              </a:ext>
            </a:extLst>
          </p:cNvPr>
          <p:cNvCxnSpPr>
            <a:cxnSpLocks/>
            <a:stCxn id="5" idx="4"/>
            <a:endCxn id="7" idx="0"/>
          </p:cNvCxnSpPr>
          <p:nvPr/>
        </p:nvCxnSpPr>
        <p:spPr>
          <a:xfrm>
            <a:off x="1545880" y="597531"/>
            <a:ext cx="1077497" cy="4036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B12ECC2B-1C0C-47BC-B394-EC7F15537720}"/>
              </a:ext>
            </a:extLst>
          </p:cNvPr>
          <p:cNvCxnSpPr>
            <a:cxnSpLocks/>
            <a:stCxn id="13" idx="4"/>
            <a:endCxn id="14" idx="0"/>
          </p:cNvCxnSpPr>
          <p:nvPr/>
        </p:nvCxnSpPr>
        <p:spPr>
          <a:xfrm flipH="1">
            <a:off x="1459251"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38345055-4826-43D4-984A-C851511852E6}"/>
              </a:ext>
            </a:extLst>
          </p:cNvPr>
          <p:cNvCxnSpPr>
            <a:cxnSpLocks/>
            <a:stCxn id="7" idx="4"/>
            <a:endCxn id="8" idx="0"/>
          </p:cNvCxnSpPr>
          <p:nvPr/>
        </p:nvCxnSpPr>
        <p:spPr>
          <a:xfrm flipH="1">
            <a:off x="2262142"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A2A04DEB-DBB3-430D-90E2-80CC59B99234}"/>
              </a:ext>
            </a:extLst>
          </p:cNvPr>
          <p:cNvCxnSpPr>
            <a:cxnSpLocks/>
            <a:stCxn id="7" idx="4"/>
            <a:endCxn id="9" idx="0"/>
          </p:cNvCxnSpPr>
          <p:nvPr/>
        </p:nvCxnSpPr>
        <p:spPr>
          <a:xfrm>
            <a:off x="2623377"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4123455A-BD01-45B0-AAEF-8818BDE7DA7F}"/>
              </a:ext>
            </a:extLst>
          </p:cNvPr>
          <p:cNvCxnSpPr>
            <a:cxnSpLocks/>
            <a:stCxn id="6" idx="4"/>
            <a:endCxn id="8" idx="0"/>
          </p:cNvCxnSpPr>
          <p:nvPr/>
        </p:nvCxnSpPr>
        <p:spPr>
          <a:xfrm>
            <a:off x="1651674"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18F64617-5771-482D-8B77-7EC512A19FF4}"/>
              </a:ext>
            </a:extLst>
          </p:cNvPr>
          <p:cNvCxnSpPr>
            <a:cxnSpLocks/>
            <a:stCxn id="11" idx="4"/>
            <a:endCxn id="12" idx="0"/>
          </p:cNvCxnSpPr>
          <p:nvPr/>
        </p:nvCxnSpPr>
        <p:spPr>
          <a:xfrm flipH="1">
            <a:off x="834659"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53197B30-04C7-4A16-9670-8B3465A695CB}"/>
              </a:ext>
            </a:extLst>
          </p:cNvPr>
          <p:cNvCxnSpPr>
            <a:cxnSpLocks/>
            <a:stCxn id="10" idx="4"/>
            <a:endCxn id="12" idx="0"/>
          </p:cNvCxnSpPr>
          <p:nvPr/>
        </p:nvCxnSpPr>
        <p:spPr>
          <a:xfrm>
            <a:off x="387505"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2ACC2880-D594-40B0-889A-BE5893DAEAFD}"/>
              </a:ext>
            </a:extLst>
          </p:cNvPr>
          <p:cNvCxnSpPr>
            <a:cxnSpLocks/>
            <a:stCxn id="10" idx="0"/>
            <a:endCxn id="6" idx="4"/>
          </p:cNvCxnSpPr>
          <p:nvPr/>
        </p:nvCxnSpPr>
        <p:spPr>
          <a:xfrm flipV="1">
            <a:off x="387505"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42A9435-0BB1-4F61-A5A6-5B589C62D06C}"/>
              </a:ext>
            </a:extLst>
          </p:cNvPr>
          <p:cNvCxnSpPr>
            <a:cxnSpLocks/>
            <a:stCxn id="12" idx="4"/>
            <a:endCxn id="14" idx="0"/>
          </p:cNvCxnSpPr>
          <p:nvPr/>
        </p:nvCxnSpPr>
        <p:spPr>
          <a:xfrm>
            <a:off x="834659"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31AB758-82F5-45E4-A4D7-05CCA91C4F82}"/>
              </a:ext>
            </a:extLst>
          </p:cNvPr>
          <p:cNvCxnSpPr>
            <a:cxnSpLocks/>
            <a:stCxn id="9" idx="4"/>
            <a:endCxn id="13" idx="0"/>
          </p:cNvCxnSpPr>
          <p:nvPr/>
        </p:nvCxnSpPr>
        <p:spPr>
          <a:xfrm flipH="1">
            <a:off x="2145479"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1D7EFC2B-80D7-4783-973D-651C6AD5F1B2}"/>
              </a:ext>
            </a:extLst>
          </p:cNvPr>
          <p:cNvCxnSpPr>
            <a:cxnSpLocks/>
            <a:stCxn id="8" idx="4"/>
            <a:endCxn id="13" idx="0"/>
          </p:cNvCxnSpPr>
          <p:nvPr/>
        </p:nvCxnSpPr>
        <p:spPr>
          <a:xfrm flipH="1">
            <a:off x="2145479"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A45B0B65-E09D-42AD-A7F3-D4F6BFAF3FFA}"/>
              </a:ext>
            </a:extLst>
          </p:cNvPr>
          <p:cNvCxnSpPr>
            <a:cxnSpLocks/>
            <a:stCxn id="11" idx="4"/>
            <a:endCxn id="13" idx="0"/>
          </p:cNvCxnSpPr>
          <p:nvPr/>
        </p:nvCxnSpPr>
        <p:spPr>
          <a:xfrm>
            <a:off x="1290439"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1" name="表格 6">
            <a:extLst>
              <a:ext uri="{FF2B5EF4-FFF2-40B4-BE49-F238E27FC236}">
                <a16:creationId xmlns:a16="http://schemas.microsoft.com/office/drawing/2014/main" id="{C14918C3-0AC7-43C2-B76A-D86C5A2A61FE}"/>
              </a:ext>
            </a:extLst>
          </p:cNvPr>
          <p:cNvGraphicFramePr>
            <a:graphicFrameLocks noGrp="1"/>
          </p:cNvGraphicFramePr>
          <p:nvPr>
            <p:extLst>
              <p:ext uri="{D42A27DB-BD31-4B8C-83A1-F6EECF244321}">
                <p14:modId xmlns:p14="http://schemas.microsoft.com/office/powerpoint/2010/main" val="189639230"/>
              </p:ext>
            </p:extLst>
          </p:nvPr>
        </p:nvGraphicFramePr>
        <p:xfrm>
          <a:off x="6743717" y="106150"/>
          <a:ext cx="4593490" cy="6621082"/>
        </p:xfrm>
        <a:graphic>
          <a:graphicData uri="http://schemas.openxmlformats.org/drawingml/2006/table">
            <a:tbl>
              <a:tblPr firstRow="1" bandRow="1">
                <a:tableStyleId>{5C22544A-7EE6-4342-B048-85BDC9FD1C3A}</a:tableStyleId>
              </a:tblPr>
              <a:tblGrid>
                <a:gridCol w="601185">
                  <a:extLst>
                    <a:ext uri="{9D8B030D-6E8A-4147-A177-3AD203B41FA5}">
                      <a16:colId xmlns:a16="http://schemas.microsoft.com/office/drawing/2014/main" val="4123152773"/>
                    </a:ext>
                  </a:extLst>
                </a:gridCol>
                <a:gridCol w="765452">
                  <a:extLst>
                    <a:ext uri="{9D8B030D-6E8A-4147-A177-3AD203B41FA5}">
                      <a16:colId xmlns:a16="http://schemas.microsoft.com/office/drawing/2014/main" val="3276230559"/>
                    </a:ext>
                  </a:extLst>
                </a:gridCol>
                <a:gridCol w="1017021">
                  <a:extLst>
                    <a:ext uri="{9D8B030D-6E8A-4147-A177-3AD203B41FA5}">
                      <a16:colId xmlns:a16="http://schemas.microsoft.com/office/drawing/2014/main" val="2272104969"/>
                    </a:ext>
                  </a:extLst>
                </a:gridCol>
                <a:gridCol w="1129571">
                  <a:extLst>
                    <a:ext uri="{9D8B030D-6E8A-4147-A177-3AD203B41FA5}">
                      <a16:colId xmlns:a16="http://schemas.microsoft.com/office/drawing/2014/main" val="569171837"/>
                    </a:ext>
                  </a:extLst>
                </a:gridCol>
                <a:gridCol w="1080261">
                  <a:extLst>
                    <a:ext uri="{9D8B030D-6E8A-4147-A177-3AD203B41FA5}">
                      <a16:colId xmlns:a16="http://schemas.microsoft.com/office/drawing/2014/main" val="2597466175"/>
                    </a:ext>
                  </a:extLst>
                </a:gridCol>
              </a:tblGrid>
              <a:tr h="509314">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EST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509314">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509314">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8+8</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509314">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8+14</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509314">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8+16</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8+17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509314">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22+11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509314">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16+12</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509314">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35+14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28+11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33+13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509314">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24+11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33+12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3965306"/>
                  </a:ext>
                </a:extLst>
              </a:tr>
              <a:tr h="509314">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35+13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39+14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33+10</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687396"/>
                  </a:ext>
                </a:extLst>
              </a:tr>
              <a:tr h="509314">
                <a:tc>
                  <a:txBody>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39+5</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39+10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43+8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849730"/>
                  </a:ext>
                </a:extLst>
              </a:tr>
              <a:tr h="509314">
                <a:tc>
                  <a:txBody>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44+15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39+16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43+18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8093707"/>
                  </a:ext>
                </a:extLst>
              </a:tr>
              <a:tr h="509314">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1429453"/>
                  </a:ext>
                </a:extLst>
              </a:tr>
            </a:tbl>
          </a:graphicData>
        </a:graphic>
      </p:graphicFrame>
      <p:graphicFrame>
        <p:nvGraphicFramePr>
          <p:cNvPr id="32" name="表格 6">
            <a:extLst>
              <a:ext uri="{FF2B5EF4-FFF2-40B4-BE49-F238E27FC236}">
                <a16:creationId xmlns:a16="http://schemas.microsoft.com/office/drawing/2014/main" id="{B3C3BCB4-C315-45AD-BD60-F5AF49369EEE}"/>
              </a:ext>
            </a:extLst>
          </p:cNvPr>
          <p:cNvGraphicFramePr>
            <a:graphicFrameLocks noGrp="1"/>
          </p:cNvGraphicFramePr>
          <p:nvPr>
            <p:extLst>
              <p:ext uri="{D42A27DB-BD31-4B8C-83A1-F6EECF244321}">
                <p14:modId xmlns:p14="http://schemas.microsoft.com/office/powerpoint/2010/main" val="3997324794"/>
              </p:ext>
            </p:extLst>
          </p:nvPr>
        </p:nvGraphicFramePr>
        <p:xfrm>
          <a:off x="3117182" y="106153"/>
          <a:ext cx="3149530" cy="6073332"/>
        </p:xfrm>
        <a:graphic>
          <a:graphicData uri="http://schemas.openxmlformats.org/drawingml/2006/table">
            <a:tbl>
              <a:tblPr firstRow="1" bandRow="1">
                <a:tableStyleId>{5C22544A-7EE6-4342-B048-85BDC9FD1C3A}</a:tableStyleId>
              </a:tblPr>
              <a:tblGrid>
                <a:gridCol w="629906">
                  <a:extLst>
                    <a:ext uri="{9D8B030D-6E8A-4147-A177-3AD203B41FA5}">
                      <a16:colId xmlns:a16="http://schemas.microsoft.com/office/drawing/2014/main" val="4123152773"/>
                    </a:ext>
                  </a:extLst>
                </a:gridCol>
                <a:gridCol w="629906">
                  <a:extLst>
                    <a:ext uri="{9D8B030D-6E8A-4147-A177-3AD203B41FA5}">
                      <a16:colId xmlns:a16="http://schemas.microsoft.com/office/drawing/2014/main" val="3276230559"/>
                    </a:ext>
                  </a:extLst>
                </a:gridCol>
                <a:gridCol w="629906">
                  <a:extLst>
                    <a:ext uri="{9D8B030D-6E8A-4147-A177-3AD203B41FA5}">
                      <a16:colId xmlns:a16="http://schemas.microsoft.com/office/drawing/2014/main" val="2272104969"/>
                    </a:ext>
                  </a:extLst>
                </a:gridCol>
                <a:gridCol w="629906">
                  <a:extLst>
                    <a:ext uri="{9D8B030D-6E8A-4147-A177-3AD203B41FA5}">
                      <a16:colId xmlns:a16="http://schemas.microsoft.com/office/drawing/2014/main" val="569171837"/>
                    </a:ext>
                  </a:extLst>
                </a:gridCol>
                <a:gridCol w="629906">
                  <a:extLst>
                    <a:ext uri="{9D8B030D-6E8A-4147-A177-3AD203B41FA5}">
                      <a16:colId xmlns:a16="http://schemas.microsoft.com/office/drawing/2014/main" val="2873605050"/>
                    </a:ext>
                  </a:extLst>
                </a:gridCol>
              </a:tblGrid>
              <a:tr h="63279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5</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9</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Tree>
    <p:extLst>
      <p:ext uri="{BB962C8B-B14F-4D97-AF65-F5344CB8AC3E}">
        <p14:creationId xmlns:p14="http://schemas.microsoft.com/office/powerpoint/2010/main" val="342995836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2D79DD1E-8FAC-40C4-A03E-1C8682A6E6D3}"/>
              </a:ext>
            </a:extLst>
          </p:cNvPr>
          <p:cNvSpPr/>
          <p:nvPr/>
        </p:nvSpPr>
        <p:spPr>
          <a:xfrm>
            <a:off x="254407"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5" name="橢圓 4">
            <a:extLst>
              <a:ext uri="{FF2B5EF4-FFF2-40B4-BE49-F238E27FC236}">
                <a16:creationId xmlns:a16="http://schemas.microsoft.com/office/drawing/2014/main" id="{C1D8A0FA-6AE9-40E0-9A20-24623C710D80}"/>
              </a:ext>
            </a:extLst>
          </p:cNvPr>
          <p:cNvSpPr/>
          <p:nvPr/>
        </p:nvSpPr>
        <p:spPr>
          <a:xfrm>
            <a:off x="1310351" y="90307"/>
            <a:ext cx="471058" cy="50722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sp>
        <p:nvSpPr>
          <p:cNvPr id="6" name="橢圓 5">
            <a:extLst>
              <a:ext uri="{FF2B5EF4-FFF2-40B4-BE49-F238E27FC236}">
                <a16:creationId xmlns:a16="http://schemas.microsoft.com/office/drawing/2014/main" id="{76DCED38-4071-4676-BDB8-1367BDF80FF6}"/>
              </a:ext>
            </a:extLst>
          </p:cNvPr>
          <p:cNvSpPr/>
          <p:nvPr/>
        </p:nvSpPr>
        <p:spPr>
          <a:xfrm>
            <a:off x="1372045"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7" name="橢圓 6">
            <a:extLst>
              <a:ext uri="{FF2B5EF4-FFF2-40B4-BE49-F238E27FC236}">
                <a16:creationId xmlns:a16="http://schemas.microsoft.com/office/drawing/2014/main" id="{16AB2254-10E0-483D-BCB6-1DE7EC2E85F1}"/>
              </a:ext>
            </a:extLst>
          </p:cNvPr>
          <p:cNvSpPr/>
          <p:nvPr/>
        </p:nvSpPr>
        <p:spPr>
          <a:xfrm>
            <a:off x="2343748"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8" name="橢圓 7">
            <a:extLst>
              <a:ext uri="{FF2B5EF4-FFF2-40B4-BE49-F238E27FC236}">
                <a16:creationId xmlns:a16="http://schemas.microsoft.com/office/drawing/2014/main" id="{97FC6D8D-8D0C-4F94-9AAD-CCF8BAAB5908}"/>
              </a:ext>
            </a:extLst>
          </p:cNvPr>
          <p:cNvSpPr/>
          <p:nvPr/>
        </p:nvSpPr>
        <p:spPr>
          <a:xfrm>
            <a:off x="1987480"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9" name="橢圓 8">
            <a:extLst>
              <a:ext uri="{FF2B5EF4-FFF2-40B4-BE49-F238E27FC236}">
                <a16:creationId xmlns:a16="http://schemas.microsoft.com/office/drawing/2014/main" id="{6B992FCE-DAEC-4791-B5F0-19D9A0E264B7}"/>
              </a:ext>
            </a:extLst>
          </p:cNvPr>
          <p:cNvSpPr/>
          <p:nvPr/>
        </p:nvSpPr>
        <p:spPr>
          <a:xfrm>
            <a:off x="2910098"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0" name="橢圓 9">
            <a:extLst>
              <a:ext uri="{FF2B5EF4-FFF2-40B4-BE49-F238E27FC236}">
                <a16:creationId xmlns:a16="http://schemas.microsoft.com/office/drawing/2014/main" id="{ED20EB1B-7927-4DD4-B26C-AF0FF5B5206C}"/>
              </a:ext>
            </a:extLst>
          </p:cNvPr>
          <p:cNvSpPr/>
          <p:nvPr/>
        </p:nvSpPr>
        <p:spPr>
          <a:xfrm>
            <a:off x="112150"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1" name="橢圓 10">
            <a:extLst>
              <a:ext uri="{FF2B5EF4-FFF2-40B4-BE49-F238E27FC236}">
                <a16:creationId xmlns:a16="http://schemas.microsoft.com/office/drawing/2014/main" id="{48EB72F0-18B5-4387-A6E3-AB04D49AA874}"/>
              </a:ext>
            </a:extLst>
          </p:cNvPr>
          <p:cNvSpPr/>
          <p:nvPr/>
        </p:nvSpPr>
        <p:spPr>
          <a:xfrm>
            <a:off x="1034997"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2" name="橢圓 11">
            <a:extLst>
              <a:ext uri="{FF2B5EF4-FFF2-40B4-BE49-F238E27FC236}">
                <a16:creationId xmlns:a16="http://schemas.microsoft.com/office/drawing/2014/main" id="{36EA87A6-BD94-4577-9118-88B796A040A5}"/>
              </a:ext>
            </a:extLst>
          </p:cNvPr>
          <p:cNvSpPr/>
          <p:nvPr/>
        </p:nvSpPr>
        <p:spPr>
          <a:xfrm>
            <a:off x="559304"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3" name="橢圓 12">
            <a:extLst>
              <a:ext uri="{FF2B5EF4-FFF2-40B4-BE49-F238E27FC236}">
                <a16:creationId xmlns:a16="http://schemas.microsoft.com/office/drawing/2014/main" id="{9A988564-DD61-4069-B2FF-048B6DE68E60}"/>
              </a:ext>
            </a:extLst>
          </p:cNvPr>
          <p:cNvSpPr/>
          <p:nvPr/>
        </p:nvSpPr>
        <p:spPr>
          <a:xfrm>
            <a:off x="1883505"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4" name="橢圓 13">
            <a:extLst>
              <a:ext uri="{FF2B5EF4-FFF2-40B4-BE49-F238E27FC236}">
                <a16:creationId xmlns:a16="http://schemas.microsoft.com/office/drawing/2014/main" id="{53B9C383-8F02-42EE-9120-8C6788EAE01F}"/>
              </a:ext>
            </a:extLst>
          </p:cNvPr>
          <p:cNvSpPr/>
          <p:nvPr/>
        </p:nvSpPr>
        <p:spPr>
          <a:xfrm>
            <a:off x="1034997"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15" name="直線接點 14">
            <a:extLst>
              <a:ext uri="{FF2B5EF4-FFF2-40B4-BE49-F238E27FC236}">
                <a16:creationId xmlns:a16="http://schemas.microsoft.com/office/drawing/2014/main" id="{C9AE5BE2-5D2F-4EBA-B32B-65885E59DB2A}"/>
              </a:ext>
            </a:extLst>
          </p:cNvPr>
          <p:cNvCxnSpPr>
            <a:cxnSpLocks/>
            <a:stCxn id="4" idx="0"/>
            <a:endCxn id="5" idx="4"/>
          </p:cNvCxnSpPr>
          <p:nvPr/>
        </p:nvCxnSpPr>
        <p:spPr>
          <a:xfrm flipV="1">
            <a:off x="534036" y="597531"/>
            <a:ext cx="1011844" cy="3755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C612BF5C-FD2D-480A-ACE8-2422FB207E92}"/>
              </a:ext>
            </a:extLst>
          </p:cNvPr>
          <p:cNvCxnSpPr>
            <a:cxnSpLocks/>
            <a:stCxn id="6" idx="0"/>
            <a:endCxn id="5" idx="4"/>
          </p:cNvCxnSpPr>
          <p:nvPr/>
        </p:nvCxnSpPr>
        <p:spPr>
          <a:xfrm flipH="1" flipV="1">
            <a:off x="1545880" y="597531"/>
            <a:ext cx="105794" cy="3704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E3D53039-DEA0-435E-ADB5-EA1BC98C0DA9}"/>
              </a:ext>
            </a:extLst>
          </p:cNvPr>
          <p:cNvCxnSpPr>
            <a:cxnSpLocks/>
            <a:stCxn id="4" idx="4"/>
            <a:endCxn id="10" idx="0"/>
          </p:cNvCxnSpPr>
          <p:nvPr/>
        </p:nvCxnSpPr>
        <p:spPr>
          <a:xfrm flipH="1">
            <a:off x="387505"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57D9F3B9-6C2F-4994-A76F-AFEA7A2D5344}"/>
              </a:ext>
            </a:extLst>
          </p:cNvPr>
          <p:cNvCxnSpPr>
            <a:cxnSpLocks/>
            <a:stCxn id="4" idx="4"/>
            <a:endCxn id="11" idx="0"/>
          </p:cNvCxnSpPr>
          <p:nvPr/>
        </p:nvCxnSpPr>
        <p:spPr>
          <a:xfrm>
            <a:off x="534036"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88BBC0D2-3A95-4335-90B9-803EB32B4735}"/>
              </a:ext>
            </a:extLst>
          </p:cNvPr>
          <p:cNvCxnSpPr>
            <a:cxnSpLocks/>
            <a:stCxn id="5" idx="4"/>
            <a:endCxn id="7" idx="0"/>
          </p:cNvCxnSpPr>
          <p:nvPr/>
        </p:nvCxnSpPr>
        <p:spPr>
          <a:xfrm>
            <a:off x="1545880" y="597531"/>
            <a:ext cx="1077497" cy="4036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B12ECC2B-1C0C-47BC-B394-EC7F15537720}"/>
              </a:ext>
            </a:extLst>
          </p:cNvPr>
          <p:cNvCxnSpPr>
            <a:cxnSpLocks/>
            <a:stCxn id="13" idx="4"/>
            <a:endCxn id="14" idx="0"/>
          </p:cNvCxnSpPr>
          <p:nvPr/>
        </p:nvCxnSpPr>
        <p:spPr>
          <a:xfrm flipH="1">
            <a:off x="1459251"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38345055-4826-43D4-984A-C851511852E6}"/>
              </a:ext>
            </a:extLst>
          </p:cNvPr>
          <p:cNvCxnSpPr>
            <a:cxnSpLocks/>
            <a:stCxn id="7" idx="4"/>
            <a:endCxn id="8" idx="0"/>
          </p:cNvCxnSpPr>
          <p:nvPr/>
        </p:nvCxnSpPr>
        <p:spPr>
          <a:xfrm flipH="1">
            <a:off x="2262142"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A2A04DEB-DBB3-430D-90E2-80CC59B99234}"/>
              </a:ext>
            </a:extLst>
          </p:cNvPr>
          <p:cNvCxnSpPr>
            <a:cxnSpLocks/>
            <a:stCxn id="7" idx="4"/>
            <a:endCxn id="9" idx="0"/>
          </p:cNvCxnSpPr>
          <p:nvPr/>
        </p:nvCxnSpPr>
        <p:spPr>
          <a:xfrm>
            <a:off x="2623377"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4123455A-BD01-45B0-AAEF-8818BDE7DA7F}"/>
              </a:ext>
            </a:extLst>
          </p:cNvPr>
          <p:cNvCxnSpPr>
            <a:cxnSpLocks/>
            <a:stCxn id="6" idx="4"/>
            <a:endCxn id="8" idx="0"/>
          </p:cNvCxnSpPr>
          <p:nvPr/>
        </p:nvCxnSpPr>
        <p:spPr>
          <a:xfrm>
            <a:off x="1651674"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18F64617-5771-482D-8B77-7EC512A19FF4}"/>
              </a:ext>
            </a:extLst>
          </p:cNvPr>
          <p:cNvCxnSpPr>
            <a:cxnSpLocks/>
            <a:stCxn id="11" idx="4"/>
            <a:endCxn id="12" idx="0"/>
          </p:cNvCxnSpPr>
          <p:nvPr/>
        </p:nvCxnSpPr>
        <p:spPr>
          <a:xfrm flipH="1">
            <a:off x="834659"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53197B30-04C7-4A16-9670-8B3465A695CB}"/>
              </a:ext>
            </a:extLst>
          </p:cNvPr>
          <p:cNvCxnSpPr>
            <a:cxnSpLocks/>
            <a:stCxn id="10" idx="4"/>
            <a:endCxn id="12" idx="0"/>
          </p:cNvCxnSpPr>
          <p:nvPr/>
        </p:nvCxnSpPr>
        <p:spPr>
          <a:xfrm>
            <a:off x="387505"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2ACC2880-D594-40B0-889A-BE5893DAEAFD}"/>
              </a:ext>
            </a:extLst>
          </p:cNvPr>
          <p:cNvCxnSpPr>
            <a:cxnSpLocks/>
            <a:stCxn id="10" idx="0"/>
            <a:endCxn id="6" idx="4"/>
          </p:cNvCxnSpPr>
          <p:nvPr/>
        </p:nvCxnSpPr>
        <p:spPr>
          <a:xfrm flipV="1">
            <a:off x="387505"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42A9435-0BB1-4F61-A5A6-5B589C62D06C}"/>
              </a:ext>
            </a:extLst>
          </p:cNvPr>
          <p:cNvCxnSpPr>
            <a:cxnSpLocks/>
            <a:stCxn id="12" idx="4"/>
            <a:endCxn id="14" idx="0"/>
          </p:cNvCxnSpPr>
          <p:nvPr/>
        </p:nvCxnSpPr>
        <p:spPr>
          <a:xfrm>
            <a:off x="834659"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31AB758-82F5-45E4-A4D7-05CCA91C4F82}"/>
              </a:ext>
            </a:extLst>
          </p:cNvPr>
          <p:cNvCxnSpPr>
            <a:cxnSpLocks/>
            <a:stCxn id="9" idx="4"/>
            <a:endCxn id="13" idx="0"/>
          </p:cNvCxnSpPr>
          <p:nvPr/>
        </p:nvCxnSpPr>
        <p:spPr>
          <a:xfrm flipH="1">
            <a:off x="2145479"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1D7EFC2B-80D7-4783-973D-651C6AD5F1B2}"/>
              </a:ext>
            </a:extLst>
          </p:cNvPr>
          <p:cNvCxnSpPr>
            <a:cxnSpLocks/>
            <a:stCxn id="8" idx="4"/>
            <a:endCxn id="13" idx="0"/>
          </p:cNvCxnSpPr>
          <p:nvPr/>
        </p:nvCxnSpPr>
        <p:spPr>
          <a:xfrm flipH="1">
            <a:off x="2145479"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A45B0B65-E09D-42AD-A7F3-D4F6BFAF3FFA}"/>
              </a:ext>
            </a:extLst>
          </p:cNvPr>
          <p:cNvCxnSpPr>
            <a:cxnSpLocks/>
            <a:stCxn id="11" idx="4"/>
            <a:endCxn id="13" idx="0"/>
          </p:cNvCxnSpPr>
          <p:nvPr/>
        </p:nvCxnSpPr>
        <p:spPr>
          <a:xfrm>
            <a:off x="1290439"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1" name="表格 6">
            <a:extLst>
              <a:ext uri="{FF2B5EF4-FFF2-40B4-BE49-F238E27FC236}">
                <a16:creationId xmlns:a16="http://schemas.microsoft.com/office/drawing/2014/main" id="{C14918C3-0AC7-43C2-B76A-D86C5A2A61FE}"/>
              </a:ext>
            </a:extLst>
          </p:cNvPr>
          <p:cNvGraphicFramePr>
            <a:graphicFrameLocks noGrp="1"/>
          </p:cNvGraphicFramePr>
          <p:nvPr>
            <p:extLst>
              <p:ext uri="{D42A27DB-BD31-4B8C-83A1-F6EECF244321}">
                <p14:modId xmlns:p14="http://schemas.microsoft.com/office/powerpoint/2010/main" val="2943647218"/>
              </p:ext>
            </p:extLst>
          </p:nvPr>
        </p:nvGraphicFramePr>
        <p:xfrm>
          <a:off x="6412444" y="20885"/>
          <a:ext cx="4869695" cy="7406640"/>
        </p:xfrm>
        <a:graphic>
          <a:graphicData uri="http://schemas.openxmlformats.org/drawingml/2006/table">
            <a:tbl>
              <a:tblPr firstRow="1" bandRow="1">
                <a:tableStyleId>{5C22544A-7EE6-4342-B048-85BDC9FD1C3A}</a:tableStyleId>
              </a:tblPr>
              <a:tblGrid>
                <a:gridCol w="498095">
                  <a:extLst>
                    <a:ext uri="{9D8B030D-6E8A-4147-A177-3AD203B41FA5}">
                      <a16:colId xmlns:a16="http://schemas.microsoft.com/office/drawing/2014/main" val="4123152773"/>
                    </a:ext>
                  </a:extLst>
                </a:gridCol>
                <a:gridCol w="710396">
                  <a:extLst>
                    <a:ext uri="{9D8B030D-6E8A-4147-A177-3AD203B41FA5}">
                      <a16:colId xmlns:a16="http://schemas.microsoft.com/office/drawing/2014/main" val="3276230559"/>
                    </a:ext>
                  </a:extLst>
                </a:gridCol>
                <a:gridCol w="757755">
                  <a:extLst>
                    <a:ext uri="{9D8B030D-6E8A-4147-A177-3AD203B41FA5}">
                      <a16:colId xmlns:a16="http://schemas.microsoft.com/office/drawing/2014/main" val="2689053338"/>
                    </a:ext>
                  </a:extLst>
                </a:gridCol>
                <a:gridCol w="947195">
                  <a:extLst>
                    <a:ext uri="{9D8B030D-6E8A-4147-A177-3AD203B41FA5}">
                      <a16:colId xmlns:a16="http://schemas.microsoft.com/office/drawing/2014/main" val="2272104969"/>
                    </a:ext>
                  </a:extLst>
                </a:gridCol>
                <a:gridCol w="899835">
                  <a:extLst>
                    <a:ext uri="{9D8B030D-6E8A-4147-A177-3AD203B41FA5}">
                      <a16:colId xmlns:a16="http://schemas.microsoft.com/office/drawing/2014/main" val="569171837"/>
                    </a:ext>
                  </a:extLst>
                </a:gridCol>
                <a:gridCol w="1056419">
                  <a:extLst>
                    <a:ext uri="{9D8B030D-6E8A-4147-A177-3AD203B41FA5}">
                      <a16:colId xmlns:a16="http://schemas.microsoft.com/office/drawing/2014/main" val="2597466175"/>
                    </a:ext>
                  </a:extLst>
                </a:gridCol>
              </a:tblGrid>
              <a:tr h="444459">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EST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LFT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vm2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44459">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44459">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44459">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745553">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47-15</a:t>
                      </a:r>
                    </a:p>
                    <a:p>
                      <a:r>
                        <a:rPr lang="en-US" altLang="zh-TW" sz="2400" b="0" dirty="0">
                          <a:solidFill>
                            <a:schemeClr val="tx1"/>
                          </a:solidFill>
                          <a:latin typeface="Times New Roman" panose="02020603050405020304" pitchFamily="18" charset="0"/>
                          <a:cs typeface="Times New Roman" panose="02020603050405020304" pitchFamily="18" charset="0"/>
                        </a:rPr>
                        <a:t>49-15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47-17</a:t>
                      </a:r>
                    </a:p>
                    <a:p>
                      <a:r>
                        <a:rPr lang="en-US" altLang="zh-TW" sz="2400" b="0" dirty="0">
                          <a:solidFill>
                            <a:schemeClr val="tx1"/>
                          </a:solidFill>
                          <a:latin typeface="Times New Roman" panose="02020603050405020304" pitchFamily="18" charset="0"/>
                          <a:cs typeface="Times New Roman" panose="02020603050405020304" pitchFamily="18" charset="0"/>
                        </a:rPr>
                        <a:t>49-17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745553">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51-12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51-9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51-11</a:t>
                      </a:r>
                    </a:p>
                    <a:p>
                      <a:r>
                        <a:rPr lang="en-US" altLang="zh-TW" sz="2400" b="0" dirty="0">
                          <a:solidFill>
                            <a:srgbClr val="FF0000"/>
                          </a:solidFill>
                          <a:latin typeface="Times New Roman" panose="02020603050405020304" pitchFamily="18" charset="0"/>
                          <a:cs typeface="Times New Roman" panose="02020603050405020304" pitchFamily="18" charset="0"/>
                        </a:rPr>
                        <a:t>47-11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745553">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51-10</a:t>
                      </a:r>
                    </a:p>
                    <a:p>
                      <a:r>
                        <a:rPr lang="en-US" altLang="zh-TW" sz="2400" b="0" dirty="0">
                          <a:solidFill>
                            <a:schemeClr val="tx1"/>
                          </a:solidFill>
                          <a:latin typeface="Times New Roman" panose="02020603050405020304" pitchFamily="18" charset="0"/>
                          <a:cs typeface="Times New Roman" panose="02020603050405020304" pitchFamily="18" charset="0"/>
                        </a:rPr>
                        <a:t>60-14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51-12</a:t>
                      </a:r>
                    </a:p>
                    <a:p>
                      <a:r>
                        <a:rPr lang="en-US" altLang="zh-TW" sz="2400" b="0" dirty="0">
                          <a:solidFill>
                            <a:schemeClr val="tx1"/>
                          </a:solidFill>
                          <a:latin typeface="Times New Roman" panose="02020603050405020304" pitchFamily="18" charset="0"/>
                          <a:cs typeface="Times New Roman" panose="02020603050405020304" pitchFamily="18" charset="0"/>
                        </a:rPr>
                        <a:t>60-12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51-15</a:t>
                      </a:r>
                    </a:p>
                    <a:p>
                      <a:r>
                        <a:rPr lang="en-US" altLang="zh-TW" sz="2400" b="0" dirty="0">
                          <a:solidFill>
                            <a:schemeClr val="tx1"/>
                          </a:solidFill>
                          <a:latin typeface="Times New Roman" panose="02020603050405020304" pitchFamily="18" charset="0"/>
                          <a:cs typeface="Times New Roman" panose="02020603050405020304" pitchFamily="18" charset="0"/>
                        </a:rPr>
                        <a:t>60-15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44459">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60-14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60-11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60-13</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44459">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60-11</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60-16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60-12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3965306"/>
                  </a:ext>
                </a:extLst>
              </a:tr>
              <a:tr h="444459">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65-13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65-14</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65-10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687396"/>
                  </a:ext>
                </a:extLst>
              </a:tr>
              <a:tr h="444459">
                <a:tc>
                  <a:txBody>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65-5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65-10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65-8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849730"/>
                  </a:ext>
                </a:extLst>
              </a:tr>
              <a:tr h="444459">
                <a:tc>
                  <a:txBody>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rgbClr val="FF0000"/>
                          </a:solidFill>
                          <a:latin typeface="Times New Roman" panose="02020603050405020304" pitchFamily="18" charset="0"/>
                          <a:cs typeface="Times New Roman" panose="02020603050405020304" pitchFamily="18" charset="0"/>
                        </a:rPr>
                        <a:t>80-15</a:t>
                      </a:r>
                      <a:endParaRPr lang="zh-TW" altLang="en-US" sz="2400" b="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80-16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80-18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8093707"/>
                  </a:ext>
                </a:extLst>
              </a:tr>
              <a:tr h="444459">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1</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084531"/>
                  </a:ext>
                </a:extLst>
              </a:tr>
            </a:tbl>
          </a:graphicData>
        </a:graphic>
      </p:graphicFrame>
      <p:graphicFrame>
        <p:nvGraphicFramePr>
          <p:cNvPr id="118" name="表格 6">
            <a:extLst>
              <a:ext uri="{FF2B5EF4-FFF2-40B4-BE49-F238E27FC236}">
                <a16:creationId xmlns:a16="http://schemas.microsoft.com/office/drawing/2014/main" id="{0EB7507F-B8BF-4242-8125-E3F632F8B67A}"/>
              </a:ext>
            </a:extLst>
          </p:cNvPr>
          <p:cNvGraphicFramePr>
            <a:graphicFrameLocks noGrp="1"/>
          </p:cNvGraphicFramePr>
          <p:nvPr>
            <p:extLst>
              <p:ext uri="{D42A27DB-BD31-4B8C-83A1-F6EECF244321}">
                <p14:modId xmlns:p14="http://schemas.microsoft.com/office/powerpoint/2010/main" val="1878635195"/>
              </p:ext>
            </p:extLst>
          </p:nvPr>
        </p:nvGraphicFramePr>
        <p:xfrm>
          <a:off x="2943146" y="120685"/>
          <a:ext cx="3149530" cy="6073332"/>
        </p:xfrm>
        <a:graphic>
          <a:graphicData uri="http://schemas.openxmlformats.org/drawingml/2006/table">
            <a:tbl>
              <a:tblPr firstRow="1" bandRow="1">
                <a:tableStyleId>{5C22544A-7EE6-4342-B048-85BDC9FD1C3A}</a:tableStyleId>
              </a:tblPr>
              <a:tblGrid>
                <a:gridCol w="629906">
                  <a:extLst>
                    <a:ext uri="{9D8B030D-6E8A-4147-A177-3AD203B41FA5}">
                      <a16:colId xmlns:a16="http://schemas.microsoft.com/office/drawing/2014/main" val="4123152773"/>
                    </a:ext>
                  </a:extLst>
                </a:gridCol>
                <a:gridCol w="629906">
                  <a:extLst>
                    <a:ext uri="{9D8B030D-6E8A-4147-A177-3AD203B41FA5}">
                      <a16:colId xmlns:a16="http://schemas.microsoft.com/office/drawing/2014/main" val="3276230559"/>
                    </a:ext>
                  </a:extLst>
                </a:gridCol>
                <a:gridCol w="629906">
                  <a:extLst>
                    <a:ext uri="{9D8B030D-6E8A-4147-A177-3AD203B41FA5}">
                      <a16:colId xmlns:a16="http://schemas.microsoft.com/office/drawing/2014/main" val="2272104969"/>
                    </a:ext>
                  </a:extLst>
                </a:gridCol>
                <a:gridCol w="629906">
                  <a:extLst>
                    <a:ext uri="{9D8B030D-6E8A-4147-A177-3AD203B41FA5}">
                      <a16:colId xmlns:a16="http://schemas.microsoft.com/office/drawing/2014/main" val="569171837"/>
                    </a:ext>
                  </a:extLst>
                </a:gridCol>
                <a:gridCol w="629906">
                  <a:extLst>
                    <a:ext uri="{9D8B030D-6E8A-4147-A177-3AD203B41FA5}">
                      <a16:colId xmlns:a16="http://schemas.microsoft.com/office/drawing/2014/main" val="2873605050"/>
                    </a:ext>
                  </a:extLst>
                </a:gridCol>
              </a:tblGrid>
              <a:tr h="63279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5</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9</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49393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Tree>
    <p:extLst>
      <p:ext uri="{BB962C8B-B14F-4D97-AF65-F5344CB8AC3E}">
        <p14:creationId xmlns:p14="http://schemas.microsoft.com/office/powerpoint/2010/main" val="403574211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2D79DD1E-8FAC-40C4-A03E-1C8682A6E6D3}"/>
              </a:ext>
            </a:extLst>
          </p:cNvPr>
          <p:cNvSpPr/>
          <p:nvPr/>
        </p:nvSpPr>
        <p:spPr>
          <a:xfrm>
            <a:off x="254407"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5" name="橢圓 4">
            <a:extLst>
              <a:ext uri="{FF2B5EF4-FFF2-40B4-BE49-F238E27FC236}">
                <a16:creationId xmlns:a16="http://schemas.microsoft.com/office/drawing/2014/main" id="{C1D8A0FA-6AE9-40E0-9A20-24623C710D80}"/>
              </a:ext>
            </a:extLst>
          </p:cNvPr>
          <p:cNvSpPr/>
          <p:nvPr/>
        </p:nvSpPr>
        <p:spPr>
          <a:xfrm>
            <a:off x="1310351" y="90307"/>
            <a:ext cx="471058" cy="50722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sp>
        <p:nvSpPr>
          <p:cNvPr id="6" name="橢圓 5">
            <a:extLst>
              <a:ext uri="{FF2B5EF4-FFF2-40B4-BE49-F238E27FC236}">
                <a16:creationId xmlns:a16="http://schemas.microsoft.com/office/drawing/2014/main" id="{76DCED38-4071-4676-BDB8-1367BDF80FF6}"/>
              </a:ext>
            </a:extLst>
          </p:cNvPr>
          <p:cNvSpPr/>
          <p:nvPr/>
        </p:nvSpPr>
        <p:spPr>
          <a:xfrm>
            <a:off x="1372045"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7" name="橢圓 6">
            <a:extLst>
              <a:ext uri="{FF2B5EF4-FFF2-40B4-BE49-F238E27FC236}">
                <a16:creationId xmlns:a16="http://schemas.microsoft.com/office/drawing/2014/main" id="{16AB2254-10E0-483D-BCB6-1DE7EC2E85F1}"/>
              </a:ext>
            </a:extLst>
          </p:cNvPr>
          <p:cNvSpPr/>
          <p:nvPr/>
        </p:nvSpPr>
        <p:spPr>
          <a:xfrm>
            <a:off x="2343748"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8" name="橢圓 7">
            <a:extLst>
              <a:ext uri="{FF2B5EF4-FFF2-40B4-BE49-F238E27FC236}">
                <a16:creationId xmlns:a16="http://schemas.microsoft.com/office/drawing/2014/main" id="{97FC6D8D-8D0C-4F94-9AAD-CCF8BAAB5908}"/>
              </a:ext>
            </a:extLst>
          </p:cNvPr>
          <p:cNvSpPr/>
          <p:nvPr/>
        </p:nvSpPr>
        <p:spPr>
          <a:xfrm>
            <a:off x="1715316" y="2123684"/>
            <a:ext cx="453516" cy="53867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9" name="橢圓 8">
            <a:extLst>
              <a:ext uri="{FF2B5EF4-FFF2-40B4-BE49-F238E27FC236}">
                <a16:creationId xmlns:a16="http://schemas.microsoft.com/office/drawing/2014/main" id="{6B992FCE-DAEC-4791-B5F0-19D9A0E264B7}"/>
              </a:ext>
            </a:extLst>
          </p:cNvPr>
          <p:cNvSpPr/>
          <p:nvPr/>
        </p:nvSpPr>
        <p:spPr>
          <a:xfrm>
            <a:off x="2467190" y="2138074"/>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0" name="橢圓 9">
            <a:extLst>
              <a:ext uri="{FF2B5EF4-FFF2-40B4-BE49-F238E27FC236}">
                <a16:creationId xmlns:a16="http://schemas.microsoft.com/office/drawing/2014/main" id="{ED20EB1B-7927-4DD4-B26C-AF0FF5B5206C}"/>
              </a:ext>
            </a:extLst>
          </p:cNvPr>
          <p:cNvSpPr/>
          <p:nvPr/>
        </p:nvSpPr>
        <p:spPr>
          <a:xfrm>
            <a:off x="112150"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1" name="橢圓 10">
            <a:extLst>
              <a:ext uri="{FF2B5EF4-FFF2-40B4-BE49-F238E27FC236}">
                <a16:creationId xmlns:a16="http://schemas.microsoft.com/office/drawing/2014/main" id="{48EB72F0-18B5-4387-A6E3-AB04D49AA874}"/>
              </a:ext>
            </a:extLst>
          </p:cNvPr>
          <p:cNvSpPr/>
          <p:nvPr/>
        </p:nvSpPr>
        <p:spPr>
          <a:xfrm>
            <a:off x="1034997"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2" name="橢圓 11">
            <a:extLst>
              <a:ext uri="{FF2B5EF4-FFF2-40B4-BE49-F238E27FC236}">
                <a16:creationId xmlns:a16="http://schemas.microsoft.com/office/drawing/2014/main" id="{36EA87A6-BD94-4577-9118-88B796A040A5}"/>
              </a:ext>
            </a:extLst>
          </p:cNvPr>
          <p:cNvSpPr/>
          <p:nvPr/>
        </p:nvSpPr>
        <p:spPr>
          <a:xfrm>
            <a:off x="559304"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3" name="橢圓 12">
            <a:extLst>
              <a:ext uri="{FF2B5EF4-FFF2-40B4-BE49-F238E27FC236}">
                <a16:creationId xmlns:a16="http://schemas.microsoft.com/office/drawing/2014/main" id="{9A988564-DD61-4069-B2FF-048B6DE68E60}"/>
              </a:ext>
            </a:extLst>
          </p:cNvPr>
          <p:cNvSpPr/>
          <p:nvPr/>
        </p:nvSpPr>
        <p:spPr>
          <a:xfrm>
            <a:off x="1883505"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4" name="橢圓 13">
            <a:extLst>
              <a:ext uri="{FF2B5EF4-FFF2-40B4-BE49-F238E27FC236}">
                <a16:creationId xmlns:a16="http://schemas.microsoft.com/office/drawing/2014/main" id="{53B9C383-8F02-42EE-9120-8C6788EAE01F}"/>
              </a:ext>
            </a:extLst>
          </p:cNvPr>
          <p:cNvSpPr/>
          <p:nvPr/>
        </p:nvSpPr>
        <p:spPr>
          <a:xfrm>
            <a:off x="1034997"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15" name="直線接點 14">
            <a:extLst>
              <a:ext uri="{FF2B5EF4-FFF2-40B4-BE49-F238E27FC236}">
                <a16:creationId xmlns:a16="http://schemas.microsoft.com/office/drawing/2014/main" id="{C9AE5BE2-5D2F-4EBA-B32B-65885E59DB2A}"/>
              </a:ext>
            </a:extLst>
          </p:cNvPr>
          <p:cNvCxnSpPr>
            <a:cxnSpLocks/>
            <a:stCxn id="4" idx="0"/>
            <a:endCxn id="5" idx="4"/>
          </p:cNvCxnSpPr>
          <p:nvPr/>
        </p:nvCxnSpPr>
        <p:spPr>
          <a:xfrm flipV="1">
            <a:off x="534036" y="597531"/>
            <a:ext cx="1011844" cy="3755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C612BF5C-FD2D-480A-ACE8-2422FB207E92}"/>
              </a:ext>
            </a:extLst>
          </p:cNvPr>
          <p:cNvCxnSpPr>
            <a:cxnSpLocks/>
            <a:stCxn id="6" idx="0"/>
            <a:endCxn id="5" idx="4"/>
          </p:cNvCxnSpPr>
          <p:nvPr/>
        </p:nvCxnSpPr>
        <p:spPr>
          <a:xfrm flipH="1" flipV="1">
            <a:off x="1545880" y="597531"/>
            <a:ext cx="105794" cy="3704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E3D53039-DEA0-435E-ADB5-EA1BC98C0DA9}"/>
              </a:ext>
            </a:extLst>
          </p:cNvPr>
          <p:cNvCxnSpPr>
            <a:cxnSpLocks/>
            <a:stCxn id="4" idx="4"/>
            <a:endCxn id="10" idx="0"/>
          </p:cNvCxnSpPr>
          <p:nvPr/>
        </p:nvCxnSpPr>
        <p:spPr>
          <a:xfrm flipH="1">
            <a:off x="387505"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57D9F3B9-6C2F-4994-A76F-AFEA7A2D5344}"/>
              </a:ext>
            </a:extLst>
          </p:cNvPr>
          <p:cNvCxnSpPr>
            <a:cxnSpLocks/>
            <a:stCxn id="4" idx="4"/>
            <a:endCxn id="11" idx="0"/>
          </p:cNvCxnSpPr>
          <p:nvPr/>
        </p:nvCxnSpPr>
        <p:spPr>
          <a:xfrm>
            <a:off x="534036"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88BBC0D2-3A95-4335-90B9-803EB32B4735}"/>
              </a:ext>
            </a:extLst>
          </p:cNvPr>
          <p:cNvCxnSpPr>
            <a:cxnSpLocks/>
            <a:stCxn id="5" idx="4"/>
            <a:endCxn id="7" idx="0"/>
          </p:cNvCxnSpPr>
          <p:nvPr/>
        </p:nvCxnSpPr>
        <p:spPr>
          <a:xfrm>
            <a:off x="1545880" y="597531"/>
            <a:ext cx="1077497" cy="4036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B12ECC2B-1C0C-47BC-B394-EC7F15537720}"/>
              </a:ext>
            </a:extLst>
          </p:cNvPr>
          <p:cNvCxnSpPr>
            <a:cxnSpLocks/>
            <a:stCxn id="13" idx="4"/>
            <a:endCxn id="14" idx="0"/>
          </p:cNvCxnSpPr>
          <p:nvPr/>
        </p:nvCxnSpPr>
        <p:spPr>
          <a:xfrm flipH="1">
            <a:off x="1459251"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38345055-4826-43D4-984A-C851511852E6}"/>
              </a:ext>
            </a:extLst>
          </p:cNvPr>
          <p:cNvCxnSpPr>
            <a:cxnSpLocks/>
            <a:stCxn id="7" idx="4"/>
            <a:endCxn id="8" idx="0"/>
          </p:cNvCxnSpPr>
          <p:nvPr/>
        </p:nvCxnSpPr>
        <p:spPr>
          <a:xfrm flipH="1">
            <a:off x="1942074" y="1556145"/>
            <a:ext cx="681303"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A2A04DEB-DBB3-430D-90E2-80CC59B99234}"/>
              </a:ext>
            </a:extLst>
          </p:cNvPr>
          <p:cNvCxnSpPr>
            <a:cxnSpLocks/>
            <a:stCxn id="7" idx="4"/>
            <a:endCxn id="9" idx="0"/>
          </p:cNvCxnSpPr>
          <p:nvPr/>
        </p:nvCxnSpPr>
        <p:spPr>
          <a:xfrm>
            <a:off x="2623377" y="1556145"/>
            <a:ext cx="98694" cy="58192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4123455A-BD01-45B0-AAEF-8818BDE7DA7F}"/>
              </a:ext>
            </a:extLst>
          </p:cNvPr>
          <p:cNvCxnSpPr>
            <a:cxnSpLocks/>
            <a:stCxn id="6" idx="4"/>
            <a:endCxn id="8" idx="0"/>
          </p:cNvCxnSpPr>
          <p:nvPr/>
        </p:nvCxnSpPr>
        <p:spPr>
          <a:xfrm>
            <a:off x="1651674" y="1522944"/>
            <a:ext cx="290400"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18F64617-5771-482D-8B77-7EC512A19FF4}"/>
              </a:ext>
            </a:extLst>
          </p:cNvPr>
          <p:cNvCxnSpPr>
            <a:cxnSpLocks/>
            <a:stCxn id="11" idx="4"/>
            <a:endCxn id="12" idx="0"/>
          </p:cNvCxnSpPr>
          <p:nvPr/>
        </p:nvCxnSpPr>
        <p:spPr>
          <a:xfrm flipH="1">
            <a:off x="834659"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53197B30-04C7-4A16-9670-8B3465A695CB}"/>
              </a:ext>
            </a:extLst>
          </p:cNvPr>
          <p:cNvCxnSpPr>
            <a:cxnSpLocks/>
            <a:stCxn id="10" idx="4"/>
            <a:endCxn id="12" idx="0"/>
          </p:cNvCxnSpPr>
          <p:nvPr/>
        </p:nvCxnSpPr>
        <p:spPr>
          <a:xfrm>
            <a:off x="387505"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2ACC2880-D594-40B0-889A-BE5893DAEAFD}"/>
              </a:ext>
            </a:extLst>
          </p:cNvPr>
          <p:cNvCxnSpPr>
            <a:cxnSpLocks/>
            <a:stCxn id="10" idx="0"/>
            <a:endCxn id="6" idx="4"/>
          </p:cNvCxnSpPr>
          <p:nvPr/>
        </p:nvCxnSpPr>
        <p:spPr>
          <a:xfrm flipV="1">
            <a:off x="387505"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42A9435-0BB1-4F61-A5A6-5B589C62D06C}"/>
              </a:ext>
            </a:extLst>
          </p:cNvPr>
          <p:cNvCxnSpPr>
            <a:cxnSpLocks/>
            <a:stCxn id="12" idx="4"/>
            <a:endCxn id="14" idx="0"/>
          </p:cNvCxnSpPr>
          <p:nvPr/>
        </p:nvCxnSpPr>
        <p:spPr>
          <a:xfrm>
            <a:off x="834659"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31AB758-82F5-45E4-A4D7-05CCA91C4F82}"/>
              </a:ext>
            </a:extLst>
          </p:cNvPr>
          <p:cNvCxnSpPr>
            <a:cxnSpLocks/>
            <a:stCxn id="9" idx="4"/>
            <a:endCxn id="13" idx="0"/>
          </p:cNvCxnSpPr>
          <p:nvPr/>
        </p:nvCxnSpPr>
        <p:spPr>
          <a:xfrm flipH="1">
            <a:off x="2145479" y="2587357"/>
            <a:ext cx="576592" cy="35527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1D7EFC2B-80D7-4783-973D-651C6AD5F1B2}"/>
              </a:ext>
            </a:extLst>
          </p:cNvPr>
          <p:cNvCxnSpPr>
            <a:cxnSpLocks/>
            <a:stCxn id="8" idx="4"/>
            <a:endCxn id="13" idx="0"/>
          </p:cNvCxnSpPr>
          <p:nvPr/>
        </p:nvCxnSpPr>
        <p:spPr>
          <a:xfrm>
            <a:off x="1942074" y="2662362"/>
            <a:ext cx="203405" cy="28026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A45B0B65-E09D-42AD-A7F3-D4F6BFAF3FFA}"/>
              </a:ext>
            </a:extLst>
          </p:cNvPr>
          <p:cNvCxnSpPr>
            <a:cxnSpLocks/>
            <a:stCxn id="11" idx="4"/>
            <a:endCxn id="13" idx="0"/>
          </p:cNvCxnSpPr>
          <p:nvPr/>
        </p:nvCxnSpPr>
        <p:spPr>
          <a:xfrm>
            <a:off x="1290439"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1" name="表格 6">
            <a:extLst>
              <a:ext uri="{FF2B5EF4-FFF2-40B4-BE49-F238E27FC236}">
                <a16:creationId xmlns:a16="http://schemas.microsoft.com/office/drawing/2014/main" id="{C14918C3-0AC7-43C2-B76A-D86C5A2A61FE}"/>
              </a:ext>
            </a:extLst>
          </p:cNvPr>
          <p:cNvGraphicFramePr>
            <a:graphicFrameLocks noGrp="1"/>
          </p:cNvGraphicFramePr>
          <p:nvPr>
            <p:extLst>
              <p:ext uri="{D42A27DB-BD31-4B8C-83A1-F6EECF244321}">
                <p14:modId xmlns:p14="http://schemas.microsoft.com/office/powerpoint/2010/main" val="2156858494"/>
              </p:ext>
            </p:extLst>
          </p:nvPr>
        </p:nvGraphicFramePr>
        <p:xfrm>
          <a:off x="6610407" y="201378"/>
          <a:ext cx="4546597" cy="5707716"/>
        </p:xfrm>
        <a:graphic>
          <a:graphicData uri="http://schemas.openxmlformats.org/drawingml/2006/table">
            <a:tbl>
              <a:tblPr firstRow="1" bandRow="1">
                <a:tableStyleId>{5C22544A-7EE6-4342-B048-85BDC9FD1C3A}</a:tableStyleId>
              </a:tblPr>
              <a:tblGrid>
                <a:gridCol w="1153368">
                  <a:extLst>
                    <a:ext uri="{9D8B030D-6E8A-4147-A177-3AD203B41FA5}">
                      <a16:colId xmlns:a16="http://schemas.microsoft.com/office/drawing/2014/main" val="4123152773"/>
                    </a:ext>
                  </a:extLst>
                </a:gridCol>
                <a:gridCol w="860680">
                  <a:extLst>
                    <a:ext uri="{9D8B030D-6E8A-4147-A177-3AD203B41FA5}">
                      <a16:colId xmlns:a16="http://schemas.microsoft.com/office/drawing/2014/main" val="3276230559"/>
                    </a:ext>
                  </a:extLst>
                </a:gridCol>
                <a:gridCol w="1028700">
                  <a:extLst>
                    <a:ext uri="{9D8B030D-6E8A-4147-A177-3AD203B41FA5}">
                      <a16:colId xmlns:a16="http://schemas.microsoft.com/office/drawing/2014/main" val="2272104969"/>
                    </a:ext>
                  </a:extLst>
                </a:gridCol>
                <a:gridCol w="1503849">
                  <a:extLst>
                    <a:ext uri="{9D8B030D-6E8A-4147-A177-3AD203B41FA5}">
                      <a16:colId xmlns:a16="http://schemas.microsoft.com/office/drawing/2014/main" val="3515140754"/>
                    </a:ext>
                  </a:extLst>
                </a:gridCol>
              </a:tblGrid>
              <a:tr h="475643">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EST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LFT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err="1">
                          <a:solidFill>
                            <a:schemeClr val="tx1"/>
                          </a:solidFill>
                          <a:latin typeface="Times New Roman" panose="02020603050405020304" pitchFamily="18" charset="0"/>
                          <a:cs typeface="Times New Roman" panose="02020603050405020304" pitchFamily="18" charset="0"/>
                        </a:rPr>
                        <a:t>maxslack</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75643">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0</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11.67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75643">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23.67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75643">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25.33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75643">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27.67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75643">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22</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75643">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16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36</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75643">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28</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40.67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4.67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75643">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24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40.67</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3965306"/>
                  </a:ext>
                </a:extLst>
              </a:tr>
              <a:tr h="475643">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48.33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5.33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687396"/>
                  </a:ext>
                </a:extLst>
              </a:tr>
              <a:tr h="475643">
                <a:tc>
                  <a:txBody>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39</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48.33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849730"/>
                  </a:ext>
                </a:extLst>
              </a:tr>
              <a:tr h="475643">
                <a:tc>
                  <a:txBody>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44</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65</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4.33</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8093707"/>
                  </a:ext>
                </a:extLst>
              </a:tr>
            </a:tbl>
          </a:graphicData>
        </a:graphic>
      </p:graphicFrame>
      <p:graphicFrame>
        <p:nvGraphicFramePr>
          <p:cNvPr id="40" name="表格 6">
            <a:extLst>
              <a:ext uri="{FF2B5EF4-FFF2-40B4-BE49-F238E27FC236}">
                <a16:creationId xmlns:a16="http://schemas.microsoft.com/office/drawing/2014/main" id="{951161A4-CCF6-4879-AF14-597B2BD7F369}"/>
              </a:ext>
            </a:extLst>
          </p:cNvPr>
          <p:cNvGraphicFramePr>
            <a:graphicFrameLocks noGrp="1"/>
          </p:cNvGraphicFramePr>
          <p:nvPr>
            <p:extLst>
              <p:ext uri="{D42A27DB-BD31-4B8C-83A1-F6EECF244321}">
                <p14:modId xmlns:p14="http://schemas.microsoft.com/office/powerpoint/2010/main" val="3900761348"/>
              </p:ext>
            </p:extLst>
          </p:nvPr>
        </p:nvGraphicFramePr>
        <p:xfrm>
          <a:off x="2946470" y="201378"/>
          <a:ext cx="3149530" cy="5707717"/>
        </p:xfrm>
        <a:graphic>
          <a:graphicData uri="http://schemas.openxmlformats.org/drawingml/2006/table">
            <a:tbl>
              <a:tblPr firstRow="1" bandRow="1">
                <a:tableStyleId>{5C22544A-7EE6-4342-B048-85BDC9FD1C3A}</a:tableStyleId>
              </a:tblPr>
              <a:tblGrid>
                <a:gridCol w="740202">
                  <a:extLst>
                    <a:ext uri="{9D8B030D-6E8A-4147-A177-3AD203B41FA5}">
                      <a16:colId xmlns:a16="http://schemas.microsoft.com/office/drawing/2014/main" val="4123152773"/>
                    </a:ext>
                  </a:extLst>
                </a:gridCol>
                <a:gridCol w="633846">
                  <a:extLst>
                    <a:ext uri="{9D8B030D-6E8A-4147-A177-3AD203B41FA5}">
                      <a16:colId xmlns:a16="http://schemas.microsoft.com/office/drawing/2014/main" val="3276230559"/>
                    </a:ext>
                  </a:extLst>
                </a:gridCol>
                <a:gridCol w="613063">
                  <a:extLst>
                    <a:ext uri="{9D8B030D-6E8A-4147-A177-3AD203B41FA5}">
                      <a16:colId xmlns:a16="http://schemas.microsoft.com/office/drawing/2014/main" val="2272104969"/>
                    </a:ext>
                  </a:extLst>
                </a:gridCol>
                <a:gridCol w="592282">
                  <a:extLst>
                    <a:ext uri="{9D8B030D-6E8A-4147-A177-3AD203B41FA5}">
                      <a16:colId xmlns:a16="http://schemas.microsoft.com/office/drawing/2014/main" val="569171837"/>
                    </a:ext>
                  </a:extLst>
                </a:gridCol>
                <a:gridCol w="570137">
                  <a:extLst>
                    <a:ext uri="{9D8B030D-6E8A-4147-A177-3AD203B41FA5}">
                      <a16:colId xmlns:a16="http://schemas.microsoft.com/office/drawing/2014/main" val="2873605050"/>
                    </a:ext>
                  </a:extLst>
                </a:gridCol>
              </a:tblGrid>
              <a:tr h="594015">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6488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6488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6488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6488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2</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6488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6488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6488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6488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5</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46488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46488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9</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464882">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00B050"/>
                          </a:solidFill>
                          <a:latin typeface="Times New Roman" panose="02020603050405020304" pitchFamily="18" charset="0"/>
                          <a:cs typeface="Times New Roman" panose="02020603050405020304" pitchFamily="18" charset="0"/>
                        </a:rPr>
                        <a:t>11</a:t>
                      </a:r>
                      <a:endParaRPr lang="zh-TW" altLang="en-US" b="0" dirty="0">
                        <a:solidFill>
                          <a:srgbClr val="00B05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
        <p:nvSpPr>
          <p:cNvPr id="47" name="內容版面配置區 46">
            <a:extLst>
              <a:ext uri="{FF2B5EF4-FFF2-40B4-BE49-F238E27FC236}">
                <a16:creationId xmlns:a16="http://schemas.microsoft.com/office/drawing/2014/main" id="{83B196BD-476F-4916-866E-954D52DBBC03}"/>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379319023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2D79DD1E-8FAC-40C4-A03E-1C8682A6E6D3}"/>
              </a:ext>
            </a:extLst>
          </p:cNvPr>
          <p:cNvSpPr/>
          <p:nvPr/>
        </p:nvSpPr>
        <p:spPr>
          <a:xfrm>
            <a:off x="231373" y="1309254"/>
            <a:ext cx="723208" cy="688296"/>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5" name="橢圓 4">
            <a:extLst>
              <a:ext uri="{FF2B5EF4-FFF2-40B4-BE49-F238E27FC236}">
                <a16:creationId xmlns:a16="http://schemas.microsoft.com/office/drawing/2014/main" id="{C1D8A0FA-6AE9-40E0-9A20-24623C710D80}"/>
              </a:ext>
            </a:extLst>
          </p:cNvPr>
          <p:cNvSpPr/>
          <p:nvPr/>
        </p:nvSpPr>
        <p:spPr>
          <a:xfrm>
            <a:off x="1729049" y="160928"/>
            <a:ext cx="786939" cy="66768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sp>
        <p:nvSpPr>
          <p:cNvPr id="6" name="橢圓 5">
            <a:extLst>
              <a:ext uri="{FF2B5EF4-FFF2-40B4-BE49-F238E27FC236}">
                <a16:creationId xmlns:a16="http://schemas.microsoft.com/office/drawing/2014/main" id="{76DCED38-4071-4676-BDB8-1367BDF80FF6}"/>
              </a:ext>
            </a:extLst>
          </p:cNvPr>
          <p:cNvSpPr/>
          <p:nvPr/>
        </p:nvSpPr>
        <p:spPr>
          <a:xfrm>
            <a:off x="1838502" y="1223131"/>
            <a:ext cx="723209" cy="66768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7" name="橢圓 6">
            <a:extLst>
              <a:ext uri="{FF2B5EF4-FFF2-40B4-BE49-F238E27FC236}">
                <a16:creationId xmlns:a16="http://schemas.microsoft.com/office/drawing/2014/main" id="{16AB2254-10E0-483D-BCB6-1DE7EC2E85F1}"/>
              </a:ext>
            </a:extLst>
          </p:cNvPr>
          <p:cNvSpPr/>
          <p:nvPr/>
        </p:nvSpPr>
        <p:spPr>
          <a:xfrm>
            <a:off x="3446330" y="1174500"/>
            <a:ext cx="723209" cy="66768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8" name="橢圓 7">
            <a:extLst>
              <a:ext uri="{FF2B5EF4-FFF2-40B4-BE49-F238E27FC236}">
                <a16:creationId xmlns:a16="http://schemas.microsoft.com/office/drawing/2014/main" id="{97FC6D8D-8D0C-4F94-9AAD-CCF8BAAB5908}"/>
              </a:ext>
            </a:extLst>
          </p:cNvPr>
          <p:cNvSpPr/>
          <p:nvPr/>
        </p:nvSpPr>
        <p:spPr>
          <a:xfrm>
            <a:off x="2720353" y="2756065"/>
            <a:ext cx="723209" cy="66768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9" name="橢圓 8">
            <a:extLst>
              <a:ext uri="{FF2B5EF4-FFF2-40B4-BE49-F238E27FC236}">
                <a16:creationId xmlns:a16="http://schemas.microsoft.com/office/drawing/2014/main" id="{6B992FCE-DAEC-4791-B5F0-19D9A0E264B7}"/>
              </a:ext>
            </a:extLst>
          </p:cNvPr>
          <p:cNvSpPr/>
          <p:nvPr/>
        </p:nvSpPr>
        <p:spPr>
          <a:xfrm>
            <a:off x="3963808" y="2792558"/>
            <a:ext cx="723209" cy="58455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0" name="橢圓 9">
            <a:extLst>
              <a:ext uri="{FF2B5EF4-FFF2-40B4-BE49-F238E27FC236}">
                <a16:creationId xmlns:a16="http://schemas.microsoft.com/office/drawing/2014/main" id="{ED20EB1B-7927-4DD4-B26C-AF0FF5B5206C}"/>
              </a:ext>
            </a:extLst>
          </p:cNvPr>
          <p:cNvSpPr/>
          <p:nvPr/>
        </p:nvSpPr>
        <p:spPr>
          <a:xfrm>
            <a:off x="227216" y="2792558"/>
            <a:ext cx="666749" cy="688296"/>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1" name="橢圓 10">
            <a:extLst>
              <a:ext uri="{FF2B5EF4-FFF2-40B4-BE49-F238E27FC236}">
                <a16:creationId xmlns:a16="http://schemas.microsoft.com/office/drawing/2014/main" id="{48EB72F0-18B5-4387-A6E3-AB04D49AA874}"/>
              </a:ext>
            </a:extLst>
          </p:cNvPr>
          <p:cNvSpPr/>
          <p:nvPr/>
        </p:nvSpPr>
        <p:spPr>
          <a:xfrm>
            <a:off x="1383379" y="2792558"/>
            <a:ext cx="731520" cy="68829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2" name="橢圓 11">
            <a:extLst>
              <a:ext uri="{FF2B5EF4-FFF2-40B4-BE49-F238E27FC236}">
                <a16:creationId xmlns:a16="http://schemas.microsoft.com/office/drawing/2014/main" id="{36EA87A6-BD94-4577-9118-88B796A040A5}"/>
              </a:ext>
            </a:extLst>
          </p:cNvPr>
          <p:cNvSpPr/>
          <p:nvPr/>
        </p:nvSpPr>
        <p:spPr>
          <a:xfrm>
            <a:off x="954581" y="4128259"/>
            <a:ext cx="731521" cy="6487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3" name="橢圓 12">
            <a:extLst>
              <a:ext uri="{FF2B5EF4-FFF2-40B4-BE49-F238E27FC236}">
                <a16:creationId xmlns:a16="http://schemas.microsoft.com/office/drawing/2014/main" id="{9A988564-DD61-4069-B2FF-048B6DE68E60}"/>
              </a:ext>
            </a:extLst>
          </p:cNvPr>
          <p:cNvSpPr/>
          <p:nvPr/>
        </p:nvSpPr>
        <p:spPr>
          <a:xfrm>
            <a:off x="2641032" y="4109304"/>
            <a:ext cx="706580" cy="6676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4" name="橢圓 13">
            <a:extLst>
              <a:ext uri="{FF2B5EF4-FFF2-40B4-BE49-F238E27FC236}">
                <a16:creationId xmlns:a16="http://schemas.microsoft.com/office/drawing/2014/main" id="{53B9C383-8F02-42EE-9120-8C6788EAE01F}"/>
              </a:ext>
            </a:extLst>
          </p:cNvPr>
          <p:cNvSpPr/>
          <p:nvPr/>
        </p:nvSpPr>
        <p:spPr>
          <a:xfrm>
            <a:off x="1706714" y="5315332"/>
            <a:ext cx="896391" cy="63907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15" name="直線接點 14">
            <a:extLst>
              <a:ext uri="{FF2B5EF4-FFF2-40B4-BE49-F238E27FC236}">
                <a16:creationId xmlns:a16="http://schemas.microsoft.com/office/drawing/2014/main" id="{C9AE5BE2-5D2F-4EBA-B32B-65885E59DB2A}"/>
              </a:ext>
            </a:extLst>
          </p:cNvPr>
          <p:cNvCxnSpPr>
            <a:cxnSpLocks/>
            <a:stCxn id="4" idx="0"/>
            <a:endCxn id="5" idx="4"/>
          </p:cNvCxnSpPr>
          <p:nvPr/>
        </p:nvCxnSpPr>
        <p:spPr>
          <a:xfrm flipV="1">
            <a:off x="592977" y="828610"/>
            <a:ext cx="1529542" cy="4806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C612BF5C-FD2D-480A-ACE8-2422FB207E92}"/>
              </a:ext>
            </a:extLst>
          </p:cNvPr>
          <p:cNvCxnSpPr>
            <a:cxnSpLocks/>
            <a:stCxn id="6" idx="0"/>
            <a:endCxn id="5" idx="4"/>
          </p:cNvCxnSpPr>
          <p:nvPr/>
        </p:nvCxnSpPr>
        <p:spPr>
          <a:xfrm flipH="1" flipV="1">
            <a:off x="2122519" y="828610"/>
            <a:ext cx="77588" cy="39452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E3D53039-DEA0-435E-ADB5-EA1BC98C0DA9}"/>
              </a:ext>
            </a:extLst>
          </p:cNvPr>
          <p:cNvCxnSpPr>
            <a:cxnSpLocks/>
            <a:stCxn id="4" idx="4"/>
            <a:endCxn id="10" idx="0"/>
          </p:cNvCxnSpPr>
          <p:nvPr/>
        </p:nvCxnSpPr>
        <p:spPr>
          <a:xfrm flipH="1">
            <a:off x="560591" y="1997550"/>
            <a:ext cx="32386" cy="79500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57D9F3B9-6C2F-4994-A76F-AFEA7A2D5344}"/>
              </a:ext>
            </a:extLst>
          </p:cNvPr>
          <p:cNvCxnSpPr>
            <a:cxnSpLocks/>
            <a:stCxn id="4" idx="4"/>
            <a:endCxn id="11" idx="0"/>
          </p:cNvCxnSpPr>
          <p:nvPr/>
        </p:nvCxnSpPr>
        <p:spPr>
          <a:xfrm>
            <a:off x="592977" y="1997550"/>
            <a:ext cx="1156162" cy="79500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88BBC0D2-3A95-4335-90B9-803EB32B4735}"/>
              </a:ext>
            </a:extLst>
          </p:cNvPr>
          <p:cNvCxnSpPr>
            <a:cxnSpLocks/>
            <a:stCxn id="5" idx="4"/>
            <a:endCxn id="7" idx="0"/>
          </p:cNvCxnSpPr>
          <p:nvPr/>
        </p:nvCxnSpPr>
        <p:spPr>
          <a:xfrm>
            <a:off x="2122519" y="828610"/>
            <a:ext cx="1685416" cy="34589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B12ECC2B-1C0C-47BC-B394-EC7F15537720}"/>
              </a:ext>
            </a:extLst>
          </p:cNvPr>
          <p:cNvCxnSpPr>
            <a:cxnSpLocks/>
            <a:stCxn id="13" idx="4"/>
            <a:endCxn id="14" idx="0"/>
          </p:cNvCxnSpPr>
          <p:nvPr/>
        </p:nvCxnSpPr>
        <p:spPr>
          <a:xfrm flipH="1">
            <a:off x="2154910" y="4776987"/>
            <a:ext cx="839412" cy="53834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38345055-4826-43D4-984A-C851511852E6}"/>
              </a:ext>
            </a:extLst>
          </p:cNvPr>
          <p:cNvCxnSpPr>
            <a:cxnSpLocks/>
            <a:stCxn id="7" idx="4"/>
            <a:endCxn id="8" idx="0"/>
          </p:cNvCxnSpPr>
          <p:nvPr/>
        </p:nvCxnSpPr>
        <p:spPr>
          <a:xfrm flipH="1">
            <a:off x="3081958" y="1842182"/>
            <a:ext cx="725977" cy="91388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A2A04DEB-DBB3-430D-90E2-80CC59B99234}"/>
              </a:ext>
            </a:extLst>
          </p:cNvPr>
          <p:cNvCxnSpPr>
            <a:cxnSpLocks/>
            <a:stCxn id="7" idx="4"/>
            <a:endCxn id="9" idx="0"/>
          </p:cNvCxnSpPr>
          <p:nvPr/>
        </p:nvCxnSpPr>
        <p:spPr>
          <a:xfrm>
            <a:off x="3807935" y="1842182"/>
            <a:ext cx="517478" cy="95037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4123455A-BD01-45B0-AAEF-8818BDE7DA7F}"/>
              </a:ext>
            </a:extLst>
          </p:cNvPr>
          <p:cNvCxnSpPr>
            <a:cxnSpLocks/>
            <a:stCxn id="6" idx="4"/>
            <a:endCxn id="8" idx="0"/>
          </p:cNvCxnSpPr>
          <p:nvPr/>
        </p:nvCxnSpPr>
        <p:spPr>
          <a:xfrm>
            <a:off x="2200107" y="1890813"/>
            <a:ext cx="881851" cy="86525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18F64617-5771-482D-8B77-7EC512A19FF4}"/>
              </a:ext>
            </a:extLst>
          </p:cNvPr>
          <p:cNvCxnSpPr>
            <a:cxnSpLocks/>
            <a:stCxn id="11" idx="4"/>
            <a:endCxn id="12" idx="0"/>
          </p:cNvCxnSpPr>
          <p:nvPr/>
        </p:nvCxnSpPr>
        <p:spPr>
          <a:xfrm flipH="1">
            <a:off x="1320342" y="3480855"/>
            <a:ext cx="428797" cy="64740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53197B30-04C7-4A16-9670-8B3465A695CB}"/>
              </a:ext>
            </a:extLst>
          </p:cNvPr>
          <p:cNvCxnSpPr>
            <a:cxnSpLocks/>
            <a:stCxn id="10" idx="4"/>
            <a:endCxn id="12" idx="0"/>
          </p:cNvCxnSpPr>
          <p:nvPr/>
        </p:nvCxnSpPr>
        <p:spPr>
          <a:xfrm>
            <a:off x="560591" y="3480854"/>
            <a:ext cx="759751" cy="64740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2ACC2880-D594-40B0-889A-BE5893DAEAFD}"/>
              </a:ext>
            </a:extLst>
          </p:cNvPr>
          <p:cNvCxnSpPr>
            <a:cxnSpLocks/>
            <a:stCxn id="10" idx="0"/>
            <a:endCxn id="6" idx="4"/>
          </p:cNvCxnSpPr>
          <p:nvPr/>
        </p:nvCxnSpPr>
        <p:spPr>
          <a:xfrm flipV="1">
            <a:off x="560591" y="1890813"/>
            <a:ext cx="1639516" cy="90174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442A9435-0BB1-4F61-A5A6-5B589C62D06C}"/>
              </a:ext>
            </a:extLst>
          </p:cNvPr>
          <p:cNvCxnSpPr>
            <a:cxnSpLocks/>
            <a:stCxn id="12" idx="4"/>
            <a:endCxn id="14" idx="0"/>
          </p:cNvCxnSpPr>
          <p:nvPr/>
        </p:nvCxnSpPr>
        <p:spPr>
          <a:xfrm>
            <a:off x="1320342" y="4776987"/>
            <a:ext cx="834568" cy="53834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B31AB758-82F5-45E4-A4D7-05CCA91C4F82}"/>
              </a:ext>
            </a:extLst>
          </p:cNvPr>
          <p:cNvCxnSpPr>
            <a:cxnSpLocks/>
            <a:stCxn id="9" idx="4"/>
            <a:endCxn id="13" idx="0"/>
          </p:cNvCxnSpPr>
          <p:nvPr/>
        </p:nvCxnSpPr>
        <p:spPr>
          <a:xfrm flipH="1">
            <a:off x="2994322" y="3377115"/>
            <a:ext cx="1331091" cy="73218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1D7EFC2B-80D7-4783-973D-651C6AD5F1B2}"/>
              </a:ext>
            </a:extLst>
          </p:cNvPr>
          <p:cNvCxnSpPr>
            <a:cxnSpLocks/>
            <a:stCxn id="8" idx="4"/>
            <a:endCxn id="13" idx="0"/>
          </p:cNvCxnSpPr>
          <p:nvPr/>
        </p:nvCxnSpPr>
        <p:spPr>
          <a:xfrm flipH="1">
            <a:off x="2994322" y="3423747"/>
            <a:ext cx="87636" cy="68555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A45B0B65-E09D-42AD-A7F3-D4F6BFAF3FFA}"/>
              </a:ext>
            </a:extLst>
          </p:cNvPr>
          <p:cNvCxnSpPr>
            <a:cxnSpLocks/>
            <a:stCxn id="11" idx="4"/>
            <a:endCxn id="13" idx="0"/>
          </p:cNvCxnSpPr>
          <p:nvPr/>
        </p:nvCxnSpPr>
        <p:spPr>
          <a:xfrm>
            <a:off x="1749139" y="3480855"/>
            <a:ext cx="1245183" cy="628449"/>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1" name="表格 6">
            <a:extLst>
              <a:ext uri="{FF2B5EF4-FFF2-40B4-BE49-F238E27FC236}">
                <a16:creationId xmlns:a16="http://schemas.microsoft.com/office/drawing/2014/main" id="{C14918C3-0AC7-43C2-B76A-D86C5A2A61FE}"/>
              </a:ext>
            </a:extLst>
          </p:cNvPr>
          <p:cNvGraphicFramePr>
            <a:graphicFrameLocks noGrp="1"/>
          </p:cNvGraphicFramePr>
          <p:nvPr/>
        </p:nvGraphicFramePr>
        <p:xfrm>
          <a:off x="5204836" y="122351"/>
          <a:ext cx="4589405" cy="6455244"/>
        </p:xfrm>
        <a:graphic>
          <a:graphicData uri="http://schemas.openxmlformats.org/drawingml/2006/table">
            <a:tbl>
              <a:tblPr firstRow="1" bandRow="1">
                <a:tableStyleId>{5C22544A-7EE6-4342-B048-85BDC9FD1C3A}</a:tableStyleId>
              </a:tblPr>
              <a:tblGrid>
                <a:gridCol w="917881">
                  <a:extLst>
                    <a:ext uri="{9D8B030D-6E8A-4147-A177-3AD203B41FA5}">
                      <a16:colId xmlns:a16="http://schemas.microsoft.com/office/drawing/2014/main" val="4123152773"/>
                    </a:ext>
                  </a:extLst>
                </a:gridCol>
                <a:gridCol w="917881">
                  <a:extLst>
                    <a:ext uri="{9D8B030D-6E8A-4147-A177-3AD203B41FA5}">
                      <a16:colId xmlns:a16="http://schemas.microsoft.com/office/drawing/2014/main" val="3276230559"/>
                    </a:ext>
                  </a:extLst>
                </a:gridCol>
                <a:gridCol w="917881">
                  <a:extLst>
                    <a:ext uri="{9D8B030D-6E8A-4147-A177-3AD203B41FA5}">
                      <a16:colId xmlns:a16="http://schemas.microsoft.com/office/drawing/2014/main" val="2272104969"/>
                    </a:ext>
                  </a:extLst>
                </a:gridCol>
                <a:gridCol w="917881">
                  <a:extLst>
                    <a:ext uri="{9D8B030D-6E8A-4147-A177-3AD203B41FA5}">
                      <a16:colId xmlns:a16="http://schemas.microsoft.com/office/drawing/2014/main" val="569171837"/>
                    </a:ext>
                  </a:extLst>
                </a:gridCol>
                <a:gridCol w="917881">
                  <a:extLst>
                    <a:ext uri="{9D8B030D-6E8A-4147-A177-3AD203B41FA5}">
                      <a16:colId xmlns:a16="http://schemas.microsoft.com/office/drawing/2014/main" val="2597466175"/>
                    </a:ext>
                  </a:extLst>
                </a:gridCol>
              </a:tblGrid>
              <a:tr h="537937">
                <a:tc>
                  <a:txBody>
                    <a:bodyPr/>
                    <a:lstStyle/>
                    <a:p>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400" b="0" dirty="0">
                          <a:solidFill>
                            <a:schemeClr val="tx1"/>
                          </a:solidFill>
                          <a:latin typeface="Times New Roman" panose="02020603050405020304" pitchFamily="18" charset="0"/>
                          <a:cs typeface="Times New Roman" panose="02020603050405020304" pitchFamily="18" charset="0"/>
                        </a:rPr>
                        <a:t>EST</a:t>
                      </a:r>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537937">
                <a:tc>
                  <a:txBody>
                    <a:bodyPr/>
                    <a:lstStyle/>
                    <a:p>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537937">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537937">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537937">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537937">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537937">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537937">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537937">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3965306"/>
                  </a:ext>
                </a:extLst>
              </a:tr>
              <a:tr h="537937">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687396"/>
                  </a:ext>
                </a:extLst>
              </a:tr>
              <a:tr h="537937">
                <a:tc>
                  <a:txBody>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849730"/>
                  </a:ext>
                </a:extLst>
              </a:tr>
              <a:tr h="537937">
                <a:tc>
                  <a:txBody>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2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8093707"/>
                  </a:ext>
                </a:extLst>
              </a:tr>
            </a:tbl>
          </a:graphicData>
        </a:graphic>
      </p:graphicFrame>
    </p:spTree>
    <p:extLst>
      <p:ext uri="{BB962C8B-B14F-4D97-AF65-F5344CB8AC3E}">
        <p14:creationId xmlns:p14="http://schemas.microsoft.com/office/powerpoint/2010/main" val="6359124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B3A11F-005F-4A6C-837E-48DEE5FF6E1E}"/>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F8C217A-6BB3-4D7B-AB27-F28F96C5E150}"/>
              </a:ext>
            </a:extLst>
          </p:cNvPr>
          <p:cNvSpPr>
            <a:spLocks noGrp="1"/>
          </p:cNvSpPr>
          <p:nvPr>
            <p:ph idx="1"/>
          </p:nvPr>
        </p:nvSpPr>
        <p:spPr/>
        <p:txBody>
          <a:bodyPr/>
          <a:lstStyle/>
          <a:p>
            <a:r>
              <a:rPr lang="en-US" altLang="zh-TW" dirty="0"/>
              <a:t>Ready time:</a:t>
            </a:r>
            <a:r>
              <a:rPr lang="zh-TW" altLang="en-US" dirty="0"/>
              <a:t>任務</a:t>
            </a:r>
            <a:r>
              <a:rPr lang="en-US" altLang="zh-TW" dirty="0" err="1"/>
              <a:t>τi</a:t>
            </a:r>
            <a:r>
              <a:rPr lang="zh-TW" altLang="en-US" dirty="0"/>
              <a:t>的數據就緒時間表示已接收到所有與任務相關的數據。</a:t>
            </a:r>
            <a:endParaRPr lang="en-US" altLang="zh-TW" dirty="0"/>
          </a:p>
          <a:p>
            <a:endParaRPr lang="en-US" altLang="zh-TW" dirty="0"/>
          </a:p>
          <a:p>
            <a:r>
              <a:rPr lang="zh-TW" altLang="en-US" dirty="0"/>
              <a:t>任務最大延遲時間（</a:t>
            </a:r>
            <a:r>
              <a:rPr lang="en-US" altLang="zh-TW" dirty="0" err="1"/>
              <a:t>maxslack</a:t>
            </a:r>
            <a:r>
              <a:rPr lang="zh-TW" altLang="en-US" dirty="0"/>
              <a:t>）任務最大延遲時間</a:t>
            </a:r>
            <a:r>
              <a:rPr lang="en-US" altLang="zh-TW" dirty="0" err="1"/>
              <a:t>maxslack</a:t>
            </a:r>
            <a:r>
              <a:rPr lang="zh-TW" altLang="en-US" dirty="0"/>
              <a:t>用於測量違反截止期限約束的任務的空閒時間的長度。 當</a:t>
            </a:r>
            <a:r>
              <a:rPr lang="en-US" altLang="zh-TW" dirty="0" err="1"/>
              <a:t>τi</a:t>
            </a:r>
            <a:r>
              <a:rPr lang="zh-TW" altLang="en-US" dirty="0"/>
              <a:t>的</a:t>
            </a:r>
            <a:r>
              <a:rPr lang="en-US" altLang="zh-TW" dirty="0" err="1"/>
              <a:t>maxslack</a:t>
            </a:r>
            <a:r>
              <a:rPr lang="zh-TW" altLang="en-US" dirty="0"/>
              <a:t>等於零，即</a:t>
            </a:r>
            <a:r>
              <a:rPr lang="en-US" altLang="zh-TW" dirty="0" err="1"/>
              <a:t>maxslack</a:t>
            </a:r>
            <a:r>
              <a:rPr lang="en-US" altLang="zh-TW" dirty="0"/>
              <a:t> = 0</a:t>
            </a:r>
            <a:r>
              <a:rPr lang="zh-TW" altLang="en-US" dirty="0"/>
              <a:t>時，</a:t>
            </a:r>
            <a:r>
              <a:rPr lang="en-US" altLang="zh-TW" dirty="0" err="1"/>
              <a:t>τi</a:t>
            </a:r>
            <a:r>
              <a:rPr lang="zh-TW" altLang="en-US" dirty="0"/>
              <a:t>必須在其最早的啟動時間啟動。 否則，將發生違反期限的情況。 換句話說，最大</a:t>
            </a:r>
            <a:r>
              <a:rPr lang="en-US" altLang="zh-TW" dirty="0" err="1"/>
              <a:t>maxslack</a:t>
            </a:r>
            <a:r>
              <a:rPr lang="zh-TW" altLang="en-US" dirty="0"/>
              <a:t>表示它有足夠的時間負擔得起</a:t>
            </a:r>
            <a:r>
              <a:rPr lang="en-US" altLang="zh-TW" dirty="0" err="1"/>
              <a:t>τi</a:t>
            </a:r>
            <a:r>
              <a:rPr lang="zh-TW" altLang="en-US" dirty="0"/>
              <a:t>的開始時間。 </a:t>
            </a:r>
            <a:r>
              <a:rPr lang="en-US" altLang="zh-TW" dirty="0" err="1"/>
              <a:t>maxslack</a:t>
            </a:r>
            <a:r>
              <a:rPr lang="zh-TW" altLang="en-US" dirty="0"/>
              <a:t>的定義表示如下，</a:t>
            </a:r>
          </a:p>
        </p:txBody>
      </p:sp>
    </p:spTree>
    <p:extLst>
      <p:ext uri="{BB962C8B-B14F-4D97-AF65-F5344CB8AC3E}">
        <p14:creationId xmlns:p14="http://schemas.microsoft.com/office/powerpoint/2010/main" val="398677338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0D0E05-F242-4DD1-8243-5F3DFECD3123}"/>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C749C4CD-627B-4AEF-8E27-20B0B1F766AA}"/>
              </a:ext>
            </a:extLst>
          </p:cNvPr>
          <p:cNvSpPr>
            <a:spLocks noGrp="1"/>
          </p:cNvSpPr>
          <p:nvPr>
            <p:ph idx="1"/>
          </p:nvPr>
        </p:nvSpPr>
        <p:spPr/>
        <p:txBody>
          <a:bodyPr/>
          <a:lstStyle/>
          <a:p>
            <a:r>
              <a:rPr lang="zh-TW" altLang="en-US" dirty="0"/>
              <a:t>具有低</a:t>
            </a:r>
            <a:r>
              <a:rPr lang="en-US" altLang="zh-TW" dirty="0" err="1"/>
              <a:t>DRank</a:t>
            </a:r>
            <a:r>
              <a:rPr lang="zh-TW" altLang="en-US" dirty="0"/>
              <a:t>值的任務比具有高</a:t>
            </a:r>
            <a:r>
              <a:rPr lang="en-US" altLang="zh-TW" dirty="0" err="1"/>
              <a:t>DRank</a:t>
            </a:r>
            <a:r>
              <a:rPr lang="zh-TW" altLang="en-US" dirty="0"/>
              <a:t>值的任務具有更高的優先級</a:t>
            </a:r>
            <a:endParaRPr lang="en-US" altLang="zh-TW" dirty="0"/>
          </a:p>
          <a:p>
            <a:r>
              <a:rPr lang="zh-TW" altLang="en-US" dirty="0"/>
              <a:t>當兩個任務具有相同的</a:t>
            </a:r>
            <a:r>
              <a:rPr lang="en-US" altLang="zh-TW" dirty="0" err="1"/>
              <a:t>DRank</a:t>
            </a:r>
            <a:r>
              <a:rPr lang="zh-TW" altLang="en-US" dirty="0"/>
              <a:t>值時，</a:t>
            </a:r>
            <a:r>
              <a:rPr lang="en-US" altLang="zh-TW" dirty="0" err="1"/>
              <a:t>maxslack</a:t>
            </a:r>
            <a:r>
              <a:rPr lang="zh-TW" altLang="en-US" dirty="0"/>
              <a:t>較低的任務具有比其他任務更高的優先級</a:t>
            </a:r>
          </a:p>
        </p:txBody>
      </p:sp>
    </p:spTree>
    <p:extLst>
      <p:ext uri="{BB962C8B-B14F-4D97-AF65-F5344CB8AC3E}">
        <p14:creationId xmlns:p14="http://schemas.microsoft.com/office/powerpoint/2010/main" val="236453944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39C23E-D947-4C9F-94B2-AD2AC624F08C}"/>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725651C6-4F0E-4ECB-9DE4-7EF28E7F5C45}"/>
              </a:ext>
            </a:extLst>
          </p:cNvPr>
          <p:cNvSpPr>
            <a:spLocks noGrp="1"/>
          </p:cNvSpPr>
          <p:nvPr>
            <p:ph idx="1"/>
          </p:nvPr>
        </p:nvSpPr>
        <p:spPr/>
        <p:txBody>
          <a:bodyPr/>
          <a:lstStyle/>
          <a:p>
            <a:r>
              <a:rPr lang="en-US" altLang="zh-TW" dirty="0"/>
              <a:t>VM</a:t>
            </a:r>
            <a:r>
              <a:rPr lang="zh-TW" altLang="en-US" dirty="0"/>
              <a:t>實例</a:t>
            </a:r>
            <a:r>
              <a:rPr lang="en-US" altLang="zh-TW" dirty="0"/>
              <a:t>VM j</a:t>
            </a:r>
            <a:r>
              <a:rPr lang="zh-TW" altLang="en-US" dirty="0"/>
              <a:t>的可用時間與</a:t>
            </a:r>
            <a:r>
              <a:rPr lang="en-US" altLang="zh-TW" dirty="0"/>
              <a:t>VM</a:t>
            </a:r>
            <a:r>
              <a:rPr lang="zh-TW" altLang="en-US" dirty="0"/>
              <a:t>實例</a:t>
            </a:r>
            <a:r>
              <a:rPr lang="en-US" altLang="zh-TW" dirty="0"/>
              <a:t>VM j</a:t>
            </a:r>
            <a:r>
              <a:rPr lang="zh-TW" altLang="en-US" dirty="0"/>
              <a:t>上的任務的數據準備時間</a:t>
            </a:r>
            <a:r>
              <a:rPr lang="en-US" altLang="zh-TW" dirty="0" err="1"/>
              <a:t>τi</a:t>
            </a:r>
            <a:r>
              <a:rPr lang="zh-TW" altLang="en-US" dirty="0"/>
              <a:t>之間的相對距離用於指示候選任務的準備時間的接近程度。 遵循每個</a:t>
            </a:r>
            <a:r>
              <a:rPr lang="en-US" altLang="zh-TW" dirty="0"/>
              <a:t>VM</a:t>
            </a:r>
            <a:r>
              <a:rPr lang="zh-TW" altLang="en-US" dirty="0"/>
              <a:t>實例上任務</a:t>
            </a:r>
            <a:r>
              <a:rPr lang="en-US" altLang="zh-TW" dirty="0" err="1"/>
              <a:t>τi</a:t>
            </a:r>
            <a:r>
              <a:rPr lang="zh-TW" altLang="en-US" dirty="0"/>
              <a:t>之間的最小相對距離的規則，而不是</a:t>
            </a:r>
            <a:r>
              <a:rPr lang="en-US" altLang="zh-TW" dirty="0"/>
              <a:t>EFT</a:t>
            </a:r>
            <a:r>
              <a:rPr lang="zh-TW" altLang="en-US" dirty="0"/>
              <a:t>（</a:t>
            </a:r>
            <a:r>
              <a:rPr lang="en-US" altLang="zh-TW" dirty="0" err="1"/>
              <a:t>τi</a:t>
            </a:r>
            <a:r>
              <a:rPr lang="zh-TW" altLang="en-US" dirty="0"/>
              <a:t>）或</a:t>
            </a:r>
            <a:r>
              <a:rPr lang="en-US" altLang="zh-TW" dirty="0"/>
              <a:t>EST</a:t>
            </a:r>
            <a:r>
              <a:rPr lang="zh-TW" altLang="en-US" dirty="0"/>
              <a:t>（</a:t>
            </a:r>
            <a:r>
              <a:rPr lang="en-US" altLang="zh-TW" dirty="0" err="1"/>
              <a:t>τi</a:t>
            </a:r>
            <a:r>
              <a:rPr lang="zh-TW" altLang="en-US" dirty="0"/>
              <a:t>），將優先級隊列中的候選任務</a:t>
            </a:r>
            <a:r>
              <a:rPr lang="en-US" altLang="zh-TW" dirty="0" err="1"/>
              <a:t>τi</a:t>
            </a:r>
            <a:r>
              <a:rPr lang="zh-TW" altLang="en-US" dirty="0"/>
              <a:t>分配給適當的</a:t>
            </a:r>
            <a:r>
              <a:rPr lang="en-US" altLang="zh-TW" dirty="0"/>
              <a:t>VM</a:t>
            </a:r>
            <a:r>
              <a:rPr lang="zh-TW" altLang="en-US" dirty="0"/>
              <a:t>實例。 相對距離的定義表示如下：</a:t>
            </a:r>
            <a:endParaRPr lang="en-US" altLang="zh-TW" dirty="0"/>
          </a:p>
          <a:p>
            <a:r>
              <a:rPr lang="en-US" altLang="zh-TW" dirty="0"/>
              <a:t>Ready-ac</a:t>
            </a:r>
          </a:p>
          <a:p>
            <a:r>
              <a:rPr lang="en-US" altLang="zh-TW" dirty="0"/>
              <a:t>ac</a:t>
            </a:r>
            <a:endParaRPr lang="zh-TW" altLang="en-US" dirty="0"/>
          </a:p>
        </p:txBody>
      </p:sp>
    </p:spTree>
    <p:extLst>
      <p:ext uri="{BB962C8B-B14F-4D97-AF65-F5344CB8AC3E}">
        <p14:creationId xmlns:p14="http://schemas.microsoft.com/office/powerpoint/2010/main" val="175672319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D3E412-311A-4437-B624-FA288EB4A8DA}"/>
              </a:ext>
            </a:extLst>
          </p:cNvPr>
          <p:cNvSpPr>
            <a:spLocks noGrp="1"/>
          </p:cNvSpPr>
          <p:nvPr>
            <p:ph type="title"/>
          </p:nvPr>
        </p:nvSpPr>
        <p:spPr>
          <a:xfrm>
            <a:off x="838200" y="365125"/>
            <a:ext cx="10515600" cy="1629930"/>
          </a:xfrm>
        </p:spPr>
        <p:txBody>
          <a:bodyPr>
            <a:normAutofit/>
          </a:bodyPr>
          <a:lstStyle/>
          <a:p>
            <a:pPr algn="ctr"/>
            <a:r>
              <a:rPr lang="en-US" altLang="zh-TW" sz="2800" b="0" i="0" u="none" strike="noStrike" baseline="0" dirty="0">
                <a:latin typeface="Times New Roman" panose="02020603050405020304" pitchFamily="18" charset="0"/>
                <a:cs typeface="Times New Roman" panose="02020603050405020304" pitchFamily="18" charset="0"/>
              </a:rPr>
              <a:t>Resource and Instance Hour Minimization for</a:t>
            </a:r>
            <a:br>
              <a:rPr lang="en-US" altLang="zh-TW" sz="2800" b="0" i="0" u="none" strike="noStrike" baseline="0" dirty="0">
                <a:latin typeface="Times New Roman" panose="02020603050405020304" pitchFamily="18" charset="0"/>
                <a:cs typeface="Times New Roman" panose="02020603050405020304" pitchFamily="18" charset="0"/>
              </a:rPr>
            </a:br>
            <a:r>
              <a:rPr lang="en-US" altLang="zh-TW" sz="2800" b="0" i="0" u="none" strike="noStrike" baseline="0" dirty="0">
                <a:latin typeface="Times New Roman" panose="02020603050405020304" pitchFamily="18" charset="0"/>
                <a:cs typeface="Times New Roman" panose="02020603050405020304" pitchFamily="18" charset="0"/>
              </a:rPr>
              <a:t>Deadline Constrained DAG Applications Using</a:t>
            </a:r>
            <a:br>
              <a:rPr lang="en-US" altLang="zh-TW" sz="2800" b="0" i="0" u="none" strike="noStrike" baseline="0" dirty="0">
                <a:latin typeface="Times New Roman" panose="02020603050405020304" pitchFamily="18" charset="0"/>
                <a:cs typeface="Times New Roman" panose="02020603050405020304" pitchFamily="18" charset="0"/>
              </a:rPr>
            </a:br>
            <a:r>
              <a:rPr lang="en-US" altLang="zh-TW" sz="2800" b="0" i="0" u="none" strike="noStrike" baseline="0" dirty="0">
                <a:latin typeface="Times New Roman" panose="02020603050405020304" pitchFamily="18" charset="0"/>
                <a:cs typeface="Times New Roman" panose="02020603050405020304" pitchFamily="18" charset="0"/>
              </a:rPr>
              <a:t>Computer Clouds</a:t>
            </a:r>
            <a:endParaRPr lang="zh-TW" altLang="en-US" sz="6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2C10A835-20DF-4F80-90CC-6EB6AA9440EA}"/>
              </a:ext>
            </a:extLst>
          </p:cNvPr>
          <p:cNvSpPr>
            <a:spLocks noGrp="1"/>
          </p:cNvSpPr>
          <p:nvPr>
            <p:ph idx="1"/>
          </p:nvPr>
        </p:nvSpPr>
        <p:spPr>
          <a:xfrm>
            <a:off x="1004455" y="2141537"/>
            <a:ext cx="10515600" cy="4351338"/>
          </a:xfrm>
        </p:spPr>
        <p:txBody>
          <a:bodyPr/>
          <a:lstStyle/>
          <a:p>
            <a:pPr marL="0" indent="0" algn="ctr">
              <a:buNone/>
            </a:pPr>
            <a:r>
              <a:rPr lang="en-US" altLang="zh-TW" sz="2400" b="0" i="0" u="none" strike="noStrike" baseline="0" dirty="0">
                <a:latin typeface="NimbusSanL-Regu"/>
              </a:rPr>
              <a:t>Hao Wu, </a:t>
            </a:r>
            <a:r>
              <a:rPr lang="en-US" altLang="zh-TW" sz="2400" b="0" i="0" u="none" strike="noStrike" baseline="0" dirty="0">
                <a:latin typeface="NimbusSanL-ReguItal"/>
              </a:rPr>
              <a:t>Student Member, IEEE</a:t>
            </a:r>
            <a:r>
              <a:rPr lang="en-US" altLang="zh-TW" sz="2400" b="0" i="0" u="none" strike="noStrike" baseline="0" dirty="0">
                <a:latin typeface="NimbusSanL-Regu"/>
              </a:rPr>
              <a:t>, </a:t>
            </a:r>
            <a:r>
              <a:rPr lang="en-US" altLang="zh-TW" sz="2400" b="0" i="0" u="none" strike="noStrike" baseline="0" dirty="0" err="1">
                <a:latin typeface="NimbusSanL-Regu"/>
              </a:rPr>
              <a:t>Xiayu</a:t>
            </a:r>
            <a:r>
              <a:rPr lang="en-US" altLang="zh-TW" sz="2400" b="0" i="0" u="none" strike="noStrike" baseline="0" dirty="0">
                <a:latin typeface="NimbusSanL-Regu"/>
              </a:rPr>
              <a:t> Hua, </a:t>
            </a:r>
            <a:r>
              <a:rPr lang="en-US" altLang="zh-TW" sz="2400" b="0" i="0" u="none" strike="noStrike" baseline="0" dirty="0">
                <a:latin typeface="NimbusSanL-ReguItal"/>
              </a:rPr>
              <a:t>Student Member, IEEE</a:t>
            </a:r>
            <a:r>
              <a:rPr lang="en-US" altLang="zh-TW" sz="2400" b="0" i="0" u="none" strike="noStrike" baseline="0" dirty="0">
                <a:latin typeface="NimbusSanL-Regu"/>
              </a:rPr>
              <a:t>, Zheng Li, </a:t>
            </a:r>
            <a:r>
              <a:rPr lang="en-US" altLang="zh-TW" sz="2400" b="0" i="0" u="none" strike="noStrike" baseline="0" dirty="0">
                <a:latin typeface="NimbusSanL-ReguItal"/>
              </a:rPr>
              <a:t>Student Member, IEEE </a:t>
            </a:r>
            <a:r>
              <a:rPr lang="en-US" altLang="zh-TW" sz="2400" b="0" i="0" u="none" strike="noStrike" baseline="0" dirty="0">
                <a:latin typeface="NimbusSanL-Regu"/>
              </a:rPr>
              <a:t>and </a:t>
            </a:r>
            <a:r>
              <a:rPr lang="en-US" altLang="zh-TW" sz="2400" b="0" i="0" u="none" strike="noStrike" baseline="0" dirty="0" err="1">
                <a:latin typeface="NimbusSanL-Regu"/>
              </a:rPr>
              <a:t>Shangping</a:t>
            </a:r>
            <a:r>
              <a:rPr lang="en-US" altLang="zh-TW" sz="2400" b="0" i="0" u="none" strike="noStrike" baseline="0" dirty="0">
                <a:latin typeface="NimbusSanL-Regu"/>
              </a:rPr>
              <a:t> Ren, </a:t>
            </a:r>
            <a:r>
              <a:rPr lang="en-US" altLang="zh-TW" sz="2400" b="0" i="0" u="none" strike="noStrike" baseline="0" dirty="0">
                <a:latin typeface="NimbusSanL-ReguItal"/>
              </a:rPr>
              <a:t>Senior Member, IEEE</a:t>
            </a:r>
            <a:r>
              <a:rPr lang="en-US" altLang="zh-TW" sz="2400" b="0" i="0" u="none" strike="noStrike" baseline="0" dirty="0">
                <a:latin typeface="NimbusSanL-Regu"/>
              </a:rPr>
              <a:t>,</a:t>
            </a:r>
          </a:p>
          <a:p>
            <a:pPr algn="l"/>
            <a:endParaRPr lang="en-US" altLang="zh-TW" sz="1800" dirty="0">
              <a:latin typeface="NimbusSanL-Regu"/>
            </a:endParaRPr>
          </a:p>
          <a:p>
            <a:pPr algn="l"/>
            <a:endParaRPr lang="en-US" altLang="zh-TW" sz="1800" dirty="0">
              <a:latin typeface="NimbusSanL-Regu"/>
            </a:endParaRPr>
          </a:p>
          <a:p>
            <a:pPr algn="ctr"/>
            <a:endParaRPr lang="en-US" altLang="zh-TW" sz="1800" dirty="0">
              <a:solidFill>
                <a:srgbClr val="333333"/>
              </a:solidFill>
              <a:latin typeface="NimbusSanL-Regu"/>
            </a:endParaRPr>
          </a:p>
          <a:p>
            <a:pPr marL="0" indent="0" algn="ctr">
              <a:buNone/>
            </a:pPr>
            <a:r>
              <a:rPr lang="en-US" altLang="zh-TW" b="0" dirty="0">
                <a:effectLst/>
              </a:rPr>
              <a:t>IEEE Transactions on Parallel and Distributed Systems </a:t>
            </a:r>
          </a:p>
          <a:p>
            <a:pPr marL="0" indent="0" algn="ctr">
              <a:buNone/>
            </a:pPr>
            <a:r>
              <a:rPr lang="en-US" altLang="zh-TW" b="0" dirty="0">
                <a:effectLst/>
              </a:rPr>
              <a:t>( Volume: 27, </a:t>
            </a:r>
            <a:r>
              <a:rPr lang="en-US" altLang="zh-TW" b="0" strike="noStrike" dirty="0">
                <a:effectLst/>
              </a:rPr>
              <a:t>Issue: 3</a:t>
            </a:r>
            <a:r>
              <a:rPr lang="en-US" altLang="zh-TW" b="0" dirty="0">
                <a:effectLst/>
              </a:rPr>
              <a:t>, March 1 2016)</a:t>
            </a:r>
            <a:endParaRPr lang="zh-TW" altLang="en-US" dirty="0"/>
          </a:p>
        </p:txBody>
      </p:sp>
    </p:spTree>
    <p:extLst>
      <p:ext uri="{BB962C8B-B14F-4D97-AF65-F5344CB8AC3E}">
        <p14:creationId xmlns:p14="http://schemas.microsoft.com/office/powerpoint/2010/main" val="271950465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2827B8-87ED-4F32-8E3C-329638E50291}"/>
              </a:ext>
            </a:extLst>
          </p:cNvPr>
          <p:cNvSpPr>
            <a:spLocks noGrp="1"/>
          </p:cNvSpPr>
          <p:nvPr>
            <p:ph type="title"/>
          </p:nvPr>
        </p:nvSpPr>
        <p:spPr>
          <a:xfrm>
            <a:off x="671946" y="83127"/>
            <a:ext cx="10515600" cy="1325563"/>
          </a:xfrm>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760CBF44-13E9-49CB-9168-92AC51E142B0}"/>
              </a:ext>
            </a:extLst>
          </p:cNvPr>
          <p:cNvSpPr>
            <a:spLocks noGrp="1"/>
          </p:cNvSpPr>
          <p:nvPr>
            <p:ph idx="1"/>
          </p:nvPr>
        </p:nvSpPr>
        <p:spPr>
          <a:xfrm>
            <a:off x="356755" y="1203902"/>
            <a:ext cx="11727873" cy="5404716"/>
          </a:xfrm>
        </p:spPr>
        <p:txBody>
          <a:bodyPr>
            <a:normAutofit fontScale="92500" lnSpcReduction="20000"/>
          </a:bodyPr>
          <a:lstStyle/>
          <a:p>
            <a:pPr marL="0" indent="0" algn="l">
              <a:buNone/>
            </a:pPr>
            <a:r>
              <a:rPr lang="en-US" altLang="zh-TW" sz="2400" b="0" i="0" u="none" strike="noStrike" baseline="0" dirty="0">
                <a:latin typeface="NimbusSanL-Regu"/>
              </a:rPr>
              <a:t>	In this paper, we address the resource and virtual machine instance hour minimization problem for directed-acyclic-graph-based deadline constrained applications deployed on computer clouds. The allocated resources and instance hours on computer clouds must: (1) guarantee the satisfaction of a deadline constrained application’s end-to-end deadline; (2) ensure that the number of virtual machine (VM) instances allocated to the application is minimized; (3) under the allocated number of VM instances, determine application execution schedule that minimizes the application’s </a:t>
            </a:r>
            <a:r>
              <a:rPr lang="en-US" altLang="zh-TW" sz="2400" b="0" i="0" u="none" strike="noStrike" baseline="0" dirty="0" err="1">
                <a:latin typeface="NimbusSanL-Regu"/>
              </a:rPr>
              <a:t>makespan</a:t>
            </a:r>
            <a:r>
              <a:rPr lang="en-US" altLang="zh-TW" sz="2400" b="0" i="0" u="none" strike="noStrike" baseline="0" dirty="0">
                <a:latin typeface="NimbusSanL-Regu"/>
              </a:rPr>
              <a:t>; and (4) under the decided application execution schedule, determine a VM operation schedule, i.e., when a VM should be turned on or off, that minimizes total VM instance hours needed to execute the application. We first give lower and upper bounds for the number of VM instances needed to guarantee the satisfaction of a deadline constrained application’s end-to-end deadline. Based on the bounds, we develop a heuristic algorithm called minimal slack time and minimal distance (MSMD) algorithm that finds the minimum number of VM instances needed to guarantee the application’s deadline and schedules tasks on the allocated VM instances so that the application’s </a:t>
            </a:r>
            <a:r>
              <a:rPr lang="en-US" altLang="zh-TW" sz="2400" b="0" i="0" u="none" strike="noStrike" baseline="0" dirty="0" err="1">
                <a:latin typeface="NimbusSanL-Regu"/>
              </a:rPr>
              <a:t>makespan</a:t>
            </a:r>
            <a:r>
              <a:rPr lang="en-US" altLang="zh-TW" sz="2400" b="0" i="0" u="none" strike="noStrike" baseline="0" dirty="0">
                <a:latin typeface="NimbusSanL-Regu"/>
              </a:rPr>
              <a:t> is minimized. Once the application execution schedule and the number of VM instances needed are determined, the proposed VM instance hour minimization (IHM) algorithm is applied to further reduce the instance hours needed by VMs to complete the application’s execution. Our experimental results show that the MSMD algorithm can guarantee applications’ end-to-end deadlines with less resources than the HEFT [32], MOHEFT [16], DBUS [9], QoS-base [40] and Auto-Scaling [25] heuristic scheduling algorithms in the literature. Furthermore, under allocated resources, the MSMD algorithm can, on average, reduce an application’s </a:t>
            </a:r>
            <a:r>
              <a:rPr lang="en-US" altLang="zh-TW" sz="2400" b="0" i="0" u="none" strike="noStrike" baseline="0" dirty="0" err="1">
                <a:latin typeface="NimbusSanL-Regu"/>
              </a:rPr>
              <a:t>makespan</a:t>
            </a:r>
            <a:r>
              <a:rPr lang="en-US" altLang="zh-TW" sz="2400" b="0" i="0" u="none" strike="noStrike" baseline="0" dirty="0">
                <a:latin typeface="NimbusSanL-Regu"/>
              </a:rPr>
              <a:t> by 3.4% of its deadline. In addition, with the IHM algorithm we can effectively reduce the application’s execution instance hours compared with when IHM is not applied.</a:t>
            </a:r>
            <a:endParaRPr lang="zh-TW" altLang="en-US" sz="3600" dirty="0"/>
          </a:p>
        </p:txBody>
      </p:sp>
    </p:spTree>
    <p:extLst>
      <p:ext uri="{BB962C8B-B14F-4D97-AF65-F5344CB8AC3E}">
        <p14:creationId xmlns:p14="http://schemas.microsoft.com/office/powerpoint/2010/main" val="351596996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BD2FAD-95D8-48C2-B120-38DDE2BEC0C8}"/>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C4EF5150-0862-42A4-886E-3618E444706F}"/>
              </a:ext>
            </a:extLst>
          </p:cNvPr>
          <p:cNvSpPr>
            <a:spLocks noGrp="1"/>
          </p:cNvSpPr>
          <p:nvPr>
            <p:ph idx="1"/>
          </p:nvPr>
        </p:nvSpPr>
        <p:spPr/>
        <p:txBody>
          <a:bodyPr/>
          <a:lstStyle/>
          <a:p>
            <a:r>
              <a:rPr lang="zh-TW" altLang="en-US" dirty="0"/>
              <a:t>（</a:t>
            </a:r>
            <a:r>
              <a:rPr lang="en-US" altLang="zh-TW" dirty="0"/>
              <a:t>1</a:t>
            </a:r>
            <a:r>
              <a:rPr lang="zh-TW" altLang="en-US" dirty="0"/>
              <a:t>）確保滿足受約束的應用程序的端到端截止期限的截止期限； （</a:t>
            </a:r>
            <a:r>
              <a:rPr lang="en-US" altLang="zh-TW" dirty="0"/>
              <a:t>2</a:t>
            </a:r>
            <a:r>
              <a:rPr lang="zh-TW" altLang="en-US" dirty="0"/>
              <a:t>）確保分配給應用程序的虛擬機（</a:t>
            </a:r>
            <a:r>
              <a:rPr lang="en-US" altLang="zh-TW" dirty="0"/>
              <a:t>VM</a:t>
            </a:r>
            <a:r>
              <a:rPr lang="zh-TW" altLang="en-US" dirty="0"/>
              <a:t>）實例的數量最少； （</a:t>
            </a:r>
            <a:r>
              <a:rPr lang="en-US" altLang="zh-TW" dirty="0"/>
              <a:t>3</a:t>
            </a:r>
            <a:r>
              <a:rPr lang="zh-TW" altLang="en-US" dirty="0"/>
              <a:t>）在分配的</a:t>
            </a:r>
            <a:r>
              <a:rPr lang="en-US" altLang="zh-TW" dirty="0"/>
              <a:t>VM</a:t>
            </a:r>
            <a:r>
              <a:rPr lang="zh-TW" altLang="en-US" dirty="0"/>
              <a:t>實例數量下，確定可最大程度縮短應用程序生成時間的應用程序執行計劃； （</a:t>
            </a:r>
            <a:r>
              <a:rPr lang="en-US" altLang="zh-TW" dirty="0"/>
              <a:t>4</a:t>
            </a:r>
            <a:r>
              <a:rPr lang="zh-TW" altLang="en-US" dirty="0"/>
              <a:t>）在確定的應用執行時間表下，確定</a:t>
            </a:r>
            <a:r>
              <a:rPr lang="en-US" altLang="zh-TW" dirty="0"/>
              <a:t>VM</a:t>
            </a:r>
            <a:r>
              <a:rPr lang="zh-TW" altLang="en-US" dirty="0"/>
              <a:t>的運行時間表，即何時開啟或關閉</a:t>
            </a:r>
            <a:r>
              <a:rPr lang="en-US" altLang="zh-TW" dirty="0"/>
              <a:t>VM</a:t>
            </a:r>
            <a:r>
              <a:rPr lang="zh-TW" altLang="en-US" dirty="0"/>
              <a:t>，以最大程度地減少執行應用所需的</a:t>
            </a:r>
            <a:r>
              <a:rPr lang="en-US" altLang="zh-TW" dirty="0"/>
              <a:t>VM</a:t>
            </a:r>
            <a:r>
              <a:rPr lang="zh-TW" altLang="en-US" dirty="0"/>
              <a:t>實例總時數。</a:t>
            </a:r>
          </a:p>
        </p:txBody>
      </p:sp>
    </p:spTree>
    <p:extLst>
      <p:ext uri="{BB962C8B-B14F-4D97-AF65-F5344CB8AC3E}">
        <p14:creationId xmlns:p14="http://schemas.microsoft.com/office/powerpoint/2010/main" val="238399406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9D288A-337B-45FB-9757-14D568171F6A}"/>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2181521-EBF4-4176-8083-2893607FB61D}"/>
              </a:ext>
            </a:extLst>
          </p:cNvPr>
          <p:cNvSpPr>
            <a:spLocks noGrp="1"/>
          </p:cNvSpPr>
          <p:nvPr>
            <p:ph idx="1"/>
          </p:nvPr>
        </p:nvSpPr>
        <p:spPr/>
        <p:txBody>
          <a:bodyPr>
            <a:normAutofit/>
          </a:bodyPr>
          <a:lstStyle/>
          <a:p>
            <a:r>
              <a:rPr lang="zh-TW" altLang="en-US" dirty="0"/>
              <a:t>啟發式算法</a:t>
            </a:r>
            <a:r>
              <a:rPr lang="en-US" altLang="zh-TW" dirty="0"/>
              <a:t>MSMD</a:t>
            </a:r>
            <a:r>
              <a:rPr lang="zh-TW" altLang="en-US" dirty="0"/>
              <a:t>，</a:t>
            </a:r>
            <a:r>
              <a:rPr lang="en-US" altLang="zh-TW" dirty="0"/>
              <a:t>deadline</a:t>
            </a:r>
            <a:r>
              <a:rPr lang="zh-TW" altLang="en-US" dirty="0"/>
              <a:t>所需的最小</a:t>
            </a:r>
            <a:r>
              <a:rPr lang="en-US" altLang="zh-TW" dirty="0"/>
              <a:t>VM</a:t>
            </a:r>
            <a:r>
              <a:rPr lang="zh-TW" altLang="en-US" dirty="0"/>
              <a:t>實例數，從而最大程度地縮短</a:t>
            </a:r>
            <a:r>
              <a:rPr lang="en-US" altLang="zh-TW" dirty="0"/>
              <a:t>application</a:t>
            </a:r>
            <a:r>
              <a:rPr lang="zh-TW" altLang="en-US" dirty="0"/>
              <a:t>的</a:t>
            </a:r>
            <a:r>
              <a:rPr lang="en-US" altLang="zh-TW" dirty="0" err="1"/>
              <a:t>makespan</a:t>
            </a:r>
            <a:r>
              <a:rPr lang="zh-TW" altLang="en-US" dirty="0"/>
              <a:t>。</a:t>
            </a:r>
            <a:endParaRPr lang="en-US" altLang="zh-TW" dirty="0"/>
          </a:p>
          <a:p>
            <a:r>
              <a:rPr lang="zh-TW" altLang="en-US" dirty="0"/>
              <a:t>確定了</a:t>
            </a:r>
            <a:r>
              <a:rPr lang="en-US" altLang="zh-TW" dirty="0"/>
              <a:t>application execution </a:t>
            </a:r>
            <a:r>
              <a:rPr lang="zh-TW" altLang="en-US" dirty="0"/>
              <a:t>和所需的</a:t>
            </a:r>
            <a:r>
              <a:rPr lang="en-US" altLang="zh-TW" dirty="0"/>
              <a:t>VM</a:t>
            </a:r>
            <a:r>
              <a:rPr lang="zh-TW" altLang="en-US" dirty="0"/>
              <a:t> </a:t>
            </a:r>
            <a:r>
              <a:rPr lang="en-US" altLang="zh-TW" dirty="0"/>
              <a:t>instance</a:t>
            </a:r>
            <a:r>
              <a:rPr lang="zh-TW" altLang="en-US" dirty="0"/>
              <a:t>數量，建議的</a:t>
            </a:r>
            <a:r>
              <a:rPr lang="en-US" altLang="zh-TW" dirty="0"/>
              <a:t>VM</a:t>
            </a:r>
            <a:r>
              <a:rPr lang="zh-TW" altLang="en-US" dirty="0"/>
              <a:t>實例小時最小化（</a:t>
            </a:r>
            <a:r>
              <a:rPr lang="en-US" altLang="zh-TW" dirty="0"/>
              <a:t>IHM</a:t>
            </a:r>
            <a:r>
              <a:rPr lang="zh-TW" altLang="en-US" dirty="0"/>
              <a:t>）算法將被應用，以進一步減少</a:t>
            </a:r>
            <a:r>
              <a:rPr lang="en-US" altLang="zh-TW" dirty="0"/>
              <a:t>VM</a:t>
            </a:r>
            <a:r>
              <a:rPr lang="zh-TW" altLang="en-US" dirty="0"/>
              <a:t>來完成應用程序執行所需的實例時間。</a:t>
            </a:r>
            <a:endParaRPr lang="en-US" altLang="zh-TW" dirty="0"/>
          </a:p>
        </p:txBody>
      </p:sp>
    </p:spTree>
    <p:extLst>
      <p:ext uri="{BB962C8B-B14F-4D97-AF65-F5344CB8AC3E}">
        <p14:creationId xmlns:p14="http://schemas.microsoft.com/office/powerpoint/2010/main" val="190754997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84CE82-2936-4473-BE25-09F7D47D0E90}"/>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32333A2-22BE-4E3F-A1E1-CCB449705087}"/>
              </a:ext>
            </a:extLst>
          </p:cNvPr>
          <p:cNvSpPr>
            <a:spLocks noGrp="1"/>
          </p:cNvSpPr>
          <p:nvPr>
            <p:ph idx="1"/>
          </p:nvPr>
        </p:nvSpPr>
        <p:spPr/>
        <p:txBody>
          <a:bodyPr/>
          <a:lstStyle/>
          <a:p>
            <a:r>
              <a:rPr lang="zh-TW" altLang="en-US" dirty="0"/>
              <a:t>我們的實驗結果表明，與</a:t>
            </a:r>
            <a:r>
              <a:rPr lang="en-US" altLang="zh-TW" dirty="0"/>
              <a:t>HEFT [32]</a:t>
            </a:r>
            <a:r>
              <a:rPr lang="zh-TW" altLang="en-US" dirty="0"/>
              <a:t>，</a:t>
            </a:r>
            <a:r>
              <a:rPr lang="en-US" altLang="zh-TW" dirty="0"/>
              <a:t>MOHEFT [16]</a:t>
            </a:r>
            <a:r>
              <a:rPr lang="zh-TW" altLang="en-US" dirty="0"/>
              <a:t>，</a:t>
            </a:r>
            <a:r>
              <a:rPr lang="en-US" altLang="zh-TW" dirty="0"/>
              <a:t>DBUS [9]</a:t>
            </a:r>
            <a:r>
              <a:rPr lang="zh-TW" altLang="en-US" dirty="0"/>
              <a:t>，</a:t>
            </a:r>
            <a:r>
              <a:rPr lang="en-US" altLang="zh-TW" dirty="0"/>
              <a:t>QoS-base [40]</a:t>
            </a:r>
            <a:r>
              <a:rPr lang="zh-TW" altLang="en-US" dirty="0"/>
              <a:t>和</a:t>
            </a:r>
            <a:r>
              <a:rPr lang="en-US" altLang="zh-TW" dirty="0"/>
              <a:t>Auto-Scaling [25]</a:t>
            </a:r>
            <a:r>
              <a:rPr lang="zh-TW" altLang="en-US" dirty="0"/>
              <a:t>相比，</a:t>
            </a:r>
            <a:r>
              <a:rPr lang="en-US" altLang="zh-TW" dirty="0"/>
              <a:t>MSMD</a:t>
            </a:r>
            <a:r>
              <a:rPr lang="zh-TW" altLang="en-US" dirty="0"/>
              <a:t>算法可以以更少的資源保證應用程序的端到端期限。文獻中的啟發式調度算法。此外，在分配的資源下，</a:t>
            </a:r>
            <a:r>
              <a:rPr lang="en-US" altLang="zh-TW" dirty="0"/>
              <a:t>MSMD</a:t>
            </a:r>
            <a:r>
              <a:rPr lang="zh-TW" altLang="en-US" dirty="0"/>
              <a:t>算法平均可將應用程序的有效期縮短至截止日期的</a:t>
            </a:r>
            <a:r>
              <a:rPr lang="en-US" altLang="zh-TW" dirty="0"/>
              <a:t>3.4</a:t>
            </a:r>
            <a:r>
              <a:rPr lang="zh-TW" altLang="en-US" dirty="0"/>
              <a:t>％。此外，與</a:t>
            </a:r>
            <a:r>
              <a:rPr lang="en-US" altLang="zh-TW" dirty="0"/>
              <a:t>IHM</a:t>
            </a:r>
            <a:r>
              <a:rPr lang="zh-TW" altLang="en-US" dirty="0"/>
              <a:t>算法相比，與</a:t>
            </a:r>
            <a:r>
              <a:rPr lang="en-US" altLang="zh-TW" dirty="0"/>
              <a:t>IHM</a:t>
            </a:r>
            <a:r>
              <a:rPr lang="zh-TW" altLang="en-US" dirty="0"/>
              <a:t>算法相比，我們可以有效減少應用程序執行實例的時間未應用</a:t>
            </a:r>
            <a:r>
              <a:rPr lang="en-US" altLang="zh-TW" dirty="0"/>
              <a:t>IHM</a:t>
            </a:r>
            <a:r>
              <a:rPr lang="zh-TW" altLang="en-US" dirty="0"/>
              <a:t>時。</a:t>
            </a:r>
          </a:p>
          <a:p>
            <a:endParaRPr lang="zh-TW" altLang="en-US" dirty="0"/>
          </a:p>
        </p:txBody>
      </p:sp>
    </p:spTree>
    <p:extLst>
      <p:ext uri="{BB962C8B-B14F-4D97-AF65-F5344CB8AC3E}">
        <p14:creationId xmlns:p14="http://schemas.microsoft.com/office/powerpoint/2010/main" val="136062954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EF588A-2772-4999-8DB6-0A520A7FD7E0}"/>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AFB54328-6C69-4A91-929D-AA15A8CFBDC9}"/>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74BB027C-2363-402A-8875-3DD30EB7B803}"/>
              </a:ext>
            </a:extLst>
          </p:cNvPr>
          <p:cNvPicPr>
            <a:picLocks noChangeAspect="1"/>
          </p:cNvPicPr>
          <p:nvPr/>
        </p:nvPicPr>
        <p:blipFill>
          <a:blip r:embed="rId3"/>
          <a:stretch>
            <a:fillRect/>
          </a:stretch>
        </p:blipFill>
        <p:spPr>
          <a:xfrm>
            <a:off x="259340" y="137924"/>
            <a:ext cx="5836660" cy="3863370"/>
          </a:xfrm>
          <a:prstGeom prst="rect">
            <a:avLst/>
          </a:prstGeom>
        </p:spPr>
      </p:pic>
      <p:pic>
        <p:nvPicPr>
          <p:cNvPr id="7" name="圖片 6">
            <a:extLst>
              <a:ext uri="{FF2B5EF4-FFF2-40B4-BE49-F238E27FC236}">
                <a16:creationId xmlns:a16="http://schemas.microsoft.com/office/drawing/2014/main" id="{14B01B0F-7FCE-4986-BCA5-5FB994F04BE9}"/>
              </a:ext>
            </a:extLst>
          </p:cNvPr>
          <p:cNvPicPr>
            <a:picLocks noChangeAspect="1"/>
          </p:cNvPicPr>
          <p:nvPr/>
        </p:nvPicPr>
        <p:blipFill>
          <a:blip r:embed="rId4"/>
          <a:stretch>
            <a:fillRect/>
          </a:stretch>
        </p:blipFill>
        <p:spPr>
          <a:xfrm>
            <a:off x="5919863" y="578299"/>
            <a:ext cx="6272137" cy="3490464"/>
          </a:xfrm>
          <a:prstGeom prst="rect">
            <a:avLst/>
          </a:prstGeom>
        </p:spPr>
      </p:pic>
      <p:pic>
        <p:nvPicPr>
          <p:cNvPr id="8" name="圖片 7" descr="一張含有 文字 的圖片&#10;&#10;自動產生的描述">
            <a:extLst>
              <a:ext uri="{FF2B5EF4-FFF2-40B4-BE49-F238E27FC236}">
                <a16:creationId xmlns:a16="http://schemas.microsoft.com/office/drawing/2014/main" id="{B08BDFF2-E946-4EE5-9ACF-E3EBF39A89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63175" y="4557483"/>
            <a:ext cx="5985511" cy="783443"/>
          </a:xfrm>
          <a:prstGeom prst="rect">
            <a:avLst/>
          </a:prstGeom>
        </p:spPr>
      </p:pic>
    </p:spTree>
    <p:extLst>
      <p:ext uri="{BB962C8B-B14F-4D97-AF65-F5344CB8AC3E}">
        <p14:creationId xmlns:p14="http://schemas.microsoft.com/office/powerpoint/2010/main" val="339149149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id="{C7DAC2C3-76DE-478F-AD68-8B21F94DD422}"/>
              </a:ext>
            </a:extLst>
          </p:cNvPr>
          <p:cNvPicPr>
            <a:picLocks noGrp="1" noChangeAspect="1"/>
          </p:cNvPicPr>
          <p:nvPr>
            <p:ph idx="1"/>
          </p:nvPr>
        </p:nvPicPr>
        <p:blipFill>
          <a:blip r:embed="rId3"/>
          <a:stretch>
            <a:fillRect/>
          </a:stretch>
        </p:blipFill>
        <p:spPr>
          <a:xfrm>
            <a:off x="422563" y="0"/>
            <a:ext cx="3709987" cy="1031175"/>
          </a:xfrm>
        </p:spPr>
      </p:pic>
      <p:pic>
        <p:nvPicPr>
          <p:cNvPr id="7" name="圖片 6">
            <a:extLst>
              <a:ext uri="{FF2B5EF4-FFF2-40B4-BE49-F238E27FC236}">
                <a16:creationId xmlns:a16="http://schemas.microsoft.com/office/drawing/2014/main" id="{EFD7AD3F-F519-4077-9371-0B4CDCC78EFD}"/>
              </a:ext>
            </a:extLst>
          </p:cNvPr>
          <p:cNvPicPr>
            <a:picLocks noChangeAspect="1"/>
          </p:cNvPicPr>
          <p:nvPr/>
        </p:nvPicPr>
        <p:blipFill>
          <a:blip r:embed="rId4"/>
          <a:stretch>
            <a:fillRect/>
          </a:stretch>
        </p:blipFill>
        <p:spPr>
          <a:xfrm>
            <a:off x="5696564" y="40315"/>
            <a:ext cx="5447811" cy="771957"/>
          </a:xfrm>
          <a:prstGeom prst="rect">
            <a:avLst/>
          </a:prstGeom>
        </p:spPr>
      </p:pic>
      <p:pic>
        <p:nvPicPr>
          <p:cNvPr id="8" name="圖片 7">
            <a:extLst>
              <a:ext uri="{FF2B5EF4-FFF2-40B4-BE49-F238E27FC236}">
                <a16:creationId xmlns:a16="http://schemas.microsoft.com/office/drawing/2014/main" id="{43A6DB40-F23C-41BE-97D9-A212FF99DA53}"/>
              </a:ext>
            </a:extLst>
          </p:cNvPr>
          <p:cNvPicPr>
            <a:picLocks noChangeAspect="1"/>
          </p:cNvPicPr>
          <p:nvPr/>
        </p:nvPicPr>
        <p:blipFill>
          <a:blip r:embed="rId5"/>
          <a:stretch>
            <a:fillRect/>
          </a:stretch>
        </p:blipFill>
        <p:spPr>
          <a:xfrm>
            <a:off x="6000932" y="3467606"/>
            <a:ext cx="4269024" cy="3350079"/>
          </a:xfrm>
          <a:prstGeom prst="rect">
            <a:avLst/>
          </a:prstGeom>
        </p:spPr>
      </p:pic>
      <p:pic>
        <p:nvPicPr>
          <p:cNvPr id="12" name="圖片 11">
            <a:extLst>
              <a:ext uri="{FF2B5EF4-FFF2-40B4-BE49-F238E27FC236}">
                <a16:creationId xmlns:a16="http://schemas.microsoft.com/office/drawing/2014/main" id="{91D5F884-3E89-4969-87A5-95CD4AA21333}"/>
              </a:ext>
            </a:extLst>
          </p:cNvPr>
          <p:cNvPicPr>
            <a:picLocks noChangeAspect="1"/>
          </p:cNvPicPr>
          <p:nvPr/>
        </p:nvPicPr>
        <p:blipFill>
          <a:blip r:embed="rId6"/>
          <a:stretch>
            <a:fillRect/>
          </a:stretch>
        </p:blipFill>
        <p:spPr>
          <a:xfrm>
            <a:off x="574095" y="3766219"/>
            <a:ext cx="4218708" cy="2792424"/>
          </a:xfrm>
          <a:prstGeom prst="rect">
            <a:avLst/>
          </a:prstGeom>
        </p:spPr>
      </p:pic>
      <p:graphicFrame>
        <p:nvGraphicFramePr>
          <p:cNvPr id="13" name="表格 6">
            <a:extLst>
              <a:ext uri="{FF2B5EF4-FFF2-40B4-BE49-F238E27FC236}">
                <a16:creationId xmlns:a16="http://schemas.microsoft.com/office/drawing/2014/main" id="{2536A121-7FC2-442A-BF4A-B0B222776F91}"/>
              </a:ext>
            </a:extLst>
          </p:cNvPr>
          <p:cNvGraphicFramePr>
            <a:graphicFrameLocks noGrp="1"/>
          </p:cNvGraphicFramePr>
          <p:nvPr>
            <p:extLst>
              <p:ext uri="{D42A27DB-BD31-4B8C-83A1-F6EECF244321}">
                <p14:modId xmlns:p14="http://schemas.microsoft.com/office/powerpoint/2010/main" val="824846041"/>
              </p:ext>
            </p:extLst>
          </p:nvPr>
        </p:nvGraphicFramePr>
        <p:xfrm>
          <a:off x="489887" y="1187440"/>
          <a:ext cx="3947031" cy="2673246"/>
        </p:xfrm>
        <a:graphic>
          <a:graphicData uri="http://schemas.openxmlformats.org/drawingml/2006/table">
            <a:tbl>
              <a:tblPr firstRow="1" bandRow="1">
                <a:tableStyleId>{5C22544A-7EE6-4342-B048-85BDC9FD1C3A}</a:tableStyleId>
              </a:tblPr>
              <a:tblGrid>
                <a:gridCol w="1225575">
                  <a:extLst>
                    <a:ext uri="{9D8B030D-6E8A-4147-A177-3AD203B41FA5}">
                      <a16:colId xmlns:a16="http://schemas.microsoft.com/office/drawing/2014/main" val="4123152773"/>
                    </a:ext>
                  </a:extLst>
                </a:gridCol>
                <a:gridCol w="994185">
                  <a:extLst>
                    <a:ext uri="{9D8B030D-6E8A-4147-A177-3AD203B41FA5}">
                      <a16:colId xmlns:a16="http://schemas.microsoft.com/office/drawing/2014/main" val="3276230559"/>
                    </a:ext>
                  </a:extLst>
                </a:gridCol>
                <a:gridCol w="933931">
                  <a:extLst>
                    <a:ext uri="{9D8B030D-6E8A-4147-A177-3AD203B41FA5}">
                      <a16:colId xmlns:a16="http://schemas.microsoft.com/office/drawing/2014/main" val="2272104969"/>
                    </a:ext>
                  </a:extLst>
                </a:gridCol>
                <a:gridCol w="793340">
                  <a:extLst>
                    <a:ext uri="{9D8B030D-6E8A-4147-A177-3AD203B41FA5}">
                      <a16:colId xmlns:a16="http://schemas.microsoft.com/office/drawing/2014/main" val="569171837"/>
                    </a:ext>
                  </a:extLst>
                </a:gridCol>
              </a:tblGrid>
              <a:tr h="326512">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Av(c1)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Av(c2)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Av(c3)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03402">
                <a:tc>
                  <a:txBody>
                    <a:bodyPr/>
                    <a:lstStyle/>
                    <a:p>
                      <a:r>
                        <a:rPr lang="en-US" altLang="zh-TW" b="0" dirty="0">
                          <a:solidFill>
                            <a:schemeClr val="tx1"/>
                          </a:solidFill>
                        </a:rPr>
                        <a:t>T4(time 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rPr>
                        <a:t>10</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03402">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rPr>
                        <a:t>23</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03402">
                <a:tc>
                  <a:txBody>
                    <a:bodyPr/>
                    <a:lstStyle/>
                    <a:p>
                      <a:r>
                        <a:rPr lang="en-US" altLang="zh-TW" b="0" dirty="0">
                          <a:solidFill>
                            <a:schemeClr val="tx1"/>
                          </a:solidFill>
                        </a:rPr>
                        <a:t>T8(time 20)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rPr>
                        <a:t>23</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3446546"/>
                  </a:ext>
                </a:extLst>
              </a:tr>
              <a:tr h="326512">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326512">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rPr>
                        <a:t>29</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326512">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bl>
          </a:graphicData>
        </a:graphic>
      </p:graphicFrame>
      <p:sp>
        <p:nvSpPr>
          <p:cNvPr id="14" name="文字方塊 13">
            <a:extLst>
              <a:ext uri="{FF2B5EF4-FFF2-40B4-BE49-F238E27FC236}">
                <a16:creationId xmlns:a16="http://schemas.microsoft.com/office/drawing/2014/main" id="{81A77248-EB88-4292-BBE2-4969231F849B}"/>
              </a:ext>
            </a:extLst>
          </p:cNvPr>
          <p:cNvSpPr txBox="1"/>
          <p:nvPr/>
        </p:nvSpPr>
        <p:spPr>
          <a:xfrm>
            <a:off x="10124209" y="3581553"/>
            <a:ext cx="5673437" cy="369332"/>
          </a:xfrm>
          <a:prstGeom prst="rect">
            <a:avLst/>
          </a:prstGeom>
          <a:noFill/>
        </p:spPr>
        <p:txBody>
          <a:bodyPr wrap="square" rtlCol="0">
            <a:spAutoFit/>
          </a:bodyPr>
          <a:lstStyle/>
          <a:p>
            <a:r>
              <a:rPr lang="en-US" altLang="zh-TW" dirty="0">
                <a:solidFill>
                  <a:srgbClr val="00B050"/>
                </a:solidFill>
              </a:rPr>
              <a:t>0,3</a:t>
            </a:r>
            <a:r>
              <a:rPr lang="en-US" altLang="zh-TW" dirty="0"/>
              <a:t>,2,1,</a:t>
            </a:r>
            <a:r>
              <a:rPr lang="en-US" altLang="zh-TW" dirty="0">
                <a:solidFill>
                  <a:srgbClr val="00B050"/>
                </a:solidFill>
              </a:rPr>
              <a:t>5</a:t>
            </a:r>
            <a:r>
              <a:rPr lang="en-US" altLang="zh-TW" dirty="0"/>
              <a:t>,4,8,</a:t>
            </a:r>
            <a:r>
              <a:rPr lang="en-US" altLang="zh-TW" dirty="0">
                <a:solidFill>
                  <a:srgbClr val="00B050"/>
                </a:solidFill>
              </a:rPr>
              <a:t>7</a:t>
            </a:r>
            <a:r>
              <a:rPr lang="en-US" altLang="zh-TW" dirty="0"/>
              <a:t>,6,9,</a:t>
            </a:r>
            <a:r>
              <a:rPr lang="en-US" altLang="zh-TW" dirty="0">
                <a:solidFill>
                  <a:srgbClr val="00B050"/>
                </a:solidFill>
              </a:rPr>
              <a:t>10</a:t>
            </a:r>
            <a:endParaRPr lang="zh-TW" altLang="en-US" dirty="0">
              <a:solidFill>
                <a:srgbClr val="00B050"/>
              </a:solidFill>
            </a:endParaRPr>
          </a:p>
        </p:txBody>
      </p:sp>
      <p:graphicFrame>
        <p:nvGraphicFramePr>
          <p:cNvPr id="15" name="表格 14">
            <a:extLst>
              <a:ext uri="{FF2B5EF4-FFF2-40B4-BE49-F238E27FC236}">
                <a16:creationId xmlns:a16="http://schemas.microsoft.com/office/drawing/2014/main" id="{E82ACC34-48D7-4D5A-8A75-13902D4431D3}"/>
              </a:ext>
            </a:extLst>
          </p:cNvPr>
          <p:cNvGraphicFramePr>
            <a:graphicFrameLocks noGrp="1"/>
          </p:cNvGraphicFramePr>
          <p:nvPr>
            <p:extLst>
              <p:ext uri="{D42A27DB-BD31-4B8C-83A1-F6EECF244321}">
                <p14:modId xmlns:p14="http://schemas.microsoft.com/office/powerpoint/2010/main" val="2454838783"/>
              </p:ext>
            </p:extLst>
          </p:nvPr>
        </p:nvGraphicFramePr>
        <p:xfrm>
          <a:off x="6000932" y="816745"/>
          <a:ext cx="4918118" cy="2560320"/>
        </p:xfrm>
        <a:graphic>
          <a:graphicData uri="http://schemas.openxmlformats.org/drawingml/2006/table">
            <a:tbl>
              <a:tblPr firstRow="1" bandRow="1">
                <a:tableStyleId>{5C22544A-7EE6-4342-B048-85BDC9FD1C3A}</a:tableStyleId>
              </a:tblPr>
              <a:tblGrid>
                <a:gridCol w="1459222">
                  <a:extLst>
                    <a:ext uri="{9D8B030D-6E8A-4147-A177-3AD203B41FA5}">
                      <a16:colId xmlns:a16="http://schemas.microsoft.com/office/drawing/2014/main" val="2616569338"/>
                    </a:ext>
                  </a:extLst>
                </a:gridCol>
                <a:gridCol w="1059287">
                  <a:extLst>
                    <a:ext uri="{9D8B030D-6E8A-4147-A177-3AD203B41FA5}">
                      <a16:colId xmlns:a16="http://schemas.microsoft.com/office/drawing/2014/main" val="413274339"/>
                    </a:ext>
                  </a:extLst>
                </a:gridCol>
                <a:gridCol w="983624">
                  <a:extLst>
                    <a:ext uri="{9D8B030D-6E8A-4147-A177-3AD203B41FA5}">
                      <a16:colId xmlns:a16="http://schemas.microsoft.com/office/drawing/2014/main" val="1931313038"/>
                    </a:ext>
                  </a:extLst>
                </a:gridCol>
                <a:gridCol w="1415985">
                  <a:extLst>
                    <a:ext uri="{9D8B030D-6E8A-4147-A177-3AD203B41FA5}">
                      <a16:colId xmlns:a16="http://schemas.microsoft.com/office/drawing/2014/main" val="4143126425"/>
                    </a:ext>
                  </a:extLst>
                </a:gridCol>
              </a:tblGrid>
              <a:tr h="235738">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Dis(c1)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Dis(c2)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Dis(c3)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8947967"/>
                  </a:ext>
                </a:extLst>
              </a:tr>
              <a:tr h="235738">
                <a:tc>
                  <a:txBody>
                    <a:bodyPr/>
                    <a:lstStyle/>
                    <a:p>
                      <a:r>
                        <a:rPr lang="en-US" altLang="zh-TW" b="0" dirty="0">
                          <a:solidFill>
                            <a:schemeClr val="tx1"/>
                          </a:solidFill>
                        </a:rPr>
                        <a:t>T4(time 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10-10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10-5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8549764"/>
                  </a:ext>
                </a:extLst>
              </a:tr>
              <a:tr h="235738">
                <a:tc>
                  <a:txBody>
                    <a:bodyPr/>
                    <a:lstStyle/>
                    <a:p>
                      <a:r>
                        <a:rPr lang="en-US" altLang="zh-TW" b="0" dirty="0">
                          <a:solidFill>
                            <a:schemeClr val="tx1"/>
                          </a:solidFill>
                        </a:rPr>
                        <a:t>T8(time 20)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rPr>
                        <a:t>20</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9128175"/>
                  </a:ext>
                </a:extLst>
              </a:tr>
              <a:tr h="235738">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8383507"/>
                  </a:ext>
                </a:extLst>
              </a:tr>
              <a:tr h="235738">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rPr>
                        <a:t>23</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1471106"/>
                  </a:ext>
                </a:extLst>
              </a:tr>
              <a:tr h="235738">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rgbClr val="FF0000"/>
                          </a:solidFill>
                        </a:rPr>
                        <a:t>29</a:t>
                      </a:r>
                      <a:endParaRPr lang="zh-TW" altLang="en-US"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8385996"/>
                  </a:ext>
                </a:extLst>
              </a:tr>
              <a:tr h="235738">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X</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8569840"/>
                  </a:ext>
                </a:extLst>
              </a:tr>
            </a:tbl>
          </a:graphicData>
        </a:graphic>
      </p:graphicFrame>
      <p:sp>
        <p:nvSpPr>
          <p:cNvPr id="16" name="文字方塊 15">
            <a:extLst>
              <a:ext uri="{FF2B5EF4-FFF2-40B4-BE49-F238E27FC236}">
                <a16:creationId xmlns:a16="http://schemas.microsoft.com/office/drawing/2014/main" id="{4D812D98-72B4-4826-B085-62AEA0595673}"/>
              </a:ext>
            </a:extLst>
          </p:cNvPr>
          <p:cNvSpPr txBox="1"/>
          <p:nvPr/>
        </p:nvSpPr>
        <p:spPr>
          <a:xfrm>
            <a:off x="1600199" y="6373977"/>
            <a:ext cx="5673437" cy="369332"/>
          </a:xfrm>
          <a:prstGeom prst="rect">
            <a:avLst/>
          </a:prstGeom>
          <a:noFill/>
        </p:spPr>
        <p:txBody>
          <a:bodyPr wrap="square" rtlCol="0">
            <a:spAutoFit/>
          </a:bodyPr>
          <a:lstStyle/>
          <a:p>
            <a:r>
              <a:rPr lang="en-US" altLang="zh-TW" dirty="0">
                <a:solidFill>
                  <a:srgbClr val="00B050"/>
                </a:solidFill>
              </a:rPr>
              <a:t>0,3</a:t>
            </a:r>
            <a:r>
              <a:rPr lang="en-US" altLang="zh-TW" dirty="0"/>
              <a:t>,2,1,</a:t>
            </a:r>
            <a:r>
              <a:rPr lang="en-US" altLang="zh-TW" dirty="0">
                <a:solidFill>
                  <a:srgbClr val="00B050"/>
                </a:solidFill>
              </a:rPr>
              <a:t>5</a:t>
            </a:r>
            <a:r>
              <a:rPr lang="en-US" altLang="zh-TW" dirty="0"/>
              <a:t>,4,6,8,</a:t>
            </a:r>
            <a:r>
              <a:rPr lang="en-US" altLang="zh-TW" dirty="0">
                <a:solidFill>
                  <a:srgbClr val="00B050"/>
                </a:solidFill>
              </a:rPr>
              <a:t>7</a:t>
            </a:r>
            <a:r>
              <a:rPr lang="en-US" altLang="zh-TW" dirty="0"/>
              <a:t>,9,</a:t>
            </a:r>
            <a:r>
              <a:rPr lang="en-US" altLang="zh-TW" dirty="0">
                <a:solidFill>
                  <a:srgbClr val="00B050"/>
                </a:solidFill>
              </a:rPr>
              <a:t>10</a:t>
            </a:r>
            <a:endParaRPr lang="zh-TW" altLang="en-US" dirty="0">
              <a:solidFill>
                <a:srgbClr val="00B050"/>
              </a:solidFill>
            </a:endParaRPr>
          </a:p>
        </p:txBody>
      </p:sp>
    </p:spTree>
    <p:extLst>
      <p:ext uri="{BB962C8B-B14F-4D97-AF65-F5344CB8AC3E}">
        <p14:creationId xmlns:p14="http://schemas.microsoft.com/office/powerpoint/2010/main" val="306843273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079DC5-9738-4B5E-8B8D-3115E54B0B31}"/>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A9D93D95-F9C4-4904-A743-A1E1E64EB98A}"/>
              </a:ext>
            </a:extLst>
          </p:cNvPr>
          <p:cNvSpPr>
            <a:spLocks noGrp="1"/>
          </p:cNvSpPr>
          <p:nvPr>
            <p:ph idx="1"/>
          </p:nvPr>
        </p:nvSpPr>
        <p:spPr/>
        <p:txBody>
          <a:bodyPr/>
          <a:lstStyle/>
          <a:p>
            <a:r>
              <a:rPr lang="zh-TW" altLang="en-US" dirty="0"/>
              <a:t>與其將任務安排到具有最快可用時間的</a:t>
            </a:r>
            <a:r>
              <a:rPr lang="en-US" altLang="zh-TW" dirty="0"/>
              <a:t>VM</a:t>
            </a:r>
            <a:r>
              <a:rPr lang="zh-TW" altLang="en-US" dirty="0"/>
              <a:t>實例上，我們將任務分配給</a:t>
            </a:r>
            <a:r>
              <a:rPr lang="en-US" altLang="zh-TW" dirty="0"/>
              <a:t>VM</a:t>
            </a:r>
            <a:r>
              <a:rPr lang="zh-TW" altLang="en-US" dirty="0"/>
              <a:t>實例到其準備時間的最小距離。 這樣做將為優先級較低的任務提供更多機會儘早開始。 此外，它允許某些非關鍵任務與關鍵任務共享同一個</a:t>
            </a:r>
            <a:r>
              <a:rPr lang="en-US" altLang="zh-TW" dirty="0"/>
              <a:t>VM</a:t>
            </a:r>
            <a:r>
              <a:rPr lang="zh-TW" altLang="en-US" dirty="0"/>
              <a:t>實例，從而在調度時其他</a:t>
            </a:r>
            <a:r>
              <a:rPr lang="en-US" altLang="zh-TW" dirty="0"/>
              <a:t>VM</a:t>
            </a:r>
            <a:r>
              <a:rPr lang="zh-TW" altLang="en-US" dirty="0"/>
              <a:t>實例的最早可用時間大於關鍵任務</a:t>
            </a:r>
            <a:r>
              <a:rPr lang="en-US" altLang="zh-TW" dirty="0"/>
              <a:t>VM</a:t>
            </a:r>
            <a:r>
              <a:rPr lang="zh-TW" altLang="en-US" dirty="0"/>
              <a:t>實例時，進一步減小了應用程序的跨度。</a:t>
            </a:r>
          </a:p>
        </p:txBody>
      </p:sp>
    </p:spTree>
    <p:extLst>
      <p:ext uri="{BB962C8B-B14F-4D97-AF65-F5344CB8AC3E}">
        <p14:creationId xmlns:p14="http://schemas.microsoft.com/office/powerpoint/2010/main" val="197168159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6F5075-56BB-42FB-B0A2-28728099A76C}"/>
              </a:ext>
            </a:extLst>
          </p:cNvPr>
          <p:cNvSpPr>
            <a:spLocks noGrp="1"/>
          </p:cNvSpPr>
          <p:nvPr>
            <p:ph type="title"/>
          </p:nvPr>
        </p:nvSpPr>
        <p:spPr/>
        <p:txBody>
          <a:bodyPr/>
          <a:lstStyle/>
          <a:p>
            <a:endParaRPr lang="zh-TW" altLang="en-US"/>
          </a:p>
        </p:txBody>
      </p:sp>
      <p:pic>
        <p:nvPicPr>
          <p:cNvPr id="5" name="內容版面配置區 4" descr="一張含有 文字 的圖片&#10;&#10;自動產生的描述">
            <a:extLst>
              <a:ext uri="{FF2B5EF4-FFF2-40B4-BE49-F238E27FC236}">
                <a16:creationId xmlns:a16="http://schemas.microsoft.com/office/drawing/2014/main" id="{18F00A5D-031F-44A8-A194-194FDF4FE8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0851" y="5530714"/>
            <a:ext cx="5334742" cy="666843"/>
          </a:xfrm>
        </p:spPr>
      </p:pic>
      <p:pic>
        <p:nvPicPr>
          <p:cNvPr id="7" name="圖片 6" descr="一張含有 文字 的圖片&#10;&#10;自動產生的描述">
            <a:extLst>
              <a:ext uri="{FF2B5EF4-FFF2-40B4-BE49-F238E27FC236}">
                <a16:creationId xmlns:a16="http://schemas.microsoft.com/office/drawing/2014/main" id="{E62F0EE4-C91A-48DC-B0B3-5AC911FD61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2858" y="4863872"/>
            <a:ext cx="3884624" cy="666843"/>
          </a:xfrm>
          <a:prstGeom prst="rect">
            <a:avLst/>
          </a:prstGeom>
        </p:spPr>
      </p:pic>
      <p:pic>
        <p:nvPicPr>
          <p:cNvPr id="9" name="圖片 8" descr="一張含有 文字 的圖片&#10;&#10;自動產生的描述">
            <a:extLst>
              <a:ext uri="{FF2B5EF4-FFF2-40B4-BE49-F238E27FC236}">
                <a16:creationId xmlns:a16="http://schemas.microsoft.com/office/drawing/2014/main" id="{31706DD2-7FBA-464D-A812-9F9CD32B94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63246" y="5508015"/>
            <a:ext cx="3546226" cy="689544"/>
          </a:xfrm>
          <a:prstGeom prst="rect">
            <a:avLst/>
          </a:prstGeom>
        </p:spPr>
      </p:pic>
      <p:pic>
        <p:nvPicPr>
          <p:cNvPr id="11" name="圖片 10" descr="一張含有 文字 的圖片&#10;&#10;自動產生的描述">
            <a:extLst>
              <a:ext uri="{FF2B5EF4-FFF2-40B4-BE49-F238E27FC236}">
                <a16:creationId xmlns:a16="http://schemas.microsoft.com/office/drawing/2014/main" id="{E8BDC3AA-F6AC-4BF7-9C5D-8B197A8D06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9502" y="4411561"/>
            <a:ext cx="5828020" cy="762829"/>
          </a:xfrm>
          <a:prstGeom prst="rect">
            <a:avLst/>
          </a:prstGeom>
        </p:spPr>
      </p:pic>
      <p:pic>
        <p:nvPicPr>
          <p:cNvPr id="13" name="圖片 12" descr="一張含有 桌 的圖片&#10;&#10;自動產生的描述">
            <a:extLst>
              <a:ext uri="{FF2B5EF4-FFF2-40B4-BE49-F238E27FC236}">
                <a16:creationId xmlns:a16="http://schemas.microsoft.com/office/drawing/2014/main" id="{6EA37822-4A8B-4493-A1EC-4855AF4A26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31313" y="365125"/>
            <a:ext cx="6495814" cy="3690111"/>
          </a:xfrm>
          <a:prstGeom prst="rect">
            <a:avLst/>
          </a:prstGeom>
        </p:spPr>
      </p:pic>
    </p:spTree>
    <p:extLst>
      <p:ext uri="{BB962C8B-B14F-4D97-AF65-F5344CB8AC3E}">
        <p14:creationId xmlns:p14="http://schemas.microsoft.com/office/powerpoint/2010/main" val="98811361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BF46D6-E101-4796-B9C0-2F54A4486F0C}"/>
              </a:ext>
            </a:extLst>
          </p:cNvPr>
          <p:cNvSpPr>
            <a:spLocks noGrp="1"/>
          </p:cNvSpPr>
          <p:nvPr>
            <p:ph type="title"/>
          </p:nvPr>
        </p:nvSpPr>
        <p:spPr>
          <a:xfrm>
            <a:off x="388623" y="0"/>
            <a:ext cx="10515600" cy="1325563"/>
          </a:xfrm>
        </p:spPr>
        <p:txBody>
          <a:bodyPr/>
          <a:lstStyle/>
          <a:p>
            <a:r>
              <a:rPr lang="en-US" altLang="zh-TW" dirty="0"/>
              <a:t>MSMD</a:t>
            </a:r>
            <a:endParaRPr lang="zh-TW" altLang="en-US" dirty="0"/>
          </a:p>
        </p:txBody>
      </p:sp>
      <p:graphicFrame>
        <p:nvGraphicFramePr>
          <p:cNvPr id="6" name="表格 6">
            <a:extLst>
              <a:ext uri="{FF2B5EF4-FFF2-40B4-BE49-F238E27FC236}">
                <a16:creationId xmlns:a16="http://schemas.microsoft.com/office/drawing/2014/main" id="{46004432-1DAF-4833-BEE4-7A9ADF9C2CF9}"/>
              </a:ext>
            </a:extLst>
          </p:cNvPr>
          <p:cNvGraphicFramePr>
            <a:graphicFrameLocks noGrp="1"/>
          </p:cNvGraphicFramePr>
          <p:nvPr>
            <p:extLst>
              <p:ext uri="{D42A27DB-BD31-4B8C-83A1-F6EECF244321}">
                <p14:modId xmlns:p14="http://schemas.microsoft.com/office/powerpoint/2010/main" val="3873972323"/>
              </p:ext>
            </p:extLst>
          </p:nvPr>
        </p:nvGraphicFramePr>
        <p:xfrm>
          <a:off x="452529" y="1001745"/>
          <a:ext cx="6846049" cy="5374344"/>
        </p:xfrm>
        <a:graphic>
          <a:graphicData uri="http://schemas.openxmlformats.org/drawingml/2006/table">
            <a:tbl>
              <a:tblPr firstRow="1" bandRow="1">
                <a:tableStyleId>{5C22544A-7EE6-4342-B048-85BDC9FD1C3A}</a:tableStyleId>
              </a:tblPr>
              <a:tblGrid>
                <a:gridCol w="978007">
                  <a:extLst>
                    <a:ext uri="{9D8B030D-6E8A-4147-A177-3AD203B41FA5}">
                      <a16:colId xmlns:a16="http://schemas.microsoft.com/office/drawing/2014/main" val="4123152773"/>
                    </a:ext>
                  </a:extLst>
                </a:gridCol>
                <a:gridCol w="978007">
                  <a:extLst>
                    <a:ext uri="{9D8B030D-6E8A-4147-A177-3AD203B41FA5}">
                      <a16:colId xmlns:a16="http://schemas.microsoft.com/office/drawing/2014/main" val="3276230559"/>
                    </a:ext>
                  </a:extLst>
                </a:gridCol>
                <a:gridCol w="800170">
                  <a:extLst>
                    <a:ext uri="{9D8B030D-6E8A-4147-A177-3AD203B41FA5}">
                      <a16:colId xmlns:a16="http://schemas.microsoft.com/office/drawing/2014/main" val="2272104969"/>
                    </a:ext>
                  </a:extLst>
                </a:gridCol>
                <a:gridCol w="1155844">
                  <a:extLst>
                    <a:ext uri="{9D8B030D-6E8A-4147-A177-3AD203B41FA5}">
                      <a16:colId xmlns:a16="http://schemas.microsoft.com/office/drawing/2014/main" val="569171837"/>
                    </a:ext>
                  </a:extLst>
                </a:gridCol>
                <a:gridCol w="978007">
                  <a:extLst>
                    <a:ext uri="{9D8B030D-6E8A-4147-A177-3AD203B41FA5}">
                      <a16:colId xmlns:a16="http://schemas.microsoft.com/office/drawing/2014/main" val="2597466175"/>
                    </a:ext>
                  </a:extLst>
                </a:gridCol>
                <a:gridCol w="978007">
                  <a:extLst>
                    <a:ext uri="{9D8B030D-6E8A-4147-A177-3AD203B41FA5}">
                      <a16:colId xmlns:a16="http://schemas.microsoft.com/office/drawing/2014/main" val="682978315"/>
                    </a:ext>
                  </a:extLst>
                </a:gridCol>
                <a:gridCol w="978007">
                  <a:extLst>
                    <a:ext uri="{9D8B030D-6E8A-4147-A177-3AD203B41FA5}">
                      <a16:colId xmlns:a16="http://schemas.microsoft.com/office/drawing/2014/main" val="1949526574"/>
                    </a:ext>
                  </a:extLst>
                </a:gridCol>
              </a:tblGrid>
              <a:tr h="447862">
                <a:tc>
                  <a:txBody>
                    <a:bodyPr/>
                    <a:lstStyle/>
                    <a:p>
                      <a:r>
                        <a:rPr lang="en-US" altLang="zh-TW" b="0" dirty="0">
                          <a:solidFill>
                            <a:schemeClr val="tx1"/>
                          </a:solidFill>
                        </a:rPr>
                        <a:t>Tasks</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EST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LFT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rPr>
                        <a:t>maxslack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CP</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level</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Priority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47862">
                <a:tc>
                  <a:txBody>
                    <a:bodyPr/>
                    <a:lstStyle/>
                    <a:p>
                      <a:r>
                        <a:rPr lang="en-US" altLang="zh-TW" b="0" dirty="0">
                          <a:solidFill>
                            <a:schemeClr val="tx1"/>
                          </a:solidFill>
                        </a:rPr>
                        <a:t>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11.67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47862">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23.67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47862">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25.33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6.33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47862">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27.67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47862">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36</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6.33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47862">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36</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47862">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40.67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47862">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40.67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7862050"/>
                  </a:ext>
                </a:extLst>
              </a:tr>
              <a:tr h="447862">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48.33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5944736"/>
                  </a:ext>
                </a:extLst>
              </a:tr>
              <a:tr h="447862">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48.33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9186397"/>
                  </a:ext>
                </a:extLst>
              </a:tr>
              <a:tr h="447862">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65</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1565577"/>
                  </a:ext>
                </a:extLst>
              </a:tr>
            </a:tbl>
          </a:graphicData>
        </a:graphic>
      </p:graphicFrame>
      <p:sp>
        <p:nvSpPr>
          <p:cNvPr id="10" name="橢圓 9">
            <a:extLst>
              <a:ext uri="{FF2B5EF4-FFF2-40B4-BE49-F238E27FC236}">
                <a16:creationId xmlns:a16="http://schemas.microsoft.com/office/drawing/2014/main" id="{4E473AAB-9B9B-4F7F-9652-49C02F0866B5}"/>
              </a:ext>
            </a:extLst>
          </p:cNvPr>
          <p:cNvSpPr/>
          <p:nvPr/>
        </p:nvSpPr>
        <p:spPr>
          <a:xfrm>
            <a:off x="8750015"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11" name="橢圓 10">
            <a:extLst>
              <a:ext uri="{FF2B5EF4-FFF2-40B4-BE49-F238E27FC236}">
                <a16:creationId xmlns:a16="http://schemas.microsoft.com/office/drawing/2014/main" id="{11BA0406-A245-4E42-8357-E2AE6C2359D5}"/>
              </a:ext>
            </a:extLst>
          </p:cNvPr>
          <p:cNvSpPr/>
          <p:nvPr/>
        </p:nvSpPr>
        <p:spPr>
          <a:xfrm>
            <a:off x="9867653"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12" name="橢圓 11">
            <a:extLst>
              <a:ext uri="{FF2B5EF4-FFF2-40B4-BE49-F238E27FC236}">
                <a16:creationId xmlns:a16="http://schemas.microsoft.com/office/drawing/2014/main" id="{85B312CB-942F-43A3-AFC5-C048D9583A1C}"/>
              </a:ext>
            </a:extLst>
          </p:cNvPr>
          <p:cNvSpPr/>
          <p:nvPr/>
        </p:nvSpPr>
        <p:spPr>
          <a:xfrm>
            <a:off x="10839356"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13" name="橢圓 12">
            <a:extLst>
              <a:ext uri="{FF2B5EF4-FFF2-40B4-BE49-F238E27FC236}">
                <a16:creationId xmlns:a16="http://schemas.microsoft.com/office/drawing/2014/main" id="{0DBD1558-C27C-4755-9611-51594E707F85}"/>
              </a:ext>
            </a:extLst>
          </p:cNvPr>
          <p:cNvSpPr/>
          <p:nvPr/>
        </p:nvSpPr>
        <p:spPr>
          <a:xfrm>
            <a:off x="10483088"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14" name="橢圓 13">
            <a:extLst>
              <a:ext uri="{FF2B5EF4-FFF2-40B4-BE49-F238E27FC236}">
                <a16:creationId xmlns:a16="http://schemas.microsoft.com/office/drawing/2014/main" id="{77AE0755-D6DE-41D9-BB97-4432D4195DCF}"/>
              </a:ext>
            </a:extLst>
          </p:cNvPr>
          <p:cNvSpPr/>
          <p:nvPr/>
        </p:nvSpPr>
        <p:spPr>
          <a:xfrm>
            <a:off x="11405706"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5" name="橢圓 14">
            <a:extLst>
              <a:ext uri="{FF2B5EF4-FFF2-40B4-BE49-F238E27FC236}">
                <a16:creationId xmlns:a16="http://schemas.microsoft.com/office/drawing/2014/main" id="{0E53B0C0-AD19-432E-B2AA-61AA960BC49A}"/>
              </a:ext>
            </a:extLst>
          </p:cNvPr>
          <p:cNvSpPr/>
          <p:nvPr/>
        </p:nvSpPr>
        <p:spPr>
          <a:xfrm>
            <a:off x="8607758"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6" name="橢圓 15">
            <a:extLst>
              <a:ext uri="{FF2B5EF4-FFF2-40B4-BE49-F238E27FC236}">
                <a16:creationId xmlns:a16="http://schemas.microsoft.com/office/drawing/2014/main" id="{723C562E-ECDC-43B7-9F36-8037F43A9CB4}"/>
              </a:ext>
            </a:extLst>
          </p:cNvPr>
          <p:cNvSpPr/>
          <p:nvPr/>
        </p:nvSpPr>
        <p:spPr>
          <a:xfrm>
            <a:off x="9530605"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7" name="橢圓 16">
            <a:extLst>
              <a:ext uri="{FF2B5EF4-FFF2-40B4-BE49-F238E27FC236}">
                <a16:creationId xmlns:a16="http://schemas.microsoft.com/office/drawing/2014/main" id="{F48C7606-8248-405A-89CC-2D7126433BFD}"/>
              </a:ext>
            </a:extLst>
          </p:cNvPr>
          <p:cNvSpPr/>
          <p:nvPr/>
        </p:nvSpPr>
        <p:spPr>
          <a:xfrm>
            <a:off x="9054912"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8" name="橢圓 17">
            <a:extLst>
              <a:ext uri="{FF2B5EF4-FFF2-40B4-BE49-F238E27FC236}">
                <a16:creationId xmlns:a16="http://schemas.microsoft.com/office/drawing/2014/main" id="{908B2185-C07F-47CE-A9FC-762FB21DF057}"/>
              </a:ext>
            </a:extLst>
          </p:cNvPr>
          <p:cNvSpPr/>
          <p:nvPr/>
        </p:nvSpPr>
        <p:spPr>
          <a:xfrm>
            <a:off x="10379113"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9" name="橢圓 18">
            <a:extLst>
              <a:ext uri="{FF2B5EF4-FFF2-40B4-BE49-F238E27FC236}">
                <a16:creationId xmlns:a16="http://schemas.microsoft.com/office/drawing/2014/main" id="{4111799B-A855-49B3-9BE0-B3B0A51A25FF}"/>
              </a:ext>
            </a:extLst>
          </p:cNvPr>
          <p:cNvSpPr/>
          <p:nvPr/>
        </p:nvSpPr>
        <p:spPr>
          <a:xfrm>
            <a:off x="9530605"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20" name="直線接點 19">
            <a:extLst>
              <a:ext uri="{FF2B5EF4-FFF2-40B4-BE49-F238E27FC236}">
                <a16:creationId xmlns:a16="http://schemas.microsoft.com/office/drawing/2014/main" id="{AD01E4DC-E01C-4466-8C1C-FFB3C120F5CE}"/>
              </a:ext>
            </a:extLst>
          </p:cNvPr>
          <p:cNvCxnSpPr>
            <a:cxnSpLocks/>
            <a:stCxn id="10" idx="0"/>
            <a:endCxn id="36" idx="4"/>
          </p:cNvCxnSpPr>
          <p:nvPr/>
        </p:nvCxnSpPr>
        <p:spPr>
          <a:xfrm flipV="1">
            <a:off x="9029644" y="564970"/>
            <a:ext cx="1103191" cy="40812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0A7421F9-68FE-41A9-9037-ED16924AF1E7}"/>
              </a:ext>
            </a:extLst>
          </p:cNvPr>
          <p:cNvCxnSpPr>
            <a:cxnSpLocks/>
            <a:stCxn id="11" idx="0"/>
            <a:endCxn id="36" idx="4"/>
          </p:cNvCxnSpPr>
          <p:nvPr/>
        </p:nvCxnSpPr>
        <p:spPr>
          <a:xfrm flipH="1" flipV="1">
            <a:off x="10132835" y="564970"/>
            <a:ext cx="14447" cy="4029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ED697F36-E370-46EB-9C6A-C90C1032C226}"/>
              </a:ext>
            </a:extLst>
          </p:cNvPr>
          <p:cNvCxnSpPr>
            <a:cxnSpLocks/>
            <a:stCxn id="10" idx="4"/>
            <a:endCxn id="15" idx="0"/>
          </p:cNvCxnSpPr>
          <p:nvPr/>
        </p:nvCxnSpPr>
        <p:spPr>
          <a:xfrm flipH="1">
            <a:off x="8883113"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EF7FA134-C337-4BA0-BBA2-B642A0327B9F}"/>
              </a:ext>
            </a:extLst>
          </p:cNvPr>
          <p:cNvCxnSpPr>
            <a:cxnSpLocks/>
            <a:stCxn id="10" idx="4"/>
            <a:endCxn id="16" idx="0"/>
          </p:cNvCxnSpPr>
          <p:nvPr/>
        </p:nvCxnSpPr>
        <p:spPr>
          <a:xfrm>
            <a:off x="9029644"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E439C2F0-0719-4F5E-AF7C-BABF3F8D3BDD}"/>
              </a:ext>
            </a:extLst>
          </p:cNvPr>
          <p:cNvCxnSpPr>
            <a:cxnSpLocks/>
            <a:stCxn id="36" idx="4"/>
            <a:endCxn id="12" idx="0"/>
          </p:cNvCxnSpPr>
          <p:nvPr/>
        </p:nvCxnSpPr>
        <p:spPr>
          <a:xfrm>
            <a:off x="10132835" y="564970"/>
            <a:ext cx="986150" cy="4361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1176D985-FD7B-4067-92AD-951D44F721AB}"/>
              </a:ext>
            </a:extLst>
          </p:cNvPr>
          <p:cNvCxnSpPr>
            <a:cxnSpLocks/>
            <a:stCxn id="18" idx="4"/>
            <a:endCxn id="19" idx="0"/>
          </p:cNvCxnSpPr>
          <p:nvPr/>
        </p:nvCxnSpPr>
        <p:spPr>
          <a:xfrm flipH="1">
            <a:off x="9954859"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B245C164-CF20-46C1-87C8-26F4B949DED5}"/>
              </a:ext>
            </a:extLst>
          </p:cNvPr>
          <p:cNvCxnSpPr>
            <a:cxnSpLocks/>
            <a:stCxn id="12" idx="4"/>
            <a:endCxn id="13" idx="0"/>
          </p:cNvCxnSpPr>
          <p:nvPr/>
        </p:nvCxnSpPr>
        <p:spPr>
          <a:xfrm flipH="1">
            <a:off x="10757750"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E7E1E9FB-4B0A-4D41-A2FF-3C07172C4BC0}"/>
              </a:ext>
            </a:extLst>
          </p:cNvPr>
          <p:cNvCxnSpPr>
            <a:cxnSpLocks/>
            <a:stCxn id="12" idx="4"/>
            <a:endCxn id="14" idx="0"/>
          </p:cNvCxnSpPr>
          <p:nvPr/>
        </p:nvCxnSpPr>
        <p:spPr>
          <a:xfrm>
            <a:off x="11118985"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5042BAB8-DDCD-4AD4-830C-F273B0E9B8ED}"/>
              </a:ext>
            </a:extLst>
          </p:cNvPr>
          <p:cNvCxnSpPr>
            <a:cxnSpLocks/>
            <a:stCxn id="11" idx="4"/>
            <a:endCxn id="13" idx="0"/>
          </p:cNvCxnSpPr>
          <p:nvPr/>
        </p:nvCxnSpPr>
        <p:spPr>
          <a:xfrm>
            <a:off x="10147282"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CFA3E4D9-422B-4A67-B24C-9ABED2A319BF}"/>
              </a:ext>
            </a:extLst>
          </p:cNvPr>
          <p:cNvCxnSpPr>
            <a:cxnSpLocks/>
            <a:stCxn id="16" idx="4"/>
            <a:endCxn id="17" idx="0"/>
          </p:cNvCxnSpPr>
          <p:nvPr/>
        </p:nvCxnSpPr>
        <p:spPr>
          <a:xfrm flipH="1">
            <a:off x="9330267"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BEC02F43-0F7C-4417-B247-0B44EAFB31AC}"/>
              </a:ext>
            </a:extLst>
          </p:cNvPr>
          <p:cNvCxnSpPr>
            <a:cxnSpLocks/>
            <a:stCxn id="15" idx="4"/>
            <a:endCxn id="17" idx="0"/>
          </p:cNvCxnSpPr>
          <p:nvPr/>
        </p:nvCxnSpPr>
        <p:spPr>
          <a:xfrm>
            <a:off x="8883113"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656E39CB-8CAE-434F-97A5-73402E91F2BA}"/>
              </a:ext>
            </a:extLst>
          </p:cNvPr>
          <p:cNvCxnSpPr>
            <a:cxnSpLocks/>
            <a:stCxn id="15" idx="0"/>
            <a:endCxn id="11" idx="4"/>
          </p:cNvCxnSpPr>
          <p:nvPr/>
        </p:nvCxnSpPr>
        <p:spPr>
          <a:xfrm flipV="1">
            <a:off x="8883113"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78FFEDDE-EC22-4A20-A615-DB356406FB47}"/>
              </a:ext>
            </a:extLst>
          </p:cNvPr>
          <p:cNvCxnSpPr>
            <a:cxnSpLocks/>
            <a:stCxn id="17" idx="4"/>
            <a:endCxn id="19" idx="0"/>
          </p:cNvCxnSpPr>
          <p:nvPr/>
        </p:nvCxnSpPr>
        <p:spPr>
          <a:xfrm>
            <a:off x="9330267"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4EE1B328-6AD7-40F1-B4F9-95B66F72BD16}"/>
              </a:ext>
            </a:extLst>
          </p:cNvPr>
          <p:cNvCxnSpPr>
            <a:cxnSpLocks/>
            <a:stCxn id="14" idx="4"/>
            <a:endCxn id="18" idx="0"/>
          </p:cNvCxnSpPr>
          <p:nvPr/>
        </p:nvCxnSpPr>
        <p:spPr>
          <a:xfrm flipH="1">
            <a:off x="10641087"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E26FA55C-2F1A-49D0-B7FE-8C9DE36F4B31}"/>
              </a:ext>
            </a:extLst>
          </p:cNvPr>
          <p:cNvCxnSpPr>
            <a:cxnSpLocks/>
            <a:stCxn id="13" idx="4"/>
            <a:endCxn id="18" idx="0"/>
          </p:cNvCxnSpPr>
          <p:nvPr/>
        </p:nvCxnSpPr>
        <p:spPr>
          <a:xfrm flipH="1">
            <a:off x="10641087"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id="{13CB7CD1-DD49-4FCB-B181-0314622ADC0A}"/>
              </a:ext>
            </a:extLst>
          </p:cNvPr>
          <p:cNvCxnSpPr>
            <a:cxnSpLocks/>
            <a:stCxn id="16" idx="4"/>
            <a:endCxn id="18" idx="0"/>
          </p:cNvCxnSpPr>
          <p:nvPr/>
        </p:nvCxnSpPr>
        <p:spPr>
          <a:xfrm>
            <a:off x="9786047"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6" name="橢圓 35">
            <a:extLst>
              <a:ext uri="{FF2B5EF4-FFF2-40B4-BE49-F238E27FC236}">
                <a16:creationId xmlns:a16="http://schemas.microsoft.com/office/drawing/2014/main" id="{FEF6D16B-C016-489B-9D14-DCC50A328504}"/>
              </a:ext>
            </a:extLst>
          </p:cNvPr>
          <p:cNvSpPr/>
          <p:nvPr/>
        </p:nvSpPr>
        <p:spPr>
          <a:xfrm>
            <a:off x="9938234" y="169470"/>
            <a:ext cx="389202" cy="3955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pic>
        <p:nvPicPr>
          <p:cNvPr id="48" name="圖片 47">
            <a:extLst>
              <a:ext uri="{FF2B5EF4-FFF2-40B4-BE49-F238E27FC236}">
                <a16:creationId xmlns:a16="http://schemas.microsoft.com/office/drawing/2014/main" id="{C87A3B5E-3F4B-469E-86B9-5846122004B3}"/>
              </a:ext>
            </a:extLst>
          </p:cNvPr>
          <p:cNvPicPr>
            <a:picLocks noChangeAspect="1"/>
          </p:cNvPicPr>
          <p:nvPr/>
        </p:nvPicPr>
        <p:blipFill>
          <a:blip r:embed="rId2"/>
          <a:stretch>
            <a:fillRect/>
          </a:stretch>
        </p:blipFill>
        <p:spPr>
          <a:xfrm>
            <a:off x="8024010" y="4651576"/>
            <a:ext cx="3636577" cy="429445"/>
          </a:xfrm>
          <a:prstGeom prst="rect">
            <a:avLst/>
          </a:prstGeom>
        </p:spPr>
      </p:pic>
    </p:spTree>
    <p:extLst>
      <p:ext uri="{BB962C8B-B14F-4D97-AF65-F5344CB8AC3E}">
        <p14:creationId xmlns:p14="http://schemas.microsoft.com/office/powerpoint/2010/main" val="123709114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6">
            <a:extLst>
              <a:ext uri="{FF2B5EF4-FFF2-40B4-BE49-F238E27FC236}">
                <a16:creationId xmlns:a16="http://schemas.microsoft.com/office/drawing/2014/main" id="{46004432-1DAF-4833-BEE4-7A9ADF9C2CF9}"/>
              </a:ext>
            </a:extLst>
          </p:cNvPr>
          <p:cNvGraphicFramePr>
            <a:graphicFrameLocks noGrp="1"/>
          </p:cNvGraphicFramePr>
          <p:nvPr>
            <p:extLst>
              <p:ext uri="{D42A27DB-BD31-4B8C-83A1-F6EECF244321}">
                <p14:modId xmlns:p14="http://schemas.microsoft.com/office/powerpoint/2010/main" val="3238255007"/>
              </p:ext>
            </p:extLst>
          </p:nvPr>
        </p:nvGraphicFramePr>
        <p:xfrm>
          <a:off x="237480" y="161667"/>
          <a:ext cx="6695332" cy="4724400"/>
        </p:xfrm>
        <a:graphic>
          <a:graphicData uri="http://schemas.openxmlformats.org/drawingml/2006/table">
            <a:tbl>
              <a:tblPr firstRow="1" bandRow="1">
                <a:tableStyleId>{5C22544A-7EE6-4342-B048-85BDC9FD1C3A}</a:tableStyleId>
              </a:tblPr>
              <a:tblGrid>
                <a:gridCol w="956476">
                  <a:extLst>
                    <a:ext uri="{9D8B030D-6E8A-4147-A177-3AD203B41FA5}">
                      <a16:colId xmlns:a16="http://schemas.microsoft.com/office/drawing/2014/main" val="4123152773"/>
                    </a:ext>
                  </a:extLst>
                </a:gridCol>
                <a:gridCol w="956476">
                  <a:extLst>
                    <a:ext uri="{9D8B030D-6E8A-4147-A177-3AD203B41FA5}">
                      <a16:colId xmlns:a16="http://schemas.microsoft.com/office/drawing/2014/main" val="3276230559"/>
                    </a:ext>
                  </a:extLst>
                </a:gridCol>
                <a:gridCol w="782554">
                  <a:extLst>
                    <a:ext uri="{9D8B030D-6E8A-4147-A177-3AD203B41FA5}">
                      <a16:colId xmlns:a16="http://schemas.microsoft.com/office/drawing/2014/main" val="2272104969"/>
                    </a:ext>
                  </a:extLst>
                </a:gridCol>
                <a:gridCol w="1130398">
                  <a:extLst>
                    <a:ext uri="{9D8B030D-6E8A-4147-A177-3AD203B41FA5}">
                      <a16:colId xmlns:a16="http://schemas.microsoft.com/office/drawing/2014/main" val="569171837"/>
                    </a:ext>
                  </a:extLst>
                </a:gridCol>
                <a:gridCol w="956476">
                  <a:extLst>
                    <a:ext uri="{9D8B030D-6E8A-4147-A177-3AD203B41FA5}">
                      <a16:colId xmlns:a16="http://schemas.microsoft.com/office/drawing/2014/main" val="2597466175"/>
                    </a:ext>
                  </a:extLst>
                </a:gridCol>
                <a:gridCol w="956476">
                  <a:extLst>
                    <a:ext uri="{9D8B030D-6E8A-4147-A177-3AD203B41FA5}">
                      <a16:colId xmlns:a16="http://schemas.microsoft.com/office/drawing/2014/main" val="682978315"/>
                    </a:ext>
                  </a:extLst>
                </a:gridCol>
                <a:gridCol w="956476">
                  <a:extLst>
                    <a:ext uri="{9D8B030D-6E8A-4147-A177-3AD203B41FA5}">
                      <a16:colId xmlns:a16="http://schemas.microsoft.com/office/drawing/2014/main" val="1949526574"/>
                    </a:ext>
                  </a:extLst>
                </a:gridCol>
              </a:tblGrid>
              <a:tr h="332891">
                <a:tc>
                  <a:txBody>
                    <a:bodyPr/>
                    <a:lstStyle/>
                    <a:p>
                      <a:r>
                        <a:rPr lang="en-US" altLang="zh-TW" b="0" dirty="0">
                          <a:solidFill>
                            <a:schemeClr val="tx1"/>
                          </a:solidFill>
                        </a:rPr>
                        <a:t>Tasks</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EST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LFT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rPr>
                        <a:t>maxslack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CP</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level</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Priority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332891">
                <a:tc>
                  <a:txBody>
                    <a:bodyPr/>
                    <a:lstStyle/>
                    <a:p>
                      <a:r>
                        <a:rPr lang="en-US" altLang="zh-TW" b="0" dirty="0">
                          <a:solidFill>
                            <a:schemeClr val="tx1"/>
                          </a:solidFill>
                        </a:rPr>
                        <a:t>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11.67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332891">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23.67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332891">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25.33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6.33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332891">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27.67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332891">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36</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6.33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332891">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36</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332891">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40.67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332891">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40.67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7862050"/>
                  </a:ext>
                </a:extLst>
              </a:tr>
              <a:tr h="332891">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48.33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5944736"/>
                  </a:ext>
                </a:extLst>
              </a:tr>
              <a:tr h="332891">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48.33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9186397"/>
                  </a:ext>
                </a:extLst>
              </a:tr>
              <a:tr h="332891">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65</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1565577"/>
                  </a:ext>
                </a:extLst>
              </a:tr>
            </a:tbl>
          </a:graphicData>
        </a:graphic>
      </p:graphicFrame>
      <p:sp>
        <p:nvSpPr>
          <p:cNvPr id="10" name="橢圓 9">
            <a:extLst>
              <a:ext uri="{FF2B5EF4-FFF2-40B4-BE49-F238E27FC236}">
                <a16:creationId xmlns:a16="http://schemas.microsoft.com/office/drawing/2014/main" id="{4E473AAB-9B9B-4F7F-9652-49C02F0866B5}"/>
              </a:ext>
            </a:extLst>
          </p:cNvPr>
          <p:cNvSpPr/>
          <p:nvPr/>
        </p:nvSpPr>
        <p:spPr>
          <a:xfrm>
            <a:off x="8750015"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11" name="橢圓 10">
            <a:extLst>
              <a:ext uri="{FF2B5EF4-FFF2-40B4-BE49-F238E27FC236}">
                <a16:creationId xmlns:a16="http://schemas.microsoft.com/office/drawing/2014/main" id="{11BA0406-A245-4E42-8357-E2AE6C2359D5}"/>
              </a:ext>
            </a:extLst>
          </p:cNvPr>
          <p:cNvSpPr/>
          <p:nvPr/>
        </p:nvSpPr>
        <p:spPr>
          <a:xfrm>
            <a:off x="9867653"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12" name="橢圓 11">
            <a:extLst>
              <a:ext uri="{FF2B5EF4-FFF2-40B4-BE49-F238E27FC236}">
                <a16:creationId xmlns:a16="http://schemas.microsoft.com/office/drawing/2014/main" id="{85B312CB-942F-43A3-AFC5-C048D9583A1C}"/>
              </a:ext>
            </a:extLst>
          </p:cNvPr>
          <p:cNvSpPr/>
          <p:nvPr/>
        </p:nvSpPr>
        <p:spPr>
          <a:xfrm>
            <a:off x="10839356"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13" name="橢圓 12">
            <a:extLst>
              <a:ext uri="{FF2B5EF4-FFF2-40B4-BE49-F238E27FC236}">
                <a16:creationId xmlns:a16="http://schemas.microsoft.com/office/drawing/2014/main" id="{0DBD1558-C27C-4755-9611-51594E707F85}"/>
              </a:ext>
            </a:extLst>
          </p:cNvPr>
          <p:cNvSpPr/>
          <p:nvPr/>
        </p:nvSpPr>
        <p:spPr>
          <a:xfrm>
            <a:off x="10483088"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14" name="橢圓 13">
            <a:extLst>
              <a:ext uri="{FF2B5EF4-FFF2-40B4-BE49-F238E27FC236}">
                <a16:creationId xmlns:a16="http://schemas.microsoft.com/office/drawing/2014/main" id="{77AE0755-D6DE-41D9-BB97-4432D4195DCF}"/>
              </a:ext>
            </a:extLst>
          </p:cNvPr>
          <p:cNvSpPr/>
          <p:nvPr/>
        </p:nvSpPr>
        <p:spPr>
          <a:xfrm>
            <a:off x="11405706"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5" name="橢圓 14">
            <a:extLst>
              <a:ext uri="{FF2B5EF4-FFF2-40B4-BE49-F238E27FC236}">
                <a16:creationId xmlns:a16="http://schemas.microsoft.com/office/drawing/2014/main" id="{0E53B0C0-AD19-432E-B2AA-61AA960BC49A}"/>
              </a:ext>
            </a:extLst>
          </p:cNvPr>
          <p:cNvSpPr/>
          <p:nvPr/>
        </p:nvSpPr>
        <p:spPr>
          <a:xfrm>
            <a:off x="8607758"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6" name="橢圓 15">
            <a:extLst>
              <a:ext uri="{FF2B5EF4-FFF2-40B4-BE49-F238E27FC236}">
                <a16:creationId xmlns:a16="http://schemas.microsoft.com/office/drawing/2014/main" id="{723C562E-ECDC-43B7-9F36-8037F43A9CB4}"/>
              </a:ext>
            </a:extLst>
          </p:cNvPr>
          <p:cNvSpPr/>
          <p:nvPr/>
        </p:nvSpPr>
        <p:spPr>
          <a:xfrm>
            <a:off x="9530605"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7" name="橢圓 16">
            <a:extLst>
              <a:ext uri="{FF2B5EF4-FFF2-40B4-BE49-F238E27FC236}">
                <a16:creationId xmlns:a16="http://schemas.microsoft.com/office/drawing/2014/main" id="{F48C7606-8248-405A-89CC-2D7126433BFD}"/>
              </a:ext>
            </a:extLst>
          </p:cNvPr>
          <p:cNvSpPr/>
          <p:nvPr/>
        </p:nvSpPr>
        <p:spPr>
          <a:xfrm>
            <a:off x="9054912"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8" name="橢圓 17">
            <a:extLst>
              <a:ext uri="{FF2B5EF4-FFF2-40B4-BE49-F238E27FC236}">
                <a16:creationId xmlns:a16="http://schemas.microsoft.com/office/drawing/2014/main" id="{908B2185-C07F-47CE-A9FC-762FB21DF057}"/>
              </a:ext>
            </a:extLst>
          </p:cNvPr>
          <p:cNvSpPr/>
          <p:nvPr/>
        </p:nvSpPr>
        <p:spPr>
          <a:xfrm>
            <a:off x="10379113"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9" name="橢圓 18">
            <a:extLst>
              <a:ext uri="{FF2B5EF4-FFF2-40B4-BE49-F238E27FC236}">
                <a16:creationId xmlns:a16="http://schemas.microsoft.com/office/drawing/2014/main" id="{4111799B-A855-49B3-9BE0-B3B0A51A25FF}"/>
              </a:ext>
            </a:extLst>
          </p:cNvPr>
          <p:cNvSpPr/>
          <p:nvPr/>
        </p:nvSpPr>
        <p:spPr>
          <a:xfrm>
            <a:off x="9530605"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20" name="直線接點 19">
            <a:extLst>
              <a:ext uri="{FF2B5EF4-FFF2-40B4-BE49-F238E27FC236}">
                <a16:creationId xmlns:a16="http://schemas.microsoft.com/office/drawing/2014/main" id="{AD01E4DC-E01C-4466-8C1C-FFB3C120F5CE}"/>
              </a:ext>
            </a:extLst>
          </p:cNvPr>
          <p:cNvCxnSpPr>
            <a:cxnSpLocks/>
            <a:stCxn id="10" idx="0"/>
            <a:endCxn id="36" idx="4"/>
          </p:cNvCxnSpPr>
          <p:nvPr/>
        </p:nvCxnSpPr>
        <p:spPr>
          <a:xfrm flipV="1">
            <a:off x="9029644" y="564970"/>
            <a:ext cx="1103191" cy="40812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0A7421F9-68FE-41A9-9037-ED16924AF1E7}"/>
              </a:ext>
            </a:extLst>
          </p:cNvPr>
          <p:cNvCxnSpPr>
            <a:cxnSpLocks/>
            <a:stCxn id="11" idx="0"/>
            <a:endCxn id="36" idx="4"/>
          </p:cNvCxnSpPr>
          <p:nvPr/>
        </p:nvCxnSpPr>
        <p:spPr>
          <a:xfrm flipH="1" flipV="1">
            <a:off x="10132835" y="564970"/>
            <a:ext cx="14447" cy="4029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ED697F36-E370-46EB-9C6A-C90C1032C226}"/>
              </a:ext>
            </a:extLst>
          </p:cNvPr>
          <p:cNvCxnSpPr>
            <a:cxnSpLocks/>
            <a:stCxn id="10" idx="4"/>
            <a:endCxn id="15" idx="0"/>
          </p:cNvCxnSpPr>
          <p:nvPr/>
        </p:nvCxnSpPr>
        <p:spPr>
          <a:xfrm flipH="1">
            <a:off x="8883113"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EF7FA134-C337-4BA0-BBA2-B642A0327B9F}"/>
              </a:ext>
            </a:extLst>
          </p:cNvPr>
          <p:cNvCxnSpPr>
            <a:cxnSpLocks/>
            <a:stCxn id="10" idx="4"/>
            <a:endCxn id="16" idx="0"/>
          </p:cNvCxnSpPr>
          <p:nvPr/>
        </p:nvCxnSpPr>
        <p:spPr>
          <a:xfrm>
            <a:off x="9029644"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E439C2F0-0719-4F5E-AF7C-BABF3F8D3BDD}"/>
              </a:ext>
            </a:extLst>
          </p:cNvPr>
          <p:cNvCxnSpPr>
            <a:cxnSpLocks/>
            <a:stCxn id="36" idx="4"/>
            <a:endCxn id="12" idx="0"/>
          </p:cNvCxnSpPr>
          <p:nvPr/>
        </p:nvCxnSpPr>
        <p:spPr>
          <a:xfrm>
            <a:off x="10132835" y="564970"/>
            <a:ext cx="986150" cy="4361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1176D985-FD7B-4067-92AD-951D44F721AB}"/>
              </a:ext>
            </a:extLst>
          </p:cNvPr>
          <p:cNvCxnSpPr>
            <a:cxnSpLocks/>
            <a:stCxn id="18" idx="4"/>
            <a:endCxn id="19" idx="0"/>
          </p:cNvCxnSpPr>
          <p:nvPr/>
        </p:nvCxnSpPr>
        <p:spPr>
          <a:xfrm flipH="1">
            <a:off x="9954859"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B245C164-CF20-46C1-87C8-26F4B949DED5}"/>
              </a:ext>
            </a:extLst>
          </p:cNvPr>
          <p:cNvCxnSpPr>
            <a:cxnSpLocks/>
            <a:stCxn id="12" idx="4"/>
            <a:endCxn id="13" idx="0"/>
          </p:cNvCxnSpPr>
          <p:nvPr/>
        </p:nvCxnSpPr>
        <p:spPr>
          <a:xfrm flipH="1">
            <a:off x="10757750"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E7E1E9FB-4B0A-4D41-A2FF-3C07172C4BC0}"/>
              </a:ext>
            </a:extLst>
          </p:cNvPr>
          <p:cNvCxnSpPr>
            <a:cxnSpLocks/>
            <a:stCxn id="12" idx="4"/>
            <a:endCxn id="14" idx="0"/>
          </p:cNvCxnSpPr>
          <p:nvPr/>
        </p:nvCxnSpPr>
        <p:spPr>
          <a:xfrm>
            <a:off x="11118985"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5042BAB8-DDCD-4AD4-830C-F273B0E9B8ED}"/>
              </a:ext>
            </a:extLst>
          </p:cNvPr>
          <p:cNvCxnSpPr>
            <a:cxnSpLocks/>
            <a:stCxn id="11" idx="4"/>
            <a:endCxn id="13" idx="0"/>
          </p:cNvCxnSpPr>
          <p:nvPr/>
        </p:nvCxnSpPr>
        <p:spPr>
          <a:xfrm>
            <a:off x="10147282"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CFA3E4D9-422B-4A67-B24C-9ABED2A319BF}"/>
              </a:ext>
            </a:extLst>
          </p:cNvPr>
          <p:cNvCxnSpPr>
            <a:cxnSpLocks/>
            <a:stCxn id="16" idx="4"/>
            <a:endCxn id="17" idx="0"/>
          </p:cNvCxnSpPr>
          <p:nvPr/>
        </p:nvCxnSpPr>
        <p:spPr>
          <a:xfrm flipH="1">
            <a:off x="9330267"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BEC02F43-0F7C-4417-B247-0B44EAFB31AC}"/>
              </a:ext>
            </a:extLst>
          </p:cNvPr>
          <p:cNvCxnSpPr>
            <a:cxnSpLocks/>
            <a:stCxn id="15" idx="4"/>
            <a:endCxn id="17" idx="0"/>
          </p:cNvCxnSpPr>
          <p:nvPr/>
        </p:nvCxnSpPr>
        <p:spPr>
          <a:xfrm>
            <a:off x="8883113"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656E39CB-8CAE-434F-97A5-73402E91F2BA}"/>
              </a:ext>
            </a:extLst>
          </p:cNvPr>
          <p:cNvCxnSpPr>
            <a:cxnSpLocks/>
            <a:stCxn id="15" idx="0"/>
            <a:endCxn id="11" idx="4"/>
          </p:cNvCxnSpPr>
          <p:nvPr/>
        </p:nvCxnSpPr>
        <p:spPr>
          <a:xfrm flipV="1">
            <a:off x="8883113"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78FFEDDE-EC22-4A20-A615-DB356406FB47}"/>
              </a:ext>
            </a:extLst>
          </p:cNvPr>
          <p:cNvCxnSpPr>
            <a:cxnSpLocks/>
            <a:stCxn id="17" idx="4"/>
            <a:endCxn id="19" idx="0"/>
          </p:cNvCxnSpPr>
          <p:nvPr/>
        </p:nvCxnSpPr>
        <p:spPr>
          <a:xfrm>
            <a:off x="9330267"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4EE1B328-6AD7-40F1-B4F9-95B66F72BD16}"/>
              </a:ext>
            </a:extLst>
          </p:cNvPr>
          <p:cNvCxnSpPr>
            <a:cxnSpLocks/>
            <a:stCxn id="14" idx="4"/>
            <a:endCxn id="18" idx="0"/>
          </p:cNvCxnSpPr>
          <p:nvPr/>
        </p:nvCxnSpPr>
        <p:spPr>
          <a:xfrm flipH="1">
            <a:off x="10641087"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E26FA55C-2F1A-49D0-B7FE-8C9DE36F4B31}"/>
              </a:ext>
            </a:extLst>
          </p:cNvPr>
          <p:cNvCxnSpPr>
            <a:cxnSpLocks/>
            <a:stCxn id="13" idx="4"/>
            <a:endCxn id="18" idx="0"/>
          </p:cNvCxnSpPr>
          <p:nvPr/>
        </p:nvCxnSpPr>
        <p:spPr>
          <a:xfrm flipH="1">
            <a:off x="10641087"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id="{13CB7CD1-DD49-4FCB-B181-0314622ADC0A}"/>
              </a:ext>
            </a:extLst>
          </p:cNvPr>
          <p:cNvCxnSpPr>
            <a:cxnSpLocks/>
            <a:stCxn id="16" idx="4"/>
            <a:endCxn id="18" idx="0"/>
          </p:cNvCxnSpPr>
          <p:nvPr/>
        </p:nvCxnSpPr>
        <p:spPr>
          <a:xfrm>
            <a:off x="9786047"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6" name="橢圓 35">
            <a:extLst>
              <a:ext uri="{FF2B5EF4-FFF2-40B4-BE49-F238E27FC236}">
                <a16:creationId xmlns:a16="http://schemas.microsoft.com/office/drawing/2014/main" id="{FEF6D16B-C016-489B-9D14-DCC50A328504}"/>
              </a:ext>
            </a:extLst>
          </p:cNvPr>
          <p:cNvSpPr/>
          <p:nvPr/>
        </p:nvSpPr>
        <p:spPr>
          <a:xfrm>
            <a:off x="9938234" y="169470"/>
            <a:ext cx="389202" cy="3955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pic>
        <p:nvPicPr>
          <p:cNvPr id="37" name="圖片 36">
            <a:extLst>
              <a:ext uri="{FF2B5EF4-FFF2-40B4-BE49-F238E27FC236}">
                <a16:creationId xmlns:a16="http://schemas.microsoft.com/office/drawing/2014/main" id="{9A9A82A4-B9A8-4A54-A4BD-F411D643DC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4810" y="4608489"/>
            <a:ext cx="7685896" cy="2954405"/>
          </a:xfrm>
          <a:prstGeom prst="rect">
            <a:avLst/>
          </a:prstGeom>
        </p:spPr>
      </p:pic>
    </p:spTree>
    <p:extLst>
      <p:ext uri="{BB962C8B-B14F-4D97-AF65-F5344CB8AC3E}">
        <p14:creationId xmlns:p14="http://schemas.microsoft.com/office/powerpoint/2010/main" val="162647185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6">
            <a:extLst>
              <a:ext uri="{FF2B5EF4-FFF2-40B4-BE49-F238E27FC236}">
                <a16:creationId xmlns:a16="http://schemas.microsoft.com/office/drawing/2014/main" id="{46004432-1DAF-4833-BEE4-7A9ADF9C2CF9}"/>
              </a:ext>
            </a:extLst>
          </p:cNvPr>
          <p:cNvGraphicFramePr>
            <a:graphicFrameLocks noGrp="1"/>
          </p:cNvGraphicFramePr>
          <p:nvPr>
            <p:extLst>
              <p:ext uri="{D42A27DB-BD31-4B8C-83A1-F6EECF244321}">
                <p14:modId xmlns:p14="http://schemas.microsoft.com/office/powerpoint/2010/main" val="1252706624"/>
              </p:ext>
            </p:extLst>
          </p:nvPr>
        </p:nvGraphicFramePr>
        <p:xfrm>
          <a:off x="237480" y="161667"/>
          <a:ext cx="2869428" cy="4389120"/>
        </p:xfrm>
        <a:graphic>
          <a:graphicData uri="http://schemas.openxmlformats.org/drawingml/2006/table">
            <a:tbl>
              <a:tblPr firstRow="1" bandRow="1">
                <a:tableStyleId>{5C22544A-7EE6-4342-B048-85BDC9FD1C3A}</a:tableStyleId>
              </a:tblPr>
              <a:tblGrid>
                <a:gridCol w="956476">
                  <a:extLst>
                    <a:ext uri="{9D8B030D-6E8A-4147-A177-3AD203B41FA5}">
                      <a16:colId xmlns:a16="http://schemas.microsoft.com/office/drawing/2014/main" val="4123152773"/>
                    </a:ext>
                  </a:extLst>
                </a:gridCol>
                <a:gridCol w="956476">
                  <a:extLst>
                    <a:ext uri="{9D8B030D-6E8A-4147-A177-3AD203B41FA5}">
                      <a16:colId xmlns:a16="http://schemas.microsoft.com/office/drawing/2014/main" val="2597466175"/>
                    </a:ext>
                  </a:extLst>
                </a:gridCol>
                <a:gridCol w="956476">
                  <a:extLst>
                    <a:ext uri="{9D8B030D-6E8A-4147-A177-3AD203B41FA5}">
                      <a16:colId xmlns:a16="http://schemas.microsoft.com/office/drawing/2014/main" val="1949526574"/>
                    </a:ext>
                  </a:extLst>
                </a:gridCol>
              </a:tblGrid>
              <a:tr h="332891">
                <a:tc>
                  <a:txBody>
                    <a:bodyPr/>
                    <a:lstStyle/>
                    <a:p>
                      <a:r>
                        <a:rPr lang="en-US" altLang="zh-TW" b="0" dirty="0">
                          <a:solidFill>
                            <a:schemeClr val="tx1"/>
                          </a:solidFill>
                        </a:rPr>
                        <a:t>Tasks</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CP</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Priority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332891">
                <a:tc>
                  <a:txBody>
                    <a:bodyPr/>
                    <a:lstStyle/>
                    <a:p>
                      <a:r>
                        <a:rPr lang="en-US" altLang="zh-TW" b="0" dirty="0">
                          <a:solidFill>
                            <a:schemeClr val="tx1"/>
                          </a:solidFill>
                        </a:rPr>
                        <a:t>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332891">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332891">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332891">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332891">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332891">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332891">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332891">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7862050"/>
                  </a:ext>
                </a:extLst>
              </a:tr>
              <a:tr h="332891">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5944736"/>
                  </a:ext>
                </a:extLst>
              </a:tr>
              <a:tr h="332891">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9186397"/>
                  </a:ext>
                </a:extLst>
              </a:tr>
              <a:tr h="332891">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1565577"/>
                  </a:ext>
                </a:extLst>
              </a:tr>
            </a:tbl>
          </a:graphicData>
        </a:graphic>
      </p:graphicFrame>
      <p:sp>
        <p:nvSpPr>
          <p:cNvPr id="10" name="橢圓 9">
            <a:extLst>
              <a:ext uri="{FF2B5EF4-FFF2-40B4-BE49-F238E27FC236}">
                <a16:creationId xmlns:a16="http://schemas.microsoft.com/office/drawing/2014/main" id="{4E473AAB-9B9B-4F7F-9652-49C02F0866B5}"/>
              </a:ext>
            </a:extLst>
          </p:cNvPr>
          <p:cNvSpPr/>
          <p:nvPr/>
        </p:nvSpPr>
        <p:spPr>
          <a:xfrm>
            <a:off x="8750015"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11" name="橢圓 10">
            <a:extLst>
              <a:ext uri="{FF2B5EF4-FFF2-40B4-BE49-F238E27FC236}">
                <a16:creationId xmlns:a16="http://schemas.microsoft.com/office/drawing/2014/main" id="{11BA0406-A245-4E42-8357-E2AE6C2359D5}"/>
              </a:ext>
            </a:extLst>
          </p:cNvPr>
          <p:cNvSpPr/>
          <p:nvPr/>
        </p:nvSpPr>
        <p:spPr>
          <a:xfrm>
            <a:off x="9867653"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12" name="橢圓 11">
            <a:extLst>
              <a:ext uri="{FF2B5EF4-FFF2-40B4-BE49-F238E27FC236}">
                <a16:creationId xmlns:a16="http://schemas.microsoft.com/office/drawing/2014/main" id="{85B312CB-942F-43A3-AFC5-C048D9583A1C}"/>
              </a:ext>
            </a:extLst>
          </p:cNvPr>
          <p:cNvSpPr/>
          <p:nvPr/>
        </p:nvSpPr>
        <p:spPr>
          <a:xfrm>
            <a:off x="10839356"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13" name="橢圓 12">
            <a:extLst>
              <a:ext uri="{FF2B5EF4-FFF2-40B4-BE49-F238E27FC236}">
                <a16:creationId xmlns:a16="http://schemas.microsoft.com/office/drawing/2014/main" id="{0DBD1558-C27C-4755-9611-51594E707F85}"/>
              </a:ext>
            </a:extLst>
          </p:cNvPr>
          <p:cNvSpPr/>
          <p:nvPr/>
        </p:nvSpPr>
        <p:spPr>
          <a:xfrm>
            <a:off x="10483088"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14" name="橢圓 13">
            <a:extLst>
              <a:ext uri="{FF2B5EF4-FFF2-40B4-BE49-F238E27FC236}">
                <a16:creationId xmlns:a16="http://schemas.microsoft.com/office/drawing/2014/main" id="{77AE0755-D6DE-41D9-BB97-4432D4195DCF}"/>
              </a:ext>
            </a:extLst>
          </p:cNvPr>
          <p:cNvSpPr/>
          <p:nvPr/>
        </p:nvSpPr>
        <p:spPr>
          <a:xfrm>
            <a:off x="11405706"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5" name="橢圓 14">
            <a:extLst>
              <a:ext uri="{FF2B5EF4-FFF2-40B4-BE49-F238E27FC236}">
                <a16:creationId xmlns:a16="http://schemas.microsoft.com/office/drawing/2014/main" id="{0E53B0C0-AD19-432E-B2AA-61AA960BC49A}"/>
              </a:ext>
            </a:extLst>
          </p:cNvPr>
          <p:cNvSpPr/>
          <p:nvPr/>
        </p:nvSpPr>
        <p:spPr>
          <a:xfrm>
            <a:off x="8607758"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6" name="橢圓 15">
            <a:extLst>
              <a:ext uri="{FF2B5EF4-FFF2-40B4-BE49-F238E27FC236}">
                <a16:creationId xmlns:a16="http://schemas.microsoft.com/office/drawing/2014/main" id="{723C562E-ECDC-43B7-9F36-8037F43A9CB4}"/>
              </a:ext>
            </a:extLst>
          </p:cNvPr>
          <p:cNvSpPr/>
          <p:nvPr/>
        </p:nvSpPr>
        <p:spPr>
          <a:xfrm>
            <a:off x="9530605"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7" name="橢圓 16">
            <a:extLst>
              <a:ext uri="{FF2B5EF4-FFF2-40B4-BE49-F238E27FC236}">
                <a16:creationId xmlns:a16="http://schemas.microsoft.com/office/drawing/2014/main" id="{F48C7606-8248-405A-89CC-2D7126433BFD}"/>
              </a:ext>
            </a:extLst>
          </p:cNvPr>
          <p:cNvSpPr/>
          <p:nvPr/>
        </p:nvSpPr>
        <p:spPr>
          <a:xfrm>
            <a:off x="9054912"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8" name="橢圓 17">
            <a:extLst>
              <a:ext uri="{FF2B5EF4-FFF2-40B4-BE49-F238E27FC236}">
                <a16:creationId xmlns:a16="http://schemas.microsoft.com/office/drawing/2014/main" id="{908B2185-C07F-47CE-A9FC-762FB21DF057}"/>
              </a:ext>
            </a:extLst>
          </p:cNvPr>
          <p:cNvSpPr/>
          <p:nvPr/>
        </p:nvSpPr>
        <p:spPr>
          <a:xfrm>
            <a:off x="10379113"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9" name="橢圓 18">
            <a:extLst>
              <a:ext uri="{FF2B5EF4-FFF2-40B4-BE49-F238E27FC236}">
                <a16:creationId xmlns:a16="http://schemas.microsoft.com/office/drawing/2014/main" id="{4111799B-A855-49B3-9BE0-B3B0A51A25FF}"/>
              </a:ext>
            </a:extLst>
          </p:cNvPr>
          <p:cNvSpPr/>
          <p:nvPr/>
        </p:nvSpPr>
        <p:spPr>
          <a:xfrm>
            <a:off x="9530605"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20" name="直線接點 19">
            <a:extLst>
              <a:ext uri="{FF2B5EF4-FFF2-40B4-BE49-F238E27FC236}">
                <a16:creationId xmlns:a16="http://schemas.microsoft.com/office/drawing/2014/main" id="{AD01E4DC-E01C-4466-8C1C-FFB3C120F5CE}"/>
              </a:ext>
            </a:extLst>
          </p:cNvPr>
          <p:cNvCxnSpPr>
            <a:cxnSpLocks/>
            <a:stCxn id="10" idx="0"/>
            <a:endCxn id="36" idx="4"/>
          </p:cNvCxnSpPr>
          <p:nvPr/>
        </p:nvCxnSpPr>
        <p:spPr>
          <a:xfrm flipV="1">
            <a:off x="9029644" y="564970"/>
            <a:ext cx="1103191" cy="40812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0A7421F9-68FE-41A9-9037-ED16924AF1E7}"/>
              </a:ext>
            </a:extLst>
          </p:cNvPr>
          <p:cNvCxnSpPr>
            <a:cxnSpLocks/>
            <a:stCxn id="11" idx="0"/>
            <a:endCxn id="36" idx="4"/>
          </p:cNvCxnSpPr>
          <p:nvPr/>
        </p:nvCxnSpPr>
        <p:spPr>
          <a:xfrm flipH="1" flipV="1">
            <a:off x="10132835" y="564970"/>
            <a:ext cx="14447" cy="4029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ED697F36-E370-46EB-9C6A-C90C1032C226}"/>
              </a:ext>
            </a:extLst>
          </p:cNvPr>
          <p:cNvCxnSpPr>
            <a:cxnSpLocks/>
            <a:stCxn id="10" idx="4"/>
            <a:endCxn id="15" idx="0"/>
          </p:cNvCxnSpPr>
          <p:nvPr/>
        </p:nvCxnSpPr>
        <p:spPr>
          <a:xfrm flipH="1">
            <a:off x="8883113"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EF7FA134-C337-4BA0-BBA2-B642A0327B9F}"/>
              </a:ext>
            </a:extLst>
          </p:cNvPr>
          <p:cNvCxnSpPr>
            <a:cxnSpLocks/>
            <a:stCxn id="10" idx="4"/>
            <a:endCxn id="16" idx="0"/>
          </p:cNvCxnSpPr>
          <p:nvPr/>
        </p:nvCxnSpPr>
        <p:spPr>
          <a:xfrm>
            <a:off x="9029644"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E439C2F0-0719-4F5E-AF7C-BABF3F8D3BDD}"/>
              </a:ext>
            </a:extLst>
          </p:cNvPr>
          <p:cNvCxnSpPr>
            <a:cxnSpLocks/>
            <a:stCxn id="36" idx="4"/>
            <a:endCxn id="12" idx="0"/>
          </p:cNvCxnSpPr>
          <p:nvPr/>
        </p:nvCxnSpPr>
        <p:spPr>
          <a:xfrm>
            <a:off x="10132835" y="564970"/>
            <a:ext cx="986150" cy="4361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1176D985-FD7B-4067-92AD-951D44F721AB}"/>
              </a:ext>
            </a:extLst>
          </p:cNvPr>
          <p:cNvCxnSpPr>
            <a:cxnSpLocks/>
            <a:stCxn id="18" idx="4"/>
            <a:endCxn id="19" idx="0"/>
          </p:cNvCxnSpPr>
          <p:nvPr/>
        </p:nvCxnSpPr>
        <p:spPr>
          <a:xfrm flipH="1">
            <a:off x="9954859"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B245C164-CF20-46C1-87C8-26F4B949DED5}"/>
              </a:ext>
            </a:extLst>
          </p:cNvPr>
          <p:cNvCxnSpPr>
            <a:cxnSpLocks/>
            <a:stCxn id="12" idx="4"/>
            <a:endCxn id="13" idx="0"/>
          </p:cNvCxnSpPr>
          <p:nvPr/>
        </p:nvCxnSpPr>
        <p:spPr>
          <a:xfrm flipH="1">
            <a:off x="10757750"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E7E1E9FB-4B0A-4D41-A2FF-3C07172C4BC0}"/>
              </a:ext>
            </a:extLst>
          </p:cNvPr>
          <p:cNvCxnSpPr>
            <a:cxnSpLocks/>
            <a:stCxn id="12" idx="4"/>
            <a:endCxn id="14" idx="0"/>
          </p:cNvCxnSpPr>
          <p:nvPr/>
        </p:nvCxnSpPr>
        <p:spPr>
          <a:xfrm>
            <a:off x="11118985"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5042BAB8-DDCD-4AD4-830C-F273B0E9B8ED}"/>
              </a:ext>
            </a:extLst>
          </p:cNvPr>
          <p:cNvCxnSpPr>
            <a:cxnSpLocks/>
            <a:stCxn id="11" idx="4"/>
            <a:endCxn id="13" idx="0"/>
          </p:cNvCxnSpPr>
          <p:nvPr/>
        </p:nvCxnSpPr>
        <p:spPr>
          <a:xfrm>
            <a:off x="10147282"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CFA3E4D9-422B-4A67-B24C-9ABED2A319BF}"/>
              </a:ext>
            </a:extLst>
          </p:cNvPr>
          <p:cNvCxnSpPr>
            <a:cxnSpLocks/>
            <a:stCxn id="16" idx="4"/>
            <a:endCxn id="17" idx="0"/>
          </p:cNvCxnSpPr>
          <p:nvPr/>
        </p:nvCxnSpPr>
        <p:spPr>
          <a:xfrm flipH="1">
            <a:off x="9330267"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BEC02F43-0F7C-4417-B247-0B44EAFB31AC}"/>
              </a:ext>
            </a:extLst>
          </p:cNvPr>
          <p:cNvCxnSpPr>
            <a:cxnSpLocks/>
            <a:stCxn id="15" idx="4"/>
            <a:endCxn id="17" idx="0"/>
          </p:cNvCxnSpPr>
          <p:nvPr/>
        </p:nvCxnSpPr>
        <p:spPr>
          <a:xfrm>
            <a:off x="8883113"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656E39CB-8CAE-434F-97A5-73402E91F2BA}"/>
              </a:ext>
            </a:extLst>
          </p:cNvPr>
          <p:cNvCxnSpPr>
            <a:cxnSpLocks/>
            <a:stCxn id="15" idx="0"/>
            <a:endCxn id="11" idx="4"/>
          </p:cNvCxnSpPr>
          <p:nvPr/>
        </p:nvCxnSpPr>
        <p:spPr>
          <a:xfrm flipV="1">
            <a:off x="8883113"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78FFEDDE-EC22-4A20-A615-DB356406FB47}"/>
              </a:ext>
            </a:extLst>
          </p:cNvPr>
          <p:cNvCxnSpPr>
            <a:cxnSpLocks/>
            <a:stCxn id="17" idx="4"/>
            <a:endCxn id="19" idx="0"/>
          </p:cNvCxnSpPr>
          <p:nvPr/>
        </p:nvCxnSpPr>
        <p:spPr>
          <a:xfrm>
            <a:off x="9330267"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4EE1B328-6AD7-40F1-B4F9-95B66F72BD16}"/>
              </a:ext>
            </a:extLst>
          </p:cNvPr>
          <p:cNvCxnSpPr>
            <a:cxnSpLocks/>
            <a:stCxn id="14" idx="4"/>
            <a:endCxn id="18" idx="0"/>
          </p:cNvCxnSpPr>
          <p:nvPr/>
        </p:nvCxnSpPr>
        <p:spPr>
          <a:xfrm flipH="1">
            <a:off x="10641087"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E26FA55C-2F1A-49D0-B7FE-8C9DE36F4B31}"/>
              </a:ext>
            </a:extLst>
          </p:cNvPr>
          <p:cNvCxnSpPr>
            <a:cxnSpLocks/>
            <a:stCxn id="13" idx="4"/>
            <a:endCxn id="18" idx="0"/>
          </p:cNvCxnSpPr>
          <p:nvPr/>
        </p:nvCxnSpPr>
        <p:spPr>
          <a:xfrm flipH="1">
            <a:off x="10641087"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id="{13CB7CD1-DD49-4FCB-B181-0314622ADC0A}"/>
              </a:ext>
            </a:extLst>
          </p:cNvPr>
          <p:cNvCxnSpPr>
            <a:cxnSpLocks/>
            <a:stCxn id="16" idx="4"/>
            <a:endCxn id="18" idx="0"/>
          </p:cNvCxnSpPr>
          <p:nvPr/>
        </p:nvCxnSpPr>
        <p:spPr>
          <a:xfrm>
            <a:off x="9786047"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6" name="橢圓 35">
            <a:extLst>
              <a:ext uri="{FF2B5EF4-FFF2-40B4-BE49-F238E27FC236}">
                <a16:creationId xmlns:a16="http://schemas.microsoft.com/office/drawing/2014/main" id="{FEF6D16B-C016-489B-9D14-DCC50A328504}"/>
              </a:ext>
            </a:extLst>
          </p:cNvPr>
          <p:cNvSpPr/>
          <p:nvPr/>
        </p:nvSpPr>
        <p:spPr>
          <a:xfrm>
            <a:off x="9938234" y="169470"/>
            <a:ext cx="389202" cy="3955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pic>
        <p:nvPicPr>
          <p:cNvPr id="37" name="圖片 36">
            <a:extLst>
              <a:ext uri="{FF2B5EF4-FFF2-40B4-BE49-F238E27FC236}">
                <a16:creationId xmlns:a16="http://schemas.microsoft.com/office/drawing/2014/main" id="{9A9A82A4-B9A8-4A54-A4BD-F411D643DC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4810" y="4024137"/>
            <a:ext cx="7685896" cy="2954405"/>
          </a:xfrm>
          <a:prstGeom prst="rect">
            <a:avLst/>
          </a:prstGeom>
        </p:spPr>
      </p:pic>
      <p:graphicFrame>
        <p:nvGraphicFramePr>
          <p:cNvPr id="38" name="表格 6">
            <a:extLst>
              <a:ext uri="{FF2B5EF4-FFF2-40B4-BE49-F238E27FC236}">
                <a16:creationId xmlns:a16="http://schemas.microsoft.com/office/drawing/2014/main" id="{A165A1AD-0B12-4261-A4B4-20A504FC92AF}"/>
              </a:ext>
            </a:extLst>
          </p:cNvPr>
          <p:cNvGraphicFramePr>
            <a:graphicFrameLocks noGrp="1"/>
          </p:cNvGraphicFramePr>
          <p:nvPr>
            <p:extLst>
              <p:ext uri="{D42A27DB-BD31-4B8C-83A1-F6EECF244321}">
                <p14:modId xmlns:p14="http://schemas.microsoft.com/office/powerpoint/2010/main" val="2039379159"/>
              </p:ext>
            </p:extLst>
          </p:nvPr>
        </p:nvGraphicFramePr>
        <p:xfrm>
          <a:off x="3197036" y="120103"/>
          <a:ext cx="2434836" cy="4478110"/>
        </p:xfrm>
        <a:graphic>
          <a:graphicData uri="http://schemas.openxmlformats.org/drawingml/2006/table">
            <a:tbl>
              <a:tblPr firstRow="1" bandRow="1">
                <a:tableStyleId>{5C22544A-7EE6-4342-B048-85BDC9FD1C3A}</a:tableStyleId>
              </a:tblPr>
              <a:tblGrid>
                <a:gridCol w="811612">
                  <a:extLst>
                    <a:ext uri="{9D8B030D-6E8A-4147-A177-3AD203B41FA5}">
                      <a16:colId xmlns:a16="http://schemas.microsoft.com/office/drawing/2014/main" val="3276230559"/>
                    </a:ext>
                  </a:extLst>
                </a:gridCol>
                <a:gridCol w="811612">
                  <a:extLst>
                    <a:ext uri="{9D8B030D-6E8A-4147-A177-3AD203B41FA5}">
                      <a16:colId xmlns:a16="http://schemas.microsoft.com/office/drawing/2014/main" val="2272104969"/>
                    </a:ext>
                  </a:extLst>
                </a:gridCol>
                <a:gridCol w="811612">
                  <a:extLst>
                    <a:ext uri="{9D8B030D-6E8A-4147-A177-3AD203B41FA5}">
                      <a16:colId xmlns:a16="http://schemas.microsoft.com/office/drawing/2014/main" val="569171837"/>
                    </a:ext>
                  </a:extLst>
                </a:gridCol>
              </a:tblGrid>
              <a:tr h="318338">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37385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37385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37385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37385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37385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37385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37385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37385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37385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37385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37385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Tree>
    <p:extLst>
      <p:ext uri="{BB962C8B-B14F-4D97-AF65-F5344CB8AC3E}">
        <p14:creationId xmlns:p14="http://schemas.microsoft.com/office/powerpoint/2010/main" val="55357423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BF46D6-E101-4796-B9C0-2F54A4486F0C}"/>
              </a:ext>
            </a:extLst>
          </p:cNvPr>
          <p:cNvSpPr>
            <a:spLocks noGrp="1"/>
          </p:cNvSpPr>
          <p:nvPr>
            <p:ph type="title"/>
          </p:nvPr>
        </p:nvSpPr>
        <p:spPr>
          <a:xfrm>
            <a:off x="388623" y="0"/>
            <a:ext cx="10515600" cy="1325563"/>
          </a:xfrm>
        </p:spPr>
        <p:txBody>
          <a:bodyPr/>
          <a:lstStyle/>
          <a:p>
            <a:r>
              <a:rPr lang="en-US" altLang="zh-TW" dirty="0"/>
              <a:t>EPRD</a:t>
            </a:r>
            <a:endParaRPr lang="zh-TW" altLang="en-US" dirty="0"/>
          </a:p>
        </p:txBody>
      </p:sp>
      <p:graphicFrame>
        <p:nvGraphicFramePr>
          <p:cNvPr id="6" name="表格 6">
            <a:extLst>
              <a:ext uri="{FF2B5EF4-FFF2-40B4-BE49-F238E27FC236}">
                <a16:creationId xmlns:a16="http://schemas.microsoft.com/office/drawing/2014/main" id="{46004432-1DAF-4833-BEE4-7A9ADF9C2CF9}"/>
              </a:ext>
            </a:extLst>
          </p:cNvPr>
          <p:cNvGraphicFramePr>
            <a:graphicFrameLocks noGrp="1"/>
          </p:cNvGraphicFramePr>
          <p:nvPr>
            <p:extLst>
              <p:ext uri="{D42A27DB-BD31-4B8C-83A1-F6EECF244321}">
                <p14:modId xmlns:p14="http://schemas.microsoft.com/office/powerpoint/2010/main" val="2441611680"/>
              </p:ext>
            </p:extLst>
          </p:nvPr>
        </p:nvGraphicFramePr>
        <p:xfrm>
          <a:off x="452529" y="1001745"/>
          <a:ext cx="6097900" cy="5374344"/>
        </p:xfrm>
        <a:graphic>
          <a:graphicData uri="http://schemas.openxmlformats.org/drawingml/2006/table">
            <a:tbl>
              <a:tblPr firstRow="1" bandRow="1">
                <a:tableStyleId>{5C22544A-7EE6-4342-B048-85BDC9FD1C3A}</a:tableStyleId>
              </a:tblPr>
              <a:tblGrid>
                <a:gridCol w="838292">
                  <a:extLst>
                    <a:ext uri="{9D8B030D-6E8A-4147-A177-3AD203B41FA5}">
                      <a16:colId xmlns:a16="http://schemas.microsoft.com/office/drawing/2014/main" val="4123152773"/>
                    </a:ext>
                  </a:extLst>
                </a:gridCol>
                <a:gridCol w="687608">
                  <a:extLst>
                    <a:ext uri="{9D8B030D-6E8A-4147-A177-3AD203B41FA5}">
                      <a16:colId xmlns:a16="http://schemas.microsoft.com/office/drawing/2014/main" val="3276230559"/>
                    </a:ext>
                  </a:extLst>
                </a:gridCol>
                <a:gridCol w="764771">
                  <a:extLst>
                    <a:ext uri="{9D8B030D-6E8A-4147-A177-3AD203B41FA5}">
                      <a16:colId xmlns:a16="http://schemas.microsoft.com/office/drawing/2014/main" val="2272104969"/>
                    </a:ext>
                  </a:extLst>
                </a:gridCol>
                <a:gridCol w="1062496">
                  <a:extLst>
                    <a:ext uri="{9D8B030D-6E8A-4147-A177-3AD203B41FA5}">
                      <a16:colId xmlns:a16="http://schemas.microsoft.com/office/drawing/2014/main" val="569171837"/>
                    </a:ext>
                  </a:extLst>
                </a:gridCol>
                <a:gridCol w="838292">
                  <a:extLst>
                    <a:ext uri="{9D8B030D-6E8A-4147-A177-3AD203B41FA5}">
                      <a16:colId xmlns:a16="http://schemas.microsoft.com/office/drawing/2014/main" val="2597466175"/>
                    </a:ext>
                  </a:extLst>
                </a:gridCol>
                <a:gridCol w="838292">
                  <a:extLst>
                    <a:ext uri="{9D8B030D-6E8A-4147-A177-3AD203B41FA5}">
                      <a16:colId xmlns:a16="http://schemas.microsoft.com/office/drawing/2014/main" val="2821283475"/>
                    </a:ext>
                  </a:extLst>
                </a:gridCol>
                <a:gridCol w="1068149">
                  <a:extLst>
                    <a:ext uri="{9D8B030D-6E8A-4147-A177-3AD203B41FA5}">
                      <a16:colId xmlns:a16="http://schemas.microsoft.com/office/drawing/2014/main" val="1949526574"/>
                    </a:ext>
                  </a:extLst>
                </a:gridCol>
              </a:tblGrid>
              <a:tr h="447862">
                <a:tc>
                  <a:txBody>
                    <a:bodyPr/>
                    <a:lstStyle/>
                    <a:p>
                      <a:r>
                        <a:rPr lang="en-US" altLang="zh-TW" b="0" dirty="0">
                          <a:solidFill>
                            <a:schemeClr val="tx1"/>
                          </a:solidFill>
                        </a:rPr>
                        <a:t>Tasks</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EST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LFT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rPr>
                        <a:t>maxslack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CP</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Drank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Priority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47862">
                <a:tc>
                  <a:txBody>
                    <a:bodyPr/>
                    <a:lstStyle/>
                    <a:p>
                      <a:r>
                        <a:rPr lang="en-US" altLang="zh-TW" b="0" dirty="0">
                          <a:solidFill>
                            <a:schemeClr val="tx1"/>
                          </a:solidFill>
                        </a:rPr>
                        <a:t>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11.67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47862">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23.67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7.33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47862">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25.33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6.33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7.33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47862">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27.67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7.33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47862">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36</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6.33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47862">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36</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18.33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47862">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40.67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23.33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47862">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40.67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23.33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7862050"/>
                  </a:ext>
                </a:extLst>
              </a:tr>
              <a:tr h="447862">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48.33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30.67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5944736"/>
                  </a:ext>
                </a:extLst>
              </a:tr>
              <a:tr h="447862">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48.33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36.33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9186397"/>
                  </a:ext>
                </a:extLst>
              </a:tr>
              <a:tr h="447862">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65</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1565577"/>
                  </a:ext>
                </a:extLst>
              </a:tr>
            </a:tbl>
          </a:graphicData>
        </a:graphic>
      </p:graphicFrame>
      <p:sp>
        <p:nvSpPr>
          <p:cNvPr id="10" name="橢圓 9">
            <a:extLst>
              <a:ext uri="{FF2B5EF4-FFF2-40B4-BE49-F238E27FC236}">
                <a16:creationId xmlns:a16="http://schemas.microsoft.com/office/drawing/2014/main" id="{4E473AAB-9B9B-4F7F-9652-49C02F0866B5}"/>
              </a:ext>
            </a:extLst>
          </p:cNvPr>
          <p:cNvSpPr/>
          <p:nvPr/>
        </p:nvSpPr>
        <p:spPr>
          <a:xfrm>
            <a:off x="8750015"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11" name="橢圓 10">
            <a:extLst>
              <a:ext uri="{FF2B5EF4-FFF2-40B4-BE49-F238E27FC236}">
                <a16:creationId xmlns:a16="http://schemas.microsoft.com/office/drawing/2014/main" id="{11BA0406-A245-4E42-8357-E2AE6C2359D5}"/>
              </a:ext>
            </a:extLst>
          </p:cNvPr>
          <p:cNvSpPr/>
          <p:nvPr/>
        </p:nvSpPr>
        <p:spPr>
          <a:xfrm>
            <a:off x="9867653"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12" name="橢圓 11">
            <a:extLst>
              <a:ext uri="{FF2B5EF4-FFF2-40B4-BE49-F238E27FC236}">
                <a16:creationId xmlns:a16="http://schemas.microsoft.com/office/drawing/2014/main" id="{85B312CB-942F-43A3-AFC5-C048D9583A1C}"/>
              </a:ext>
            </a:extLst>
          </p:cNvPr>
          <p:cNvSpPr/>
          <p:nvPr/>
        </p:nvSpPr>
        <p:spPr>
          <a:xfrm>
            <a:off x="10839356"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13" name="橢圓 12">
            <a:extLst>
              <a:ext uri="{FF2B5EF4-FFF2-40B4-BE49-F238E27FC236}">
                <a16:creationId xmlns:a16="http://schemas.microsoft.com/office/drawing/2014/main" id="{0DBD1558-C27C-4755-9611-51594E707F85}"/>
              </a:ext>
            </a:extLst>
          </p:cNvPr>
          <p:cNvSpPr/>
          <p:nvPr/>
        </p:nvSpPr>
        <p:spPr>
          <a:xfrm>
            <a:off x="10483088"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14" name="橢圓 13">
            <a:extLst>
              <a:ext uri="{FF2B5EF4-FFF2-40B4-BE49-F238E27FC236}">
                <a16:creationId xmlns:a16="http://schemas.microsoft.com/office/drawing/2014/main" id="{77AE0755-D6DE-41D9-BB97-4432D4195DCF}"/>
              </a:ext>
            </a:extLst>
          </p:cNvPr>
          <p:cNvSpPr/>
          <p:nvPr/>
        </p:nvSpPr>
        <p:spPr>
          <a:xfrm>
            <a:off x="11405706"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5" name="橢圓 14">
            <a:extLst>
              <a:ext uri="{FF2B5EF4-FFF2-40B4-BE49-F238E27FC236}">
                <a16:creationId xmlns:a16="http://schemas.microsoft.com/office/drawing/2014/main" id="{0E53B0C0-AD19-432E-B2AA-61AA960BC49A}"/>
              </a:ext>
            </a:extLst>
          </p:cNvPr>
          <p:cNvSpPr/>
          <p:nvPr/>
        </p:nvSpPr>
        <p:spPr>
          <a:xfrm>
            <a:off x="8607758"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6" name="橢圓 15">
            <a:extLst>
              <a:ext uri="{FF2B5EF4-FFF2-40B4-BE49-F238E27FC236}">
                <a16:creationId xmlns:a16="http://schemas.microsoft.com/office/drawing/2014/main" id="{723C562E-ECDC-43B7-9F36-8037F43A9CB4}"/>
              </a:ext>
            </a:extLst>
          </p:cNvPr>
          <p:cNvSpPr/>
          <p:nvPr/>
        </p:nvSpPr>
        <p:spPr>
          <a:xfrm>
            <a:off x="9530605"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7" name="橢圓 16">
            <a:extLst>
              <a:ext uri="{FF2B5EF4-FFF2-40B4-BE49-F238E27FC236}">
                <a16:creationId xmlns:a16="http://schemas.microsoft.com/office/drawing/2014/main" id="{F48C7606-8248-405A-89CC-2D7126433BFD}"/>
              </a:ext>
            </a:extLst>
          </p:cNvPr>
          <p:cNvSpPr/>
          <p:nvPr/>
        </p:nvSpPr>
        <p:spPr>
          <a:xfrm>
            <a:off x="9054912"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8" name="橢圓 17">
            <a:extLst>
              <a:ext uri="{FF2B5EF4-FFF2-40B4-BE49-F238E27FC236}">
                <a16:creationId xmlns:a16="http://schemas.microsoft.com/office/drawing/2014/main" id="{908B2185-C07F-47CE-A9FC-762FB21DF057}"/>
              </a:ext>
            </a:extLst>
          </p:cNvPr>
          <p:cNvSpPr/>
          <p:nvPr/>
        </p:nvSpPr>
        <p:spPr>
          <a:xfrm>
            <a:off x="10379113"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9" name="橢圓 18">
            <a:extLst>
              <a:ext uri="{FF2B5EF4-FFF2-40B4-BE49-F238E27FC236}">
                <a16:creationId xmlns:a16="http://schemas.microsoft.com/office/drawing/2014/main" id="{4111799B-A855-49B3-9BE0-B3B0A51A25FF}"/>
              </a:ext>
            </a:extLst>
          </p:cNvPr>
          <p:cNvSpPr/>
          <p:nvPr/>
        </p:nvSpPr>
        <p:spPr>
          <a:xfrm>
            <a:off x="9530605"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20" name="直線接點 19">
            <a:extLst>
              <a:ext uri="{FF2B5EF4-FFF2-40B4-BE49-F238E27FC236}">
                <a16:creationId xmlns:a16="http://schemas.microsoft.com/office/drawing/2014/main" id="{AD01E4DC-E01C-4466-8C1C-FFB3C120F5CE}"/>
              </a:ext>
            </a:extLst>
          </p:cNvPr>
          <p:cNvCxnSpPr>
            <a:cxnSpLocks/>
            <a:stCxn id="10" idx="0"/>
            <a:endCxn id="36" idx="4"/>
          </p:cNvCxnSpPr>
          <p:nvPr/>
        </p:nvCxnSpPr>
        <p:spPr>
          <a:xfrm flipV="1">
            <a:off x="9029644" y="564970"/>
            <a:ext cx="1103191" cy="40812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0A7421F9-68FE-41A9-9037-ED16924AF1E7}"/>
              </a:ext>
            </a:extLst>
          </p:cNvPr>
          <p:cNvCxnSpPr>
            <a:cxnSpLocks/>
            <a:stCxn id="11" idx="0"/>
            <a:endCxn id="36" idx="4"/>
          </p:cNvCxnSpPr>
          <p:nvPr/>
        </p:nvCxnSpPr>
        <p:spPr>
          <a:xfrm flipH="1" flipV="1">
            <a:off x="10132835" y="564970"/>
            <a:ext cx="14447" cy="4029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ED697F36-E370-46EB-9C6A-C90C1032C226}"/>
              </a:ext>
            </a:extLst>
          </p:cNvPr>
          <p:cNvCxnSpPr>
            <a:cxnSpLocks/>
            <a:stCxn id="10" idx="4"/>
            <a:endCxn id="15" idx="0"/>
          </p:cNvCxnSpPr>
          <p:nvPr/>
        </p:nvCxnSpPr>
        <p:spPr>
          <a:xfrm flipH="1">
            <a:off x="8883113"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EF7FA134-C337-4BA0-BBA2-B642A0327B9F}"/>
              </a:ext>
            </a:extLst>
          </p:cNvPr>
          <p:cNvCxnSpPr>
            <a:cxnSpLocks/>
            <a:stCxn id="10" idx="4"/>
            <a:endCxn id="16" idx="0"/>
          </p:cNvCxnSpPr>
          <p:nvPr/>
        </p:nvCxnSpPr>
        <p:spPr>
          <a:xfrm>
            <a:off x="9029644"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E439C2F0-0719-4F5E-AF7C-BABF3F8D3BDD}"/>
              </a:ext>
            </a:extLst>
          </p:cNvPr>
          <p:cNvCxnSpPr>
            <a:cxnSpLocks/>
            <a:stCxn id="36" idx="4"/>
            <a:endCxn id="12" idx="0"/>
          </p:cNvCxnSpPr>
          <p:nvPr/>
        </p:nvCxnSpPr>
        <p:spPr>
          <a:xfrm>
            <a:off x="10132835" y="564970"/>
            <a:ext cx="986150" cy="4361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1176D985-FD7B-4067-92AD-951D44F721AB}"/>
              </a:ext>
            </a:extLst>
          </p:cNvPr>
          <p:cNvCxnSpPr>
            <a:cxnSpLocks/>
            <a:stCxn id="18" idx="4"/>
            <a:endCxn id="19" idx="0"/>
          </p:cNvCxnSpPr>
          <p:nvPr/>
        </p:nvCxnSpPr>
        <p:spPr>
          <a:xfrm flipH="1">
            <a:off x="9954859"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B245C164-CF20-46C1-87C8-26F4B949DED5}"/>
              </a:ext>
            </a:extLst>
          </p:cNvPr>
          <p:cNvCxnSpPr>
            <a:cxnSpLocks/>
            <a:stCxn id="12" idx="4"/>
            <a:endCxn id="13" idx="0"/>
          </p:cNvCxnSpPr>
          <p:nvPr/>
        </p:nvCxnSpPr>
        <p:spPr>
          <a:xfrm flipH="1">
            <a:off x="10757750"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E7E1E9FB-4B0A-4D41-A2FF-3C07172C4BC0}"/>
              </a:ext>
            </a:extLst>
          </p:cNvPr>
          <p:cNvCxnSpPr>
            <a:cxnSpLocks/>
            <a:stCxn id="12" idx="4"/>
            <a:endCxn id="14" idx="0"/>
          </p:cNvCxnSpPr>
          <p:nvPr/>
        </p:nvCxnSpPr>
        <p:spPr>
          <a:xfrm>
            <a:off x="11118985"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5042BAB8-DDCD-4AD4-830C-F273B0E9B8ED}"/>
              </a:ext>
            </a:extLst>
          </p:cNvPr>
          <p:cNvCxnSpPr>
            <a:cxnSpLocks/>
            <a:stCxn id="11" idx="4"/>
            <a:endCxn id="13" idx="0"/>
          </p:cNvCxnSpPr>
          <p:nvPr/>
        </p:nvCxnSpPr>
        <p:spPr>
          <a:xfrm>
            <a:off x="10147282"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CFA3E4D9-422B-4A67-B24C-9ABED2A319BF}"/>
              </a:ext>
            </a:extLst>
          </p:cNvPr>
          <p:cNvCxnSpPr>
            <a:cxnSpLocks/>
            <a:stCxn id="16" idx="4"/>
            <a:endCxn id="17" idx="0"/>
          </p:cNvCxnSpPr>
          <p:nvPr/>
        </p:nvCxnSpPr>
        <p:spPr>
          <a:xfrm flipH="1">
            <a:off x="9330267"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BEC02F43-0F7C-4417-B247-0B44EAFB31AC}"/>
              </a:ext>
            </a:extLst>
          </p:cNvPr>
          <p:cNvCxnSpPr>
            <a:cxnSpLocks/>
            <a:stCxn id="15" idx="4"/>
            <a:endCxn id="17" idx="0"/>
          </p:cNvCxnSpPr>
          <p:nvPr/>
        </p:nvCxnSpPr>
        <p:spPr>
          <a:xfrm>
            <a:off x="8883113"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656E39CB-8CAE-434F-97A5-73402E91F2BA}"/>
              </a:ext>
            </a:extLst>
          </p:cNvPr>
          <p:cNvCxnSpPr>
            <a:cxnSpLocks/>
            <a:stCxn id="15" idx="0"/>
            <a:endCxn id="11" idx="4"/>
          </p:cNvCxnSpPr>
          <p:nvPr/>
        </p:nvCxnSpPr>
        <p:spPr>
          <a:xfrm flipV="1">
            <a:off x="8883113"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78FFEDDE-EC22-4A20-A615-DB356406FB47}"/>
              </a:ext>
            </a:extLst>
          </p:cNvPr>
          <p:cNvCxnSpPr>
            <a:cxnSpLocks/>
            <a:stCxn id="17" idx="4"/>
            <a:endCxn id="19" idx="0"/>
          </p:cNvCxnSpPr>
          <p:nvPr/>
        </p:nvCxnSpPr>
        <p:spPr>
          <a:xfrm>
            <a:off x="9330267"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4EE1B328-6AD7-40F1-B4F9-95B66F72BD16}"/>
              </a:ext>
            </a:extLst>
          </p:cNvPr>
          <p:cNvCxnSpPr>
            <a:cxnSpLocks/>
            <a:stCxn id="14" idx="4"/>
            <a:endCxn id="18" idx="0"/>
          </p:cNvCxnSpPr>
          <p:nvPr/>
        </p:nvCxnSpPr>
        <p:spPr>
          <a:xfrm flipH="1">
            <a:off x="10641087"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E26FA55C-2F1A-49D0-B7FE-8C9DE36F4B31}"/>
              </a:ext>
            </a:extLst>
          </p:cNvPr>
          <p:cNvCxnSpPr>
            <a:cxnSpLocks/>
            <a:stCxn id="13" idx="4"/>
            <a:endCxn id="18" idx="0"/>
          </p:cNvCxnSpPr>
          <p:nvPr/>
        </p:nvCxnSpPr>
        <p:spPr>
          <a:xfrm flipH="1">
            <a:off x="10641087"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id="{13CB7CD1-DD49-4FCB-B181-0314622ADC0A}"/>
              </a:ext>
            </a:extLst>
          </p:cNvPr>
          <p:cNvCxnSpPr>
            <a:cxnSpLocks/>
            <a:stCxn id="16" idx="4"/>
            <a:endCxn id="18" idx="0"/>
          </p:cNvCxnSpPr>
          <p:nvPr/>
        </p:nvCxnSpPr>
        <p:spPr>
          <a:xfrm>
            <a:off x="9786047"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6" name="橢圓 35">
            <a:extLst>
              <a:ext uri="{FF2B5EF4-FFF2-40B4-BE49-F238E27FC236}">
                <a16:creationId xmlns:a16="http://schemas.microsoft.com/office/drawing/2014/main" id="{FEF6D16B-C016-489B-9D14-DCC50A328504}"/>
              </a:ext>
            </a:extLst>
          </p:cNvPr>
          <p:cNvSpPr/>
          <p:nvPr/>
        </p:nvSpPr>
        <p:spPr>
          <a:xfrm>
            <a:off x="9938234" y="169470"/>
            <a:ext cx="389202" cy="3955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spTree>
    <p:extLst>
      <p:ext uri="{BB962C8B-B14F-4D97-AF65-F5344CB8AC3E}">
        <p14:creationId xmlns:p14="http://schemas.microsoft.com/office/powerpoint/2010/main" val="279839046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6">
            <a:extLst>
              <a:ext uri="{FF2B5EF4-FFF2-40B4-BE49-F238E27FC236}">
                <a16:creationId xmlns:a16="http://schemas.microsoft.com/office/drawing/2014/main" id="{46004432-1DAF-4833-BEE4-7A9ADF9C2CF9}"/>
              </a:ext>
            </a:extLst>
          </p:cNvPr>
          <p:cNvGraphicFramePr>
            <a:graphicFrameLocks noGrp="1"/>
          </p:cNvGraphicFramePr>
          <p:nvPr>
            <p:extLst>
              <p:ext uri="{D42A27DB-BD31-4B8C-83A1-F6EECF244321}">
                <p14:modId xmlns:p14="http://schemas.microsoft.com/office/powerpoint/2010/main" val="1845951966"/>
              </p:ext>
            </p:extLst>
          </p:nvPr>
        </p:nvGraphicFramePr>
        <p:xfrm>
          <a:off x="136036" y="5933"/>
          <a:ext cx="6472582" cy="5928211"/>
        </p:xfrm>
        <a:graphic>
          <a:graphicData uri="http://schemas.openxmlformats.org/drawingml/2006/table">
            <a:tbl>
              <a:tblPr firstRow="1" bandRow="1">
                <a:tableStyleId>{5C22544A-7EE6-4342-B048-85BDC9FD1C3A}</a:tableStyleId>
              </a:tblPr>
              <a:tblGrid>
                <a:gridCol w="889800">
                  <a:extLst>
                    <a:ext uri="{9D8B030D-6E8A-4147-A177-3AD203B41FA5}">
                      <a16:colId xmlns:a16="http://schemas.microsoft.com/office/drawing/2014/main" val="4123152773"/>
                    </a:ext>
                  </a:extLst>
                </a:gridCol>
                <a:gridCol w="729858">
                  <a:extLst>
                    <a:ext uri="{9D8B030D-6E8A-4147-A177-3AD203B41FA5}">
                      <a16:colId xmlns:a16="http://schemas.microsoft.com/office/drawing/2014/main" val="3276230559"/>
                    </a:ext>
                  </a:extLst>
                </a:gridCol>
                <a:gridCol w="811763">
                  <a:extLst>
                    <a:ext uri="{9D8B030D-6E8A-4147-A177-3AD203B41FA5}">
                      <a16:colId xmlns:a16="http://schemas.microsoft.com/office/drawing/2014/main" val="2272104969"/>
                    </a:ext>
                  </a:extLst>
                </a:gridCol>
                <a:gridCol w="1127781">
                  <a:extLst>
                    <a:ext uri="{9D8B030D-6E8A-4147-A177-3AD203B41FA5}">
                      <a16:colId xmlns:a16="http://schemas.microsoft.com/office/drawing/2014/main" val="569171837"/>
                    </a:ext>
                  </a:extLst>
                </a:gridCol>
                <a:gridCol w="889800">
                  <a:extLst>
                    <a:ext uri="{9D8B030D-6E8A-4147-A177-3AD203B41FA5}">
                      <a16:colId xmlns:a16="http://schemas.microsoft.com/office/drawing/2014/main" val="2597466175"/>
                    </a:ext>
                  </a:extLst>
                </a:gridCol>
                <a:gridCol w="889800">
                  <a:extLst>
                    <a:ext uri="{9D8B030D-6E8A-4147-A177-3AD203B41FA5}">
                      <a16:colId xmlns:a16="http://schemas.microsoft.com/office/drawing/2014/main" val="2821283475"/>
                    </a:ext>
                  </a:extLst>
                </a:gridCol>
                <a:gridCol w="1133780">
                  <a:extLst>
                    <a:ext uri="{9D8B030D-6E8A-4147-A177-3AD203B41FA5}">
                      <a16:colId xmlns:a16="http://schemas.microsoft.com/office/drawing/2014/main" val="1949526574"/>
                    </a:ext>
                  </a:extLst>
                </a:gridCol>
              </a:tblGrid>
              <a:tr h="344907">
                <a:tc>
                  <a:txBody>
                    <a:bodyPr/>
                    <a:lstStyle/>
                    <a:p>
                      <a:r>
                        <a:rPr lang="en-US" altLang="zh-TW" b="0" dirty="0">
                          <a:solidFill>
                            <a:schemeClr val="tx1"/>
                          </a:solidFill>
                        </a:rPr>
                        <a:t>Tasks</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EST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LFT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err="1">
                          <a:solidFill>
                            <a:schemeClr val="tx1"/>
                          </a:solidFill>
                        </a:rPr>
                        <a:t>maxslack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CP</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Drank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Priority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354461">
                <a:tc>
                  <a:txBody>
                    <a:bodyPr/>
                    <a:lstStyle/>
                    <a:p>
                      <a:r>
                        <a:rPr lang="en-US" altLang="zh-TW" b="0" dirty="0">
                          <a:solidFill>
                            <a:schemeClr val="tx1"/>
                          </a:solidFill>
                        </a:rPr>
                        <a:t>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11.67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568213">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23.67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7.33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568213">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25.33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6.33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7.33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568213">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27.67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7.33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354461">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36</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6.33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354461">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36</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TW" altLang="en-US"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18.33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568213">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40.67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23.33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568213">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40.67</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23.33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7862050"/>
                  </a:ext>
                </a:extLst>
              </a:tr>
              <a:tr h="568213">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48.33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5.33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30.67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5944736"/>
                  </a:ext>
                </a:extLst>
              </a:tr>
              <a:tr h="568213">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48.33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36.33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9186397"/>
                  </a:ext>
                </a:extLst>
              </a:tr>
              <a:tr h="354461">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65</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2000" b="0" dirty="0">
                          <a:solidFill>
                            <a:schemeClr val="tx1"/>
                          </a:solidFill>
                          <a:latin typeface="Times New Roman" panose="02020603050405020304" pitchFamily="18" charset="0"/>
                          <a:cs typeface="Times New Roman" panose="02020603050405020304" pitchFamily="18" charset="0"/>
                        </a:rPr>
                        <a:t>4.33</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1565577"/>
                  </a:ext>
                </a:extLst>
              </a:tr>
            </a:tbl>
          </a:graphicData>
        </a:graphic>
      </p:graphicFrame>
      <p:sp>
        <p:nvSpPr>
          <p:cNvPr id="10" name="橢圓 9">
            <a:extLst>
              <a:ext uri="{FF2B5EF4-FFF2-40B4-BE49-F238E27FC236}">
                <a16:creationId xmlns:a16="http://schemas.microsoft.com/office/drawing/2014/main" id="{4E473AAB-9B9B-4F7F-9652-49C02F0866B5}"/>
              </a:ext>
            </a:extLst>
          </p:cNvPr>
          <p:cNvSpPr/>
          <p:nvPr/>
        </p:nvSpPr>
        <p:spPr>
          <a:xfrm>
            <a:off x="8750015"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11" name="橢圓 10">
            <a:extLst>
              <a:ext uri="{FF2B5EF4-FFF2-40B4-BE49-F238E27FC236}">
                <a16:creationId xmlns:a16="http://schemas.microsoft.com/office/drawing/2014/main" id="{11BA0406-A245-4E42-8357-E2AE6C2359D5}"/>
              </a:ext>
            </a:extLst>
          </p:cNvPr>
          <p:cNvSpPr/>
          <p:nvPr/>
        </p:nvSpPr>
        <p:spPr>
          <a:xfrm>
            <a:off x="9867653"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12" name="橢圓 11">
            <a:extLst>
              <a:ext uri="{FF2B5EF4-FFF2-40B4-BE49-F238E27FC236}">
                <a16:creationId xmlns:a16="http://schemas.microsoft.com/office/drawing/2014/main" id="{85B312CB-942F-43A3-AFC5-C048D9583A1C}"/>
              </a:ext>
            </a:extLst>
          </p:cNvPr>
          <p:cNvSpPr/>
          <p:nvPr/>
        </p:nvSpPr>
        <p:spPr>
          <a:xfrm>
            <a:off x="10839356"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13" name="橢圓 12">
            <a:extLst>
              <a:ext uri="{FF2B5EF4-FFF2-40B4-BE49-F238E27FC236}">
                <a16:creationId xmlns:a16="http://schemas.microsoft.com/office/drawing/2014/main" id="{0DBD1558-C27C-4755-9611-51594E707F85}"/>
              </a:ext>
            </a:extLst>
          </p:cNvPr>
          <p:cNvSpPr/>
          <p:nvPr/>
        </p:nvSpPr>
        <p:spPr>
          <a:xfrm>
            <a:off x="10483088"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14" name="橢圓 13">
            <a:extLst>
              <a:ext uri="{FF2B5EF4-FFF2-40B4-BE49-F238E27FC236}">
                <a16:creationId xmlns:a16="http://schemas.microsoft.com/office/drawing/2014/main" id="{77AE0755-D6DE-41D9-BB97-4432D4195DCF}"/>
              </a:ext>
            </a:extLst>
          </p:cNvPr>
          <p:cNvSpPr/>
          <p:nvPr/>
        </p:nvSpPr>
        <p:spPr>
          <a:xfrm>
            <a:off x="11405706"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5" name="橢圓 14">
            <a:extLst>
              <a:ext uri="{FF2B5EF4-FFF2-40B4-BE49-F238E27FC236}">
                <a16:creationId xmlns:a16="http://schemas.microsoft.com/office/drawing/2014/main" id="{0E53B0C0-AD19-432E-B2AA-61AA960BC49A}"/>
              </a:ext>
            </a:extLst>
          </p:cNvPr>
          <p:cNvSpPr/>
          <p:nvPr/>
        </p:nvSpPr>
        <p:spPr>
          <a:xfrm>
            <a:off x="8607758"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6" name="橢圓 15">
            <a:extLst>
              <a:ext uri="{FF2B5EF4-FFF2-40B4-BE49-F238E27FC236}">
                <a16:creationId xmlns:a16="http://schemas.microsoft.com/office/drawing/2014/main" id="{723C562E-ECDC-43B7-9F36-8037F43A9CB4}"/>
              </a:ext>
            </a:extLst>
          </p:cNvPr>
          <p:cNvSpPr/>
          <p:nvPr/>
        </p:nvSpPr>
        <p:spPr>
          <a:xfrm>
            <a:off x="9530605"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7" name="橢圓 16">
            <a:extLst>
              <a:ext uri="{FF2B5EF4-FFF2-40B4-BE49-F238E27FC236}">
                <a16:creationId xmlns:a16="http://schemas.microsoft.com/office/drawing/2014/main" id="{F48C7606-8248-405A-89CC-2D7126433BFD}"/>
              </a:ext>
            </a:extLst>
          </p:cNvPr>
          <p:cNvSpPr/>
          <p:nvPr/>
        </p:nvSpPr>
        <p:spPr>
          <a:xfrm>
            <a:off x="9054912"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8" name="橢圓 17">
            <a:extLst>
              <a:ext uri="{FF2B5EF4-FFF2-40B4-BE49-F238E27FC236}">
                <a16:creationId xmlns:a16="http://schemas.microsoft.com/office/drawing/2014/main" id="{908B2185-C07F-47CE-A9FC-762FB21DF057}"/>
              </a:ext>
            </a:extLst>
          </p:cNvPr>
          <p:cNvSpPr/>
          <p:nvPr/>
        </p:nvSpPr>
        <p:spPr>
          <a:xfrm>
            <a:off x="10379113"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9" name="橢圓 18">
            <a:extLst>
              <a:ext uri="{FF2B5EF4-FFF2-40B4-BE49-F238E27FC236}">
                <a16:creationId xmlns:a16="http://schemas.microsoft.com/office/drawing/2014/main" id="{4111799B-A855-49B3-9BE0-B3B0A51A25FF}"/>
              </a:ext>
            </a:extLst>
          </p:cNvPr>
          <p:cNvSpPr/>
          <p:nvPr/>
        </p:nvSpPr>
        <p:spPr>
          <a:xfrm>
            <a:off x="9530605"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20" name="直線接點 19">
            <a:extLst>
              <a:ext uri="{FF2B5EF4-FFF2-40B4-BE49-F238E27FC236}">
                <a16:creationId xmlns:a16="http://schemas.microsoft.com/office/drawing/2014/main" id="{AD01E4DC-E01C-4466-8C1C-FFB3C120F5CE}"/>
              </a:ext>
            </a:extLst>
          </p:cNvPr>
          <p:cNvCxnSpPr>
            <a:cxnSpLocks/>
            <a:stCxn id="10" idx="0"/>
            <a:endCxn id="36" idx="4"/>
          </p:cNvCxnSpPr>
          <p:nvPr/>
        </p:nvCxnSpPr>
        <p:spPr>
          <a:xfrm flipV="1">
            <a:off x="9029644" y="564970"/>
            <a:ext cx="1103191" cy="40812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0A7421F9-68FE-41A9-9037-ED16924AF1E7}"/>
              </a:ext>
            </a:extLst>
          </p:cNvPr>
          <p:cNvCxnSpPr>
            <a:cxnSpLocks/>
            <a:stCxn id="11" idx="0"/>
            <a:endCxn id="36" idx="4"/>
          </p:cNvCxnSpPr>
          <p:nvPr/>
        </p:nvCxnSpPr>
        <p:spPr>
          <a:xfrm flipH="1" flipV="1">
            <a:off x="10132835" y="564970"/>
            <a:ext cx="14447" cy="4029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ED697F36-E370-46EB-9C6A-C90C1032C226}"/>
              </a:ext>
            </a:extLst>
          </p:cNvPr>
          <p:cNvCxnSpPr>
            <a:cxnSpLocks/>
            <a:stCxn id="10" idx="4"/>
            <a:endCxn id="15" idx="0"/>
          </p:cNvCxnSpPr>
          <p:nvPr/>
        </p:nvCxnSpPr>
        <p:spPr>
          <a:xfrm flipH="1">
            <a:off x="8883113"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EF7FA134-C337-4BA0-BBA2-B642A0327B9F}"/>
              </a:ext>
            </a:extLst>
          </p:cNvPr>
          <p:cNvCxnSpPr>
            <a:cxnSpLocks/>
            <a:stCxn id="10" idx="4"/>
            <a:endCxn id="16" idx="0"/>
          </p:cNvCxnSpPr>
          <p:nvPr/>
        </p:nvCxnSpPr>
        <p:spPr>
          <a:xfrm>
            <a:off x="9029644"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E439C2F0-0719-4F5E-AF7C-BABF3F8D3BDD}"/>
              </a:ext>
            </a:extLst>
          </p:cNvPr>
          <p:cNvCxnSpPr>
            <a:cxnSpLocks/>
            <a:stCxn id="36" idx="4"/>
            <a:endCxn id="12" idx="0"/>
          </p:cNvCxnSpPr>
          <p:nvPr/>
        </p:nvCxnSpPr>
        <p:spPr>
          <a:xfrm>
            <a:off x="10132835" y="564970"/>
            <a:ext cx="986150" cy="4361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1176D985-FD7B-4067-92AD-951D44F721AB}"/>
              </a:ext>
            </a:extLst>
          </p:cNvPr>
          <p:cNvCxnSpPr>
            <a:cxnSpLocks/>
            <a:stCxn id="18" idx="4"/>
            <a:endCxn id="19" idx="0"/>
          </p:cNvCxnSpPr>
          <p:nvPr/>
        </p:nvCxnSpPr>
        <p:spPr>
          <a:xfrm flipH="1">
            <a:off x="9954859"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B245C164-CF20-46C1-87C8-26F4B949DED5}"/>
              </a:ext>
            </a:extLst>
          </p:cNvPr>
          <p:cNvCxnSpPr>
            <a:cxnSpLocks/>
            <a:stCxn id="12" idx="4"/>
            <a:endCxn id="13" idx="0"/>
          </p:cNvCxnSpPr>
          <p:nvPr/>
        </p:nvCxnSpPr>
        <p:spPr>
          <a:xfrm flipH="1">
            <a:off x="10757750"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E7E1E9FB-4B0A-4D41-A2FF-3C07172C4BC0}"/>
              </a:ext>
            </a:extLst>
          </p:cNvPr>
          <p:cNvCxnSpPr>
            <a:cxnSpLocks/>
            <a:stCxn id="12" idx="4"/>
            <a:endCxn id="14" idx="0"/>
          </p:cNvCxnSpPr>
          <p:nvPr/>
        </p:nvCxnSpPr>
        <p:spPr>
          <a:xfrm>
            <a:off x="11118985"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5042BAB8-DDCD-4AD4-830C-F273B0E9B8ED}"/>
              </a:ext>
            </a:extLst>
          </p:cNvPr>
          <p:cNvCxnSpPr>
            <a:cxnSpLocks/>
            <a:stCxn id="11" idx="4"/>
            <a:endCxn id="13" idx="0"/>
          </p:cNvCxnSpPr>
          <p:nvPr/>
        </p:nvCxnSpPr>
        <p:spPr>
          <a:xfrm>
            <a:off x="10147282"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CFA3E4D9-422B-4A67-B24C-9ABED2A319BF}"/>
              </a:ext>
            </a:extLst>
          </p:cNvPr>
          <p:cNvCxnSpPr>
            <a:cxnSpLocks/>
            <a:stCxn id="16" idx="4"/>
            <a:endCxn id="17" idx="0"/>
          </p:cNvCxnSpPr>
          <p:nvPr/>
        </p:nvCxnSpPr>
        <p:spPr>
          <a:xfrm flipH="1">
            <a:off x="9330267"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BEC02F43-0F7C-4417-B247-0B44EAFB31AC}"/>
              </a:ext>
            </a:extLst>
          </p:cNvPr>
          <p:cNvCxnSpPr>
            <a:cxnSpLocks/>
            <a:stCxn id="15" idx="4"/>
            <a:endCxn id="17" idx="0"/>
          </p:cNvCxnSpPr>
          <p:nvPr/>
        </p:nvCxnSpPr>
        <p:spPr>
          <a:xfrm>
            <a:off x="8883113"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656E39CB-8CAE-434F-97A5-73402E91F2BA}"/>
              </a:ext>
            </a:extLst>
          </p:cNvPr>
          <p:cNvCxnSpPr>
            <a:cxnSpLocks/>
            <a:stCxn id="15" idx="0"/>
            <a:endCxn id="11" idx="4"/>
          </p:cNvCxnSpPr>
          <p:nvPr/>
        </p:nvCxnSpPr>
        <p:spPr>
          <a:xfrm flipV="1">
            <a:off x="8883113"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78FFEDDE-EC22-4A20-A615-DB356406FB47}"/>
              </a:ext>
            </a:extLst>
          </p:cNvPr>
          <p:cNvCxnSpPr>
            <a:cxnSpLocks/>
            <a:stCxn id="17" idx="4"/>
            <a:endCxn id="19" idx="0"/>
          </p:cNvCxnSpPr>
          <p:nvPr/>
        </p:nvCxnSpPr>
        <p:spPr>
          <a:xfrm>
            <a:off x="9330267"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4EE1B328-6AD7-40F1-B4F9-95B66F72BD16}"/>
              </a:ext>
            </a:extLst>
          </p:cNvPr>
          <p:cNvCxnSpPr>
            <a:cxnSpLocks/>
            <a:stCxn id="14" idx="4"/>
            <a:endCxn id="18" idx="0"/>
          </p:cNvCxnSpPr>
          <p:nvPr/>
        </p:nvCxnSpPr>
        <p:spPr>
          <a:xfrm flipH="1">
            <a:off x="10641087"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E26FA55C-2F1A-49D0-B7FE-8C9DE36F4B31}"/>
              </a:ext>
            </a:extLst>
          </p:cNvPr>
          <p:cNvCxnSpPr>
            <a:cxnSpLocks/>
            <a:stCxn id="13" idx="4"/>
            <a:endCxn id="18" idx="0"/>
          </p:cNvCxnSpPr>
          <p:nvPr/>
        </p:nvCxnSpPr>
        <p:spPr>
          <a:xfrm flipH="1">
            <a:off x="10641087"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id="{13CB7CD1-DD49-4FCB-B181-0314622ADC0A}"/>
              </a:ext>
            </a:extLst>
          </p:cNvPr>
          <p:cNvCxnSpPr>
            <a:cxnSpLocks/>
            <a:stCxn id="16" idx="4"/>
            <a:endCxn id="18" idx="0"/>
          </p:cNvCxnSpPr>
          <p:nvPr/>
        </p:nvCxnSpPr>
        <p:spPr>
          <a:xfrm>
            <a:off x="9786047"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6" name="橢圓 35">
            <a:extLst>
              <a:ext uri="{FF2B5EF4-FFF2-40B4-BE49-F238E27FC236}">
                <a16:creationId xmlns:a16="http://schemas.microsoft.com/office/drawing/2014/main" id="{FEF6D16B-C016-489B-9D14-DCC50A328504}"/>
              </a:ext>
            </a:extLst>
          </p:cNvPr>
          <p:cNvSpPr/>
          <p:nvPr/>
        </p:nvSpPr>
        <p:spPr>
          <a:xfrm>
            <a:off x="9938234" y="169470"/>
            <a:ext cx="389202" cy="3955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pic>
        <p:nvPicPr>
          <p:cNvPr id="37" name="圖片 36">
            <a:extLst>
              <a:ext uri="{FF2B5EF4-FFF2-40B4-BE49-F238E27FC236}">
                <a16:creationId xmlns:a16="http://schemas.microsoft.com/office/drawing/2014/main" id="{83E08DD6-4803-4967-9ADE-2C912B3A26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6717" y="3955208"/>
            <a:ext cx="8156283" cy="3155350"/>
          </a:xfrm>
          <a:prstGeom prst="rect">
            <a:avLst/>
          </a:prstGeom>
        </p:spPr>
      </p:pic>
    </p:spTree>
    <p:extLst>
      <p:ext uri="{BB962C8B-B14F-4D97-AF65-F5344CB8AC3E}">
        <p14:creationId xmlns:p14="http://schemas.microsoft.com/office/powerpoint/2010/main" val="393864465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6">
            <a:extLst>
              <a:ext uri="{FF2B5EF4-FFF2-40B4-BE49-F238E27FC236}">
                <a16:creationId xmlns:a16="http://schemas.microsoft.com/office/drawing/2014/main" id="{46004432-1DAF-4833-BEE4-7A9ADF9C2CF9}"/>
              </a:ext>
            </a:extLst>
          </p:cNvPr>
          <p:cNvGraphicFramePr>
            <a:graphicFrameLocks noGrp="1"/>
          </p:cNvGraphicFramePr>
          <p:nvPr>
            <p:extLst>
              <p:ext uri="{D42A27DB-BD31-4B8C-83A1-F6EECF244321}">
                <p14:modId xmlns:p14="http://schemas.microsoft.com/office/powerpoint/2010/main" val="3048957084"/>
              </p:ext>
            </p:extLst>
          </p:nvPr>
        </p:nvGraphicFramePr>
        <p:xfrm>
          <a:off x="136037" y="5933"/>
          <a:ext cx="2108399" cy="5374344"/>
        </p:xfrm>
        <a:graphic>
          <a:graphicData uri="http://schemas.openxmlformats.org/drawingml/2006/table">
            <a:tbl>
              <a:tblPr firstRow="1" bandRow="1">
                <a:tableStyleId>{5C22544A-7EE6-4342-B048-85BDC9FD1C3A}</a:tableStyleId>
              </a:tblPr>
              <a:tblGrid>
                <a:gridCol w="678610">
                  <a:extLst>
                    <a:ext uri="{9D8B030D-6E8A-4147-A177-3AD203B41FA5}">
                      <a16:colId xmlns:a16="http://schemas.microsoft.com/office/drawing/2014/main" val="4123152773"/>
                    </a:ext>
                  </a:extLst>
                </a:gridCol>
                <a:gridCol w="881149">
                  <a:extLst>
                    <a:ext uri="{9D8B030D-6E8A-4147-A177-3AD203B41FA5}">
                      <a16:colId xmlns:a16="http://schemas.microsoft.com/office/drawing/2014/main" val="1949526574"/>
                    </a:ext>
                  </a:extLst>
                </a:gridCol>
                <a:gridCol w="548640">
                  <a:extLst>
                    <a:ext uri="{9D8B030D-6E8A-4147-A177-3AD203B41FA5}">
                      <a16:colId xmlns:a16="http://schemas.microsoft.com/office/drawing/2014/main" val="4193352428"/>
                    </a:ext>
                  </a:extLst>
                </a:gridCol>
              </a:tblGrid>
              <a:tr h="447862">
                <a:tc>
                  <a:txBody>
                    <a:bodyPr/>
                    <a:lstStyle/>
                    <a:p>
                      <a:r>
                        <a:rPr lang="en-US" altLang="zh-TW" b="0" dirty="0">
                          <a:solidFill>
                            <a:schemeClr val="tx1"/>
                          </a:solidFill>
                        </a:rPr>
                        <a:t>Tasks</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Priority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CP</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47862">
                <a:tc>
                  <a:txBody>
                    <a:bodyPr/>
                    <a:lstStyle/>
                    <a:p>
                      <a:r>
                        <a:rPr lang="en-US" altLang="zh-TW" b="0" dirty="0">
                          <a:solidFill>
                            <a:schemeClr val="tx1"/>
                          </a:solidFill>
                        </a:rPr>
                        <a:t>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47862">
                <a:tc>
                  <a:txBody>
                    <a:bodyPr/>
                    <a:lstStyle/>
                    <a:p>
                      <a:r>
                        <a:rPr lang="en-US" altLang="zh-TW" b="0" dirty="0">
                          <a:solidFill>
                            <a:schemeClr val="tx1"/>
                          </a:solidFill>
                        </a:rPr>
                        <a:t>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47862">
                <a:tc>
                  <a:txBody>
                    <a:bodyPr/>
                    <a:lstStyle/>
                    <a:p>
                      <a:r>
                        <a:rPr lang="en-US" altLang="zh-TW" b="0" dirty="0">
                          <a:solidFill>
                            <a:schemeClr val="tx1"/>
                          </a:solidFill>
                        </a:rPr>
                        <a:t>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47862">
                <a:tc>
                  <a:txBody>
                    <a:bodyPr/>
                    <a:lstStyle/>
                    <a:p>
                      <a:r>
                        <a:rPr lang="en-US" altLang="zh-TW" b="0" dirty="0">
                          <a:solidFill>
                            <a:schemeClr val="tx1"/>
                          </a:solidFill>
                        </a:rPr>
                        <a:t>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47862">
                <a:tc>
                  <a:txBody>
                    <a:bodyPr/>
                    <a:lstStyle/>
                    <a:p>
                      <a:r>
                        <a:rPr lang="en-US" altLang="zh-TW" b="0" dirty="0">
                          <a:solidFill>
                            <a:schemeClr val="tx1"/>
                          </a:solidFill>
                        </a:rPr>
                        <a:t>T4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47862">
                <a:tc>
                  <a:txBody>
                    <a:bodyPr/>
                    <a:lstStyle/>
                    <a:p>
                      <a:r>
                        <a:rPr lang="en-US" altLang="zh-TW" b="0" dirty="0">
                          <a:solidFill>
                            <a:schemeClr val="tx1"/>
                          </a:solidFill>
                        </a:rPr>
                        <a:t>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47862">
                <a:tc>
                  <a:txBody>
                    <a:bodyPr/>
                    <a:lstStyle/>
                    <a:p>
                      <a:r>
                        <a:rPr lang="en-US" altLang="zh-TW" b="0" dirty="0">
                          <a:solidFill>
                            <a:schemeClr val="tx1"/>
                          </a:solidFill>
                        </a:rPr>
                        <a:t>T6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47862">
                <a:tc>
                  <a:txBody>
                    <a:bodyPr/>
                    <a:lstStyle/>
                    <a:p>
                      <a:r>
                        <a:rPr lang="en-US" altLang="zh-TW" b="0" dirty="0">
                          <a:solidFill>
                            <a:schemeClr val="tx1"/>
                          </a:solidFill>
                        </a:rPr>
                        <a:t>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7862050"/>
                  </a:ext>
                </a:extLst>
              </a:tr>
              <a:tr h="447862">
                <a:tc>
                  <a:txBody>
                    <a:bodyPr/>
                    <a:lstStyle/>
                    <a:p>
                      <a:r>
                        <a:rPr lang="en-US" altLang="zh-TW" b="0" dirty="0">
                          <a:solidFill>
                            <a:schemeClr val="tx1"/>
                          </a:solidFill>
                        </a:rPr>
                        <a:t>T8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5944736"/>
                  </a:ext>
                </a:extLst>
              </a:tr>
              <a:tr h="447862">
                <a:tc>
                  <a:txBody>
                    <a:bodyPr/>
                    <a:lstStyle/>
                    <a:p>
                      <a:r>
                        <a:rPr lang="en-US" altLang="zh-TW" b="0" dirty="0">
                          <a:solidFill>
                            <a:schemeClr val="tx1"/>
                          </a:solidFill>
                        </a:rPr>
                        <a:t>T9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9186397"/>
                  </a:ext>
                </a:extLst>
              </a:tr>
              <a:tr h="447862">
                <a:tc>
                  <a:txBody>
                    <a:bodyPr/>
                    <a:lstStyle/>
                    <a:p>
                      <a:r>
                        <a:rPr lang="en-US" altLang="zh-TW" b="0" dirty="0">
                          <a:solidFill>
                            <a:schemeClr val="tx1"/>
                          </a:solidFill>
                        </a:rPr>
                        <a:t>T10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11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1565577"/>
                  </a:ext>
                </a:extLst>
              </a:tr>
            </a:tbl>
          </a:graphicData>
        </a:graphic>
      </p:graphicFrame>
      <p:sp>
        <p:nvSpPr>
          <p:cNvPr id="10" name="橢圓 9">
            <a:extLst>
              <a:ext uri="{FF2B5EF4-FFF2-40B4-BE49-F238E27FC236}">
                <a16:creationId xmlns:a16="http://schemas.microsoft.com/office/drawing/2014/main" id="{4E473AAB-9B9B-4F7F-9652-49C02F0866B5}"/>
              </a:ext>
            </a:extLst>
          </p:cNvPr>
          <p:cNvSpPr/>
          <p:nvPr/>
        </p:nvSpPr>
        <p:spPr>
          <a:xfrm>
            <a:off x="8750015" y="973099"/>
            <a:ext cx="559257" cy="50722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1</a:t>
            </a:r>
            <a:endParaRPr lang="zh-TW" altLang="en-US" sz="3200" dirty="0">
              <a:solidFill>
                <a:schemeClr val="tx1"/>
              </a:solidFill>
            </a:endParaRPr>
          </a:p>
        </p:txBody>
      </p:sp>
      <p:sp>
        <p:nvSpPr>
          <p:cNvPr id="11" name="橢圓 10">
            <a:extLst>
              <a:ext uri="{FF2B5EF4-FFF2-40B4-BE49-F238E27FC236}">
                <a16:creationId xmlns:a16="http://schemas.microsoft.com/office/drawing/2014/main" id="{11BA0406-A245-4E42-8357-E2AE6C2359D5}"/>
              </a:ext>
            </a:extLst>
          </p:cNvPr>
          <p:cNvSpPr/>
          <p:nvPr/>
        </p:nvSpPr>
        <p:spPr>
          <a:xfrm>
            <a:off x="9867653" y="967965"/>
            <a:ext cx="559257" cy="55497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2</a:t>
            </a:r>
            <a:endParaRPr lang="zh-TW" altLang="en-US" sz="3200" dirty="0">
              <a:solidFill>
                <a:schemeClr val="tx1"/>
              </a:solidFill>
            </a:endParaRPr>
          </a:p>
        </p:txBody>
      </p:sp>
      <p:sp>
        <p:nvSpPr>
          <p:cNvPr id="12" name="橢圓 11">
            <a:extLst>
              <a:ext uri="{FF2B5EF4-FFF2-40B4-BE49-F238E27FC236}">
                <a16:creationId xmlns:a16="http://schemas.microsoft.com/office/drawing/2014/main" id="{85B312CB-942F-43A3-AFC5-C048D9583A1C}"/>
              </a:ext>
            </a:extLst>
          </p:cNvPr>
          <p:cNvSpPr/>
          <p:nvPr/>
        </p:nvSpPr>
        <p:spPr>
          <a:xfrm>
            <a:off x="10839356" y="1001165"/>
            <a:ext cx="559257" cy="55498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3</a:t>
            </a:r>
            <a:endParaRPr lang="zh-TW" altLang="en-US" sz="3200" dirty="0">
              <a:solidFill>
                <a:schemeClr val="tx1"/>
              </a:solidFill>
            </a:endParaRPr>
          </a:p>
        </p:txBody>
      </p:sp>
      <p:sp>
        <p:nvSpPr>
          <p:cNvPr id="13" name="橢圓 12">
            <a:extLst>
              <a:ext uri="{FF2B5EF4-FFF2-40B4-BE49-F238E27FC236}">
                <a16:creationId xmlns:a16="http://schemas.microsoft.com/office/drawing/2014/main" id="{0DBD1558-C27C-4755-9611-51594E707F85}"/>
              </a:ext>
            </a:extLst>
          </p:cNvPr>
          <p:cNvSpPr/>
          <p:nvPr/>
        </p:nvSpPr>
        <p:spPr>
          <a:xfrm>
            <a:off x="10483088" y="2123684"/>
            <a:ext cx="549324" cy="56942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6</a:t>
            </a:r>
            <a:endParaRPr lang="zh-TW" altLang="en-US" sz="3200" dirty="0">
              <a:solidFill>
                <a:schemeClr val="tx1"/>
              </a:solidFill>
            </a:endParaRPr>
          </a:p>
        </p:txBody>
      </p:sp>
      <p:sp>
        <p:nvSpPr>
          <p:cNvPr id="14" name="橢圓 13">
            <a:extLst>
              <a:ext uri="{FF2B5EF4-FFF2-40B4-BE49-F238E27FC236}">
                <a16:creationId xmlns:a16="http://schemas.microsoft.com/office/drawing/2014/main" id="{77AE0755-D6DE-41D9-BB97-4432D4195DCF}"/>
              </a:ext>
            </a:extLst>
          </p:cNvPr>
          <p:cNvSpPr/>
          <p:nvPr/>
        </p:nvSpPr>
        <p:spPr>
          <a:xfrm>
            <a:off x="11405706" y="2158800"/>
            <a:ext cx="509762" cy="44928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7</a:t>
            </a:r>
            <a:endParaRPr lang="zh-TW" altLang="en-US" sz="3200" dirty="0">
              <a:solidFill>
                <a:schemeClr val="tx1"/>
              </a:solidFill>
            </a:endParaRPr>
          </a:p>
        </p:txBody>
      </p:sp>
      <p:sp>
        <p:nvSpPr>
          <p:cNvPr id="15" name="橢圓 14">
            <a:extLst>
              <a:ext uri="{FF2B5EF4-FFF2-40B4-BE49-F238E27FC236}">
                <a16:creationId xmlns:a16="http://schemas.microsoft.com/office/drawing/2014/main" id="{0E53B0C0-AD19-432E-B2AA-61AA960BC49A}"/>
              </a:ext>
            </a:extLst>
          </p:cNvPr>
          <p:cNvSpPr/>
          <p:nvPr/>
        </p:nvSpPr>
        <p:spPr>
          <a:xfrm>
            <a:off x="8607758" y="2140583"/>
            <a:ext cx="550709" cy="53292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4</a:t>
            </a:r>
            <a:endParaRPr lang="zh-TW" altLang="en-US" sz="3200" dirty="0">
              <a:solidFill>
                <a:schemeClr val="tx1"/>
              </a:solidFill>
            </a:endParaRPr>
          </a:p>
        </p:txBody>
      </p:sp>
      <p:sp>
        <p:nvSpPr>
          <p:cNvPr id="16" name="橢圓 15">
            <a:extLst>
              <a:ext uri="{FF2B5EF4-FFF2-40B4-BE49-F238E27FC236}">
                <a16:creationId xmlns:a16="http://schemas.microsoft.com/office/drawing/2014/main" id="{723C562E-ECDC-43B7-9F36-8037F43A9CB4}"/>
              </a:ext>
            </a:extLst>
          </p:cNvPr>
          <p:cNvSpPr/>
          <p:nvPr/>
        </p:nvSpPr>
        <p:spPr>
          <a:xfrm>
            <a:off x="9530605" y="2211185"/>
            <a:ext cx="510884" cy="45117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5</a:t>
            </a:r>
            <a:endParaRPr lang="zh-TW" altLang="en-US" sz="3200" dirty="0">
              <a:solidFill>
                <a:schemeClr val="tx1"/>
              </a:solidFill>
            </a:endParaRPr>
          </a:p>
        </p:txBody>
      </p:sp>
      <p:sp>
        <p:nvSpPr>
          <p:cNvPr id="17" name="橢圓 16">
            <a:extLst>
              <a:ext uri="{FF2B5EF4-FFF2-40B4-BE49-F238E27FC236}">
                <a16:creationId xmlns:a16="http://schemas.microsoft.com/office/drawing/2014/main" id="{F48C7606-8248-405A-89CC-2D7126433BFD}"/>
              </a:ext>
            </a:extLst>
          </p:cNvPr>
          <p:cNvSpPr/>
          <p:nvPr/>
        </p:nvSpPr>
        <p:spPr>
          <a:xfrm>
            <a:off x="9054912" y="2923282"/>
            <a:ext cx="550709" cy="41049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8</a:t>
            </a:r>
            <a:endParaRPr lang="zh-TW" altLang="en-US" sz="3200" dirty="0">
              <a:solidFill>
                <a:schemeClr val="tx1"/>
              </a:solidFill>
            </a:endParaRPr>
          </a:p>
        </p:txBody>
      </p:sp>
      <p:sp>
        <p:nvSpPr>
          <p:cNvPr id="18" name="橢圓 17">
            <a:extLst>
              <a:ext uri="{FF2B5EF4-FFF2-40B4-BE49-F238E27FC236}">
                <a16:creationId xmlns:a16="http://schemas.microsoft.com/office/drawing/2014/main" id="{908B2185-C07F-47CE-A9FC-762FB21DF057}"/>
              </a:ext>
            </a:extLst>
          </p:cNvPr>
          <p:cNvSpPr/>
          <p:nvPr/>
        </p:nvSpPr>
        <p:spPr>
          <a:xfrm>
            <a:off x="10379113" y="2942629"/>
            <a:ext cx="523947" cy="429445"/>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9</a:t>
            </a:r>
            <a:endParaRPr lang="zh-TW" altLang="en-US" sz="3200" dirty="0">
              <a:solidFill>
                <a:schemeClr val="tx1"/>
              </a:solidFill>
            </a:endParaRPr>
          </a:p>
        </p:txBody>
      </p:sp>
      <p:sp>
        <p:nvSpPr>
          <p:cNvPr id="19" name="橢圓 18">
            <a:extLst>
              <a:ext uri="{FF2B5EF4-FFF2-40B4-BE49-F238E27FC236}">
                <a16:creationId xmlns:a16="http://schemas.microsoft.com/office/drawing/2014/main" id="{4111799B-A855-49B3-9BE0-B3B0A51A25FF}"/>
              </a:ext>
            </a:extLst>
          </p:cNvPr>
          <p:cNvSpPr/>
          <p:nvPr/>
        </p:nvSpPr>
        <p:spPr>
          <a:xfrm>
            <a:off x="9530605" y="3594692"/>
            <a:ext cx="848508" cy="56167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10</a:t>
            </a:r>
            <a:endParaRPr lang="zh-TW" altLang="en-US" sz="2800" dirty="0">
              <a:solidFill>
                <a:schemeClr val="tx1"/>
              </a:solidFill>
            </a:endParaRPr>
          </a:p>
        </p:txBody>
      </p:sp>
      <p:cxnSp>
        <p:nvCxnSpPr>
          <p:cNvPr id="20" name="直線接點 19">
            <a:extLst>
              <a:ext uri="{FF2B5EF4-FFF2-40B4-BE49-F238E27FC236}">
                <a16:creationId xmlns:a16="http://schemas.microsoft.com/office/drawing/2014/main" id="{AD01E4DC-E01C-4466-8C1C-FFB3C120F5CE}"/>
              </a:ext>
            </a:extLst>
          </p:cNvPr>
          <p:cNvCxnSpPr>
            <a:cxnSpLocks/>
            <a:stCxn id="10" idx="0"/>
            <a:endCxn id="36" idx="4"/>
          </p:cNvCxnSpPr>
          <p:nvPr/>
        </p:nvCxnSpPr>
        <p:spPr>
          <a:xfrm flipV="1">
            <a:off x="9029644" y="564970"/>
            <a:ext cx="1103191" cy="40812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0A7421F9-68FE-41A9-9037-ED16924AF1E7}"/>
              </a:ext>
            </a:extLst>
          </p:cNvPr>
          <p:cNvCxnSpPr>
            <a:cxnSpLocks/>
            <a:stCxn id="11" idx="0"/>
            <a:endCxn id="36" idx="4"/>
          </p:cNvCxnSpPr>
          <p:nvPr/>
        </p:nvCxnSpPr>
        <p:spPr>
          <a:xfrm flipH="1" flipV="1">
            <a:off x="10132835" y="564970"/>
            <a:ext cx="14447" cy="4029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ED697F36-E370-46EB-9C6A-C90C1032C226}"/>
              </a:ext>
            </a:extLst>
          </p:cNvPr>
          <p:cNvCxnSpPr>
            <a:cxnSpLocks/>
            <a:stCxn id="10" idx="4"/>
            <a:endCxn id="15" idx="0"/>
          </p:cNvCxnSpPr>
          <p:nvPr/>
        </p:nvCxnSpPr>
        <p:spPr>
          <a:xfrm flipH="1">
            <a:off x="8883113" y="1480322"/>
            <a:ext cx="146531" cy="6602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EF7FA134-C337-4BA0-BBA2-B642A0327B9F}"/>
              </a:ext>
            </a:extLst>
          </p:cNvPr>
          <p:cNvCxnSpPr>
            <a:cxnSpLocks/>
            <a:stCxn id="10" idx="4"/>
            <a:endCxn id="16" idx="0"/>
          </p:cNvCxnSpPr>
          <p:nvPr/>
        </p:nvCxnSpPr>
        <p:spPr>
          <a:xfrm>
            <a:off x="9029644" y="1480322"/>
            <a:ext cx="756403" cy="730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E439C2F0-0719-4F5E-AF7C-BABF3F8D3BDD}"/>
              </a:ext>
            </a:extLst>
          </p:cNvPr>
          <p:cNvCxnSpPr>
            <a:cxnSpLocks/>
            <a:stCxn id="36" idx="4"/>
            <a:endCxn id="12" idx="0"/>
          </p:cNvCxnSpPr>
          <p:nvPr/>
        </p:nvCxnSpPr>
        <p:spPr>
          <a:xfrm>
            <a:off x="10132835" y="564970"/>
            <a:ext cx="986150" cy="4361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1176D985-FD7B-4067-92AD-951D44F721AB}"/>
              </a:ext>
            </a:extLst>
          </p:cNvPr>
          <p:cNvCxnSpPr>
            <a:cxnSpLocks/>
            <a:stCxn id="18" idx="4"/>
            <a:endCxn id="19" idx="0"/>
          </p:cNvCxnSpPr>
          <p:nvPr/>
        </p:nvCxnSpPr>
        <p:spPr>
          <a:xfrm flipH="1">
            <a:off x="9954859" y="3372074"/>
            <a:ext cx="686228" cy="2226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B245C164-CF20-46C1-87C8-26F4B949DED5}"/>
              </a:ext>
            </a:extLst>
          </p:cNvPr>
          <p:cNvCxnSpPr>
            <a:cxnSpLocks/>
            <a:stCxn id="12" idx="4"/>
            <a:endCxn id="13" idx="0"/>
          </p:cNvCxnSpPr>
          <p:nvPr/>
        </p:nvCxnSpPr>
        <p:spPr>
          <a:xfrm flipH="1">
            <a:off x="10757750" y="1556145"/>
            <a:ext cx="361235" cy="5675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E7E1E9FB-4B0A-4D41-A2FF-3C07172C4BC0}"/>
              </a:ext>
            </a:extLst>
          </p:cNvPr>
          <p:cNvCxnSpPr>
            <a:cxnSpLocks/>
            <a:stCxn id="12" idx="4"/>
            <a:endCxn id="14" idx="0"/>
          </p:cNvCxnSpPr>
          <p:nvPr/>
        </p:nvCxnSpPr>
        <p:spPr>
          <a:xfrm>
            <a:off x="11118985" y="1556145"/>
            <a:ext cx="541602" cy="60265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5042BAB8-DDCD-4AD4-830C-F273B0E9B8ED}"/>
              </a:ext>
            </a:extLst>
          </p:cNvPr>
          <p:cNvCxnSpPr>
            <a:cxnSpLocks/>
            <a:stCxn id="11" idx="4"/>
            <a:endCxn id="13" idx="0"/>
          </p:cNvCxnSpPr>
          <p:nvPr/>
        </p:nvCxnSpPr>
        <p:spPr>
          <a:xfrm>
            <a:off x="10147282" y="1522944"/>
            <a:ext cx="610468" cy="600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CFA3E4D9-422B-4A67-B24C-9ABED2A319BF}"/>
              </a:ext>
            </a:extLst>
          </p:cNvPr>
          <p:cNvCxnSpPr>
            <a:cxnSpLocks/>
            <a:stCxn id="16" idx="4"/>
            <a:endCxn id="17" idx="0"/>
          </p:cNvCxnSpPr>
          <p:nvPr/>
        </p:nvCxnSpPr>
        <p:spPr>
          <a:xfrm flipH="1">
            <a:off x="9330267" y="2662362"/>
            <a:ext cx="455780"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BEC02F43-0F7C-4417-B247-0B44EAFB31AC}"/>
              </a:ext>
            </a:extLst>
          </p:cNvPr>
          <p:cNvCxnSpPr>
            <a:cxnSpLocks/>
            <a:stCxn id="15" idx="4"/>
            <a:endCxn id="17" idx="0"/>
          </p:cNvCxnSpPr>
          <p:nvPr/>
        </p:nvCxnSpPr>
        <p:spPr>
          <a:xfrm>
            <a:off x="8883113" y="2673511"/>
            <a:ext cx="447154" cy="24977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656E39CB-8CAE-434F-97A5-73402E91F2BA}"/>
              </a:ext>
            </a:extLst>
          </p:cNvPr>
          <p:cNvCxnSpPr>
            <a:cxnSpLocks/>
            <a:stCxn id="15" idx="0"/>
            <a:endCxn id="11" idx="4"/>
          </p:cNvCxnSpPr>
          <p:nvPr/>
        </p:nvCxnSpPr>
        <p:spPr>
          <a:xfrm flipV="1">
            <a:off x="8883113" y="1522944"/>
            <a:ext cx="1264169" cy="6176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78FFEDDE-EC22-4A20-A615-DB356406FB47}"/>
              </a:ext>
            </a:extLst>
          </p:cNvPr>
          <p:cNvCxnSpPr>
            <a:cxnSpLocks/>
            <a:stCxn id="17" idx="4"/>
            <a:endCxn id="19" idx="0"/>
          </p:cNvCxnSpPr>
          <p:nvPr/>
        </p:nvCxnSpPr>
        <p:spPr>
          <a:xfrm>
            <a:off x="9330267" y="3333772"/>
            <a:ext cx="624592" cy="2609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4EE1B328-6AD7-40F1-B4F9-95B66F72BD16}"/>
              </a:ext>
            </a:extLst>
          </p:cNvPr>
          <p:cNvCxnSpPr>
            <a:cxnSpLocks/>
            <a:stCxn id="14" idx="4"/>
            <a:endCxn id="18" idx="0"/>
          </p:cNvCxnSpPr>
          <p:nvPr/>
        </p:nvCxnSpPr>
        <p:spPr>
          <a:xfrm flipH="1">
            <a:off x="10641087" y="2608083"/>
            <a:ext cx="1019500" cy="3345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E26FA55C-2F1A-49D0-B7FE-8C9DE36F4B31}"/>
              </a:ext>
            </a:extLst>
          </p:cNvPr>
          <p:cNvCxnSpPr>
            <a:cxnSpLocks/>
            <a:stCxn id="13" idx="4"/>
            <a:endCxn id="18" idx="0"/>
          </p:cNvCxnSpPr>
          <p:nvPr/>
        </p:nvCxnSpPr>
        <p:spPr>
          <a:xfrm flipH="1">
            <a:off x="10641087" y="2693105"/>
            <a:ext cx="116663" cy="2495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id="{13CB7CD1-DD49-4FCB-B181-0314622ADC0A}"/>
              </a:ext>
            </a:extLst>
          </p:cNvPr>
          <p:cNvCxnSpPr>
            <a:cxnSpLocks/>
            <a:stCxn id="16" idx="4"/>
            <a:endCxn id="18" idx="0"/>
          </p:cNvCxnSpPr>
          <p:nvPr/>
        </p:nvCxnSpPr>
        <p:spPr>
          <a:xfrm>
            <a:off x="9786047" y="2662362"/>
            <a:ext cx="855040" cy="28026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6" name="橢圓 35">
            <a:extLst>
              <a:ext uri="{FF2B5EF4-FFF2-40B4-BE49-F238E27FC236}">
                <a16:creationId xmlns:a16="http://schemas.microsoft.com/office/drawing/2014/main" id="{FEF6D16B-C016-489B-9D14-DCC50A328504}"/>
              </a:ext>
            </a:extLst>
          </p:cNvPr>
          <p:cNvSpPr/>
          <p:nvPr/>
        </p:nvSpPr>
        <p:spPr>
          <a:xfrm>
            <a:off x="9938234" y="169470"/>
            <a:ext cx="389202" cy="3955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a:t>
            </a:r>
            <a:endParaRPr lang="zh-TW" altLang="en-US" sz="3200" dirty="0">
              <a:solidFill>
                <a:schemeClr val="tx1"/>
              </a:solidFill>
            </a:endParaRPr>
          </a:p>
        </p:txBody>
      </p:sp>
      <p:pic>
        <p:nvPicPr>
          <p:cNvPr id="37" name="圖片 36">
            <a:extLst>
              <a:ext uri="{FF2B5EF4-FFF2-40B4-BE49-F238E27FC236}">
                <a16:creationId xmlns:a16="http://schemas.microsoft.com/office/drawing/2014/main" id="{83E08DD6-4803-4967-9ADE-2C912B3A26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9616" y="3985835"/>
            <a:ext cx="8156283" cy="3155350"/>
          </a:xfrm>
          <a:prstGeom prst="rect">
            <a:avLst/>
          </a:prstGeom>
        </p:spPr>
      </p:pic>
      <p:graphicFrame>
        <p:nvGraphicFramePr>
          <p:cNvPr id="38" name="表格 6">
            <a:extLst>
              <a:ext uri="{FF2B5EF4-FFF2-40B4-BE49-F238E27FC236}">
                <a16:creationId xmlns:a16="http://schemas.microsoft.com/office/drawing/2014/main" id="{F61C67AB-F142-44CA-830C-5625B4B5E497}"/>
              </a:ext>
            </a:extLst>
          </p:cNvPr>
          <p:cNvGraphicFramePr>
            <a:graphicFrameLocks noGrp="1"/>
          </p:cNvGraphicFramePr>
          <p:nvPr>
            <p:extLst>
              <p:ext uri="{D42A27DB-BD31-4B8C-83A1-F6EECF244321}">
                <p14:modId xmlns:p14="http://schemas.microsoft.com/office/powerpoint/2010/main" val="243872000"/>
              </p:ext>
            </p:extLst>
          </p:nvPr>
        </p:nvGraphicFramePr>
        <p:xfrm>
          <a:off x="2371830" y="39184"/>
          <a:ext cx="2026125" cy="5307842"/>
        </p:xfrm>
        <a:graphic>
          <a:graphicData uri="http://schemas.openxmlformats.org/drawingml/2006/table">
            <a:tbl>
              <a:tblPr firstRow="1" bandRow="1">
                <a:tableStyleId>{5C22544A-7EE6-4342-B048-85BDC9FD1C3A}</a:tableStyleId>
              </a:tblPr>
              <a:tblGrid>
                <a:gridCol w="675375">
                  <a:extLst>
                    <a:ext uri="{9D8B030D-6E8A-4147-A177-3AD203B41FA5}">
                      <a16:colId xmlns:a16="http://schemas.microsoft.com/office/drawing/2014/main" val="3276230559"/>
                    </a:ext>
                  </a:extLst>
                </a:gridCol>
                <a:gridCol w="675375">
                  <a:extLst>
                    <a:ext uri="{9D8B030D-6E8A-4147-A177-3AD203B41FA5}">
                      <a16:colId xmlns:a16="http://schemas.microsoft.com/office/drawing/2014/main" val="2272104969"/>
                    </a:ext>
                  </a:extLst>
                </a:gridCol>
                <a:gridCol w="675375">
                  <a:extLst>
                    <a:ext uri="{9D8B030D-6E8A-4147-A177-3AD203B41FA5}">
                      <a16:colId xmlns:a16="http://schemas.microsoft.com/office/drawing/2014/main" val="569171837"/>
                    </a:ext>
                  </a:extLst>
                </a:gridCol>
              </a:tblGrid>
              <a:tr h="381360">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4786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4786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4786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4786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4786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4786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4786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4786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44786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44786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447862">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Tree>
    <p:extLst>
      <p:ext uri="{BB962C8B-B14F-4D97-AF65-F5344CB8AC3E}">
        <p14:creationId xmlns:p14="http://schemas.microsoft.com/office/powerpoint/2010/main" val="406245240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1D6754-A783-43DA-8E4E-C9CA49C5E7C9}"/>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A24129A4-3C95-46EE-B37C-26A4879881F3}"/>
              </a:ext>
            </a:extLst>
          </p:cNvPr>
          <p:cNvSpPr>
            <a:spLocks noGrp="1"/>
          </p:cNvSpPr>
          <p:nvPr>
            <p:ph idx="1"/>
          </p:nvPr>
        </p:nvSpPr>
        <p:spPr/>
        <p:txBody>
          <a:bodyPr/>
          <a:lstStyle/>
          <a:p>
            <a:endParaRPr lang="zh-TW" altLang="en-US"/>
          </a:p>
        </p:txBody>
      </p:sp>
      <p:pic>
        <p:nvPicPr>
          <p:cNvPr id="4" name="圖片 3">
            <a:extLst>
              <a:ext uri="{FF2B5EF4-FFF2-40B4-BE49-F238E27FC236}">
                <a16:creationId xmlns:a16="http://schemas.microsoft.com/office/drawing/2014/main" id="{ABD6EE8B-5A6B-4699-BF7E-D9E0A7CF8D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5179" y="3337525"/>
            <a:ext cx="8156283" cy="3155350"/>
          </a:xfrm>
          <a:prstGeom prst="rect">
            <a:avLst/>
          </a:prstGeom>
        </p:spPr>
      </p:pic>
      <p:pic>
        <p:nvPicPr>
          <p:cNvPr id="5" name="圖片 4">
            <a:extLst>
              <a:ext uri="{FF2B5EF4-FFF2-40B4-BE49-F238E27FC236}">
                <a16:creationId xmlns:a16="http://schemas.microsoft.com/office/drawing/2014/main" id="{F4DFA960-51D0-49B5-A470-911079A3EA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858" y="293781"/>
            <a:ext cx="8156284" cy="3135219"/>
          </a:xfrm>
          <a:prstGeom prst="rect">
            <a:avLst/>
          </a:prstGeom>
        </p:spPr>
      </p:pic>
    </p:spTree>
    <p:extLst>
      <p:ext uri="{BB962C8B-B14F-4D97-AF65-F5344CB8AC3E}">
        <p14:creationId xmlns:p14="http://schemas.microsoft.com/office/powerpoint/2010/main" val="377882626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38522A-1531-435A-B318-83F0486CDA96}"/>
              </a:ext>
            </a:extLst>
          </p:cNvPr>
          <p:cNvSpPr>
            <a:spLocks noGrp="1"/>
          </p:cNvSpPr>
          <p:nvPr>
            <p:ph type="title"/>
          </p:nvPr>
        </p:nvSpPr>
        <p:spPr/>
        <p:txBody>
          <a:bodyPr/>
          <a:lstStyle/>
          <a:p>
            <a:r>
              <a:rPr lang="en-US" altLang="zh-TW" dirty="0"/>
              <a:t>3.3.10</a:t>
            </a:r>
            <a:endParaRPr lang="zh-TW" altLang="en-US" dirty="0"/>
          </a:p>
        </p:txBody>
      </p:sp>
      <p:sp>
        <p:nvSpPr>
          <p:cNvPr id="3" name="內容版面配置區 2">
            <a:extLst>
              <a:ext uri="{FF2B5EF4-FFF2-40B4-BE49-F238E27FC236}">
                <a16:creationId xmlns:a16="http://schemas.microsoft.com/office/drawing/2014/main" id="{6E72C3C6-D414-4C6C-94EC-1DC11AF74610}"/>
              </a:ext>
            </a:extLst>
          </p:cNvPr>
          <p:cNvSpPr>
            <a:spLocks noGrp="1"/>
          </p:cNvSpPr>
          <p:nvPr>
            <p:ph idx="1"/>
          </p:nvPr>
        </p:nvSpPr>
        <p:spPr/>
        <p:txBody>
          <a:bodyPr>
            <a:normAutofit fontScale="92500"/>
          </a:bodyPr>
          <a:lstStyle/>
          <a:p>
            <a:r>
              <a:rPr lang="en-US" altLang="zh-TW" dirty="0"/>
              <a:t>MSMD</a:t>
            </a:r>
          </a:p>
          <a:p>
            <a:r>
              <a:rPr lang="zh-TW" altLang="en-US" dirty="0"/>
              <a:t>根據任務的</a:t>
            </a:r>
            <a:r>
              <a:rPr lang="en-US" altLang="zh-TW" dirty="0" err="1"/>
              <a:t>DRank</a:t>
            </a:r>
            <a:r>
              <a:rPr lang="zh-TW" altLang="en-US" dirty="0"/>
              <a:t>值以降序排列任務隊列的排序。具有相同</a:t>
            </a:r>
            <a:r>
              <a:rPr lang="en-US" altLang="zh-TW" dirty="0" err="1"/>
              <a:t>DRank</a:t>
            </a:r>
            <a:r>
              <a:rPr lang="zh-TW" altLang="en-US" dirty="0"/>
              <a:t>值的任務根據</a:t>
            </a:r>
            <a:r>
              <a:rPr lang="en-US" altLang="zh-TW" dirty="0" err="1"/>
              <a:t>maxslack</a:t>
            </a:r>
            <a:r>
              <a:rPr lang="zh-TW" altLang="en-US" dirty="0"/>
              <a:t>升序排序。在優先級確定階段，使用基於拓撲級別和最大冗餘值的組合的</a:t>
            </a:r>
            <a:r>
              <a:rPr lang="en-US" altLang="zh-TW" dirty="0"/>
              <a:t>MSMD</a:t>
            </a:r>
            <a:r>
              <a:rPr lang="zh-TW" altLang="en-US" dirty="0"/>
              <a:t>算法。拓撲級別可用於滿足</a:t>
            </a:r>
            <a:r>
              <a:rPr lang="en-US" altLang="zh-TW" dirty="0"/>
              <a:t>DAG</a:t>
            </a:r>
            <a:r>
              <a:rPr lang="zh-TW" altLang="en-US" dirty="0"/>
              <a:t>中並行任務的優先級約束，但不能用於構建優先級隊列。</a:t>
            </a:r>
            <a:endParaRPr lang="en-US" altLang="zh-TW" dirty="0"/>
          </a:p>
          <a:p>
            <a:r>
              <a:rPr lang="en-US" altLang="zh-TW" dirty="0"/>
              <a:t>-----</a:t>
            </a:r>
          </a:p>
          <a:p>
            <a:r>
              <a:rPr lang="zh-TW" altLang="en-US" dirty="0"/>
              <a:t>在</a:t>
            </a:r>
            <a:r>
              <a:rPr lang="en-US" altLang="zh-TW" dirty="0"/>
              <a:t>priority</a:t>
            </a:r>
            <a:r>
              <a:rPr lang="zh-TW" altLang="en-US" dirty="0"/>
              <a:t>確定階段，使用基於拓撲級別和最大冗餘值的組合的</a:t>
            </a:r>
            <a:r>
              <a:rPr lang="en-US" altLang="zh-TW" dirty="0"/>
              <a:t>MSMD</a:t>
            </a:r>
            <a:r>
              <a:rPr lang="zh-TW" altLang="en-US" dirty="0"/>
              <a:t>算法。拓撲級別可用於滿足</a:t>
            </a:r>
            <a:r>
              <a:rPr lang="en-US" altLang="zh-TW" dirty="0"/>
              <a:t>DAG</a:t>
            </a:r>
            <a:r>
              <a:rPr lang="zh-TW" altLang="en-US" dirty="0"/>
              <a:t>中並行任務的優先級約束，但不能用於構建優先級隊列。</a:t>
            </a:r>
            <a:endParaRPr lang="en-US" altLang="zh-TW" dirty="0"/>
          </a:p>
          <a:p>
            <a:r>
              <a:rPr lang="zh-TW" altLang="en-US" dirty="0"/>
              <a:t>我們算法的優先級與</a:t>
            </a:r>
            <a:r>
              <a:rPr lang="en-US" altLang="zh-TW" dirty="0"/>
              <a:t>MSMD</a:t>
            </a:r>
            <a:r>
              <a:rPr lang="zh-TW" altLang="en-US" dirty="0"/>
              <a:t>的優先級不同。</a:t>
            </a:r>
          </a:p>
        </p:txBody>
      </p:sp>
    </p:spTree>
    <p:extLst>
      <p:ext uri="{BB962C8B-B14F-4D97-AF65-F5344CB8AC3E}">
        <p14:creationId xmlns:p14="http://schemas.microsoft.com/office/powerpoint/2010/main" val="99963216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4823DA-DD13-4807-82F2-2AF96CEE7266}"/>
              </a:ext>
            </a:extLst>
          </p:cNvPr>
          <p:cNvSpPr>
            <a:spLocks noGrp="1"/>
          </p:cNvSpPr>
          <p:nvPr>
            <p:ph type="title"/>
          </p:nvPr>
        </p:nvSpPr>
        <p:spPr/>
        <p:txBody>
          <a:bodyPr/>
          <a:lstStyle/>
          <a:p>
            <a:r>
              <a:rPr lang="en-US" altLang="zh-TW" dirty="0"/>
              <a:t>4 </a:t>
            </a:r>
            <a:r>
              <a:rPr lang="zh-TW" altLang="en-US" dirty="0"/>
              <a:t>消化著講</a:t>
            </a:r>
          </a:p>
        </p:txBody>
      </p:sp>
      <p:sp>
        <p:nvSpPr>
          <p:cNvPr id="3" name="內容版面配置區 2">
            <a:extLst>
              <a:ext uri="{FF2B5EF4-FFF2-40B4-BE49-F238E27FC236}">
                <a16:creationId xmlns:a16="http://schemas.microsoft.com/office/drawing/2014/main" id="{10F5490B-0CDD-44B5-8E51-AAD461D2229C}"/>
              </a:ext>
            </a:extLst>
          </p:cNvPr>
          <p:cNvSpPr>
            <a:spLocks noGrp="1"/>
          </p:cNvSpPr>
          <p:nvPr>
            <p:ph idx="1"/>
          </p:nvPr>
        </p:nvSpPr>
        <p:spPr/>
        <p:txBody>
          <a:bodyPr/>
          <a:lstStyle/>
          <a:p>
            <a:r>
              <a:rPr lang="zh-TW" altLang="en-US" dirty="0"/>
              <a:t>算法</a:t>
            </a:r>
            <a:r>
              <a:rPr lang="en-US" altLang="zh-TW" dirty="0"/>
              <a:t>1</a:t>
            </a:r>
            <a:r>
              <a:rPr lang="zh-TW" altLang="en-US" dirty="0"/>
              <a:t>概述了本研究中的啟發式算法。 在算法</a:t>
            </a:r>
            <a:r>
              <a:rPr lang="en-US" altLang="zh-TW" dirty="0"/>
              <a:t>1</a:t>
            </a:r>
            <a:r>
              <a:rPr lang="zh-TW" altLang="en-US" dirty="0"/>
              <a:t>的步驟</a:t>
            </a:r>
            <a:r>
              <a:rPr lang="en-US" altLang="zh-TW" dirty="0"/>
              <a:t>1</a:t>
            </a:r>
            <a:r>
              <a:rPr lang="zh-TW" altLang="en-US" dirty="0"/>
              <a:t>中，計算每個任務節點的</a:t>
            </a:r>
            <a:r>
              <a:rPr lang="en-US" altLang="zh-TW" dirty="0" err="1"/>
              <a:t>URank</a:t>
            </a:r>
            <a:r>
              <a:rPr lang="zh-TW" altLang="en-US" dirty="0"/>
              <a:t>值。 在步驟</a:t>
            </a:r>
            <a:r>
              <a:rPr lang="en-US" altLang="zh-TW" dirty="0"/>
              <a:t>2</a:t>
            </a:r>
            <a:r>
              <a:rPr lang="zh-TW" altLang="en-US" dirty="0"/>
              <a:t>中，計算每個任務節點的</a:t>
            </a:r>
            <a:r>
              <a:rPr lang="en-US" altLang="zh-TW" dirty="0" err="1"/>
              <a:t>DRank</a:t>
            </a:r>
            <a:r>
              <a:rPr lang="zh-TW" altLang="en-US" dirty="0"/>
              <a:t>值。 按照步驟</a:t>
            </a:r>
            <a:r>
              <a:rPr lang="en-US" altLang="zh-TW" dirty="0"/>
              <a:t>1-2</a:t>
            </a:r>
            <a:r>
              <a:rPr lang="zh-TW" altLang="en-US" dirty="0"/>
              <a:t>查找</a:t>
            </a:r>
            <a:r>
              <a:rPr lang="en-US" altLang="zh-TW" dirty="0"/>
              <a:t>DAG</a:t>
            </a:r>
            <a:r>
              <a:rPr lang="zh-TW" altLang="en-US" dirty="0"/>
              <a:t>的關鍵路徑。 在步驟</a:t>
            </a:r>
            <a:r>
              <a:rPr lang="en-US" altLang="zh-TW" dirty="0"/>
              <a:t>3</a:t>
            </a:r>
            <a:r>
              <a:rPr lang="zh-TW" altLang="en-US" dirty="0"/>
              <a:t>中獲得每個節點的</a:t>
            </a:r>
            <a:r>
              <a:rPr lang="en-US" altLang="zh-TW" dirty="0"/>
              <a:t>EST</a:t>
            </a:r>
            <a:r>
              <a:rPr lang="zh-TW" altLang="en-US" dirty="0"/>
              <a:t>，</a:t>
            </a:r>
            <a:r>
              <a:rPr lang="en-US" altLang="zh-TW" dirty="0"/>
              <a:t>LFT</a:t>
            </a:r>
            <a:r>
              <a:rPr lang="zh-TW" altLang="en-US" dirty="0"/>
              <a:t>和</a:t>
            </a:r>
            <a:r>
              <a:rPr lang="en-US" altLang="zh-TW" dirty="0" err="1"/>
              <a:t>maxclack</a:t>
            </a:r>
            <a:r>
              <a:rPr lang="zh-TW" altLang="en-US" dirty="0"/>
              <a:t>。在步驟</a:t>
            </a:r>
            <a:r>
              <a:rPr lang="en-US" altLang="zh-TW" dirty="0"/>
              <a:t>4</a:t>
            </a:r>
            <a:r>
              <a:rPr lang="zh-TW" altLang="en-US" dirty="0"/>
              <a:t>中，根據</a:t>
            </a:r>
            <a:r>
              <a:rPr lang="en-US" altLang="zh-TW" dirty="0" err="1"/>
              <a:t>DRank</a:t>
            </a:r>
            <a:r>
              <a:rPr lang="zh-TW" altLang="en-US" dirty="0"/>
              <a:t>的非遞增順序和</a:t>
            </a:r>
            <a:r>
              <a:rPr lang="en-US" altLang="zh-TW" dirty="0" err="1"/>
              <a:t>maxslack</a:t>
            </a:r>
            <a:r>
              <a:rPr lang="zh-TW" altLang="en-US" dirty="0"/>
              <a:t>的遞增順序，建立並行任務的有效優先級隊列。 在步驟</a:t>
            </a:r>
            <a:r>
              <a:rPr lang="en-US" altLang="zh-TW" dirty="0"/>
              <a:t>5</a:t>
            </a:r>
            <a:r>
              <a:rPr lang="zh-TW" altLang="en-US" dirty="0"/>
              <a:t>中，使用等式獲得</a:t>
            </a:r>
            <a:r>
              <a:rPr lang="en-US" altLang="zh-TW" dirty="0"/>
              <a:t>VM</a:t>
            </a:r>
            <a:r>
              <a:rPr lang="zh-TW" altLang="en-US" dirty="0"/>
              <a:t>實例的數量。 （</a:t>
            </a:r>
            <a:r>
              <a:rPr lang="en-US" altLang="zh-TW" dirty="0"/>
              <a:t>9</a:t>
            </a:r>
            <a:r>
              <a:rPr lang="zh-TW" altLang="en-US" dirty="0"/>
              <a:t>）。 步驟</a:t>
            </a:r>
            <a:r>
              <a:rPr lang="en-US" altLang="zh-TW" dirty="0"/>
              <a:t>6-10</a:t>
            </a:r>
            <a:r>
              <a:rPr lang="zh-TW" altLang="en-US" dirty="0"/>
              <a:t>是循環主體，其目的是將每個任務映射到合適的</a:t>
            </a:r>
            <a:r>
              <a:rPr lang="en-US" altLang="zh-TW" dirty="0"/>
              <a:t>VM</a:t>
            </a:r>
            <a:r>
              <a:rPr lang="zh-TW" altLang="en-US" dirty="0"/>
              <a:t>實例。 在步驟</a:t>
            </a:r>
            <a:r>
              <a:rPr lang="en-US" altLang="zh-TW" dirty="0"/>
              <a:t>8</a:t>
            </a:r>
            <a:r>
              <a:rPr lang="zh-TW" altLang="en-US" dirty="0"/>
              <a:t>中，調用</a:t>
            </a:r>
            <a:r>
              <a:rPr lang="en-US" altLang="zh-TW" dirty="0"/>
              <a:t>EPRD</a:t>
            </a:r>
            <a:r>
              <a:rPr lang="zh-TW" altLang="en-US" dirty="0"/>
              <a:t>算法。</a:t>
            </a:r>
          </a:p>
        </p:txBody>
      </p:sp>
    </p:spTree>
    <p:extLst>
      <p:ext uri="{BB962C8B-B14F-4D97-AF65-F5344CB8AC3E}">
        <p14:creationId xmlns:p14="http://schemas.microsoft.com/office/powerpoint/2010/main" val="183133742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470E15-0CAF-41A4-AD2E-F1D95D1E28CD}"/>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C4AC4E26-64EA-4577-9E64-11FA6AC6A1A0}"/>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5F49F762-07CD-40D7-9981-D6C55C28B22E}"/>
              </a:ext>
            </a:extLst>
          </p:cNvPr>
          <p:cNvPicPr>
            <a:picLocks noChangeAspect="1"/>
          </p:cNvPicPr>
          <p:nvPr/>
        </p:nvPicPr>
        <p:blipFill>
          <a:blip r:embed="rId3"/>
          <a:stretch>
            <a:fillRect/>
          </a:stretch>
        </p:blipFill>
        <p:spPr>
          <a:xfrm>
            <a:off x="746696" y="1283623"/>
            <a:ext cx="9842518" cy="3704013"/>
          </a:xfrm>
          <a:prstGeom prst="rect">
            <a:avLst/>
          </a:prstGeom>
        </p:spPr>
      </p:pic>
      <p:sp>
        <p:nvSpPr>
          <p:cNvPr id="6" name="文字方塊 5">
            <a:extLst>
              <a:ext uri="{FF2B5EF4-FFF2-40B4-BE49-F238E27FC236}">
                <a16:creationId xmlns:a16="http://schemas.microsoft.com/office/drawing/2014/main" id="{4D900EAE-C29B-469B-AE99-C658289ABC9A}"/>
              </a:ext>
            </a:extLst>
          </p:cNvPr>
          <p:cNvSpPr txBox="1"/>
          <p:nvPr/>
        </p:nvSpPr>
        <p:spPr>
          <a:xfrm>
            <a:off x="2743201" y="5111571"/>
            <a:ext cx="9610900" cy="1200329"/>
          </a:xfrm>
          <a:prstGeom prst="rect">
            <a:avLst/>
          </a:prstGeom>
          <a:noFill/>
        </p:spPr>
        <p:txBody>
          <a:bodyPr wrap="square" rtlCol="0">
            <a:spAutoFit/>
          </a:bodyPr>
          <a:lstStyle/>
          <a:p>
            <a:r>
              <a:rPr lang="en-US" altLang="zh-TW" sz="2400" dirty="0">
                <a:latin typeface="標楷體" panose="03000509000000000000" pitchFamily="65" charset="-120"/>
                <a:ea typeface="標楷體" panose="03000509000000000000" pitchFamily="65" charset="-120"/>
                <a:cs typeface="Times New Roman" panose="02020603050405020304" pitchFamily="18" charset="0"/>
              </a:rPr>
              <a:t>Stsp1,2</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計算任務集的</a:t>
            </a:r>
            <a:r>
              <a:rPr lang="en-US" altLang="zh-TW" sz="2400" dirty="0" err="1">
                <a:latin typeface="標楷體" panose="03000509000000000000" pitchFamily="65" charset="-120"/>
                <a:ea typeface="標楷體" panose="03000509000000000000" pitchFamily="65" charset="-120"/>
                <a:cs typeface="Times New Roman" panose="02020603050405020304" pitchFamily="18" charset="0"/>
              </a:rPr>
              <a:t>URank</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和</a:t>
            </a:r>
            <a:r>
              <a:rPr lang="en-US" altLang="zh-TW" sz="2400" dirty="0" err="1">
                <a:latin typeface="標楷體" panose="03000509000000000000" pitchFamily="65" charset="-120"/>
                <a:ea typeface="標楷體" panose="03000509000000000000" pitchFamily="65" charset="-120"/>
                <a:cs typeface="Times New Roman" panose="02020603050405020304" pitchFamily="18" charset="0"/>
              </a:rPr>
              <a:t>DRank</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a:t>
            </a:r>
            <a:r>
              <a:rPr lang="en-US" altLang="zh-TW" sz="2400" dirty="0">
                <a:latin typeface="標楷體" panose="03000509000000000000" pitchFamily="65" charset="-120"/>
                <a:ea typeface="標楷體" panose="03000509000000000000" pitchFamily="65" charset="-120"/>
                <a:cs typeface="Times New Roman" panose="02020603050405020304" pitchFamily="18" charset="0"/>
              </a:rPr>
              <a:t>O</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a:t>
            </a:r>
            <a:r>
              <a:rPr lang="en-US" altLang="zh-TW" sz="2400" dirty="0">
                <a:latin typeface="標楷體" panose="03000509000000000000" pitchFamily="65" charset="-120"/>
                <a:ea typeface="標楷體" panose="03000509000000000000" pitchFamily="65" charset="-120"/>
                <a:cs typeface="Times New Roman" panose="02020603050405020304" pitchFamily="18" charset="0"/>
              </a:rPr>
              <a:t>| M |×| N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a:t>
            </a: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a:p>
            <a:r>
              <a:rPr lang="en-US" altLang="zh-TW" sz="2400" dirty="0">
                <a:latin typeface="標楷體" panose="03000509000000000000" pitchFamily="65" charset="-120"/>
                <a:ea typeface="標楷體" panose="03000509000000000000" pitchFamily="65" charset="-120"/>
                <a:cs typeface="Times New Roman" panose="02020603050405020304" pitchFamily="18" charset="0"/>
              </a:rPr>
              <a:t>Step4</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 建</a:t>
            </a:r>
            <a:r>
              <a:rPr lang="en-US" altLang="zh-TW" sz="2400" dirty="0" err="1">
                <a:latin typeface="標楷體" panose="03000509000000000000" pitchFamily="65" charset="-120"/>
                <a:ea typeface="標楷體" panose="03000509000000000000" pitchFamily="65" charset="-120"/>
                <a:cs typeface="Times New Roman" panose="02020603050405020304" pitchFamily="18" charset="0"/>
              </a:rPr>
              <a:t>pritority</a:t>
            </a:r>
            <a:r>
              <a:rPr lang="en-US" altLang="zh-TW" sz="2400" dirty="0">
                <a:latin typeface="標楷體" panose="03000509000000000000" pitchFamily="65" charset="-120"/>
                <a:ea typeface="標楷體" panose="03000509000000000000" pitchFamily="65" charset="-120"/>
                <a:cs typeface="Times New Roman" panose="02020603050405020304" pitchFamily="18" charset="0"/>
              </a:rPr>
              <a:t> O</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a:t>
            </a:r>
            <a:r>
              <a:rPr lang="en-US" altLang="zh-TW" sz="2400" dirty="0">
                <a:latin typeface="標楷體" panose="03000509000000000000" pitchFamily="65" charset="-120"/>
                <a:ea typeface="標楷體" panose="03000509000000000000" pitchFamily="65" charset="-120"/>
                <a:cs typeface="Times New Roman" panose="02020603050405020304" pitchFamily="18" charset="0"/>
              </a:rPr>
              <a:t>| N |×log 2 | N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a:t>
            </a: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a:p>
            <a:r>
              <a:rPr lang="en-US" altLang="zh-TW" sz="2400" dirty="0">
                <a:latin typeface="標楷體" panose="03000509000000000000" pitchFamily="65" charset="-120"/>
                <a:ea typeface="標楷體" panose="03000509000000000000" pitchFamily="65" charset="-120"/>
                <a:cs typeface="Times New Roman" panose="02020603050405020304" pitchFamily="18" charset="0"/>
              </a:rPr>
              <a:t>Step6-10</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每個任務映射到合適的</a:t>
            </a:r>
            <a:r>
              <a:rPr lang="en-US" altLang="zh-TW" sz="2400" dirty="0">
                <a:latin typeface="標楷體" panose="03000509000000000000" pitchFamily="65" charset="-120"/>
                <a:ea typeface="標楷體" panose="03000509000000000000" pitchFamily="65" charset="-120"/>
                <a:cs typeface="Times New Roman" panose="02020603050405020304" pitchFamily="18" charset="0"/>
              </a:rPr>
              <a:t>VM</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實例</a:t>
            </a:r>
            <a:r>
              <a:rPr lang="en-US" altLang="zh-TW" sz="2400" dirty="0">
                <a:latin typeface="標楷體" panose="03000509000000000000" pitchFamily="65" charset="-120"/>
                <a:ea typeface="標楷體" panose="03000509000000000000" pitchFamily="65" charset="-120"/>
                <a:cs typeface="Times New Roman" panose="02020603050405020304" pitchFamily="18" charset="0"/>
              </a:rPr>
              <a:t>O</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a:t>
            </a:r>
            <a:r>
              <a:rPr lang="en-US" altLang="zh-TW" sz="2400" dirty="0">
                <a:latin typeface="標楷體" panose="03000509000000000000" pitchFamily="65" charset="-120"/>
                <a:ea typeface="標楷體" panose="03000509000000000000" pitchFamily="65" charset="-120"/>
                <a:cs typeface="Times New Roman" panose="02020603050405020304" pitchFamily="18" charset="0"/>
              </a:rPr>
              <a:t>| N |× | N |×| M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a:t>
            </a:r>
          </a:p>
        </p:txBody>
      </p:sp>
    </p:spTree>
    <p:extLst>
      <p:ext uri="{BB962C8B-B14F-4D97-AF65-F5344CB8AC3E}">
        <p14:creationId xmlns:p14="http://schemas.microsoft.com/office/powerpoint/2010/main" val="26944030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A52286-CC9F-4DBF-9192-C32685E57720}"/>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9581A86C-3860-487E-85A0-8F370D11C151}"/>
              </a:ext>
            </a:extLst>
          </p:cNvPr>
          <p:cNvSpPr>
            <a:spLocks noGrp="1"/>
          </p:cNvSpPr>
          <p:nvPr>
            <p:ph idx="1"/>
          </p:nvPr>
        </p:nvSpPr>
        <p:spPr/>
        <p:txBody>
          <a:bodyPr/>
          <a:lstStyle/>
          <a:p>
            <a:r>
              <a:rPr lang="en-US" altLang="zh-TW" dirty="0"/>
              <a:t>EPRD</a:t>
            </a:r>
            <a:r>
              <a:rPr lang="zh-TW" altLang="en-US" dirty="0"/>
              <a:t>算法在算法</a:t>
            </a:r>
            <a:r>
              <a:rPr lang="en-US" altLang="zh-TW" dirty="0"/>
              <a:t>2</a:t>
            </a:r>
            <a:r>
              <a:rPr lang="zh-TW" altLang="en-US" dirty="0"/>
              <a:t>中提出。該算法的目的是為優先隊列</a:t>
            </a:r>
            <a:r>
              <a:rPr lang="en-US" altLang="zh-TW" dirty="0"/>
              <a:t>Queue </a:t>
            </a:r>
            <a:r>
              <a:rPr lang="en-US" altLang="zh-TW" dirty="0" err="1"/>
              <a:t>URank</a:t>
            </a:r>
            <a:r>
              <a:rPr lang="zh-TW" altLang="en-US" dirty="0"/>
              <a:t>中的每個候選任務選擇一個可行的</a:t>
            </a:r>
            <a:r>
              <a:rPr lang="en-US" altLang="zh-TW" dirty="0"/>
              <a:t>VM</a:t>
            </a:r>
            <a:r>
              <a:rPr lang="zh-TW" altLang="en-US" dirty="0"/>
              <a:t>實例。在步驟</a:t>
            </a:r>
            <a:r>
              <a:rPr lang="en-US" altLang="zh-TW" dirty="0"/>
              <a:t>2</a:t>
            </a:r>
            <a:r>
              <a:rPr lang="zh-TW" altLang="en-US" dirty="0"/>
              <a:t>中選擇優先級隊列中的頭任務</a:t>
            </a:r>
            <a:r>
              <a:rPr lang="en-US" altLang="zh-TW" dirty="0" err="1"/>
              <a:t>τi</a:t>
            </a:r>
            <a:r>
              <a:rPr lang="zh-TW" altLang="en-US" dirty="0"/>
              <a:t>。如果任務</a:t>
            </a:r>
            <a:r>
              <a:rPr lang="en-US" altLang="zh-TW" dirty="0" err="1"/>
              <a:t>τi</a:t>
            </a:r>
            <a:r>
              <a:rPr lang="zh-TW" altLang="en-US" dirty="0"/>
              <a:t>屬於</a:t>
            </a:r>
            <a:r>
              <a:rPr lang="en-US" altLang="zh-TW" dirty="0"/>
              <a:t>DAG</a:t>
            </a:r>
            <a:r>
              <a:rPr lang="zh-TW" altLang="en-US" dirty="0"/>
              <a:t>的關鍵路徑，則按照插入技術策略將任務</a:t>
            </a:r>
            <a:r>
              <a:rPr lang="en-US" altLang="zh-TW" dirty="0" err="1"/>
              <a:t>τi</a:t>
            </a:r>
            <a:r>
              <a:rPr lang="zh-TW" altLang="en-US" dirty="0"/>
              <a:t>分配給</a:t>
            </a:r>
            <a:r>
              <a:rPr lang="en-US" altLang="zh-TW" dirty="0"/>
              <a:t>VM</a:t>
            </a:r>
            <a:r>
              <a:rPr lang="zh-TW" altLang="en-US" dirty="0"/>
              <a:t>實例</a:t>
            </a:r>
            <a:r>
              <a:rPr lang="en-US" altLang="zh-TW" dirty="0" err="1"/>
              <a:t>vm</a:t>
            </a:r>
            <a:r>
              <a:rPr lang="en-US" altLang="zh-TW" dirty="0"/>
              <a:t> 0</a:t>
            </a:r>
            <a:r>
              <a:rPr lang="zh-TW" altLang="en-US" dirty="0"/>
              <a:t>。此過程發生在步驟</a:t>
            </a:r>
            <a:r>
              <a:rPr lang="en-US" altLang="zh-TW" dirty="0"/>
              <a:t>4</a:t>
            </a:r>
            <a:r>
              <a:rPr lang="zh-TW" altLang="en-US" dirty="0"/>
              <a:t>中。關鍵路徑中的所有任務計劃在</a:t>
            </a:r>
            <a:r>
              <a:rPr lang="en-US" altLang="zh-TW" dirty="0" err="1"/>
              <a:t>vm</a:t>
            </a:r>
            <a:r>
              <a:rPr lang="en-US" altLang="zh-TW" dirty="0"/>
              <a:t> 0</a:t>
            </a:r>
            <a:r>
              <a:rPr lang="zh-TW" altLang="en-US" dirty="0"/>
              <a:t>上執行。計算關鍵路徑中不存在的其他任務的</a:t>
            </a:r>
            <a:r>
              <a:rPr lang="en-US" altLang="zh-TW" dirty="0" err="1"/>
              <a:t>vm</a:t>
            </a:r>
            <a:r>
              <a:rPr lang="en-US" altLang="zh-TW" dirty="0"/>
              <a:t> 0</a:t>
            </a:r>
            <a:r>
              <a:rPr lang="zh-TW" altLang="en-US" dirty="0"/>
              <a:t>上的相對距離</a:t>
            </a:r>
            <a:r>
              <a:rPr lang="en-US" altLang="zh-TW" dirty="0"/>
              <a:t>Res</a:t>
            </a:r>
            <a:r>
              <a:rPr lang="zh-TW" altLang="en-US" dirty="0"/>
              <a:t>（</a:t>
            </a:r>
            <a:r>
              <a:rPr lang="en-US" altLang="zh-TW" dirty="0" err="1"/>
              <a:t>τi</a:t>
            </a:r>
            <a:r>
              <a:rPr lang="zh-TW" altLang="en-US" dirty="0"/>
              <a:t>，</a:t>
            </a:r>
            <a:r>
              <a:rPr lang="en-US" altLang="zh-TW" dirty="0" err="1"/>
              <a:t>vm</a:t>
            </a:r>
            <a:r>
              <a:rPr lang="en-US" altLang="zh-TW" dirty="0"/>
              <a:t> 0</a:t>
            </a:r>
            <a:r>
              <a:rPr lang="zh-TW" altLang="en-US" dirty="0"/>
              <a:t>）。 </a:t>
            </a:r>
            <a:r>
              <a:rPr lang="en-US" altLang="zh-TW" dirty="0"/>
              <a:t>Res</a:t>
            </a:r>
            <a:r>
              <a:rPr lang="zh-TW" altLang="en-US" dirty="0"/>
              <a:t>（</a:t>
            </a:r>
            <a:r>
              <a:rPr lang="en-US" altLang="zh-TW" dirty="0" err="1"/>
              <a:t>τi</a:t>
            </a:r>
            <a:r>
              <a:rPr lang="zh-TW" altLang="en-US" dirty="0"/>
              <a:t>，</a:t>
            </a:r>
            <a:r>
              <a:rPr lang="en-US" altLang="zh-TW" dirty="0" err="1"/>
              <a:t>vm</a:t>
            </a:r>
            <a:r>
              <a:rPr lang="en-US" altLang="zh-TW" dirty="0"/>
              <a:t> 0</a:t>
            </a:r>
            <a:r>
              <a:rPr lang="zh-TW" altLang="en-US" dirty="0"/>
              <a:t>）在步驟</a:t>
            </a:r>
            <a:r>
              <a:rPr lang="en-US" altLang="zh-TW" dirty="0"/>
              <a:t>6</a:t>
            </a:r>
            <a:r>
              <a:rPr lang="zh-TW" altLang="en-US" dirty="0"/>
              <a:t>中被臨時存儲到變量</a:t>
            </a:r>
            <a:r>
              <a:rPr lang="en-US" altLang="zh-TW" dirty="0" err="1"/>
              <a:t>resValue</a:t>
            </a:r>
            <a:r>
              <a:rPr lang="zh-TW" altLang="en-US" dirty="0"/>
              <a:t>中。候選</a:t>
            </a:r>
            <a:r>
              <a:rPr lang="en-US" altLang="zh-TW" dirty="0"/>
              <a:t>VM</a:t>
            </a:r>
            <a:r>
              <a:rPr lang="zh-TW" altLang="en-US" dirty="0"/>
              <a:t>實例在步驟</a:t>
            </a:r>
            <a:r>
              <a:rPr lang="en-US" altLang="zh-TW" dirty="0"/>
              <a:t>7</a:t>
            </a:r>
            <a:r>
              <a:rPr lang="zh-TW" altLang="en-US" dirty="0"/>
              <a:t>中被臨時標記為</a:t>
            </a:r>
            <a:r>
              <a:rPr lang="en-US" altLang="zh-TW" dirty="0"/>
              <a:t>vm0</a:t>
            </a:r>
            <a:r>
              <a:rPr lang="zh-TW" altLang="en-US" dirty="0"/>
              <a:t>。在步驟</a:t>
            </a:r>
            <a:r>
              <a:rPr lang="en-US" altLang="zh-TW" dirty="0"/>
              <a:t>8–12</a:t>
            </a:r>
            <a:r>
              <a:rPr lang="zh-TW" altLang="en-US" dirty="0"/>
              <a:t>的內部循環中，將其他</a:t>
            </a:r>
            <a:r>
              <a:rPr lang="en-US" altLang="zh-TW" dirty="0"/>
              <a:t>VM</a:t>
            </a:r>
            <a:r>
              <a:rPr lang="zh-TW" altLang="en-US" dirty="0"/>
              <a:t>實例與</a:t>
            </a:r>
            <a:r>
              <a:rPr lang="en-US" altLang="zh-TW" dirty="0" err="1"/>
              <a:t>vm</a:t>
            </a:r>
            <a:r>
              <a:rPr lang="en-US" altLang="zh-TW" dirty="0"/>
              <a:t> 0</a:t>
            </a:r>
            <a:r>
              <a:rPr lang="zh-TW" altLang="en-US" dirty="0"/>
              <a:t>進行比較相對距離的值。保留最大相對距離和相應的</a:t>
            </a:r>
            <a:r>
              <a:rPr lang="en-US" altLang="zh-TW" dirty="0"/>
              <a:t>VM</a:t>
            </a:r>
            <a:r>
              <a:rPr lang="zh-TW" altLang="en-US" dirty="0"/>
              <a:t>實例號。按照先前的操作，在步驟</a:t>
            </a:r>
            <a:r>
              <a:rPr lang="en-US" altLang="zh-TW" dirty="0"/>
              <a:t>13-16</a:t>
            </a:r>
            <a:r>
              <a:rPr lang="zh-TW" altLang="en-US" dirty="0"/>
              <a:t>中將候選任務</a:t>
            </a:r>
            <a:r>
              <a:rPr lang="en-US" altLang="zh-TW" dirty="0" err="1"/>
              <a:t>τi</a:t>
            </a:r>
            <a:r>
              <a:rPr lang="zh-TW" altLang="en-US" dirty="0"/>
              <a:t>分配給相應的</a:t>
            </a:r>
            <a:r>
              <a:rPr lang="en-US" altLang="zh-TW" dirty="0"/>
              <a:t>VM</a:t>
            </a:r>
            <a:r>
              <a:rPr lang="zh-TW" altLang="en-US" dirty="0"/>
              <a:t>實例。</a:t>
            </a:r>
          </a:p>
        </p:txBody>
      </p:sp>
    </p:spTree>
    <p:extLst>
      <p:ext uri="{BB962C8B-B14F-4D97-AF65-F5344CB8AC3E}">
        <p14:creationId xmlns:p14="http://schemas.microsoft.com/office/powerpoint/2010/main" val="52034165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BD4109-B239-4726-9C06-F9DFB7288998}"/>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6B15F4C4-8E04-4A6C-953F-0F22E692D286}"/>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CF447A00-200D-429D-95E9-7E1F9148F827}"/>
              </a:ext>
            </a:extLst>
          </p:cNvPr>
          <p:cNvPicPr>
            <a:picLocks noChangeAspect="1"/>
          </p:cNvPicPr>
          <p:nvPr/>
        </p:nvPicPr>
        <p:blipFill>
          <a:blip r:embed="rId3"/>
          <a:stretch>
            <a:fillRect/>
          </a:stretch>
        </p:blipFill>
        <p:spPr>
          <a:xfrm>
            <a:off x="405592" y="345627"/>
            <a:ext cx="8034337" cy="5030074"/>
          </a:xfrm>
          <a:prstGeom prst="rect">
            <a:avLst/>
          </a:prstGeom>
        </p:spPr>
      </p:pic>
      <p:sp>
        <p:nvSpPr>
          <p:cNvPr id="6" name="文字方塊 5">
            <a:extLst>
              <a:ext uri="{FF2B5EF4-FFF2-40B4-BE49-F238E27FC236}">
                <a16:creationId xmlns:a16="http://schemas.microsoft.com/office/drawing/2014/main" id="{362819CC-23D5-4D9A-B54B-4CFAA846EC57}"/>
              </a:ext>
            </a:extLst>
          </p:cNvPr>
          <p:cNvSpPr txBox="1"/>
          <p:nvPr/>
        </p:nvSpPr>
        <p:spPr>
          <a:xfrm>
            <a:off x="2565170" y="4942713"/>
            <a:ext cx="7832667" cy="1569660"/>
          </a:xfrm>
          <a:prstGeom prst="rect">
            <a:avLst/>
          </a:prstGeom>
          <a:noFill/>
        </p:spPr>
        <p:txBody>
          <a:bodyPr wrap="square" rtlCol="0">
            <a:spAutoFit/>
          </a:bodyPr>
          <a:lstStyle/>
          <a:p>
            <a:r>
              <a:rPr lang="en-US" altLang="zh-TW" sz="2400" dirty="0"/>
              <a:t>Step8-12</a:t>
            </a:r>
            <a:r>
              <a:rPr lang="zh-TW" altLang="en-US" sz="2400" dirty="0"/>
              <a:t>內部循環中最耗時，將其他</a:t>
            </a:r>
            <a:r>
              <a:rPr lang="en-US" altLang="zh-TW" sz="2400" dirty="0"/>
              <a:t>VM</a:t>
            </a:r>
            <a:r>
              <a:rPr lang="zh-TW" altLang="en-US" sz="2400" dirty="0"/>
              <a:t>實例與</a:t>
            </a:r>
            <a:r>
              <a:rPr lang="en-US" altLang="zh-TW" sz="2400" dirty="0" err="1"/>
              <a:t>vm</a:t>
            </a:r>
            <a:r>
              <a:rPr lang="en-US" altLang="zh-TW" sz="2400" dirty="0"/>
              <a:t> 0</a:t>
            </a:r>
            <a:r>
              <a:rPr lang="zh-TW" altLang="en-US" sz="2400" dirty="0"/>
              <a:t>進行比較相對距離的值。保留最大相對距離和相應的</a:t>
            </a:r>
            <a:r>
              <a:rPr lang="en-US" altLang="zh-TW" sz="2400" dirty="0"/>
              <a:t>VM</a:t>
            </a:r>
            <a:r>
              <a:rPr lang="zh-TW" altLang="en-US" sz="2400" dirty="0"/>
              <a:t>實例號。</a:t>
            </a:r>
            <a:r>
              <a:rPr lang="en-US" altLang="zh-TW" sz="2400" dirty="0"/>
              <a:t> O</a:t>
            </a:r>
            <a:r>
              <a:rPr lang="zh-TW" altLang="en-US" sz="2400" dirty="0"/>
              <a:t>（</a:t>
            </a:r>
            <a:r>
              <a:rPr lang="en-US" altLang="zh-TW" sz="2400" dirty="0"/>
              <a:t>| M |×| N |</a:t>
            </a:r>
            <a:r>
              <a:rPr lang="zh-TW" altLang="en-US" sz="2400" dirty="0"/>
              <a:t>）。</a:t>
            </a:r>
            <a:endParaRPr lang="en-US" altLang="zh-TW" sz="2400" dirty="0"/>
          </a:p>
          <a:p>
            <a:r>
              <a:rPr lang="en-US" altLang="zh-TW" sz="2400" dirty="0"/>
              <a:t>Step13-16</a:t>
            </a:r>
            <a:r>
              <a:rPr lang="zh-TW" altLang="en-US" sz="2400" dirty="0"/>
              <a:t>中將候選任務</a:t>
            </a:r>
            <a:r>
              <a:rPr lang="en-US" altLang="zh-TW" sz="2400" dirty="0" err="1"/>
              <a:t>τi</a:t>
            </a:r>
            <a:r>
              <a:rPr lang="zh-TW" altLang="en-US" sz="2400" dirty="0"/>
              <a:t>分配給相應的</a:t>
            </a:r>
            <a:r>
              <a:rPr lang="en-US" altLang="zh-TW" sz="2400" dirty="0"/>
              <a:t>VM</a:t>
            </a:r>
            <a:r>
              <a:rPr lang="zh-TW" altLang="en-US" sz="2400" dirty="0"/>
              <a:t>實例。</a:t>
            </a:r>
            <a:endParaRPr lang="en-US" altLang="zh-TW" sz="2400" dirty="0"/>
          </a:p>
        </p:txBody>
      </p:sp>
    </p:spTree>
    <p:extLst>
      <p:ext uri="{BB962C8B-B14F-4D97-AF65-F5344CB8AC3E}">
        <p14:creationId xmlns:p14="http://schemas.microsoft.com/office/powerpoint/2010/main" val="210393845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16A9EF-E4EB-4CAB-9155-BD3DC5170BF3}"/>
              </a:ext>
            </a:extLst>
          </p:cNvPr>
          <p:cNvSpPr>
            <a:spLocks noGrp="1"/>
          </p:cNvSpPr>
          <p:nvPr>
            <p:ph type="title"/>
          </p:nvPr>
        </p:nvSpPr>
        <p:spPr/>
        <p:txBody>
          <a:bodyPr/>
          <a:lstStyle/>
          <a:p>
            <a:r>
              <a:rPr lang="en-US" altLang="zh-TW" dirty="0"/>
              <a:t>5</a:t>
            </a:r>
            <a:endParaRPr lang="zh-TW" altLang="en-US" dirty="0"/>
          </a:p>
        </p:txBody>
      </p:sp>
      <p:sp>
        <p:nvSpPr>
          <p:cNvPr id="3" name="內容版面配置區 2">
            <a:extLst>
              <a:ext uri="{FF2B5EF4-FFF2-40B4-BE49-F238E27FC236}">
                <a16:creationId xmlns:a16="http://schemas.microsoft.com/office/drawing/2014/main" id="{B34A857E-1621-4A96-8AAC-B1BEC95162C6}"/>
              </a:ext>
            </a:extLst>
          </p:cNvPr>
          <p:cNvSpPr>
            <a:spLocks noGrp="1"/>
          </p:cNvSpPr>
          <p:nvPr>
            <p:ph idx="1"/>
          </p:nvPr>
        </p:nvSpPr>
        <p:spPr>
          <a:xfrm>
            <a:off x="332509" y="1213658"/>
            <a:ext cx="11021291" cy="4963305"/>
          </a:xfrm>
        </p:spPr>
        <p:txBody>
          <a:bodyPr>
            <a:normAutofit lnSpcReduction="10000"/>
          </a:bodyPr>
          <a:lstStyle/>
          <a:p>
            <a:pPr rtl="0"/>
            <a:r>
              <a:rPr lang="zh-TW" altLang="en-US" dirty="0">
                <a:solidFill>
                  <a:srgbClr val="000000"/>
                </a:solidFill>
                <a:effectLst/>
              </a:rPr>
              <a:t>引入了三種最先進的算法，即</a:t>
            </a:r>
            <a:r>
              <a:rPr lang="en-US" altLang="zh-TW" dirty="0">
                <a:solidFill>
                  <a:srgbClr val="000000"/>
                </a:solidFill>
                <a:effectLst/>
              </a:rPr>
              <a:t>HEFT</a:t>
            </a:r>
            <a:r>
              <a:rPr lang="zh-TW" altLang="en-US" dirty="0">
                <a:solidFill>
                  <a:srgbClr val="000000"/>
                </a:solidFill>
                <a:effectLst/>
              </a:rPr>
              <a:t>，</a:t>
            </a:r>
            <a:r>
              <a:rPr lang="en-US" altLang="zh-TW" dirty="0">
                <a:solidFill>
                  <a:srgbClr val="000000"/>
                </a:solidFill>
                <a:effectLst/>
              </a:rPr>
              <a:t>MOHEFT</a:t>
            </a:r>
            <a:r>
              <a:rPr lang="zh-TW" altLang="en-US" dirty="0">
                <a:solidFill>
                  <a:srgbClr val="000000"/>
                </a:solidFill>
                <a:effectLst/>
              </a:rPr>
              <a:t>和</a:t>
            </a:r>
            <a:r>
              <a:rPr lang="en-US" altLang="zh-TW" dirty="0">
                <a:solidFill>
                  <a:srgbClr val="000000"/>
                </a:solidFill>
                <a:effectLst/>
              </a:rPr>
              <a:t>MSMD</a:t>
            </a:r>
            <a:r>
              <a:rPr lang="zh-TW" altLang="en-US" dirty="0">
                <a:solidFill>
                  <a:srgbClr val="000000"/>
                </a:solidFill>
                <a:effectLst/>
              </a:rPr>
              <a:t>，以與所提出的算法進行比較。 </a:t>
            </a:r>
            <a:r>
              <a:rPr lang="en-US" altLang="zh-TW" dirty="0" err="1">
                <a:solidFill>
                  <a:srgbClr val="000000"/>
                </a:solidFill>
                <a:effectLst/>
              </a:rPr>
              <a:t>Topcuoglu</a:t>
            </a:r>
            <a:r>
              <a:rPr lang="zh-TW" altLang="en-US" dirty="0">
                <a:solidFill>
                  <a:srgbClr val="000000"/>
                </a:solidFill>
                <a:effectLst/>
              </a:rPr>
              <a:t>等。 </a:t>
            </a:r>
            <a:r>
              <a:rPr lang="en-US" altLang="zh-TW" dirty="0">
                <a:solidFill>
                  <a:srgbClr val="000000"/>
                </a:solidFill>
                <a:effectLst/>
              </a:rPr>
              <a:t>[27]</a:t>
            </a:r>
            <a:r>
              <a:rPr lang="zh-TW" altLang="en-US" dirty="0">
                <a:solidFill>
                  <a:srgbClr val="000000"/>
                </a:solidFill>
                <a:effectLst/>
              </a:rPr>
              <a:t>提出了一種有效的調度算法，稱為</a:t>
            </a:r>
            <a:r>
              <a:rPr lang="en-US" altLang="zh-TW" dirty="0">
                <a:solidFill>
                  <a:srgbClr val="000000"/>
                </a:solidFill>
                <a:effectLst/>
              </a:rPr>
              <a:t>HEFT</a:t>
            </a:r>
            <a:r>
              <a:rPr lang="zh-TW" altLang="en-US" dirty="0">
                <a:solidFill>
                  <a:srgbClr val="000000"/>
                </a:solidFill>
                <a:effectLst/>
              </a:rPr>
              <a:t>。 </a:t>
            </a:r>
            <a:r>
              <a:rPr lang="en-US" altLang="zh-TW" dirty="0">
                <a:solidFill>
                  <a:srgbClr val="000000"/>
                </a:solidFill>
                <a:effectLst/>
              </a:rPr>
              <a:t>HEFT</a:t>
            </a:r>
            <a:r>
              <a:rPr lang="zh-TW" altLang="en-US" dirty="0">
                <a:solidFill>
                  <a:srgbClr val="000000"/>
                </a:solidFill>
                <a:effectLst/>
              </a:rPr>
              <a:t>可以在異構計算系統中實現高性能和低複雜度的目標。具有截止期限約束的</a:t>
            </a:r>
            <a:r>
              <a:rPr lang="en-US" altLang="zh-TW" dirty="0">
                <a:solidFill>
                  <a:srgbClr val="000000"/>
                </a:solidFill>
                <a:effectLst/>
              </a:rPr>
              <a:t>HEFT</a:t>
            </a:r>
            <a:r>
              <a:rPr lang="zh-TW" altLang="en-US" dirty="0">
                <a:solidFill>
                  <a:srgbClr val="000000"/>
                </a:solidFill>
                <a:effectLst/>
              </a:rPr>
              <a:t>算法（描述為</a:t>
            </a:r>
            <a:r>
              <a:rPr lang="en-US" altLang="zh-TW" dirty="0">
                <a:solidFill>
                  <a:srgbClr val="000000"/>
                </a:solidFill>
                <a:effectLst/>
              </a:rPr>
              <a:t>HEFT_D</a:t>
            </a:r>
            <a:r>
              <a:rPr lang="zh-TW" altLang="en-US" dirty="0">
                <a:solidFill>
                  <a:srgbClr val="000000"/>
                </a:solidFill>
                <a:effectLst/>
              </a:rPr>
              <a:t>）包括兩個階段。在第一階段，根據任務的</a:t>
            </a:r>
            <a:r>
              <a:rPr lang="en-US" altLang="zh-TW" dirty="0" err="1">
                <a:solidFill>
                  <a:srgbClr val="000000"/>
                </a:solidFill>
                <a:effectLst/>
              </a:rPr>
              <a:t>URank</a:t>
            </a:r>
            <a:r>
              <a:rPr lang="zh-TW" altLang="en-US" dirty="0">
                <a:solidFill>
                  <a:srgbClr val="000000"/>
                </a:solidFill>
                <a:effectLst/>
              </a:rPr>
              <a:t>確定工作流中任務的調度優先級。然後，使用這些優先級任務建立優先級任務調度隊列。在第二階段，將優先級隊列中的候選任務映射到完成時間最早的</a:t>
            </a:r>
            <a:r>
              <a:rPr lang="en-US" altLang="zh-TW" dirty="0">
                <a:solidFill>
                  <a:srgbClr val="000000"/>
                </a:solidFill>
                <a:effectLst/>
              </a:rPr>
              <a:t>VM</a:t>
            </a:r>
            <a:r>
              <a:rPr lang="zh-TW" altLang="en-US" dirty="0">
                <a:solidFill>
                  <a:srgbClr val="000000"/>
                </a:solidFill>
                <a:effectLst/>
              </a:rPr>
              <a:t>實例。 </a:t>
            </a:r>
            <a:r>
              <a:rPr lang="en-US" altLang="zh-TW" dirty="0">
                <a:solidFill>
                  <a:srgbClr val="000000"/>
                </a:solidFill>
                <a:effectLst/>
              </a:rPr>
              <a:t>MOHEFT [30]</a:t>
            </a:r>
            <a:r>
              <a:rPr lang="zh-TW" altLang="en-US" dirty="0">
                <a:solidFill>
                  <a:srgbClr val="000000"/>
                </a:solidFill>
                <a:effectLst/>
              </a:rPr>
              <a:t>是指多目標</a:t>
            </a:r>
            <a:r>
              <a:rPr lang="en-US" altLang="zh-TW" dirty="0">
                <a:solidFill>
                  <a:srgbClr val="000000"/>
                </a:solidFill>
                <a:effectLst/>
              </a:rPr>
              <a:t>HEFT</a:t>
            </a:r>
            <a:r>
              <a:rPr lang="zh-TW" altLang="en-US" dirty="0">
                <a:solidFill>
                  <a:srgbClr val="000000"/>
                </a:solidFill>
                <a:effectLst/>
              </a:rPr>
              <a:t>。 </a:t>
            </a:r>
            <a:r>
              <a:rPr lang="en-US" altLang="zh-TW" dirty="0">
                <a:solidFill>
                  <a:srgbClr val="000000"/>
                </a:solidFill>
                <a:effectLst/>
              </a:rPr>
              <a:t>MOHEFT</a:t>
            </a:r>
            <a:r>
              <a:rPr lang="zh-TW" altLang="en-US" dirty="0">
                <a:solidFill>
                  <a:srgbClr val="000000"/>
                </a:solidFill>
                <a:effectLst/>
              </a:rPr>
              <a:t>旨在預測工作流的執行時間和能耗，並使用歷史數據在雲中心中找到製造時間和能耗之間的折衷方案。 </a:t>
            </a:r>
            <a:r>
              <a:rPr lang="en-US" altLang="zh-TW" dirty="0">
                <a:solidFill>
                  <a:srgbClr val="000000"/>
                </a:solidFill>
                <a:effectLst/>
              </a:rPr>
              <a:t>Wu</a:t>
            </a:r>
            <a:r>
              <a:rPr lang="zh-TW" altLang="en-US" dirty="0">
                <a:solidFill>
                  <a:srgbClr val="000000"/>
                </a:solidFill>
                <a:effectLst/>
              </a:rPr>
              <a:t>等人提出了</a:t>
            </a:r>
            <a:r>
              <a:rPr lang="en-US" altLang="zh-TW" dirty="0">
                <a:solidFill>
                  <a:srgbClr val="000000"/>
                </a:solidFill>
                <a:effectLst/>
              </a:rPr>
              <a:t>MSMD</a:t>
            </a:r>
            <a:r>
              <a:rPr lang="zh-TW" altLang="en-US" dirty="0">
                <a:solidFill>
                  <a:srgbClr val="000000"/>
                </a:solidFill>
                <a:effectLst/>
              </a:rPr>
              <a:t>，它是雲計算中心中的一種啟發式任務調度算法。 </a:t>
            </a:r>
            <a:r>
              <a:rPr lang="en-US" altLang="zh-TW" dirty="0">
                <a:solidFill>
                  <a:srgbClr val="000000"/>
                </a:solidFill>
                <a:effectLst/>
              </a:rPr>
              <a:t>[36]</a:t>
            </a:r>
            <a:r>
              <a:rPr lang="zh-TW" altLang="en-US" dirty="0">
                <a:solidFill>
                  <a:srgbClr val="000000"/>
                </a:solidFill>
                <a:effectLst/>
              </a:rPr>
              <a:t>。 </a:t>
            </a:r>
            <a:r>
              <a:rPr lang="en-US" altLang="zh-TW" dirty="0">
                <a:solidFill>
                  <a:srgbClr val="000000"/>
                </a:solidFill>
                <a:effectLst/>
              </a:rPr>
              <a:t>MSMD</a:t>
            </a:r>
            <a:r>
              <a:rPr lang="zh-TW" altLang="en-US" dirty="0">
                <a:solidFill>
                  <a:srgbClr val="000000"/>
                </a:solidFill>
                <a:effectLst/>
              </a:rPr>
              <a:t>有兩個目標。一個目標是找到所需資源的最小數量，同時滿足給定</a:t>
            </a:r>
            <a:r>
              <a:rPr lang="en-US" altLang="zh-TW" dirty="0">
                <a:solidFill>
                  <a:srgbClr val="000000"/>
                </a:solidFill>
                <a:effectLst/>
              </a:rPr>
              <a:t>DAG</a:t>
            </a:r>
            <a:r>
              <a:rPr lang="zh-TW" altLang="en-US" dirty="0">
                <a:solidFill>
                  <a:srgbClr val="000000"/>
                </a:solidFill>
                <a:effectLst/>
              </a:rPr>
              <a:t>應用程序的端到端期限。另一個目標是最小化指定</a:t>
            </a:r>
            <a:r>
              <a:rPr lang="en-US" altLang="zh-TW" dirty="0">
                <a:solidFill>
                  <a:srgbClr val="000000"/>
                </a:solidFill>
                <a:effectLst/>
              </a:rPr>
              <a:t>VM</a:t>
            </a:r>
            <a:r>
              <a:rPr lang="zh-TW" altLang="en-US" dirty="0">
                <a:solidFill>
                  <a:srgbClr val="000000"/>
                </a:solidFill>
                <a:effectLst/>
              </a:rPr>
              <a:t>實例下</a:t>
            </a:r>
            <a:r>
              <a:rPr lang="en-US" altLang="zh-TW" dirty="0">
                <a:solidFill>
                  <a:srgbClr val="000000"/>
                </a:solidFill>
                <a:effectLst/>
              </a:rPr>
              <a:t>DAG</a:t>
            </a:r>
            <a:r>
              <a:rPr lang="zh-TW" altLang="en-US" dirty="0">
                <a:solidFill>
                  <a:srgbClr val="000000"/>
                </a:solidFill>
                <a:effectLst/>
              </a:rPr>
              <a:t>的調度長度。 </a:t>
            </a:r>
          </a:p>
          <a:p>
            <a:endParaRPr lang="zh-TW" altLang="en-US" dirty="0"/>
          </a:p>
        </p:txBody>
      </p:sp>
    </p:spTree>
    <p:extLst>
      <p:ext uri="{BB962C8B-B14F-4D97-AF65-F5344CB8AC3E}">
        <p14:creationId xmlns:p14="http://schemas.microsoft.com/office/powerpoint/2010/main" val="82375484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EEB1EA-3476-49E4-9223-ECDE82E95A7E}"/>
              </a:ext>
            </a:extLst>
          </p:cNvPr>
          <p:cNvSpPr>
            <a:spLocks noGrp="1"/>
          </p:cNvSpPr>
          <p:nvPr>
            <p:ph type="title"/>
          </p:nvPr>
        </p:nvSpPr>
        <p:spPr/>
        <p:txBody>
          <a:bodyPr/>
          <a:lstStyle/>
          <a:p>
            <a:r>
              <a:rPr lang="en-US" altLang="zh-TW" dirty="0"/>
              <a:t>Parameter</a:t>
            </a:r>
            <a:endParaRPr lang="zh-TW" altLang="en-US" dirty="0"/>
          </a:p>
        </p:txBody>
      </p:sp>
      <p:sp>
        <p:nvSpPr>
          <p:cNvPr id="3" name="內容版面配置區 2">
            <a:extLst>
              <a:ext uri="{FF2B5EF4-FFF2-40B4-BE49-F238E27FC236}">
                <a16:creationId xmlns:a16="http://schemas.microsoft.com/office/drawing/2014/main" id="{C5039ADD-F499-40D3-9ACC-90F2CE50B1C7}"/>
              </a:ext>
            </a:extLst>
          </p:cNvPr>
          <p:cNvSpPr>
            <a:spLocks noGrp="1"/>
          </p:cNvSpPr>
          <p:nvPr>
            <p:ph idx="1"/>
          </p:nvPr>
        </p:nvSpPr>
        <p:spPr>
          <a:xfrm>
            <a:off x="538942" y="1452878"/>
            <a:ext cx="10814858" cy="5197303"/>
          </a:xfrm>
        </p:spPr>
        <p:txBody>
          <a:bodyPr>
            <a:normAutofit/>
          </a:bodyPr>
          <a:lstStyle/>
          <a:p>
            <a:r>
              <a:rPr lang="en-US" altLang="zh-TW" dirty="0"/>
              <a:t>DAG size: The size of the DAG ranges from 50 nodes to 300 nodes.  </a:t>
            </a:r>
          </a:p>
          <a:p>
            <a:r>
              <a:rPr lang="en-US" altLang="zh-TW" dirty="0"/>
              <a:t>Computing cost: The computing cost of a task node follows a uniform distribution with a mean value of 15. </a:t>
            </a:r>
          </a:p>
          <a:p>
            <a:pPr marL="0" indent="0">
              <a:buNone/>
            </a:pPr>
            <a:r>
              <a:rPr lang="en-US" altLang="zh-TW" dirty="0"/>
              <a:t>• Average in/out degree: The average in/out degree varies from 2 to 10. </a:t>
            </a:r>
          </a:p>
          <a:p>
            <a:pPr marL="0" indent="0">
              <a:buNone/>
            </a:pPr>
            <a:r>
              <a:rPr lang="en-US" altLang="zh-TW" dirty="0"/>
              <a:t>• Number of VM instances: The VM instances required in the task scheduling. </a:t>
            </a:r>
          </a:p>
          <a:p>
            <a:pPr marL="0" indent="0">
              <a:buNone/>
            </a:pPr>
            <a:endParaRPr lang="en-US" altLang="zh-TW" dirty="0"/>
          </a:p>
          <a:p>
            <a:pPr marL="0" indent="0">
              <a:buNone/>
            </a:pPr>
            <a:endParaRPr lang="en-US" altLang="zh-TW" dirty="0"/>
          </a:p>
          <a:p>
            <a:pPr marL="0" indent="0">
              <a:buNone/>
            </a:pPr>
            <a:r>
              <a:rPr lang="en-US" altLang="zh-TW" dirty="0"/>
              <a:t>The experiments are conducted on a Windows 10 workstation with an Intel Core i7-7700 quad-core CPU, 64 GB DRAM, and a 2 TB hard disk.</a:t>
            </a:r>
            <a:endParaRPr lang="zh-TW" altLang="en-US" dirty="0"/>
          </a:p>
        </p:txBody>
      </p:sp>
      <p:pic>
        <p:nvPicPr>
          <p:cNvPr id="4" name="圖片 3">
            <a:extLst>
              <a:ext uri="{FF2B5EF4-FFF2-40B4-BE49-F238E27FC236}">
                <a16:creationId xmlns:a16="http://schemas.microsoft.com/office/drawing/2014/main" id="{8A838DAB-6347-4D36-BA95-ED20444DEC94}"/>
              </a:ext>
            </a:extLst>
          </p:cNvPr>
          <p:cNvPicPr>
            <a:picLocks noChangeAspect="1"/>
          </p:cNvPicPr>
          <p:nvPr/>
        </p:nvPicPr>
        <p:blipFill>
          <a:blip r:embed="rId3"/>
          <a:stretch>
            <a:fillRect/>
          </a:stretch>
        </p:blipFill>
        <p:spPr>
          <a:xfrm>
            <a:off x="6096000" y="3800273"/>
            <a:ext cx="5593632" cy="1157980"/>
          </a:xfrm>
          <a:prstGeom prst="rect">
            <a:avLst/>
          </a:prstGeom>
        </p:spPr>
      </p:pic>
      <p:sp>
        <p:nvSpPr>
          <p:cNvPr id="6" name="文字方塊 5">
            <a:extLst>
              <a:ext uri="{FF2B5EF4-FFF2-40B4-BE49-F238E27FC236}">
                <a16:creationId xmlns:a16="http://schemas.microsoft.com/office/drawing/2014/main" id="{A5A6005B-AE5D-4868-99E5-85890E1A9450}"/>
              </a:ext>
            </a:extLst>
          </p:cNvPr>
          <p:cNvSpPr txBox="1"/>
          <p:nvPr/>
        </p:nvSpPr>
        <p:spPr>
          <a:xfrm>
            <a:off x="6744394" y="4773587"/>
            <a:ext cx="6093228" cy="369332"/>
          </a:xfrm>
          <a:prstGeom prst="rect">
            <a:avLst/>
          </a:prstGeom>
          <a:noFill/>
        </p:spPr>
        <p:txBody>
          <a:bodyPr wrap="square">
            <a:spAutoFit/>
          </a:bodyPr>
          <a:lstStyle/>
          <a:p>
            <a:r>
              <a:rPr lang="en-US" altLang="zh-TW" dirty="0"/>
              <a:t>127/80   &lt;=       M       &lt;=    11-4</a:t>
            </a:r>
            <a:endParaRPr lang="zh-TW" altLang="en-US" dirty="0"/>
          </a:p>
        </p:txBody>
      </p:sp>
    </p:spTree>
    <p:extLst>
      <p:ext uri="{BB962C8B-B14F-4D97-AF65-F5344CB8AC3E}">
        <p14:creationId xmlns:p14="http://schemas.microsoft.com/office/powerpoint/2010/main" val="275645030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FF959E-2290-4202-A24C-58BB68BBE6D4}"/>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842E23E4-9D75-45F9-A4C2-D3492A8A5979}"/>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06BD27A1-34FA-476B-9A19-F510D85D94B2}"/>
              </a:ext>
            </a:extLst>
          </p:cNvPr>
          <p:cNvPicPr>
            <a:picLocks noChangeAspect="1"/>
          </p:cNvPicPr>
          <p:nvPr/>
        </p:nvPicPr>
        <p:blipFill>
          <a:blip r:embed="rId3"/>
          <a:stretch>
            <a:fillRect/>
          </a:stretch>
        </p:blipFill>
        <p:spPr>
          <a:xfrm>
            <a:off x="529157" y="365126"/>
            <a:ext cx="5633309" cy="5713556"/>
          </a:xfrm>
          <a:prstGeom prst="rect">
            <a:avLst/>
          </a:prstGeom>
        </p:spPr>
      </p:pic>
      <p:pic>
        <p:nvPicPr>
          <p:cNvPr id="7" name="圖片 6">
            <a:extLst>
              <a:ext uri="{FF2B5EF4-FFF2-40B4-BE49-F238E27FC236}">
                <a16:creationId xmlns:a16="http://schemas.microsoft.com/office/drawing/2014/main" id="{D5424E3A-219F-4551-AFBE-D1CCACE4C202}"/>
              </a:ext>
            </a:extLst>
          </p:cNvPr>
          <p:cNvPicPr>
            <a:picLocks noChangeAspect="1"/>
          </p:cNvPicPr>
          <p:nvPr/>
        </p:nvPicPr>
        <p:blipFill>
          <a:blip r:embed="rId4"/>
          <a:stretch>
            <a:fillRect/>
          </a:stretch>
        </p:blipFill>
        <p:spPr>
          <a:xfrm>
            <a:off x="6162466" y="519609"/>
            <a:ext cx="5837709" cy="5404589"/>
          </a:xfrm>
          <a:prstGeom prst="rect">
            <a:avLst/>
          </a:prstGeom>
        </p:spPr>
      </p:pic>
    </p:spTree>
    <p:extLst>
      <p:ext uri="{BB962C8B-B14F-4D97-AF65-F5344CB8AC3E}">
        <p14:creationId xmlns:p14="http://schemas.microsoft.com/office/powerpoint/2010/main" val="228762925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FA7BC2-43E9-46CB-8FAA-D0DFA1F835C5}"/>
              </a:ext>
            </a:extLst>
          </p:cNvPr>
          <p:cNvSpPr>
            <a:spLocks noGrp="1"/>
          </p:cNvSpPr>
          <p:nvPr>
            <p:ph type="title"/>
          </p:nvPr>
        </p:nvSpPr>
        <p:spPr/>
        <p:txBody>
          <a:bodyPr/>
          <a:lstStyle/>
          <a:p>
            <a:endParaRPr lang="zh-TW" altLang="en-US"/>
          </a:p>
        </p:txBody>
      </p:sp>
      <p:pic>
        <p:nvPicPr>
          <p:cNvPr id="7" name="內容版面配置區 6">
            <a:extLst>
              <a:ext uri="{FF2B5EF4-FFF2-40B4-BE49-F238E27FC236}">
                <a16:creationId xmlns:a16="http://schemas.microsoft.com/office/drawing/2014/main" id="{6DE65C08-2E42-4350-BEB3-E61EEB80F5DD}"/>
              </a:ext>
            </a:extLst>
          </p:cNvPr>
          <p:cNvPicPr>
            <a:picLocks noGrp="1" noChangeAspect="1"/>
          </p:cNvPicPr>
          <p:nvPr>
            <p:ph idx="1"/>
          </p:nvPr>
        </p:nvPicPr>
        <p:blipFill>
          <a:blip r:embed="rId3"/>
          <a:stretch>
            <a:fillRect/>
          </a:stretch>
        </p:blipFill>
        <p:spPr>
          <a:xfrm>
            <a:off x="5995555" y="752547"/>
            <a:ext cx="5665646" cy="4882892"/>
          </a:xfrm>
        </p:spPr>
      </p:pic>
      <p:pic>
        <p:nvPicPr>
          <p:cNvPr id="5" name="圖片 4">
            <a:extLst>
              <a:ext uri="{FF2B5EF4-FFF2-40B4-BE49-F238E27FC236}">
                <a16:creationId xmlns:a16="http://schemas.microsoft.com/office/drawing/2014/main" id="{43AE7212-314D-4A02-AB2C-BDF0D908FC1A}"/>
              </a:ext>
            </a:extLst>
          </p:cNvPr>
          <p:cNvPicPr>
            <a:picLocks noChangeAspect="1"/>
          </p:cNvPicPr>
          <p:nvPr/>
        </p:nvPicPr>
        <p:blipFill>
          <a:blip r:embed="rId4"/>
          <a:stretch>
            <a:fillRect/>
          </a:stretch>
        </p:blipFill>
        <p:spPr>
          <a:xfrm>
            <a:off x="690129" y="876299"/>
            <a:ext cx="4848225" cy="4607533"/>
          </a:xfrm>
          <a:prstGeom prst="rect">
            <a:avLst/>
          </a:prstGeom>
        </p:spPr>
      </p:pic>
    </p:spTree>
    <p:extLst>
      <p:ext uri="{BB962C8B-B14F-4D97-AF65-F5344CB8AC3E}">
        <p14:creationId xmlns:p14="http://schemas.microsoft.com/office/powerpoint/2010/main" val="45940025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BABCA9-B206-4470-8A63-78BA25565C82}"/>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530CD89D-8B05-44BD-9702-1DF1C4603CE2}"/>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3F86F866-C6BC-4FA7-8132-20F12F09121B}"/>
              </a:ext>
            </a:extLst>
          </p:cNvPr>
          <p:cNvPicPr>
            <a:picLocks noChangeAspect="1"/>
          </p:cNvPicPr>
          <p:nvPr/>
        </p:nvPicPr>
        <p:blipFill>
          <a:blip r:embed="rId3"/>
          <a:stretch>
            <a:fillRect/>
          </a:stretch>
        </p:blipFill>
        <p:spPr>
          <a:xfrm>
            <a:off x="5707010" y="990225"/>
            <a:ext cx="5317114" cy="4659143"/>
          </a:xfrm>
          <a:prstGeom prst="rect">
            <a:avLst/>
          </a:prstGeom>
        </p:spPr>
      </p:pic>
      <p:pic>
        <p:nvPicPr>
          <p:cNvPr id="7" name="圖片 6">
            <a:extLst>
              <a:ext uri="{FF2B5EF4-FFF2-40B4-BE49-F238E27FC236}">
                <a16:creationId xmlns:a16="http://schemas.microsoft.com/office/drawing/2014/main" id="{80203ACE-7E49-4D82-9B18-987FD13AC2BA}"/>
              </a:ext>
            </a:extLst>
          </p:cNvPr>
          <p:cNvPicPr>
            <a:picLocks noChangeAspect="1"/>
          </p:cNvPicPr>
          <p:nvPr/>
        </p:nvPicPr>
        <p:blipFill>
          <a:blip r:embed="rId4"/>
          <a:stretch>
            <a:fillRect/>
          </a:stretch>
        </p:blipFill>
        <p:spPr>
          <a:xfrm>
            <a:off x="389897" y="999088"/>
            <a:ext cx="5317113" cy="4650280"/>
          </a:xfrm>
          <a:prstGeom prst="rect">
            <a:avLst/>
          </a:prstGeom>
        </p:spPr>
      </p:pic>
    </p:spTree>
    <p:extLst>
      <p:ext uri="{BB962C8B-B14F-4D97-AF65-F5344CB8AC3E}">
        <p14:creationId xmlns:p14="http://schemas.microsoft.com/office/powerpoint/2010/main" val="52067302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表格 6">
            <a:extLst>
              <a:ext uri="{FF2B5EF4-FFF2-40B4-BE49-F238E27FC236}">
                <a16:creationId xmlns:a16="http://schemas.microsoft.com/office/drawing/2014/main" id="{C26DDDFC-1D16-48E7-A0E4-F2863CC400E0}"/>
              </a:ext>
            </a:extLst>
          </p:cNvPr>
          <p:cNvGraphicFramePr>
            <a:graphicFrameLocks noGrp="1"/>
          </p:cNvGraphicFramePr>
          <p:nvPr>
            <p:extLst>
              <p:ext uri="{D42A27DB-BD31-4B8C-83A1-F6EECF244321}">
                <p14:modId xmlns:p14="http://schemas.microsoft.com/office/powerpoint/2010/main" val="2249687769"/>
              </p:ext>
            </p:extLst>
          </p:nvPr>
        </p:nvGraphicFramePr>
        <p:xfrm>
          <a:off x="847898" y="270779"/>
          <a:ext cx="2859580" cy="5320860"/>
        </p:xfrm>
        <a:graphic>
          <a:graphicData uri="http://schemas.openxmlformats.org/drawingml/2006/table">
            <a:tbl>
              <a:tblPr firstRow="1" bandRow="1">
                <a:tableStyleId>{5C22544A-7EE6-4342-B048-85BDC9FD1C3A}</a:tableStyleId>
              </a:tblPr>
              <a:tblGrid>
                <a:gridCol w="714895">
                  <a:extLst>
                    <a:ext uri="{9D8B030D-6E8A-4147-A177-3AD203B41FA5}">
                      <a16:colId xmlns:a16="http://schemas.microsoft.com/office/drawing/2014/main" val="4123152773"/>
                    </a:ext>
                  </a:extLst>
                </a:gridCol>
                <a:gridCol w="714895">
                  <a:extLst>
                    <a:ext uri="{9D8B030D-6E8A-4147-A177-3AD203B41FA5}">
                      <a16:colId xmlns:a16="http://schemas.microsoft.com/office/drawing/2014/main" val="3276230559"/>
                    </a:ext>
                  </a:extLst>
                </a:gridCol>
                <a:gridCol w="714895">
                  <a:extLst>
                    <a:ext uri="{9D8B030D-6E8A-4147-A177-3AD203B41FA5}">
                      <a16:colId xmlns:a16="http://schemas.microsoft.com/office/drawing/2014/main" val="2272104969"/>
                    </a:ext>
                  </a:extLst>
                </a:gridCol>
                <a:gridCol w="714895">
                  <a:extLst>
                    <a:ext uri="{9D8B030D-6E8A-4147-A177-3AD203B41FA5}">
                      <a16:colId xmlns:a16="http://schemas.microsoft.com/office/drawing/2014/main" val="569171837"/>
                    </a:ext>
                  </a:extLst>
                </a:gridCol>
              </a:tblGrid>
              <a:tr h="443405">
                <a:tc>
                  <a:txBody>
                    <a:bodyPr/>
                    <a:lstStyle/>
                    <a:p>
                      <a:r>
                        <a:rPr lang="en-US" altLang="zh-TW" b="0" dirty="0">
                          <a:solidFill>
                            <a:schemeClr val="tx1"/>
                          </a:solidFill>
                          <a:latin typeface="Times New Roman" panose="02020603050405020304" pitchFamily="18" charset="0"/>
                          <a:cs typeface="Times New Roman" panose="02020603050405020304" pitchFamily="18" charset="0"/>
                        </a:rPr>
                        <a:t>Tasks</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vm2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443405">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443405">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443405">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443405">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443405">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443405">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443405">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r h="443405">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7</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11</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12</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53123"/>
                  </a:ext>
                </a:extLst>
              </a:tr>
              <a:tr h="443405">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13</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14</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093317"/>
                  </a:ext>
                </a:extLst>
              </a:tr>
              <a:tr h="443405">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9</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53425"/>
                  </a:ext>
                </a:extLst>
              </a:tr>
              <a:tr h="443405">
                <a:tc>
                  <a:txBody>
                    <a:bodyPr/>
                    <a:lstStyle/>
                    <a:p>
                      <a:r>
                        <a:rPr lang="el-GR" altLang="zh-TW" sz="1800" b="0" i="0" kern="1200" dirty="0">
                          <a:solidFill>
                            <a:schemeClr val="dk1"/>
                          </a:solidFill>
                          <a:effectLst/>
                          <a:latin typeface="+mn-lt"/>
                          <a:ea typeface="+mn-ea"/>
                          <a:cs typeface="+mn-cs"/>
                        </a:rPr>
                        <a:t>Τ</a:t>
                      </a:r>
                      <a:r>
                        <a:rPr lang="en-US" altLang="zh-TW" sz="1800" b="0" i="0" kern="1200" dirty="0">
                          <a:solidFill>
                            <a:schemeClr val="dk1"/>
                          </a:solidFill>
                          <a:effectLst/>
                          <a:latin typeface="+mn-lt"/>
                          <a:ea typeface="+mn-ea"/>
                          <a:cs typeface="+mn-cs"/>
                        </a:rPr>
                        <a:t>10</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15</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16</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latin typeface="Times New Roman" panose="02020603050405020304" pitchFamily="18" charset="0"/>
                          <a:cs typeface="Times New Roman" panose="02020603050405020304" pitchFamily="18" charset="0"/>
                        </a:rPr>
                        <a:t>18</a:t>
                      </a:r>
                      <a:endParaRPr lang="zh-TW" altLang="en-US"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721914"/>
                  </a:ext>
                </a:extLst>
              </a:tr>
            </a:tbl>
          </a:graphicData>
        </a:graphic>
      </p:graphicFrame>
    </p:spTree>
    <p:extLst>
      <p:ext uri="{BB962C8B-B14F-4D97-AF65-F5344CB8AC3E}">
        <p14:creationId xmlns:p14="http://schemas.microsoft.com/office/powerpoint/2010/main" val="95063730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內容版面配置區 4" descr="一張含有 桌 的圖片&#10;&#10;自動產生的描述">
            <a:extLst>
              <a:ext uri="{FF2B5EF4-FFF2-40B4-BE49-F238E27FC236}">
                <a16:creationId xmlns:a16="http://schemas.microsoft.com/office/drawing/2014/main" id="{D29D54CD-042C-4B83-B59D-ADA843E9B4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9560" y="1346721"/>
            <a:ext cx="2536767" cy="4721554"/>
          </a:xfrm>
        </p:spPr>
      </p:pic>
      <p:graphicFrame>
        <p:nvGraphicFramePr>
          <p:cNvPr id="6" name="表格 6">
            <a:extLst>
              <a:ext uri="{FF2B5EF4-FFF2-40B4-BE49-F238E27FC236}">
                <a16:creationId xmlns:a16="http://schemas.microsoft.com/office/drawing/2014/main" id="{C26DDDFC-1D16-48E7-A0E4-F2863CC400E0}"/>
              </a:ext>
            </a:extLst>
          </p:cNvPr>
          <p:cNvGraphicFramePr>
            <a:graphicFrameLocks noGrp="1"/>
          </p:cNvGraphicFramePr>
          <p:nvPr>
            <p:extLst>
              <p:ext uri="{D42A27DB-BD31-4B8C-83A1-F6EECF244321}">
                <p14:modId xmlns:p14="http://schemas.microsoft.com/office/powerpoint/2010/main" val="2367560412"/>
              </p:ext>
            </p:extLst>
          </p:nvPr>
        </p:nvGraphicFramePr>
        <p:xfrm>
          <a:off x="3890356" y="719665"/>
          <a:ext cx="6269645" cy="5581384"/>
        </p:xfrm>
        <a:graphic>
          <a:graphicData uri="http://schemas.openxmlformats.org/drawingml/2006/table">
            <a:tbl>
              <a:tblPr firstRow="1" bandRow="1">
                <a:tableStyleId>{5C22544A-7EE6-4342-B048-85BDC9FD1C3A}</a:tableStyleId>
              </a:tblPr>
              <a:tblGrid>
                <a:gridCol w="1253929">
                  <a:extLst>
                    <a:ext uri="{9D8B030D-6E8A-4147-A177-3AD203B41FA5}">
                      <a16:colId xmlns:a16="http://schemas.microsoft.com/office/drawing/2014/main" val="4123152773"/>
                    </a:ext>
                  </a:extLst>
                </a:gridCol>
                <a:gridCol w="1253929">
                  <a:extLst>
                    <a:ext uri="{9D8B030D-6E8A-4147-A177-3AD203B41FA5}">
                      <a16:colId xmlns:a16="http://schemas.microsoft.com/office/drawing/2014/main" val="3276230559"/>
                    </a:ext>
                  </a:extLst>
                </a:gridCol>
                <a:gridCol w="1253929">
                  <a:extLst>
                    <a:ext uri="{9D8B030D-6E8A-4147-A177-3AD203B41FA5}">
                      <a16:colId xmlns:a16="http://schemas.microsoft.com/office/drawing/2014/main" val="2272104969"/>
                    </a:ext>
                  </a:extLst>
                </a:gridCol>
                <a:gridCol w="1253929">
                  <a:extLst>
                    <a:ext uri="{9D8B030D-6E8A-4147-A177-3AD203B41FA5}">
                      <a16:colId xmlns:a16="http://schemas.microsoft.com/office/drawing/2014/main" val="569171837"/>
                    </a:ext>
                  </a:extLst>
                </a:gridCol>
                <a:gridCol w="1253929">
                  <a:extLst>
                    <a:ext uri="{9D8B030D-6E8A-4147-A177-3AD203B41FA5}">
                      <a16:colId xmlns:a16="http://schemas.microsoft.com/office/drawing/2014/main" val="2597466175"/>
                    </a:ext>
                  </a:extLst>
                </a:gridCol>
              </a:tblGrid>
              <a:tr h="697673">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475368"/>
                  </a:ext>
                </a:extLst>
              </a:tr>
              <a:tr h="697673">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094989"/>
                  </a:ext>
                </a:extLst>
              </a:tr>
              <a:tr h="697673">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087194"/>
                  </a:ext>
                </a:extLst>
              </a:tr>
              <a:tr h="697673">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452474"/>
                  </a:ext>
                </a:extLst>
              </a:tr>
              <a:tr h="697673">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266316"/>
                  </a:ext>
                </a:extLst>
              </a:tr>
              <a:tr h="697673">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4583116"/>
                  </a:ext>
                </a:extLst>
              </a:tr>
              <a:tr h="697673">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190180"/>
                  </a:ext>
                </a:extLst>
              </a:tr>
              <a:tr h="697673">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0780630"/>
                  </a:ext>
                </a:extLst>
              </a:tr>
            </a:tbl>
          </a:graphicData>
        </a:graphic>
      </p:graphicFrame>
    </p:spTree>
    <p:extLst>
      <p:ext uri="{BB962C8B-B14F-4D97-AF65-F5344CB8AC3E}">
        <p14:creationId xmlns:p14="http://schemas.microsoft.com/office/powerpoint/2010/main" val="112949571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報paper範本" id="{69A26A74-F2D4-4C4E-8979-71B91039FD65}" vid="{BF5BF2FF-57E1-4805-99F6-A663F732E57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報paper範本</Template>
  <TotalTime>2519</TotalTime>
  <Words>5581</Words>
  <Application>Microsoft Office PowerPoint</Application>
  <PresentationFormat>寬螢幕</PresentationFormat>
  <Paragraphs>2346</Paragraphs>
  <Slides>49</Slides>
  <Notes>31</Notes>
  <HiddenSlides>16</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49</vt:i4>
      </vt:variant>
    </vt:vector>
  </HeadingPairs>
  <TitlesOfParts>
    <vt:vector size="59" baseType="lpstr">
      <vt:lpstr>FHLPA K+ Univers LT Std</vt:lpstr>
      <vt:lpstr>NimbusSanL-Regu</vt:lpstr>
      <vt:lpstr>NimbusSanL-ReguItal</vt:lpstr>
      <vt:lpstr>Roboto</vt:lpstr>
      <vt:lpstr>標楷體</vt:lpstr>
      <vt:lpstr>arial</vt:lpstr>
      <vt:lpstr>arial</vt:lpstr>
      <vt:lpstr>Calibri</vt:lpstr>
      <vt:lpstr>Times New Roman</vt:lpstr>
      <vt:lpstr>Office 佈景主題</vt:lpstr>
      <vt:lpstr>Efficient scientific workflow scheduling for deadline-constrained parallel tasks in cloud computing environments</vt:lpstr>
      <vt:lpstr>Abstract</vt:lpstr>
      <vt:lpstr>PowerPoint 簡報</vt:lpstr>
      <vt:lpstr>Outline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Resource and Instance Hour Minimization for Deadline Constrained DAG Applications Using Computer Clouds</vt:lpstr>
      <vt:lpstr>Abstract</vt:lpstr>
      <vt:lpstr>PowerPoint 簡報</vt:lpstr>
      <vt:lpstr>PowerPoint 簡報</vt:lpstr>
      <vt:lpstr>PowerPoint 簡報</vt:lpstr>
      <vt:lpstr>PowerPoint 簡報</vt:lpstr>
      <vt:lpstr>PowerPoint 簡報</vt:lpstr>
      <vt:lpstr>PowerPoint 簡報</vt:lpstr>
      <vt:lpstr>PowerPoint 簡報</vt:lpstr>
      <vt:lpstr>MSMD</vt:lpstr>
      <vt:lpstr>PowerPoint 簡報</vt:lpstr>
      <vt:lpstr>PowerPoint 簡報</vt:lpstr>
      <vt:lpstr>EPRD</vt:lpstr>
      <vt:lpstr>PowerPoint 簡報</vt:lpstr>
      <vt:lpstr>PowerPoint 簡報</vt:lpstr>
      <vt:lpstr>PowerPoint 簡報</vt:lpstr>
      <vt:lpstr>3.3.10</vt:lpstr>
      <vt:lpstr>4 消化著講</vt:lpstr>
      <vt:lpstr>PowerPoint 簡報</vt:lpstr>
      <vt:lpstr>PowerPoint 簡報</vt:lpstr>
      <vt:lpstr>PowerPoint 簡報</vt:lpstr>
      <vt:lpstr>5</vt:lpstr>
      <vt:lpstr>Parameter</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wujj</dc:creator>
  <cp:lastModifiedBy>pplab</cp:lastModifiedBy>
  <cp:revision>70</cp:revision>
  <dcterms:created xsi:type="dcterms:W3CDTF">2021-03-22T17:21:14Z</dcterms:created>
  <dcterms:modified xsi:type="dcterms:W3CDTF">2021-03-24T13:16:28Z</dcterms:modified>
</cp:coreProperties>
</file>