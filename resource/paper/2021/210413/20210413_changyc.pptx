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301" r:id="rId4"/>
    <p:sldId id="352" r:id="rId5"/>
    <p:sldId id="353" r:id="rId6"/>
    <p:sldId id="354" r:id="rId7"/>
    <p:sldId id="355" r:id="rId8"/>
    <p:sldId id="356" r:id="rId9"/>
    <p:sldId id="358" r:id="rId10"/>
    <p:sldId id="366" r:id="rId11"/>
    <p:sldId id="371" r:id="rId12"/>
    <p:sldId id="365" r:id="rId13"/>
    <p:sldId id="367" r:id="rId14"/>
    <p:sldId id="368" r:id="rId15"/>
    <p:sldId id="369" r:id="rId16"/>
    <p:sldId id="370" r:id="rId17"/>
    <p:sldId id="360" r:id="rId18"/>
    <p:sldId id="361" r:id="rId19"/>
    <p:sldId id="362" r:id="rId20"/>
    <p:sldId id="363" r:id="rId21"/>
    <p:sldId id="364"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6186186C-64BA-44FD-9B78-555D693B99E1}">
          <p14:sldIdLst>
            <p14:sldId id="256"/>
            <p14:sldId id="257"/>
            <p14:sldId id="301"/>
            <p14:sldId id="352"/>
            <p14:sldId id="353"/>
            <p14:sldId id="354"/>
            <p14:sldId id="355"/>
            <p14:sldId id="356"/>
            <p14:sldId id="358"/>
            <p14:sldId id="366"/>
            <p14:sldId id="371"/>
            <p14:sldId id="365"/>
            <p14:sldId id="367"/>
            <p14:sldId id="368"/>
            <p14:sldId id="369"/>
            <p14:sldId id="370"/>
            <p14:sldId id="360"/>
            <p14:sldId id="361"/>
            <p14:sldId id="362"/>
            <p14:sldId id="363"/>
            <p14:sldId id="364"/>
          </p14:sldIdLst>
        </p14:section>
      </p14:sectionLst>
    </p:ext>
    <p:ext uri="{EFAFB233-063F-42B5-8137-9DF3F51BA10A}">
      <p15:sldGuideLst xmlns:p15="http://schemas.microsoft.com/office/powerpoint/2012/main">
        <p15:guide id="1" orient="horz" pos="4065" userDrawn="1">
          <p15:clr>
            <a:srgbClr val="A4A3A4"/>
          </p15:clr>
        </p15:guide>
        <p15:guide id="2" pos="43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FD19"/>
    <a:srgbClr val="E25DE5"/>
    <a:srgbClr val="323EFE"/>
    <a:srgbClr val="B381D9"/>
    <a:srgbClr val="00B0F0"/>
    <a:srgbClr val="00FFFF"/>
    <a:srgbClr val="934BC9"/>
    <a:srgbClr val="FCEBE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81529" autoAdjust="0"/>
  </p:normalViewPr>
  <p:slideViewPr>
    <p:cSldViewPr snapToGrid="0">
      <p:cViewPr varScale="1">
        <p:scale>
          <a:sx n="72" d="100"/>
          <a:sy n="72" d="100"/>
        </p:scale>
        <p:origin x="594" y="60"/>
      </p:cViewPr>
      <p:guideLst>
        <p:guide orient="horz" pos="4065"/>
        <p:guide pos="4384"/>
      </p:guideLst>
    </p:cSldViewPr>
  </p:slideViewPr>
  <p:outlineViewPr>
    <p:cViewPr>
      <p:scale>
        <a:sx n="33" d="100"/>
        <a:sy n="33" d="100"/>
      </p:scale>
      <p:origin x="0" y="-5112"/>
    </p:cViewPr>
  </p:outlin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4033D0-5A25-41C7-969A-EF5F7C649CD4}" type="datetimeFigureOut">
              <a:rPr lang="zh-TW" altLang="en-US" smtClean="0"/>
              <a:t>2021/4/13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9F1D4-CE95-410B-B0BC-C775142743A3}" type="slidenum">
              <a:rPr lang="zh-TW" altLang="en-US" smtClean="0"/>
              <a:t>‹#›</a:t>
            </a:fld>
            <a:endParaRPr lang="zh-TW" altLang="en-US"/>
          </a:p>
        </p:txBody>
      </p:sp>
    </p:spTree>
    <p:extLst>
      <p:ext uri="{BB962C8B-B14F-4D97-AF65-F5344CB8AC3E}">
        <p14:creationId xmlns:p14="http://schemas.microsoft.com/office/powerpoint/2010/main" val="3933862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sz="2000" b="0" i="0" u="none" dirty="0">
              <a:solidFill>
                <a:srgbClr val="4D5156"/>
              </a:solidFill>
              <a:effectLst/>
              <a:latin typeface="arial" panose="020B0604020202020204" pitchFamily="34" charset="0"/>
            </a:endParaRP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a:t>
            </a:fld>
            <a:endParaRPr lang="zh-TW" altLang="en-US"/>
          </a:p>
        </p:txBody>
      </p:sp>
    </p:spTree>
    <p:extLst>
      <p:ext uri="{BB962C8B-B14F-4D97-AF65-F5344CB8AC3E}">
        <p14:creationId xmlns:p14="http://schemas.microsoft.com/office/powerpoint/2010/main" val="139247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a:t>
            </a:fld>
            <a:endParaRPr lang="zh-TW" altLang="en-US"/>
          </a:p>
        </p:txBody>
      </p:sp>
    </p:spTree>
    <p:extLst>
      <p:ext uri="{BB962C8B-B14F-4D97-AF65-F5344CB8AC3E}">
        <p14:creationId xmlns:p14="http://schemas.microsoft.com/office/powerpoint/2010/main" val="237397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https://en.wikipedia.org/wiki/Computers_and_Intractability</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3</a:t>
            </a:fld>
            <a:endParaRPr lang="zh-TW" altLang="en-US"/>
          </a:p>
        </p:txBody>
      </p:sp>
    </p:spTree>
    <p:extLst>
      <p:ext uri="{BB962C8B-B14F-4D97-AF65-F5344CB8AC3E}">
        <p14:creationId xmlns:p14="http://schemas.microsoft.com/office/powerpoint/2010/main" val="423443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https://zh.wikipedia.org/wiki/%E5%8D%A1%E6%99%AE%E7%9A%84%E4%BA%8C%E5%8D%81%E4%B8%80%E5%80%8BNP-%E5%AE%8C%E5%85%A8%E5%95%8F%E9%A1%8C</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4</a:t>
            </a:fld>
            <a:endParaRPr lang="zh-TW" altLang="en-US"/>
          </a:p>
        </p:txBody>
      </p:sp>
    </p:spTree>
    <p:extLst>
      <p:ext uri="{BB962C8B-B14F-4D97-AF65-F5344CB8AC3E}">
        <p14:creationId xmlns:p14="http://schemas.microsoft.com/office/powerpoint/2010/main" val="1369573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5</a:t>
            </a:fld>
            <a:endParaRPr lang="zh-TW" altLang="en-US"/>
          </a:p>
        </p:txBody>
      </p:sp>
    </p:spTree>
    <p:extLst>
      <p:ext uri="{BB962C8B-B14F-4D97-AF65-F5344CB8AC3E}">
        <p14:creationId xmlns:p14="http://schemas.microsoft.com/office/powerpoint/2010/main" val="607903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6</a:t>
            </a:fld>
            <a:endParaRPr lang="zh-TW" altLang="en-US"/>
          </a:p>
        </p:txBody>
      </p:sp>
    </p:spTree>
    <p:extLst>
      <p:ext uri="{BB962C8B-B14F-4D97-AF65-F5344CB8AC3E}">
        <p14:creationId xmlns:p14="http://schemas.microsoft.com/office/powerpoint/2010/main" val="2379951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加入</a:t>
            </a:r>
            <a:r>
              <a:rPr lang="en-US" altLang="zh-TW" dirty="0"/>
              <a:t>:</a:t>
            </a:r>
            <a:r>
              <a:rPr lang="zh-TW" altLang="en-US" dirty="0"/>
              <a:t> 可以帶越多大</a:t>
            </a:r>
            <a:r>
              <a:rPr lang="en-US" altLang="zh-TW" dirty="0"/>
              <a:t>edge</a:t>
            </a:r>
            <a:r>
              <a:rPr lang="zh-TW" altLang="en-US" dirty="0"/>
              <a:t>進來越好</a:t>
            </a:r>
            <a:endParaRPr lang="en-US" altLang="zh-TW" dirty="0"/>
          </a:p>
          <a:p>
            <a:r>
              <a:rPr lang="zh-TW" altLang="en-US" dirty="0"/>
              <a:t>移除</a:t>
            </a:r>
            <a:r>
              <a:rPr lang="en-US" altLang="zh-TW" dirty="0"/>
              <a:t>:</a:t>
            </a:r>
            <a:r>
              <a:rPr lang="zh-TW" altLang="en-US" dirty="0"/>
              <a:t> 帶走越少</a:t>
            </a:r>
            <a:r>
              <a:rPr lang="en-US" altLang="zh-TW" dirty="0"/>
              <a:t>edge</a:t>
            </a:r>
            <a:r>
              <a:rPr lang="zh-TW" altLang="en-US" dirty="0"/>
              <a:t>越好</a:t>
            </a:r>
          </a:p>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7</a:t>
            </a:fld>
            <a:endParaRPr lang="zh-TW" altLang="en-US"/>
          </a:p>
        </p:txBody>
      </p:sp>
    </p:spTree>
    <p:extLst>
      <p:ext uri="{BB962C8B-B14F-4D97-AF65-F5344CB8AC3E}">
        <p14:creationId xmlns:p14="http://schemas.microsoft.com/office/powerpoint/2010/main" val="1512064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8</a:t>
            </a:fld>
            <a:endParaRPr lang="zh-TW" altLang="en-US"/>
          </a:p>
        </p:txBody>
      </p:sp>
    </p:spTree>
    <p:extLst>
      <p:ext uri="{BB962C8B-B14F-4D97-AF65-F5344CB8AC3E}">
        <p14:creationId xmlns:p14="http://schemas.microsoft.com/office/powerpoint/2010/main" val="559993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加入</a:t>
            </a:r>
            <a:r>
              <a:rPr lang="en-US" altLang="zh-TW" dirty="0"/>
              <a:t>:</a:t>
            </a:r>
            <a:r>
              <a:rPr lang="zh-TW" altLang="en-US" dirty="0"/>
              <a:t> 可以帶越多大</a:t>
            </a:r>
            <a:r>
              <a:rPr lang="en-US" altLang="zh-TW" dirty="0"/>
              <a:t>edge</a:t>
            </a:r>
            <a:r>
              <a:rPr lang="zh-TW" altLang="en-US" dirty="0"/>
              <a:t>進來越好</a:t>
            </a:r>
            <a:endParaRPr lang="en-US" altLang="zh-TW" dirty="0"/>
          </a:p>
          <a:p>
            <a:r>
              <a:rPr lang="zh-TW" altLang="en-US" dirty="0"/>
              <a:t>移除</a:t>
            </a:r>
            <a:r>
              <a:rPr lang="en-US" altLang="zh-TW" dirty="0"/>
              <a:t>:</a:t>
            </a:r>
            <a:r>
              <a:rPr lang="zh-TW" altLang="en-US" dirty="0"/>
              <a:t> 帶走越少</a:t>
            </a:r>
            <a:r>
              <a:rPr lang="en-US" altLang="zh-TW" dirty="0"/>
              <a:t>edge</a:t>
            </a:r>
            <a:r>
              <a:rPr lang="zh-TW" altLang="en-US" dirty="0"/>
              <a:t>越好</a:t>
            </a:r>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9</a:t>
            </a:fld>
            <a:endParaRPr lang="zh-TW" altLang="en-US"/>
          </a:p>
        </p:txBody>
      </p:sp>
    </p:spTree>
    <p:extLst>
      <p:ext uri="{BB962C8B-B14F-4D97-AF65-F5344CB8AC3E}">
        <p14:creationId xmlns:p14="http://schemas.microsoft.com/office/powerpoint/2010/main" val="3697643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10</a:t>
            </a:fld>
            <a:endParaRPr lang="zh-TW" altLang="en-US"/>
          </a:p>
        </p:txBody>
      </p:sp>
    </p:spTree>
    <p:extLst>
      <p:ext uri="{BB962C8B-B14F-4D97-AF65-F5344CB8AC3E}">
        <p14:creationId xmlns:p14="http://schemas.microsoft.com/office/powerpoint/2010/main" val="854663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環境不同，時間僅供參考。</a:t>
            </a:r>
            <a:endParaRPr lang="en-US" altLang="zh-TW" dirty="0"/>
          </a:p>
          <a:p>
            <a:r>
              <a:rPr lang="zh-TW" altLang="en-US" dirty="0"/>
              <a:t>主要比對其精度</a:t>
            </a:r>
            <a:endParaRPr lang="en-US" altLang="zh-TW"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17</a:t>
            </a:fld>
            <a:endParaRPr lang="zh-TW" altLang="en-US"/>
          </a:p>
        </p:txBody>
      </p:sp>
    </p:spTree>
    <p:extLst>
      <p:ext uri="{BB962C8B-B14F-4D97-AF65-F5344CB8AC3E}">
        <p14:creationId xmlns:p14="http://schemas.microsoft.com/office/powerpoint/2010/main" val="504237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Density: nonnull elements in constraints matrix (%)</a:t>
            </a:r>
          </a:p>
          <a:p>
            <a:r>
              <a:rPr lang="en-US" altLang="zh-TW" dirty="0" err="1"/>
              <a:t>M_one</a:t>
            </a:r>
            <a:r>
              <a:rPr lang="en-US" altLang="zh-TW" dirty="0"/>
              <a:t>: the number of the maximum set </a:t>
            </a:r>
            <a:r>
              <a:rPr lang="en-US" altLang="zh-TW" dirty="0" err="1"/>
              <a:t>Oj</a:t>
            </a:r>
            <a:endParaRPr lang="en-US" altLang="zh-TW" dirty="0"/>
          </a:p>
          <a:p>
            <a:r>
              <a:rPr lang="en-US" altLang="zh-TW" dirty="0"/>
              <a:t>--------------------------------------------------------------</a:t>
            </a:r>
          </a:p>
          <a:p>
            <a:r>
              <a:rPr lang="en-US" altLang="zh-TW" dirty="0"/>
              <a:t>TET: </a:t>
            </a:r>
            <a:r>
              <a:rPr lang="zh-TW" altLang="en-US" dirty="0"/>
              <a:t>取得最佳解所花費的時間</a:t>
            </a:r>
            <a:endParaRPr lang="en-US" altLang="zh-TW" dirty="0"/>
          </a:p>
          <a:p>
            <a:r>
              <a:rPr lang="zh-TW" altLang="en-US" dirty="0"/>
              <a:t>*</a:t>
            </a:r>
            <a:r>
              <a:rPr lang="en-US" altLang="zh-TW" dirty="0"/>
              <a:t>:</a:t>
            </a:r>
            <a:r>
              <a:rPr lang="zh-TW" altLang="en-US" dirty="0"/>
              <a:t> </a:t>
            </a:r>
            <a:r>
              <a:rPr lang="en-US" altLang="zh-TW" dirty="0"/>
              <a:t>CPLEX</a:t>
            </a:r>
            <a:r>
              <a:rPr lang="zh-TW" altLang="en-US" dirty="0"/>
              <a:t>無法取得最佳解，而是最好 </a:t>
            </a:r>
            <a:r>
              <a:rPr lang="en-US" altLang="zh-TW" dirty="0"/>
              <a:t>best solution</a:t>
            </a:r>
          </a:p>
          <a:p>
            <a:r>
              <a:rPr lang="en-US" altLang="zh-TW" dirty="0" err="1"/>
              <a:t>avrg</a:t>
            </a:r>
            <a:r>
              <a:rPr lang="en-US" altLang="zh-TW" dirty="0"/>
              <a:t>: average solution quality</a:t>
            </a:r>
          </a:p>
          <a:p>
            <a:r>
              <a:rPr lang="en-US" altLang="zh-TW" dirty="0"/>
              <a:t>ATET: </a:t>
            </a:r>
            <a:r>
              <a:rPr lang="zh-TW" altLang="en-US" dirty="0"/>
              <a:t>平均值行時間</a:t>
            </a:r>
            <a:endParaRPr lang="en-US" altLang="zh-TW" dirty="0"/>
          </a:p>
          <a:p>
            <a:r>
              <a:rPr lang="en-US" altLang="zh-TW" dirty="0"/>
              <a:t>Hit: DLSWCC</a:t>
            </a:r>
            <a:r>
              <a:rPr lang="zh-TW" altLang="en-US" dirty="0"/>
              <a:t> 有達到 </a:t>
            </a:r>
            <a:r>
              <a:rPr lang="en-US" altLang="zh-TW" dirty="0"/>
              <a:t>best</a:t>
            </a:r>
            <a:r>
              <a:rPr lang="zh-TW" altLang="en-US" dirty="0"/>
              <a:t> 的次數</a:t>
            </a:r>
            <a:endParaRPr lang="en-US" altLang="zh-TW" dirty="0"/>
          </a:p>
          <a:p>
            <a:r>
              <a:rPr lang="zh-TW" altLang="en-US" dirty="0"/>
              <a:t>粗體字表示有達 </a:t>
            </a:r>
            <a:r>
              <a:rPr lang="en-US" altLang="zh-TW" dirty="0"/>
              <a:t>best</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18</a:t>
            </a:fld>
            <a:endParaRPr lang="zh-TW" altLang="en-US"/>
          </a:p>
        </p:txBody>
      </p:sp>
    </p:spTree>
    <p:extLst>
      <p:ext uri="{BB962C8B-B14F-4D97-AF65-F5344CB8AC3E}">
        <p14:creationId xmlns:p14="http://schemas.microsoft.com/office/powerpoint/2010/main" val="1194278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19</a:t>
            </a:fld>
            <a:endParaRPr lang="zh-TW" altLang="en-US"/>
          </a:p>
        </p:txBody>
      </p:sp>
    </p:spTree>
    <p:extLst>
      <p:ext uri="{BB962C8B-B14F-4D97-AF65-F5344CB8AC3E}">
        <p14:creationId xmlns:p14="http://schemas.microsoft.com/office/powerpoint/2010/main" val="4018787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DLSNOCC: </a:t>
            </a:r>
            <a:r>
              <a:rPr lang="zh-TW" altLang="en-US" dirty="0"/>
              <a:t>沒有 </a:t>
            </a:r>
            <a:r>
              <a:rPr lang="en-US" altLang="zh-TW" dirty="0"/>
              <a:t>Weighted Configuration Checking (</a:t>
            </a:r>
            <a:r>
              <a:rPr lang="zh-TW" altLang="en-US" dirty="0"/>
              <a:t>沒有排除 </a:t>
            </a:r>
            <a:r>
              <a:rPr lang="en-US" altLang="zh-TW" dirty="0"/>
              <a:t>cycling)</a:t>
            </a:r>
          </a:p>
          <a:p>
            <a:r>
              <a:rPr lang="en-US" altLang="zh-TW" dirty="0"/>
              <a:t>DLSECC:  straightforward extension of the configuration checking</a:t>
            </a:r>
          </a:p>
          <a:p>
            <a:r>
              <a:rPr lang="en-US" altLang="zh-TW" dirty="0"/>
              <a:t>DLSWCC_STATIC: </a:t>
            </a:r>
            <a:r>
              <a:rPr lang="zh-TW" altLang="en-US" dirty="0"/>
              <a:t>使用</a:t>
            </a:r>
            <a:r>
              <a:rPr lang="en-US" altLang="zh-TW" dirty="0"/>
              <a:t>static scoring strategy (</a:t>
            </a:r>
            <a:r>
              <a:rPr lang="zh-TW" altLang="en-US" dirty="0"/>
              <a:t>原本是動態的 </a:t>
            </a:r>
            <a:r>
              <a:rPr lang="en-US" altLang="zh-TW" dirty="0"/>
              <a:t>dynamic scoring strategy)</a:t>
            </a:r>
          </a:p>
          <a:p>
            <a:r>
              <a:rPr lang="en-US" altLang="zh-TW" dirty="0"/>
              <a:t>--------------------------------------------------</a:t>
            </a:r>
          </a:p>
          <a:p>
            <a:r>
              <a:rPr lang="en-US" altLang="zh-TW" dirty="0"/>
              <a:t>NOCC &amp; ECC : </a:t>
            </a:r>
            <a:r>
              <a:rPr lang="zh-TW" altLang="en-US" dirty="0"/>
              <a:t>比較 </a:t>
            </a:r>
            <a:r>
              <a:rPr lang="en-US" altLang="zh-TW" dirty="0"/>
              <a:t>configuration checking </a:t>
            </a:r>
          </a:p>
          <a:p>
            <a:r>
              <a:rPr lang="en-US" altLang="zh-TW" dirty="0"/>
              <a:t>ECC</a:t>
            </a:r>
            <a:r>
              <a:rPr lang="zh-TW" altLang="en-US" dirty="0"/>
              <a:t> </a:t>
            </a:r>
            <a:r>
              <a:rPr lang="en-US" altLang="zh-TW" dirty="0"/>
              <a:t>&amp;</a:t>
            </a:r>
            <a:r>
              <a:rPr lang="zh-TW" altLang="en-US" dirty="0"/>
              <a:t> </a:t>
            </a:r>
            <a:r>
              <a:rPr lang="en-US" altLang="zh-TW" dirty="0"/>
              <a:t>WCC:</a:t>
            </a:r>
            <a:r>
              <a:rPr lang="zh-TW" altLang="en-US" dirty="0"/>
              <a:t> 比較 </a:t>
            </a:r>
            <a:r>
              <a:rPr lang="en-US" altLang="zh-TW" dirty="0"/>
              <a:t>weighted configuration checking</a:t>
            </a:r>
          </a:p>
          <a:p>
            <a:r>
              <a:rPr lang="en-US" altLang="zh-TW" dirty="0"/>
              <a:t>STATIC &amp; WCC</a:t>
            </a:r>
            <a:r>
              <a:rPr lang="zh-TW" altLang="en-US" dirty="0"/>
              <a:t> </a:t>
            </a:r>
            <a:r>
              <a:rPr lang="en-US" altLang="zh-TW" dirty="0"/>
              <a:t>:</a:t>
            </a:r>
            <a:r>
              <a:rPr lang="zh-TW" altLang="en-US" dirty="0"/>
              <a:t> 比較 </a:t>
            </a:r>
            <a:r>
              <a:rPr lang="en-US" altLang="zh-TW" dirty="0"/>
              <a:t>dynamic scoring strategy</a:t>
            </a:r>
            <a:endParaRPr lang="zh-TW" altLang="en-US" dirty="0"/>
          </a:p>
        </p:txBody>
      </p:sp>
      <p:sp>
        <p:nvSpPr>
          <p:cNvPr id="4" name="投影片編號版面配置區 3"/>
          <p:cNvSpPr>
            <a:spLocks noGrp="1"/>
          </p:cNvSpPr>
          <p:nvPr>
            <p:ph type="sldNum" sz="quarter" idx="5"/>
          </p:nvPr>
        </p:nvSpPr>
        <p:spPr/>
        <p:txBody>
          <a:bodyPr/>
          <a:lstStyle/>
          <a:p>
            <a:fld id="{D3C9F1D4-CE95-410B-B0BC-C775142743A3}" type="slidenum">
              <a:rPr lang="zh-TW" altLang="en-US" smtClean="0"/>
              <a:t>20</a:t>
            </a:fld>
            <a:endParaRPr lang="zh-TW" altLang="en-US"/>
          </a:p>
        </p:txBody>
      </p:sp>
    </p:spTree>
    <p:extLst>
      <p:ext uri="{BB962C8B-B14F-4D97-AF65-F5344CB8AC3E}">
        <p14:creationId xmlns:p14="http://schemas.microsoft.com/office/powerpoint/2010/main" val="3224390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D6350-B6ED-41FC-9D7E-7F401D1D3B8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0C62AA-5FAB-4981-A45A-1A8517CA6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450ED99-A302-4A55-B3DF-54415272259F}"/>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9E377494-B569-42CD-88D2-0988ED58F5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7DF940-0364-4C9B-9D2E-F53DCBCFE38B}"/>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60464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292AC1-9699-4F08-B315-69E76AA049CD}"/>
              </a:ext>
            </a:extLst>
          </p:cNvPr>
          <p:cNvSpPr>
            <a:spLocks noGrp="1"/>
          </p:cNvSpPr>
          <p:nvPr>
            <p:ph type="title"/>
          </p:nvPr>
        </p:nvSpPr>
        <p:spPr/>
        <p:txBody>
          <a:bodyPr/>
          <a:lstStyle>
            <a:lvl1pPr>
              <a:defRPr sz="4000" baseline="0">
                <a:latin typeface="Times New Roman" panose="02020603050405020304" pitchFamily="18" charset="0"/>
                <a:ea typeface="標楷體" panose="03000509000000000000" pitchFamily="65" charset="-120"/>
                <a:cs typeface="Times New Roman" panose="02020603050405020304" pitchFamily="18" charset="0"/>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DA8B8D7B-403B-4E87-82BF-F03CE7156135}"/>
              </a:ext>
            </a:extLst>
          </p:cNvPr>
          <p:cNvSpPr>
            <a:spLocks noGrp="1"/>
          </p:cNvSpPr>
          <p:nvPr>
            <p:ph idx="1"/>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vl2pPr>
              <a:defRPr baseline="0">
                <a:latin typeface="Times New Roman" panose="02020603050405020304" pitchFamily="18" charset="0"/>
                <a:ea typeface="標楷體" panose="03000509000000000000" pitchFamily="65" charset="-120"/>
                <a:cs typeface="Times New Roman" panose="02020603050405020304" pitchFamily="18" charset="0"/>
              </a:defRPr>
            </a:lvl2pPr>
            <a:lvl3pPr>
              <a:defRPr baseline="0">
                <a:latin typeface="Times New Roman" panose="02020603050405020304" pitchFamily="18" charset="0"/>
                <a:ea typeface="標楷體" panose="03000509000000000000" pitchFamily="65" charset="-120"/>
                <a:cs typeface="Times New Roman" panose="02020603050405020304" pitchFamily="18" charset="0"/>
              </a:defRPr>
            </a:lvl3pPr>
            <a:lvl4pPr>
              <a:defRPr baseline="0">
                <a:latin typeface="Times New Roman" panose="02020603050405020304" pitchFamily="18" charset="0"/>
                <a:ea typeface="標楷體" panose="03000509000000000000" pitchFamily="65" charset="-120"/>
                <a:cs typeface="Times New Roman" panose="02020603050405020304" pitchFamily="18" charset="0"/>
              </a:defRPr>
            </a:lvl4pPr>
            <a:lvl5pPr>
              <a:defRPr baseline="0">
                <a:latin typeface="Times New Roman" panose="02020603050405020304" pitchFamily="18" charset="0"/>
                <a:ea typeface="標楷體" panose="03000509000000000000" pitchFamily="65" charset="-120"/>
                <a:cs typeface="Times New Roman" panose="02020603050405020304" pitchFamily="18"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124561-057D-4469-9AB5-4C6597D38B9F}"/>
              </a:ext>
            </a:extLst>
          </p:cNvPr>
          <p:cNvSpPr>
            <a:spLocks noGrp="1"/>
          </p:cNvSpPr>
          <p:nvPr>
            <p:ph type="dt" sz="half" idx="10"/>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stStyle>
          <a:p>
            <a:fld id="{B409E770-9C80-4ED4-983E-8A15F27ADAA7}" type="datetimeFigureOut">
              <a:rPr lang="zh-TW" altLang="en-US" smtClean="0"/>
              <a:pPr/>
              <a:t>2021/4/13</a:t>
            </a:fld>
            <a:endParaRPr lang="zh-TW" altLang="en-US">
              <a:ea typeface="標楷體" panose="03000509000000000000" pitchFamily="65" charset="-120"/>
            </a:endParaRPr>
          </a:p>
        </p:txBody>
      </p:sp>
      <p:sp>
        <p:nvSpPr>
          <p:cNvPr id="5" name="頁尾版面配置區 4">
            <a:extLst>
              <a:ext uri="{FF2B5EF4-FFF2-40B4-BE49-F238E27FC236}">
                <a16:creationId xmlns:a16="http://schemas.microsoft.com/office/drawing/2014/main" id="{C1CA6533-3974-4E64-AB88-349851F808A9}"/>
              </a:ext>
            </a:extLst>
          </p:cNvPr>
          <p:cNvSpPr>
            <a:spLocks noGrp="1"/>
          </p:cNvSpPr>
          <p:nvPr>
            <p:ph type="ftr" sz="quarter" idx="11"/>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stStyle>
          <a:p>
            <a:endParaRPr lang="zh-TW" altLang="en-US">
              <a:ea typeface="標楷體" panose="03000509000000000000" pitchFamily="65" charset="-120"/>
            </a:endParaRPr>
          </a:p>
        </p:txBody>
      </p:sp>
      <p:sp>
        <p:nvSpPr>
          <p:cNvPr id="6" name="投影片編號版面配置區 5">
            <a:extLst>
              <a:ext uri="{FF2B5EF4-FFF2-40B4-BE49-F238E27FC236}">
                <a16:creationId xmlns:a16="http://schemas.microsoft.com/office/drawing/2014/main" id="{211307E2-178E-4165-A305-28B315270CBA}"/>
              </a:ext>
            </a:extLst>
          </p:cNvPr>
          <p:cNvSpPr>
            <a:spLocks noGrp="1"/>
          </p:cNvSpPr>
          <p:nvPr>
            <p:ph type="sldNum" sz="quarter" idx="12"/>
          </p:nvPr>
        </p:nvSpPr>
        <p:spPr/>
        <p:txBody>
          <a:bodyPr/>
          <a:lstStyle>
            <a:lvl1pPr>
              <a:defRPr baseline="0">
                <a:latin typeface="Times New Roman" panose="02020603050405020304" pitchFamily="18" charset="0"/>
                <a:ea typeface="標楷體" panose="03000509000000000000" pitchFamily="65" charset="-120"/>
                <a:cs typeface="Times New Roman" panose="02020603050405020304" pitchFamily="18" charset="0"/>
              </a:defRPr>
            </a:lvl1pPr>
          </a:lstStyle>
          <a:p>
            <a:fld id="{1695738F-21BE-4DF4-85F7-2BB3376BAEFC}" type="slidenum">
              <a:rPr lang="zh-TW" altLang="en-US" smtClean="0"/>
              <a:pPr/>
              <a:t>‹#›</a:t>
            </a:fld>
            <a:endParaRPr lang="zh-TW" altLang="en-US">
              <a:ea typeface="標楷體" panose="03000509000000000000" pitchFamily="65" charset="-120"/>
            </a:endParaRPr>
          </a:p>
        </p:txBody>
      </p:sp>
    </p:spTree>
    <p:extLst>
      <p:ext uri="{BB962C8B-B14F-4D97-AF65-F5344CB8AC3E}">
        <p14:creationId xmlns:p14="http://schemas.microsoft.com/office/powerpoint/2010/main" val="424283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4F4D4-9F65-4A3C-90CA-5E6012D4A6B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605989C-B6AE-485E-B909-2AACC4420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7F143C1-A721-46A9-8DA4-CBAF6D76DA12}"/>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58B4BB70-EBF3-4E15-B0D9-362EC6358D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2C94A2-8B8A-4F73-8AB7-9086E29781D9}"/>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83669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CF601E-8FD2-4C96-84ED-A1535992AB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58968-2AA4-47D9-8EE7-25EB5B574F3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CB8EEDE-671F-4288-8102-60AF3949E2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7C4633D-0EA1-483A-BCAE-A2C11947C28E}"/>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6" name="頁尾版面配置區 5">
            <a:extLst>
              <a:ext uri="{FF2B5EF4-FFF2-40B4-BE49-F238E27FC236}">
                <a16:creationId xmlns:a16="http://schemas.microsoft.com/office/drawing/2014/main" id="{B89957CD-A76F-4E8A-A600-37A8E89B3A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0CD5A3C-70C9-4468-805A-3216FAD54C92}"/>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76928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98B42B-89C1-47C8-B9DF-997A8833F1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3EC08FF-5F84-4CC0-B4E9-D623E4AC3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A51DA6E-7A90-4DB0-9126-5CC8C4B0601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A7D7BB7-2FC8-4BE2-A1A4-57D098F58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64E82F7-2C0E-4490-AD80-0749C7C5B1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137E754-7BA1-463B-94AE-949313510271}"/>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8" name="頁尾版面配置區 7">
            <a:extLst>
              <a:ext uri="{FF2B5EF4-FFF2-40B4-BE49-F238E27FC236}">
                <a16:creationId xmlns:a16="http://schemas.microsoft.com/office/drawing/2014/main" id="{8380C5EB-E691-4156-928C-26330C64B11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1A806DF-D52B-4FB1-971E-F10E0C2DF23D}"/>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70463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C3BD06-DAE3-4E3E-B6B3-64819162963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7A04491-282C-4221-A3EF-28A94F786F36}"/>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4" name="頁尾版面配置區 3">
            <a:extLst>
              <a:ext uri="{FF2B5EF4-FFF2-40B4-BE49-F238E27FC236}">
                <a16:creationId xmlns:a16="http://schemas.microsoft.com/office/drawing/2014/main" id="{271379CA-0E38-42B7-BE99-6B584783AB9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4B7507D-DFF5-48B7-9C10-7C05EE3825B4}"/>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95372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1D52D3-FF08-4F05-AE9A-D07E40E7AE69}"/>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3" name="頁尾版面配置區 2">
            <a:extLst>
              <a:ext uri="{FF2B5EF4-FFF2-40B4-BE49-F238E27FC236}">
                <a16:creationId xmlns:a16="http://schemas.microsoft.com/office/drawing/2014/main" id="{E2090C79-D9CF-4D2A-85D5-EBCD12C0C9A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2EFD9B8-B153-43FE-B1B0-FDFA19393B4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32637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17D1F5-4F45-434A-9699-03158D52967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64CFA46-9726-4680-8164-F1258B007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8E2037-0EFD-4F48-A629-1F43D084A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9FA2B0E-7569-4EE9-B847-3B3B3E00C7EE}"/>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6" name="頁尾版面配置區 5">
            <a:extLst>
              <a:ext uri="{FF2B5EF4-FFF2-40B4-BE49-F238E27FC236}">
                <a16:creationId xmlns:a16="http://schemas.microsoft.com/office/drawing/2014/main" id="{A2A74A09-DF0D-4516-9B6E-A1BA4FA5099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E58F68-574D-4991-AB67-979AE7EC2E00}"/>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92671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4A608B-EB2D-43E3-806D-315F7F6C6E1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17BB9D9-6CF8-47E2-9613-CFC9E5CFB4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DAE305B-85A6-42D3-BDFE-E012EAD5A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33906F-B54E-487C-A495-4EE49A687E1E}"/>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6" name="頁尾版面配置區 5">
            <a:extLst>
              <a:ext uri="{FF2B5EF4-FFF2-40B4-BE49-F238E27FC236}">
                <a16:creationId xmlns:a16="http://schemas.microsoft.com/office/drawing/2014/main" id="{0AFDA8D6-DFC2-44AD-AB91-CCEF4579961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F7815D7-84B9-4D45-8E5A-58AFEF382EA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86081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763308-F782-4AC8-A223-E354635B38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73B59CF-1B41-495A-93CF-6101A5CE7C0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9B80BB1-A83C-4652-BAC8-2B3F681B2890}"/>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1707E1EE-E900-4925-B1A8-EE7DD6AF46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1F960C-8C3A-496F-B3A0-26297D927F1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9013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0B6D235-6449-4393-9C71-2079D2809C5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D2B0F98-2672-4DE5-827E-1F7351B7F94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3C27C8-C683-4B57-A443-2B79354B9887}"/>
              </a:ext>
            </a:extLst>
          </p:cNvPr>
          <p:cNvSpPr>
            <a:spLocks noGrp="1"/>
          </p:cNvSpPr>
          <p:nvPr>
            <p:ph type="dt" sz="half" idx="10"/>
          </p:nvPr>
        </p:nvSpPr>
        <p:spPr/>
        <p:txBody>
          <a:bodyPr/>
          <a:lstStyle/>
          <a:p>
            <a:fld id="{B409E770-9C80-4ED4-983E-8A15F27ADAA7}"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8424A34C-43DD-4DF5-84E9-8562F9B9B40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F67B5B2-0E14-4C16-8BB2-353A2AA0BADE}"/>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43011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747F35C-0173-40E0-88F5-5C85ABA0C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518B1AB-6AFD-4952-BDFB-11797FAB9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8BCFE33-872D-4C90-867C-8B41F7A90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9E770-9C80-4ED4-983E-8A15F27ADAA7}" type="datetimeFigureOut">
              <a:rPr lang="zh-TW" altLang="en-US" smtClean="0"/>
              <a:t>2021/4/13</a:t>
            </a:fld>
            <a:endParaRPr lang="zh-TW" altLang="en-US"/>
          </a:p>
        </p:txBody>
      </p:sp>
      <p:sp>
        <p:nvSpPr>
          <p:cNvPr id="5" name="頁尾版面配置區 4">
            <a:extLst>
              <a:ext uri="{FF2B5EF4-FFF2-40B4-BE49-F238E27FC236}">
                <a16:creationId xmlns:a16="http://schemas.microsoft.com/office/drawing/2014/main" id="{010F5102-CD48-4F14-B5B2-F49CC9C34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021C4BF-8ADC-4392-A585-48B57FAFA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940820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684BF-5890-4FC5-B196-08274D50E2DE}"/>
              </a:ext>
            </a:extLst>
          </p:cNvPr>
          <p:cNvSpPr>
            <a:spLocks noGrp="1"/>
          </p:cNvSpPr>
          <p:nvPr>
            <p:ph type="ctrTitle"/>
          </p:nvPr>
        </p:nvSpPr>
        <p:spPr>
          <a:xfrm>
            <a:off x="1181493" y="1604685"/>
            <a:ext cx="9829014" cy="1348065"/>
          </a:xfrm>
        </p:spPr>
        <p:txBody>
          <a:bodyPr anchor="ctr">
            <a:normAutofit fontScale="90000"/>
          </a:bodyPr>
          <a:lstStyle/>
          <a:p>
            <a:r>
              <a:rPr lang="en-US" altLang="zh-TW" sz="4400" dirty="0">
                <a:latin typeface="Times New Roman" panose="02020603050405020304" pitchFamily="18" charset="0"/>
                <a:cs typeface="Times New Roman" panose="02020603050405020304" pitchFamily="18" charset="0"/>
              </a:rPr>
              <a:t>Solving the Set Packing Problem via a Maximum Weighted Independent Set Heuristic</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5B088C0-E697-4363-A21A-D66DFFC167BB}"/>
              </a:ext>
            </a:extLst>
          </p:cNvPr>
          <p:cNvSpPr>
            <a:spLocks noGrp="1"/>
          </p:cNvSpPr>
          <p:nvPr>
            <p:ph type="subTitle" idx="1"/>
          </p:nvPr>
        </p:nvSpPr>
        <p:spPr>
          <a:xfrm>
            <a:off x="609600" y="3656415"/>
            <a:ext cx="11163299" cy="1655762"/>
          </a:xfrm>
        </p:spPr>
        <p:txBody>
          <a:bodyPr>
            <a:noAutofit/>
          </a:bodyPr>
          <a:lstStyle/>
          <a:p>
            <a:r>
              <a:rPr lang="pt-BR" altLang="zh-TW" dirty="0">
                <a:latin typeface="Times New Roman" panose="02020603050405020304" pitchFamily="18" charset="0"/>
                <a:cs typeface="Times New Roman" panose="02020603050405020304" pitchFamily="18" charset="0"/>
              </a:rPr>
              <a:t>Ruizhi Li, Yupan Wang, Shuli Hu, Jianhua Jiang, Dantong Ouyang, Minghao Yin</a:t>
            </a:r>
          </a:p>
          <a:p>
            <a:endParaRPr lang="pt-BR"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Mathematical Problems in Engineering, </a:t>
            </a:r>
            <a:r>
              <a:rPr lang="en-US" altLang="zh-TW" dirty="0" err="1">
                <a:latin typeface="Times New Roman" panose="02020603050405020304" pitchFamily="18" charset="0"/>
                <a:cs typeface="Times New Roman" panose="02020603050405020304" pitchFamily="18" charset="0"/>
              </a:rPr>
              <a:t>Hindawi</a:t>
            </a:r>
            <a:r>
              <a:rPr lang="en-US" altLang="zh-TW" dirty="0">
                <a:latin typeface="Times New Roman" panose="02020603050405020304" pitchFamily="18" charset="0"/>
                <a:cs typeface="Times New Roman" panose="02020603050405020304" pitchFamily="18" charset="0"/>
              </a:rPr>
              <a:t>, Vol. 2020, 11</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pages, December 2020.</a:t>
            </a:r>
          </a:p>
        </p:txBody>
      </p:sp>
      <p:sp>
        <p:nvSpPr>
          <p:cNvPr id="4" name="文字方塊 3">
            <a:extLst>
              <a:ext uri="{FF2B5EF4-FFF2-40B4-BE49-F238E27FC236}">
                <a16:creationId xmlns:a16="http://schemas.microsoft.com/office/drawing/2014/main" id="{EAEC4D25-9ABF-4EA3-BD8D-ACD84E94CF46}"/>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April 13, 2021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9056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Abstract</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175771A-477F-4B4A-9278-972CA4C51B49}"/>
              </a:ext>
            </a:extLst>
          </p:cNvPr>
          <p:cNvSpPr>
            <a:spLocks noGrp="1"/>
          </p:cNvSpPr>
          <p:nvPr>
            <p:ph idx="1"/>
          </p:nvPr>
        </p:nvSpPr>
        <p:spPr>
          <a:xfrm>
            <a:off x="838200" y="1435099"/>
            <a:ext cx="10515600" cy="5337175"/>
          </a:xfrm>
        </p:spPr>
        <p:txBody>
          <a:bodyPr>
            <a:noAutofit/>
          </a:bodyPr>
          <a:lstStyle/>
          <a:p>
            <a:pPr marL="0" indent="0" algn="just">
              <a:lnSpc>
                <a:spcPts val="3500"/>
              </a:lnSpc>
              <a:spcBef>
                <a:spcPts val="1800"/>
              </a:spcBef>
              <a:buNone/>
            </a:pPr>
            <a:r>
              <a:rPr lang="en-US" altLang="zh-TW" sz="2400" dirty="0">
                <a:latin typeface="Times New Roman" panose="02020603050405020304" pitchFamily="18" charset="0"/>
                <a:cs typeface="Times New Roman" panose="02020603050405020304" pitchFamily="18" charset="0"/>
              </a:rPr>
              <a:t>The set packing problem (SPP) is a significant NP-hard combinatorial optimization problem with extensive applications. In this paper, we encode the set packing problem as the maximum weighted independent set (MWIS) problem and solve the encoded problem with an efficient algorithm designed to the MWIS problem. We compare the independent set-based method with the state-of-the-art algorithms for the set packing problem on the 64 standard benchmark instances. The experimental results show that the independent set-based method is superior to the existing algorithms in terms of the quality of the solutions and running time obtained the solutions.</a:t>
            </a:r>
            <a:endParaRPr lang="zh-TW" altLang="en-US"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5806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Set Packing Problem (SPP)</a:t>
            </a:r>
            <a:endParaRPr lang="zh-TW" altLang="en-US" sz="4000" dirty="0">
              <a:latin typeface="Times New Roman" panose="02020603050405020304" pitchFamily="18" charset="0"/>
              <a:cs typeface="Times New Roman" panose="02020603050405020304" pitchFamily="18" charset="0"/>
            </a:endParaRPr>
          </a:p>
        </p:txBody>
      </p:sp>
      <p:sp>
        <p:nvSpPr>
          <p:cNvPr id="5" name="內容版面配置區 2">
            <a:extLst>
              <a:ext uri="{FF2B5EF4-FFF2-40B4-BE49-F238E27FC236}">
                <a16:creationId xmlns:a16="http://schemas.microsoft.com/office/drawing/2014/main" id="{F6EA58E2-2273-4205-A760-53EF7CF46072}"/>
              </a:ext>
            </a:extLst>
          </p:cNvPr>
          <p:cNvSpPr>
            <a:spLocks noGrp="1"/>
          </p:cNvSpPr>
          <p:nvPr>
            <p:ph idx="1"/>
          </p:nvPr>
        </p:nvSpPr>
        <p:spPr>
          <a:xfrm>
            <a:off x="838200" y="1435099"/>
            <a:ext cx="10515600" cy="5337175"/>
          </a:xfrm>
        </p:spPr>
        <p:txBody>
          <a:bodyPr>
            <a:noAutofit/>
          </a:bodyPr>
          <a:lstStyle/>
          <a:p>
            <a:pPr marL="0" indent="0">
              <a:lnSpc>
                <a:spcPts val="3500"/>
              </a:lnSpc>
              <a:spcBef>
                <a:spcPts val="1800"/>
              </a:spcBef>
              <a:buNone/>
            </a:pPr>
            <a:r>
              <a:rPr lang="en-US" altLang="zh-TW" sz="2400" dirty="0"/>
              <a:t>IS = {1, 2, 3, 4, 5, 6}</a:t>
            </a:r>
            <a:br>
              <a:rPr lang="en-US" altLang="zh-TW" sz="2400" dirty="0"/>
            </a:br>
            <a:r>
              <a:rPr lang="en-US" altLang="zh-TW" sz="2400" dirty="0"/>
              <a:t>Weights = {10, 8, 10, 12, 7, 9}</a:t>
            </a:r>
            <a:br>
              <a:rPr lang="en-US" altLang="zh-TW" sz="2400" dirty="0"/>
            </a:br>
            <a:r>
              <a:rPr lang="en-US" altLang="zh-TW" sz="2400" i="1" dirty="0"/>
              <a:t>O</a:t>
            </a:r>
            <a:r>
              <a:rPr lang="en-US" altLang="zh-TW" sz="2400" baseline="-25000" dirty="0"/>
              <a:t>1</a:t>
            </a:r>
            <a:r>
              <a:rPr lang="en-US" altLang="zh-TW" sz="2400" dirty="0"/>
              <a:t> = {1, 2}</a:t>
            </a:r>
            <a:br>
              <a:rPr lang="en-US" altLang="zh-TW" sz="2400" dirty="0"/>
            </a:br>
            <a:r>
              <a:rPr lang="en-US" altLang="zh-TW" sz="2400" i="1" dirty="0"/>
              <a:t>O</a:t>
            </a:r>
            <a:r>
              <a:rPr lang="en-US" altLang="zh-TW" sz="2400" baseline="-25000" dirty="0"/>
              <a:t>2</a:t>
            </a:r>
            <a:r>
              <a:rPr lang="en-US" altLang="zh-TW" sz="2400" dirty="0"/>
              <a:t> = {1, 4}</a:t>
            </a:r>
            <a:br>
              <a:rPr lang="en-US" altLang="zh-TW" sz="2400" dirty="0"/>
            </a:br>
            <a:r>
              <a:rPr lang="en-US" altLang="zh-TW" sz="2400" i="1" dirty="0"/>
              <a:t>O</a:t>
            </a:r>
            <a:r>
              <a:rPr lang="en-US" altLang="zh-TW" sz="2400" baseline="-25000" dirty="0"/>
              <a:t>3</a:t>
            </a:r>
            <a:r>
              <a:rPr lang="en-US" altLang="zh-TW" sz="2400" dirty="0"/>
              <a:t> = {2, 4, 6}</a:t>
            </a:r>
            <a:br>
              <a:rPr lang="en-US" altLang="zh-TW" sz="2400" dirty="0"/>
            </a:br>
            <a:r>
              <a:rPr lang="en-US" altLang="zh-TW" sz="2400" i="1" dirty="0"/>
              <a:t>O</a:t>
            </a:r>
            <a:r>
              <a:rPr lang="en-US" altLang="zh-TW" sz="2400" baseline="-25000" dirty="0"/>
              <a:t>4</a:t>
            </a:r>
            <a:r>
              <a:rPr lang="en-US" altLang="zh-TW" sz="2400" dirty="0"/>
              <a:t> = {3, 4, 5}</a:t>
            </a:r>
            <a:br>
              <a:rPr lang="en-US" altLang="zh-TW" sz="2400" dirty="0"/>
            </a:br>
            <a:br>
              <a:rPr lang="en-US" altLang="zh-TW" sz="2400" dirty="0"/>
            </a:br>
            <a:br>
              <a:rPr lang="en-US" altLang="zh-TW" sz="2400" baseline="-25000" dirty="0"/>
            </a:br>
            <a:r>
              <a:rPr lang="en-US" altLang="zh-TW" sz="2400" dirty="0"/>
              <a:t>SPP answer = {1, 3, 6} with maximum weight 29</a:t>
            </a:r>
          </a:p>
        </p:txBody>
      </p:sp>
      <p:pic>
        <p:nvPicPr>
          <p:cNvPr id="4" name="圖片 3">
            <a:extLst>
              <a:ext uri="{FF2B5EF4-FFF2-40B4-BE49-F238E27FC236}">
                <a16:creationId xmlns:a16="http://schemas.microsoft.com/office/drawing/2014/main" id="{E4DDFDA2-6CF0-42ED-9236-295D1DB8EBC4}"/>
              </a:ext>
            </a:extLst>
          </p:cNvPr>
          <p:cNvPicPr>
            <a:picLocks noChangeAspect="1"/>
          </p:cNvPicPr>
          <p:nvPr/>
        </p:nvPicPr>
        <p:blipFill>
          <a:blip r:embed="rId3"/>
          <a:stretch>
            <a:fillRect/>
          </a:stretch>
        </p:blipFill>
        <p:spPr>
          <a:xfrm>
            <a:off x="6191119" y="1961521"/>
            <a:ext cx="5849166" cy="2781688"/>
          </a:xfrm>
          <a:prstGeom prst="rect">
            <a:avLst/>
          </a:prstGeom>
          <a:ln w="28575">
            <a:solidFill>
              <a:srgbClr val="FF0000"/>
            </a:solidFill>
          </a:ln>
        </p:spPr>
      </p:pic>
      <p:sp>
        <p:nvSpPr>
          <p:cNvPr id="8" name="文字方塊 7">
            <a:extLst>
              <a:ext uri="{FF2B5EF4-FFF2-40B4-BE49-F238E27FC236}">
                <a16:creationId xmlns:a16="http://schemas.microsoft.com/office/drawing/2014/main" id="{4A70BFB7-1167-43A4-BC15-88227B676793}"/>
              </a:ext>
            </a:extLst>
          </p:cNvPr>
          <p:cNvSpPr txBox="1"/>
          <p:nvPr/>
        </p:nvSpPr>
        <p:spPr>
          <a:xfrm>
            <a:off x="-11098" y="6211669"/>
            <a:ext cx="12203098" cy="646331"/>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M.R. </a:t>
            </a:r>
            <a:r>
              <a:rPr lang="en-US" altLang="zh-TW" dirty="0" err="1">
                <a:latin typeface="Times New Roman" panose="02020603050405020304" pitchFamily="18" charset="0"/>
                <a:cs typeface="Times New Roman" panose="02020603050405020304" pitchFamily="18" charset="0"/>
              </a:rPr>
              <a:t>Garey</a:t>
            </a:r>
            <a:r>
              <a:rPr lang="en-US" altLang="zh-TW" dirty="0">
                <a:latin typeface="Times New Roman" panose="02020603050405020304" pitchFamily="18" charset="0"/>
                <a:cs typeface="Times New Roman" panose="02020603050405020304" pitchFamily="18" charset="0"/>
              </a:rPr>
              <a:t>, D.S. Johnson, Computers and Intractability: A Guide to the Theory of NP-Completeness, V.H. Freeman and</a:t>
            </a:r>
          </a:p>
          <a:p>
            <a:r>
              <a:rPr lang="en-US" altLang="zh-TW" dirty="0">
                <a:latin typeface="Times New Roman" panose="02020603050405020304" pitchFamily="18" charset="0"/>
                <a:cs typeface="Times New Roman" panose="02020603050405020304" pitchFamily="18" charset="0"/>
              </a:rPr>
              <a:t>Company, 1979.</a:t>
            </a:r>
            <a:endParaRPr lang="en-US" altLang="zh-TW" b="0" i="0" dirty="0">
              <a:solidFill>
                <a:srgbClr val="555555"/>
              </a:solidFill>
              <a:effectLst/>
              <a:latin typeface="Times New Roman" panose="02020603050405020304" pitchFamily="18" charset="0"/>
              <a:cs typeface="Times New Roman" panose="02020603050405020304" pitchFamily="18" charset="0"/>
            </a:endParaRPr>
          </a:p>
        </p:txBody>
      </p:sp>
      <p:sp>
        <p:nvSpPr>
          <p:cNvPr id="9" name="內容版面配置區 5">
            <a:extLst>
              <a:ext uri="{FF2B5EF4-FFF2-40B4-BE49-F238E27FC236}">
                <a16:creationId xmlns:a16="http://schemas.microsoft.com/office/drawing/2014/main" id="{09D8C8D4-3EAA-47A7-A96D-53FD5CF2AD34}"/>
              </a:ext>
            </a:extLst>
          </p:cNvPr>
          <p:cNvSpPr txBox="1">
            <a:spLocks/>
          </p:cNvSpPr>
          <p:nvPr/>
        </p:nvSpPr>
        <p:spPr>
          <a:xfrm>
            <a:off x="8273031" y="1547286"/>
            <a:ext cx="2936843" cy="514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Definition</a:t>
            </a:r>
            <a:endParaRPr lang="zh-TW" altLang="en-US" dirty="0"/>
          </a:p>
        </p:txBody>
      </p:sp>
    </p:spTree>
    <p:extLst>
      <p:ext uri="{BB962C8B-B14F-4D97-AF65-F5344CB8AC3E}">
        <p14:creationId xmlns:p14="http://schemas.microsoft.com/office/powerpoint/2010/main" val="8834437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Set Packing Problem (SPP) proved by Karp</a:t>
            </a:r>
            <a:endParaRPr lang="zh-TW" altLang="en-US" sz="4000"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03315EAD-CFF7-48CC-AD4E-D84D2C246055}"/>
              </a:ext>
            </a:extLst>
          </p:cNvPr>
          <p:cNvSpPr>
            <a:spLocks noGrp="1"/>
          </p:cNvSpPr>
          <p:nvPr>
            <p:ph idx="1"/>
          </p:nvPr>
        </p:nvSpPr>
        <p:spPr>
          <a:xfrm>
            <a:off x="838200" y="1825625"/>
            <a:ext cx="2936843" cy="514903"/>
          </a:xfrm>
        </p:spPr>
        <p:txBody>
          <a:bodyPr vert="horz" lIns="91440" tIns="45720" rIns="91440" bIns="45720" rtlCol="0">
            <a:normAutofit/>
          </a:bodyPr>
          <a:lstStyle/>
          <a:p>
            <a:pPr marL="0" indent="0">
              <a:buNone/>
            </a:pPr>
            <a:r>
              <a:rPr lang="en-US" altLang="zh-TW" dirty="0"/>
              <a:t>Input</a:t>
            </a:r>
            <a:endParaRPr lang="zh-TW" altLang="en-US" dirty="0"/>
          </a:p>
        </p:txBody>
      </p:sp>
      <p:sp>
        <p:nvSpPr>
          <p:cNvPr id="7" name="橢圓 6">
            <a:extLst>
              <a:ext uri="{FF2B5EF4-FFF2-40B4-BE49-F238E27FC236}">
                <a16:creationId xmlns:a16="http://schemas.microsoft.com/office/drawing/2014/main" id="{140A7E56-126E-478D-9423-C7DC06DE1720}"/>
              </a:ext>
            </a:extLst>
          </p:cNvPr>
          <p:cNvSpPr/>
          <p:nvPr/>
        </p:nvSpPr>
        <p:spPr>
          <a:xfrm>
            <a:off x="1914386" y="2575419"/>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27FB298B-CEDD-47F4-8926-0231FAFF1F61}"/>
              </a:ext>
            </a:extLst>
          </p:cNvPr>
          <p:cNvSpPr/>
          <p:nvPr/>
        </p:nvSpPr>
        <p:spPr>
          <a:xfrm>
            <a:off x="2966484" y="2575419"/>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9F318AB2-7F88-4346-929F-F4F68F0C1C2A}"/>
              </a:ext>
            </a:extLst>
          </p:cNvPr>
          <p:cNvSpPr/>
          <p:nvPr/>
        </p:nvSpPr>
        <p:spPr>
          <a:xfrm>
            <a:off x="4018582" y="2575419"/>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9DED84FC-EF83-43F0-917D-77128A3E1A14}"/>
              </a:ext>
            </a:extLst>
          </p:cNvPr>
          <p:cNvSpPr/>
          <p:nvPr/>
        </p:nvSpPr>
        <p:spPr>
          <a:xfrm>
            <a:off x="1914386" y="3285000"/>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C5BFE7F1-CD85-4817-AC97-442E8994FCEC}"/>
              </a:ext>
            </a:extLst>
          </p:cNvPr>
          <p:cNvSpPr/>
          <p:nvPr/>
        </p:nvSpPr>
        <p:spPr>
          <a:xfrm>
            <a:off x="2966484" y="3285000"/>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27122D31-5B8C-4704-9C2E-7B25D791F6B6}"/>
              </a:ext>
            </a:extLst>
          </p:cNvPr>
          <p:cNvSpPr/>
          <p:nvPr/>
        </p:nvSpPr>
        <p:spPr>
          <a:xfrm>
            <a:off x="4018582" y="3285000"/>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EAE8DC83-3075-4449-B7D2-E222528A461C}"/>
              </a:ext>
            </a:extLst>
          </p:cNvPr>
          <p:cNvSpPr/>
          <p:nvPr/>
        </p:nvSpPr>
        <p:spPr>
          <a:xfrm>
            <a:off x="1914386" y="3994581"/>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B370F131-9282-4BC5-8D06-D9710C1370AA}"/>
              </a:ext>
            </a:extLst>
          </p:cNvPr>
          <p:cNvSpPr/>
          <p:nvPr/>
        </p:nvSpPr>
        <p:spPr>
          <a:xfrm>
            <a:off x="2966484" y="3994581"/>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a:extLst>
              <a:ext uri="{FF2B5EF4-FFF2-40B4-BE49-F238E27FC236}">
                <a16:creationId xmlns:a16="http://schemas.microsoft.com/office/drawing/2014/main" id="{AC4C35D9-9C8B-4F10-BE3A-E6D230B628CF}"/>
              </a:ext>
            </a:extLst>
          </p:cNvPr>
          <p:cNvSpPr/>
          <p:nvPr/>
        </p:nvSpPr>
        <p:spPr>
          <a:xfrm>
            <a:off x="4018582" y="3994581"/>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A7EAC21B-6343-424D-911F-1A379A71FF2F}"/>
              </a:ext>
            </a:extLst>
          </p:cNvPr>
          <p:cNvSpPr/>
          <p:nvPr/>
        </p:nvSpPr>
        <p:spPr>
          <a:xfrm>
            <a:off x="1914386" y="4704162"/>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a:extLst>
              <a:ext uri="{FF2B5EF4-FFF2-40B4-BE49-F238E27FC236}">
                <a16:creationId xmlns:a16="http://schemas.microsoft.com/office/drawing/2014/main" id="{8F04F85D-17C9-4537-ACA5-3D014FB21B46}"/>
              </a:ext>
            </a:extLst>
          </p:cNvPr>
          <p:cNvSpPr/>
          <p:nvPr/>
        </p:nvSpPr>
        <p:spPr>
          <a:xfrm>
            <a:off x="2966484" y="4704162"/>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5D2E8B52-78A5-41E2-B363-A9B280B94C86}"/>
              </a:ext>
            </a:extLst>
          </p:cNvPr>
          <p:cNvSpPr/>
          <p:nvPr/>
        </p:nvSpPr>
        <p:spPr>
          <a:xfrm>
            <a:off x="4018582" y="4704162"/>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CE62F79E-6B90-4C34-B371-5FA2B1F1E7C9}"/>
              </a:ext>
            </a:extLst>
          </p:cNvPr>
          <p:cNvSpPr/>
          <p:nvPr/>
        </p:nvSpPr>
        <p:spPr>
          <a:xfrm>
            <a:off x="1763384" y="2474752"/>
            <a:ext cx="570451" cy="12164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FF6AECE0-5C0C-45BB-8135-F898ECEFF791}"/>
              </a:ext>
            </a:extLst>
          </p:cNvPr>
          <p:cNvSpPr/>
          <p:nvPr/>
        </p:nvSpPr>
        <p:spPr>
          <a:xfrm>
            <a:off x="2812707" y="2474752"/>
            <a:ext cx="570451" cy="1216404"/>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21097D06-39B3-4407-AA24-F8232E11B3DA}"/>
              </a:ext>
            </a:extLst>
          </p:cNvPr>
          <p:cNvSpPr/>
          <p:nvPr/>
        </p:nvSpPr>
        <p:spPr>
          <a:xfrm>
            <a:off x="3862030" y="2474752"/>
            <a:ext cx="570451" cy="121640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84CAFF9A-E92F-472B-B4CB-0AB81CE457AB}"/>
              </a:ext>
            </a:extLst>
          </p:cNvPr>
          <p:cNvSpPr/>
          <p:nvPr/>
        </p:nvSpPr>
        <p:spPr>
          <a:xfrm>
            <a:off x="1687883" y="3183621"/>
            <a:ext cx="1778466" cy="1216404"/>
          </a:xfrm>
          <a:prstGeom prst="rect">
            <a:avLst/>
          </a:prstGeom>
          <a:noFill/>
          <a:ln w="3810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F426E0C0-4E2A-4C07-B2A8-4F3596FCB245}"/>
              </a:ext>
            </a:extLst>
          </p:cNvPr>
          <p:cNvSpPr/>
          <p:nvPr/>
        </p:nvSpPr>
        <p:spPr>
          <a:xfrm>
            <a:off x="1578826" y="3829574"/>
            <a:ext cx="2952925" cy="1216404"/>
          </a:xfrm>
          <a:prstGeom prst="rect">
            <a:avLst/>
          </a:prstGeom>
          <a:noFill/>
          <a:ln w="38100">
            <a:solidFill>
              <a:srgbClr val="934B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0" name="直線接點 39">
            <a:extLst>
              <a:ext uri="{FF2B5EF4-FFF2-40B4-BE49-F238E27FC236}">
                <a16:creationId xmlns:a16="http://schemas.microsoft.com/office/drawing/2014/main" id="{DF302D9A-E1DD-43B1-91AA-0CFF6B71CBC0}"/>
              </a:ext>
            </a:extLst>
          </p:cNvPr>
          <p:cNvCxnSpPr>
            <a:cxnSpLocks/>
          </p:cNvCxnSpPr>
          <p:nvPr/>
        </p:nvCxnSpPr>
        <p:spPr>
          <a:xfrm>
            <a:off x="1435514" y="2340528"/>
            <a:ext cx="0" cy="2189527"/>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DD578270-55A8-4E5E-A8C4-9907DCE72B75}"/>
              </a:ext>
            </a:extLst>
          </p:cNvPr>
          <p:cNvCxnSpPr>
            <a:cxnSpLocks/>
          </p:cNvCxnSpPr>
          <p:nvPr/>
        </p:nvCxnSpPr>
        <p:spPr>
          <a:xfrm>
            <a:off x="4640109" y="2340528"/>
            <a:ext cx="0" cy="2189527"/>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C4405FF3-3AB2-426A-A3FD-452DEFBF2B07}"/>
              </a:ext>
            </a:extLst>
          </p:cNvPr>
          <p:cNvCxnSpPr>
            <a:cxnSpLocks/>
          </p:cNvCxnSpPr>
          <p:nvPr/>
        </p:nvCxnSpPr>
        <p:spPr>
          <a:xfrm>
            <a:off x="1435514" y="2340528"/>
            <a:ext cx="3204594" cy="0"/>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2D7494EC-9C4F-49F0-98BA-5971FEF257E5}"/>
              </a:ext>
            </a:extLst>
          </p:cNvPr>
          <p:cNvCxnSpPr>
            <a:cxnSpLocks/>
          </p:cNvCxnSpPr>
          <p:nvPr/>
        </p:nvCxnSpPr>
        <p:spPr>
          <a:xfrm>
            <a:off x="2409336" y="2994870"/>
            <a:ext cx="1384184" cy="0"/>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85E3D274-D4EC-42DD-BF7F-A1FFC7A80D20}"/>
              </a:ext>
            </a:extLst>
          </p:cNvPr>
          <p:cNvCxnSpPr>
            <a:cxnSpLocks/>
          </p:cNvCxnSpPr>
          <p:nvPr/>
        </p:nvCxnSpPr>
        <p:spPr>
          <a:xfrm>
            <a:off x="2436601" y="3006754"/>
            <a:ext cx="0" cy="1475081"/>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B0D4E75D-AAAA-48F0-B46E-D1179FC9D139}"/>
              </a:ext>
            </a:extLst>
          </p:cNvPr>
          <p:cNvCxnSpPr>
            <a:cxnSpLocks/>
          </p:cNvCxnSpPr>
          <p:nvPr/>
        </p:nvCxnSpPr>
        <p:spPr>
          <a:xfrm>
            <a:off x="3770451" y="3006754"/>
            <a:ext cx="0" cy="1475081"/>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4887B52F-716C-4345-A63D-B507319AE1E6}"/>
              </a:ext>
            </a:extLst>
          </p:cNvPr>
          <p:cNvCxnSpPr>
            <a:cxnSpLocks/>
          </p:cNvCxnSpPr>
          <p:nvPr/>
        </p:nvCxnSpPr>
        <p:spPr>
          <a:xfrm>
            <a:off x="3770451" y="4481835"/>
            <a:ext cx="904611" cy="11883"/>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6D89391E-28DF-4D23-928B-FD51E6E01260}"/>
              </a:ext>
            </a:extLst>
          </p:cNvPr>
          <p:cNvCxnSpPr>
            <a:cxnSpLocks/>
          </p:cNvCxnSpPr>
          <p:nvPr/>
        </p:nvCxnSpPr>
        <p:spPr>
          <a:xfrm flipV="1">
            <a:off x="1454413" y="4481834"/>
            <a:ext cx="982187" cy="1"/>
          </a:xfrm>
          <a:prstGeom prst="line">
            <a:avLst/>
          </a:prstGeom>
          <a:ln w="38100">
            <a:solidFill>
              <a:srgbClr val="323EFE"/>
            </a:solidFill>
          </a:ln>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4F9EA134-6BD1-4365-A4DC-C7A40182923A}"/>
              </a:ext>
            </a:extLst>
          </p:cNvPr>
          <p:cNvCxnSpPr/>
          <p:nvPr/>
        </p:nvCxnSpPr>
        <p:spPr>
          <a:xfrm flipH="1">
            <a:off x="2795929" y="3175232"/>
            <a:ext cx="1334548" cy="1664541"/>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253B12FE-6899-4570-B56E-00E7B530FD15}"/>
              </a:ext>
            </a:extLst>
          </p:cNvPr>
          <p:cNvCxnSpPr/>
          <p:nvPr/>
        </p:nvCxnSpPr>
        <p:spPr>
          <a:xfrm flipH="1">
            <a:off x="3155256" y="3444353"/>
            <a:ext cx="1334548" cy="1664541"/>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DF1989BF-4237-43E9-AA47-352E470471BB}"/>
              </a:ext>
            </a:extLst>
          </p:cNvPr>
          <p:cNvCxnSpPr>
            <a:cxnSpLocks/>
          </p:cNvCxnSpPr>
          <p:nvPr/>
        </p:nvCxnSpPr>
        <p:spPr>
          <a:xfrm flipH="1" flipV="1">
            <a:off x="4130477" y="3183621"/>
            <a:ext cx="359327" cy="284497"/>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A0739F5A-D0C9-4281-84AE-2C9BD81C0814}"/>
              </a:ext>
            </a:extLst>
          </p:cNvPr>
          <p:cNvCxnSpPr>
            <a:cxnSpLocks/>
          </p:cNvCxnSpPr>
          <p:nvPr/>
        </p:nvCxnSpPr>
        <p:spPr>
          <a:xfrm flipH="1" flipV="1">
            <a:off x="2797263" y="4835942"/>
            <a:ext cx="359327" cy="284497"/>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69" name="內容版面配置區 5">
            <a:extLst>
              <a:ext uri="{FF2B5EF4-FFF2-40B4-BE49-F238E27FC236}">
                <a16:creationId xmlns:a16="http://schemas.microsoft.com/office/drawing/2014/main" id="{0B724FBD-D658-4698-934F-5A051A8CED1F}"/>
              </a:ext>
            </a:extLst>
          </p:cNvPr>
          <p:cNvSpPr txBox="1">
            <a:spLocks/>
          </p:cNvSpPr>
          <p:nvPr/>
        </p:nvSpPr>
        <p:spPr>
          <a:xfrm>
            <a:off x="6083504" y="1825625"/>
            <a:ext cx="2936843" cy="5149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Output</a:t>
            </a:r>
            <a:endParaRPr lang="zh-TW" altLang="en-US" dirty="0"/>
          </a:p>
        </p:txBody>
      </p:sp>
      <p:sp>
        <p:nvSpPr>
          <p:cNvPr id="70" name="橢圓 69">
            <a:extLst>
              <a:ext uri="{FF2B5EF4-FFF2-40B4-BE49-F238E27FC236}">
                <a16:creationId xmlns:a16="http://schemas.microsoft.com/office/drawing/2014/main" id="{137067CC-4797-489F-B9F5-F3AF1D2D7EAC}"/>
              </a:ext>
            </a:extLst>
          </p:cNvPr>
          <p:cNvSpPr/>
          <p:nvPr/>
        </p:nvSpPr>
        <p:spPr>
          <a:xfrm>
            <a:off x="7392734" y="2575419"/>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橢圓 70">
            <a:extLst>
              <a:ext uri="{FF2B5EF4-FFF2-40B4-BE49-F238E27FC236}">
                <a16:creationId xmlns:a16="http://schemas.microsoft.com/office/drawing/2014/main" id="{159C35BC-902F-4ECE-9363-FECFBB4A5120}"/>
              </a:ext>
            </a:extLst>
          </p:cNvPr>
          <p:cNvSpPr/>
          <p:nvPr/>
        </p:nvSpPr>
        <p:spPr>
          <a:xfrm>
            <a:off x="8444832" y="2575419"/>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橢圓 71">
            <a:extLst>
              <a:ext uri="{FF2B5EF4-FFF2-40B4-BE49-F238E27FC236}">
                <a16:creationId xmlns:a16="http://schemas.microsoft.com/office/drawing/2014/main" id="{CD24B309-45F8-457E-99C4-24519B12E961}"/>
              </a:ext>
            </a:extLst>
          </p:cNvPr>
          <p:cNvSpPr/>
          <p:nvPr/>
        </p:nvSpPr>
        <p:spPr>
          <a:xfrm>
            <a:off x="9496930" y="2575419"/>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橢圓 72">
            <a:extLst>
              <a:ext uri="{FF2B5EF4-FFF2-40B4-BE49-F238E27FC236}">
                <a16:creationId xmlns:a16="http://schemas.microsoft.com/office/drawing/2014/main" id="{07AD3F9A-4B9E-4BC1-B1A4-9354A6436834}"/>
              </a:ext>
            </a:extLst>
          </p:cNvPr>
          <p:cNvSpPr/>
          <p:nvPr/>
        </p:nvSpPr>
        <p:spPr>
          <a:xfrm>
            <a:off x="7392734" y="3285000"/>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橢圓 73">
            <a:extLst>
              <a:ext uri="{FF2B5EF4-FFF2-40B4-BE49-F238E27FC236}">
                <a16:creationId xmlns:a16="http://schemas.microsoft.com/office/drawing/2014/main" id="{6B06AC7C-D986-4308-844A-D854E25AF524}"/>
              </a:ext>
            </a:extLst>
          </p:cNvPr>
          <p:cNvSpPr/>
          <p:nvPr/>
        </p:nvSpPr>
        <p:spPr>
          <a:xfrm>
            <a:off x="8444832" y="3285000"/>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橢圓 74">
            <a:extLst>
              <a:ext uri="{FF2B5EF4-FFF2-40B4-BE49-F238E27FC236}">
                <a16:creationId xmlns:a16="http://schemas.microsoft.com/office/drawing/2014/main" id="{D5641ABF-5F19-45BD-B597-9019AB2656FB}"/>
              </a:ext>
            </a:extLst>
          </p:cNvPr>
          <p:cNvSpPr/>
          <p:nvPr/>
        </p:nvSpPr>
        <p:spPr>
          <a:xfrm>
            <a:off x="9496930" y="3285000"/>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橢圓 75">
            <a:extLst>
              <a:ext uri="{FF2B5EF4-FFF2-40B4-BE49-F238E27FC236}">
                <a16:creationId xmlns:a16="http://schemas.microsoft.com/office/drawing/2014/main" id="{DC5C5F40-A40F-41E6-ADDD-16ADE71E4BD7}"/>
              </a:ext>
            </a:extLst>
          </p:cNvPr>
          <p:cNvSpPr/>
          <p:nvPr/>
        </p:nvSpPr>
        <p:spPr>
          <a:xfrm>
            <a:off x="7392734" y="3994581"/>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橢圓 76">
            <a:extLst>
              <a:ext uri="{FF2B5EF4-FFF2-40B4-BE49-F238E27FC236}">
                <a16:creationId xmlns:a16="http://schemas.microsoft.com/office/drawing/2014/main" id="{10B1B40A-9E02-4F1B-AE99-BF394DB9361C}"/>
              </a:ext>
            </a:extLst>
          </p:cNvPr>
          <p:cNvSpPr/>
          <p:nvPr/>
        </p:nvSpPr>
        <p:spPr>
          <a:xfrm>
            <a:off x="8444832" y="3994581"/>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橢圓 77">
            <a:extLst>
              <a:ext uri="{FF2B5EF4-FFF2-40B4-BE49-F238E27FC236}">
                <a16:creationId xmlns:a16="http://schemas.microsoft.com/office/drawing/2014/main" id="{B869E680-4157-450A-935B-AB6C0DE492EF}"/>
              </a:ext>
            </a:extLst>
          </p:cNvPr>
          <p:cNvSpPr/>
          <p:nvPr/>
        </p:nvSpPr>
        <p:spPr>
          <a:xfrm>
            <a:off x="9496930" y="3994581"/>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橢圓 78">
            <a:extLst>
              <a:ext uri="{FF2B5EF4-FFF2-40B4-BE49-F238E27FC236}">
                <a16:creationId xmlns:a16="http://schemas.microsoft.com/office/drawing/2014/main" id="{B3443D6C-3D62-44BD-B70C-01EA83E811CE}"/>
              </a:ext>
            </a:extLst>
          </p:cNvPr>
          <p:cNvSpPr/>
          <p:nvPr/>
        </p:nvSpPr>
        <p:spPr>
          <a:xfrm>
            <a:off x="7392734" y="4704162"/>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a:extLst>
              <a:ext uri="{FF2B5EF4-FFF2-40B4-BE49-F238E27FC236}">
                <a16:creationId xmlns:a16="http://schemas.microsoft.com/office/drawing/2014/main" id="{1E2D4952-7BFA-44FD-A8DE-B09BF93528E1}"/>
              </a:ext>
            </a:extLst>
          </p:cNvPr>
          <p:cNvSpPr/>
          <p:nvPr/>
        </p:nvSpPr>
        <p:spPr>
          <a:xfrm>
            <a:off x="8444832" y="4704162"/>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193DDFBA-09BB-45E0-B467-EF433492C6CD}"/>
              </a:ext>
            </a:extLst>
          </p:cNvPr>
          <p:cNvSpPr/>
          <p:nvPr/>
        </p:nvSpPr>
        <p:spPr>
          <a:xfrm>
            <a:off x="9496930" y="4704162"/>
            <a:ext cx="288000" cy="288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a:extLst>
              <a:ext uri="{FF2B5EF4-FFF2-40B4-BE49-F238E27FC236}">
                <a16:creationId xmlns:a16="http://schemas.microsoft.com/office/drawing/2014/main" id="{8CF61F5F-4630-445C-98DA-9342FA937D8F}"/>
              </a:ext>
            </a:extLst>
          </p:cNvPr>
          <p:cNvSpPr/>
          <p:nvPr/>
        </p:nvSpPr>
        <p:spPr>
          <a:xfrm>
            <a:off x="7241732" y="2474752"/>
            <a:ext cx="570451" cy="12164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a:extLst>
              <a:ext uri="{FF2B5EF4-FFF2-40B4-BE49-F238E27FC236}">
                <a16:creationId xmlns:a16="http://schemas.microsoft.com/office/drawing/2014/main" id="{065CD7D1-783F-4D2A-9752-D168C1774FC7}"/>
              </a:ext>
            </a:extLst>
          </p:cNvPr>
          <p:cNvSpPr/>
          <p:nvPr/>
        </p:nvSpPr>
        <p:spPr>
          <a:xfrm>
            <a:off x="8291055" y="2474752"/>
            <a:ext cx="570451" cy="1216404"/>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a:extLst>
              <a:ext uri="{FF2B5EF4-FFF2-40B4-BE49-F238E27FC236}">
                <a16:creationId xmlns:a16="http://schemas.microsoft.com/office/drawing/2014/main" id="{598C49E6-4857-4051-A720-B8644376DC08}"/>
              </a:ext>
            </a:extLst>
          </p:cNvPr>
          <p:cNvSpPr/>
          <p:nvPr/>
        </p:nvSpPr>
        <p:spPr>
          <a:xfrm>
            <a:off x="9340378" y="2474752"/>
            <a:ext cx="570451" cy="1216404"/>
          </a:xfrm>
          <a:prstGeom prst="rect">
            <a:avLst/>
          </a:pr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a:extLst>
              <a:ext uri="{FF2B5EF4-FFF2-40B4-BE49-F238E27FC236}">
                <a16:creationId xmlns:a16="http://schemas.microsoft.com/office/drawing/2014/main" id="{B55096EB-25CD-4E48-AE71-2D2ED510FBAD}"/>
              </a:ext>
            </a:extLst>
          </p:cNvPr>
          <p:cNvSpPr/>
          <p:nvPr/>
        </p:nvSpPr>
        <p:spPr>
          <a:xfrm>
            <a:off x="7057174" y="3829574"/>
            <a:ext cx="2952925" cy="1216404"/>
          </a:xfrm>
          <a:prstGeom prst="rect">
            <a:avLst/>
          </a:prstGeom>
          <a:noFill/>
          <a:ln w="38100">
            <a:solidFill>
              <a:srgbClr val="934B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文字方塊 101">
            <a:extLst>
              <a:ext uri="{FF2B5EF4-FFF2-40B4-BE49-F238E27FC236}">
                <a16:creationId xmlns:a16="http://schemas.microsoft.com/office/drawing/2014/main" id="{F1722CF0-63F2-48A5-9B61-717EA6FBEA59}"/>
              </a:ext>
            </a:extLst>
          </p:cNvPr>
          <p:cNvSpPr txBox="1"/>
          <p:nvPr/>
        </p:nvSpPr>
        <p:spPr>
          <a:xfrm>
            <a:off x="-11098" y="6211669"/>
            <a:ext cx="12203098" cy="646331"/>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Richard M. Karp. Reducibility Among Combinatorial Problems. </a:t>
            </a:r>
            <a:r>
              <a:rPr lang="en-US" altLang="zh-TW" b="0" i="0" dirty="0">
                <a:solidFill>
                  <a:srgbClr val="555555"/>
                </a:solidFill>
                <a:effectLst/>
                <a:latin typeface="Times New Roman" panose="02020603050405020304" pitchFamily="18" charset="0"/>
                <a:cs typeface="Times New Roman" panose="02020603050405020304" pitchFamily="18" charset="0"/>
              </a:rPr>
              <a:t>Proceedings of a symposium on the Complexity of Computer Computations, held March 20-22, 1972, at the IBM Thomas J. Watson Research Center, Yorktown Heights, New York.</a:t>
            </a:r>
          </a:p>
        </p:txBody>
      </p:sp>
    </p:spTree>
    <p:extLst>
      <p:ext uri="{BB962C8B-B14F-4D97-AF65-F5344CB8AC3E}">
        <p14:creationId xmlns:p14="http://schemas.microsoft.com/office/powerpoint/2010/main" val="13955437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a:xfrm>
            <a:off x="838200" y="365125"/>
            <a:ext cx="11099334" cy="1325563"/>
          </a:xfrm>
        </p:spPr>
        <p:txBody>
          <a:bodyPr>
            <a:normAutofit/>
          </a:bodyPr>
          <a:lstStyle/>
          <a:p>
            <a:r>
              <a:rPr lang="en-US" altLang="zh-TW" sz="4000" dirty="0">
                <a:latin typeface="Times New Roman" panose="02020603050405020304" pitchFamily="18" charset="0"/>
                <a:cs typeface="Times New Roman" panose="02020603050405020304" pitchFamily="18" charset="0"/>
              </a:rPr>
              <a:t>SPP</a:t>
            </a:r>
            <a:r>
              <a:rPr lang="en-US" altLang="zh-TW" dirty="0"/>
              <a:t> to Maximum Weighted Independent Set (MWIS)</a:t>
            </a:r>
            <a:endParaRPr lang="zh-TW" altLang="en-US" sz="4000" dirty="0">
              <a:latin typeface="Times New Roman" panose="02020603050405020304" pitchFamily="18" charset="0"/>
              <a:cs typeface="Times New Roman" panose="02020603050405020304" pitchFamily="18" charset="0"/>
            </a:endParaRPr>
          </a:p>
        </p:txBody>
      </p:sp>
      <p:sp>
        <p:nvSpPr>
          <p:cNvPr id="5" name="內容版面配置區 2">
            <a:extLst>
              <a:ext uri="{FF2B5EF4-FFF2-40B4-BE49-F238E27FC236}">
                <a16:creationId xmlns:a16="http://schemas.microsoft.com/office/drawing/2014/main" id="{F6EA58E2-2273-4205-A760-53EF7CF46072}"/>
              </a:ext>
            </a:extLst>
          </p:cNvPr>
          <p:cNvSpPr>
            <a:spLocks noGrp="1"/>
          </p:cNvSpPr>
          <p:nvPr>
            <p:ph idx="1"/>
          </p:nvPr>
        </p:nvSpPr>
        <p:spPr>
          <a:xfrm>
            <a:off x="838200" y="1435099"/>
            <a:ext cx="10515600" cy="5337175"/>
          </a:xfrm>
        </p:spPr>
        <p:txBody>
          <a:bodyPr>
            <a:noAutofit/>
          </a:bodyPr>
          <a:lstStyle/>
          <a:p>
            <a:pPr marL="0" indent="0">
              <a:lnSpc>
                <a:spcPts val="3500"/>
              </a:lnSpc>
              <a:spcBef>
                <a:spcPts val="1800"/>
              </a:spcBef>
              <a:buNone/>
            </a:pPr>
            <a:r>
              <a:rPr lang="en-US" altLang="zh-TW" sz="2400" dirty="0"/>
              <a:t>IS = {1, 2, 3, 4, 5, 6}</a:t>
            </a:r>
            <a:br>
              <a:rPr lang="en-US" altLang="zh-TW" sz="2400" dirty="0"/>
            </a:br>
            <a:r>
              <a:rPr lang="en-US" altLang="zh-TW" sz="2400" dirty="0"/>
              <a:t>Weights = {10, 8, 10, 12, 7, 9}</a:t>
            </a:r>
            <a:br>
              <a:rPr lang="en-US" altLang="zh-TW" sz="2400" dirty="0"/>
            </a:br>
            <a:r>
              <a:rPr lang="en-US" altLang="zh-TW" sz="2400" i="1" dirty="0">
                <a:solidFill>
                  <a:srgbClr val="FF0000"/>
                </a:solidFill>
              </a:rPr>
              <a:t>O</a:t>
            </a:r>
            <a:r>
              <a:rPr lang="en-US" altLang="zh-TW" sz="2400" baseline="-25000" dirty="0">
                <a:solidFill>
                  <a:srgbClr val="FF0000"/>
                </a:solidFill>
              </a:rPr>
              <a:t>1</a:t>
            </a:r>
            <a:r>
              <a:rPr lang="en-US" altLang="zh-TW" sz="2400" dirty="0"/>
              <a:t> = {1, 2}</a:t>
            </a:r>
            <a:br>
              <a:rPr lang="en-US" altLang="zh-TW" sz="2400" dirty="0"/>
            </a:br>
            <a:r>
              <a:rPr lang="en-US" altLang="zh-TW" sz="2400" i="1" dirty="0">
                <a:solidFill>
                  <a:srgbClr val="00B0F0"/>
                </a:solidFill>
              </a:rPr>
              <a:t>O</a:t>
            </a:r>
            <a:r>
              <a:rPr lang="en-US" altLang="zh-TW" sz="2400" baseline="-25000" dirty="0">
                <a:solidFill>
                  <a:srgbClr val="00B0F0"/>
                </a:solidFill>
              </a:rPr>
              <a:t>2</a:t>
            </a:r>
            <a:r>
              <a:rPr lang="en-US" altLang="zh-TW" sz="2400" dirty="0"/>
              <a:t> = {1, 4}</a:t>
            </a:r>
            <a:br>
              <a:rPr lang="en-US" altLang="zh-TW" sz="2400" dirty="0"/>
            </a:br>
            <a:r>
              <a:rPr lang="en-US" altLang="zh-TW" sz="2400" i="1" dirty="0">
                <a:solidFill>
                  <a:srgbClr val="44FD19"/>
                </a:solidFill>
              </a:rPr>
              <a:t>O</a:t>
            </a:r>
            <a:r>
              <a:rPr lang="en-US" altLang="zh-TW" sz="2400" baseline="-25000" dirty="0">
                <a:solidFill>
                  <a:srgbClr val="44FD19"/>
                </a:solidFill>
              </a:rPr>
              <a:t>3</a:t>
            </a:r>
            <a:r>
              <a:rPr lang="en-US" altLang="zh-TW" sz="2400" dirty="0"/>
              <a:t> = {2, 4, 6}</a:t>
            </a:r>
            <a:br>
              <a:rPr lang="en-US" altLang="zh-TW" sz="2400" dirty="0"/>
            </a:br>
            <a:r>
              <a:rPr lang="en-US" altLang="zh-TW" sz="2400" i="1" dirty="0">
                <a:solidFill>
                  <a:srgbClr val="B381D9"/>
                </a:solidFill>
              </a:rPr>
              <a:t>O</a:t>
            </a:r>
            <a:r>
              <a:rPr lang="en-US" altLang="zh-TW" sz="2400" baseline="-25000" dirty="0">
                <a:solidFill>
                  <a:srgbClr val="B381D9"/>
                </a:solidFill>
              </a:rPr>
              <a:t>4</a:t>
            </a:r>
            <a:r>
              <a:rPr lang="en-US" altLang="zh-TW" sz="2400" dirty="0"/>
              <a:t> = {3, 4, 5}</a:t>
            </a:r>
            <a:br>
              <a:rPr lang="en-US" altLang="zh-TW" sz="2400" dirty="0"/>
            </a:br>
            <a:br>
              <a:rPr lang="en-US" altLang="zh-TW" sz="2400" dirty="0"/>
            </a:br>
            <a:br>
              <a:rPr lang="en-US" altLang="zh-TW" sz="2400" baseline="-25000" dirty="0"/>
            </a:br>
            <a:r>
              <a:rPr lang="en-US" altLang="zh-TW" sz="2400" dirty="0">
                <a:latin typeface="Matura MT Script Capitals" panose="03020802060602070202" pitchFamily="66" charset="0"/>
              </a:rPr>
              <a:t>⸪ </a:t>
            </a:r>
            <a:r>
              <a:rPr lang="en-US" altLang="zh-TW" sz="2400" dirty="0"/>
              <a:t>MWIS answer = {</a:t>
            </a:r>
            <a:r>
              <a:rPr lang="en-US" altLang="zh-TW" sz="2400" i="1" dirty="0"/>
              <a:t>V</a:t>
            </a:r>
            <a:r>
              <a:rPr lang="en-US" altLang="zh-TW" sz="2400" baseline="-25000" dirty="0"/>
              <a:t>1</a:t>
            </a:r>
            <a:r>
              <a:rPr lang="en-US" altLang="zh-TW" sz="2400" dirty="0"/>
              <a:t>, </a:t>
            </a:r>
            <a:r>
              <a:rPr lang="en-US" altLang="zh-TW" sz="2400" i="1" dirty="0"/>
              <a:t>V</a:t>
            </a:r>
            <a:r>
              <a:rPr lang="en-US" altLang="zh-TW" sz="2400" baseline="-25000" dirty="0"/>
              <a:t>3</a:t>
            </a:r>
            <a:r>
              <a:rPr lang="en-US" altLang="zh-TW" sz="2400" dirty="0"/>
              <a:t>, </a:t>
            </a:r>
            <a:r>
              <a:rPr lang="en-US" altLang="zh-TW" sz="2400" i="1" dirty="0"/>
              <a:t>V</a:t>
            </a:r>
            <a:r>
              <a:rPr lang="en-US" altLang="zh-TW" sz="2400" baseline="-25000" dirty="0"/>
              <a:t>6</a:t>
            </a:r>
            <a:r>
              <a:rPr lang="en-US" altLang="zh-TW" sz="2400" dirty="0"/>
              <a:t>} with maximum weight 29</a:t>
            </a:r>
            <a:br>
              <a:rPr lang="en-US" altLang="zh-TW" sz="2400" baseline="-25000" dirty="0"/>
            </a:br>
            <a:r>
              <a:rPr lang="en-US" altLang="zh-TW" sz="2400" dirty="0"/>
              <a:t>⸫ SPP answer = {1, 3, 6} with maximum weight 29</a:t>
            </a:r>
          </a:p>
        </p:txBody>
      </p:sp>
      <p:sp>
        <p:nvSpPr>
          <p:cNvPr id="3" name="橢圓 2">
            <a:extLst>
              <a:ext uri="{FF2B5EF4-FFF2-40B4-BE49-F238E27FC236}">
                <a16:creationId xmlns:a16="http://schemas.microsoft.com/office/drawing/2014/main" id="{68C8EBB7-4133-47D6-86D2-220988B32C76}"/>
              </a:ext>
            </a:extLst>
          </p:cNvPr>
          <p:cNvSpPr/>
          <p:nvPr/>
        </p:nvSpPr>
        <p:spPr>
          <a:xfrm>
            <a:off x="6535024" y="2102433"/>
            <a:ext cx="662730" cy="6582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i="1" dirty="0">
                <a:solidFill>
                  <a:schemeClr val="tx1"/>
                </a:solidFill>
                <a:latin typeface="Times New Roman" panose="02020603050405020304" pitchFamily="18" charset="0"/>
                <a:cs typeface="Times New Roman" panose="02020603050405020304" pitchFamily="18" charset="0"/>
              </a:rPr>
              <a:t>V</a:t>
            </a:r>
            <a:r>
              <a:rPr lang="en-US" altLang="zh-TW" baseline="-25000" dirty="0">
                <a:solidFill>
                  <a:schemeClr val="tx1"/>
                </a:solidFill>
                <a:latin typeface="Times New Roman" panose="02020603050405020304" pitchFamily="18" charset="0"/>
                <a:cs typeface="Times New Roman" panose="02020603050405020304" pitchFamily="18" charset="0"/>
              </a:rPr>
              <a:t>1</a:t>
            </a:r>
            <a:endParaRPr lang="zh-TW" altLang="en-US" baseline="-25000" dirty="0">
              <a:solidFill>
                <a:schemeClr val="tx1"/>
              </a:solidFill>
              <a:latin typeface="Times New Roman" panose="02020603050405020304" pitchFamily="18" charset="0"/>
              <a:cs typeface="Times New Roman" panose="02020603050405020304" pitchFamily="18" charset="0"/>
            </a:endParaRPr>
          </a:p>
        </p:txBody>
      </p:sp>
      <p:sp>
        <p:nvSpPr>
          <p:cNvPr id="16" name="橢圓 15">
            <a:extLst>
              <a:ext uri="{FF2B5EF4-FFF2-40B4-BE49-F238E27FC236}">
                <a16:creationId xmlns:a16="http://schemas.microsoft.com/office/drawing/2014/main" id="{5277F2CF-ECFB-41DD-8172-BEC0150E5998}"/>
              </a:ext>
            </a:extLst>
          </p:cNvPr>
          <p:cNvSpPr/>
          <p:nvPr/>
        </p:nvSpPr>
        <p:spPr>
          <a:xfrm>
            <a:off x="8212822" y="2102433"/>
            <a:ext cx="662730" cy="6582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i="1" dirty="0">
                <a:solidFill>
                  <a:schemeClr val="tx1"/>
                </a:solidFill>
                <a:latin typeface="Times New Roman" panose="02020603050405020304" pitchFamily="18" charset="0"/>
                <a:cs typeface="Times New Roman" panose="02020603050405020304" pitchFamily="18" charset="0"/>
              </a:rPr>
              <a:t>V</a:t>
            </a:r>
            <a:r>
              <a:rPr lang="en-US" altLang="zh-TW" baseline="-25000" dirty="0">
                <a:solidFill>
                  <a:schemeClr val="tx1"/>
                </a:solidFill>
                <a:latin typeface="Times New Roman" panose="02020603050405020304" pitchFamily="18" charset="0"/>
                <a:cs typeface="Times New Roman" panose="02020603050405020304" pitchFamily="18" charset="0"/>
              </a:rPr>
              <a:t>4</a:t>
            </a:r>
            <a:endParaRPr lang="zh-TW" altLang="en-US" baseline="-25000" dirty="0">
              <a:solidFill>
                <a:schemeClr val="tx1"/>
              </a:solidFill>
              <a:latin typeface="Times New Roman" panose="02020603050405020304" pitchFamily="18" charset="0"/>
              <a:cs typeface="Times New Roman" panose="02020603050405020304" pitchFamily="18" charset="0"/>
            </a:endParaRPr>
          </a:p>
        </p:txBody>
      </p:sp>
      <p:sp>
        <p:nvSpPr>
          <p:cNvPr id="17" name="橢圓 16">
            <a:extLst>
              <a:ext uri="{FF2B5EF4-FFF2-40B4-BE49-F238E27FC236}">
                <a16:creationId xmlns:a16="http://schemas.microsoft.com/office/drawing/2014/main" id="{886FA56F-1CCB-492B-8DAB-EDDAA92B96C0}"/>
              </a:ext>
            </a:extLst>
          </p:cNvPr>
          <p:cNvSpPr/>
          <p:nvPr/>
        </p:nvSpPr>
        <p:spPr>
          <a:xfrm>
            <a:off x="9890620" y="2102433"/>
            <a:ext cx="662730" cy="6582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i="1" dirty="0">
                <a:solidFill>
                  <a:schemeClr val="tx1"/>
                </a:solidFill>
                <a:latin typeface="Times New Roman" panose="02020603050405020304" pitchFamily="18" charset="0"/>
                <a:cs typeface="Times New Roman" panose="02020603050405020304" pitchFamily="18" charset="0"/>
              </a:rPr>
              <a:t>V</a:t>
            </a:r>
            <a:r>
              <a:rPr lang="en-US" altLang="zh-TW" baseline="-25000" dirty="0">
                <a:solidFill>
                  <a:schemeClr val="tx1"/>
                </a:solidFill>
                <a:latin typeface="Times New Roman" panose="02020603050405020304" pitchFamily="18" charset="0"/>
                <a:cs typeface="Times New Roman" panose="02020603050405020304" pitchFamily="18" charset="0"/>
              </a:rPr>
              <a:t>3</a:t>
            </a:r>
            <a:endParaRPr lang="zh-TW" altLang="en-US" baseline="-25000" dirty="0">
              <a:solidFill>
                <a:schemeClr val="tx1"/>
              </a:solidFill>
              <a:latin typeface="Times New Roman" panose="02020603050405020304" pitchFamily="18" charset="0"/>
              <a:cs typeface="Times New Roman" panose="02020603050405020304" pitchFamily="18" charset="0"/>
            </a:endParaRPr>
          </a:p>
        </p:txBody>
      </p:sp>
      <p:sp>
        <p:nvSpPr>
          <p:cNvPr id="18" name="橢圓 17">
            <a:extLst>
              <a:ext uri="{FF2B5EF4-FFF2-40B4-BE49-F238E27FC236}">
                <a16:creationId xmlns:a16="http://schemas.microsoft.com/office/drawing/2014/main" id="{8EFDC56C-FCEE-46B8-990B-762C2C486ED6}"/>
              </a:ext>
            </a:extLst>
          </p:cNvPr>
          <p:cNvSpPr/>
          <p:nvPr/>
        </p:nvSpPr>
        <p:spPr>
          <a:xfrm>
            <a:off x="6535024" y="3573251"/>
            <a:ext cx="662730" cy="6582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i="1" dirty="0">
                <a:solidFill>
                  <a:schemeClr val="tx1"/>
                </a:solidFill>
                <a:latin typeface="Times New Roman" panose="02020603050405020304" pitchFamily="18" charset="0"/>
                <a:cs typeface="Times New Roman" panose="02020603050405020304" pitchFamily="18" charset="0"/>
              </a:rPr>
              <a:t>V</a:t>
            </a:r>
            <a:r>
              <a:rPr lang="en-US" altLang="zh-TW" baseline="-25000" dirty="0">
                <a:solidFill>
                  <a:schemeClr val="tx1"/>
                </a:solidFill>
                <a:latin typeface="Times New Roman" panose="02020603050405020304" pitchFamily="18" charset="0"/>
                <a:cs typeface="Times New Roman" panose="02020603050405020304" pitchFamily="18" charset="0"/>
              </a:rPr>
              <a:t>2</a:t>
            </a:r>
            <a:endParaRPr lang="zh-TW" altLang="en-US" baseline="-25000" dirty="0">
              <a:solidFill>
                <a:schemeClr val="tx1"/>
              </a:solidFill>
              <a:latin typeface="Times New Roman" panose="02020603050405020304" pitchFamily="18" charset="0"/>
              <a:cs typeface="Times New Roman" panose="02020603050405020304" pitchFamily="18" charset="0"/>
            </a:endParaRPr>
          </a:p>
        </p:txBody>
      </p:sp>
      <p:sp>
        <p:nvSpPr>
          <p:cNvPr id="19" name="橢圓 18">
            <a:extLst>
              <a:ext uri="{FF2B5EF4-FFF2-40B4-BE49-F238E27FC236}">
                <a16:creationId xmlns:a16="http://schemas.microsoft.com/office/drawing/2014/main" id="{A785BA61-FAF8-44D0-B042-92132C16AAEF}"/>
              </a:ext>
            </a:extLst>
          </p:cNvPr>
          <p:cNvSpPr/>
          <p:nvPr/>
        </p:nvSpPr>
        <p:spPr>
          <a:xfrm>
            <a:off x="8212822" y="3573251"/>
            <a:ext cx="662730" cy="6582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i="1" dirty="0">
                <a:solidFill>
                  <a:schemeClr val="tx1"/>
                </a:solidFill>
                <a:latin typeface="Times New Roman" panose="02020603050405020304" pitchFamily="18" charset="0"/>
                <a:cs typeface="Times New Roman" panose="02020603050405020304" pitchFamily="18" charset="0"/>
              </a:rPr>
              <a:t>V</a:t>
            </a:r>
            <a:r>
              <a:rPr lang="en-US" altLang="zh-TW" baseline="-25000" dirty="0">
                <a:solidFill>
                  <a:schemeClr val="tx1"/>
                </a:solidFill>
                <a:latin typeface="Times New Roman" panose="02020603050405020304" pitchFamily="18" charset="0"/>
                <a:cs typeface="Times New Roman" panose="02020603050405020304" pitchFamily="18" charset="0"/>
              </a:rPr>
              <a:t>6</a:t>
            </a:r>
            <a:endParaRPr lang="zh-TW" altLang="en-US" baseline="-25000" dirty="0">
              <a:solidFill>
                <a:schemeClr val="tx1"/>
              </a:solidFill>
              <a:latin typeface="Times New Roman" panose="02020603050405020304" pitchFamily="18" charset="0"/>
              <a:cs typeface="Times New Roman" panose="02020603050405020304" pitchFamily="18" charset="0"/>
            </a:endParaRPr>
          </a:p>
        </p:txBody>
      </p:sp>
      <p:sp>
        <p:nvSpPr>
          <p:cNvPr id="20" name="橢圓 19">
            <a:extLst>
              <a:ext uri="{FF2B5EF4-FFF2-40B4-BE49-F238E27FC236}">
                <a16:creationId xmlns:a16="http://schemas.microsoft.com/office/drawing/2014/main" id="{E71A5FE3-0EBB-49BF-BC26-3B043069A53F}"/>
              </a:ext>
            </a:extLst>
          </p:cNvPr>
          <p:cNvSpPr/>
          <p:nvPr/>
        </p:nvSpPr>
        <p:spPr>
          <a:xfrm>
            <a:off x="9890620" y="3573251"/>
            <a:ext cx="662730" cy="658229"/>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i="1" dirty="0">
                <a:solidFill>
                  <a:schemeClr val="tx1"/>
                </a:solidFill>
                <a:latin typeface="Times New Roman" panose="02020603050405020304" pitchFamily="18" charset="0"/>
                <a:cs typeface="Times New Roman" panose="02020603050405020304" pitchFamily="18" charset="0"/>
              </a:rPr>
              <a:t>V</a:t>
            </a:r>
            <a:r>
              <a:rPr lang="en-US" altLang="zh-TW" baseline="-25000" dirty="0">
                <a:solidFill>
                  <a:schemeClr val="tx1"/>
                </a:solidFill>
                <a:latin typeface="Times New Roman" panose="02020603050405020304" pitchFamily="18" charset="0"/>
                <a:cs typeface="Times New Roman" panose="02020603050405020304" pitchFamily="18" charset="0"/>
              </a:rPr>
              <a:t>5</a:t>
            </a:r>
            <a:endParaRPr lang="zh-TW" altLang="en-US" baseline="-25000" dirty="0">
              <a:solidFill>
                <a:schemeClr val="tx1"/>
              </a:solidFill>
              <a:latin typeface="Times New Roman" panose="02020603050405020304" pitchFamily="18" charset="0"/>
              <a:cs typeface="Times New Roman" panose="02020603050405020304" pitchFamily="18" charset="0"/>
            </a:endParaRPr>
          </a:p>
        </p:txBody>
      </p:sp>
      <p:cxnSp>
        <p:nvCxnSpPr>
          <p:cNvPr id="7" name="直線接點 6">
            <a:extLst>
              <a:ext uri="{FF2B5EF4-FFF2-40B4-BE49-F238E27FC236}">
                <a16:creationId xmlns:a16="http://schemas.microsoft.com/office/drawing/2014/main" id="{D1569D2C-624D-4027-8D85-B44F2E61BB07}"/>
              </a:ext>
            </a:extLst>
          </p:cNvPr>
          <p:cNvCxnSpPr>
            <a:stCxn id="3" idx="4"/>
            <a:endCxn id="18" idx="0"/>
          </p:cNvCxnSpPr>
          <p:nvPr/>
        </p:nvCxnSpPr>
        <p:spPr>
          <a:xfrm>
            <a:off x="6866389" y="2760662"/>
            <a:ext cx="0" cy="8125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20F7699C-DD50-496D-B0A6-9327D503F116}"/>
              </a:ext>
            </a:extLst>
          </p:cNvPr>
          <p:cNvCxnSpPr>
            <a:cxnSpLocks/>
            <a:stCxn id="3" idx="6"/>
            <a:endCxn id="16" idx="2"/>
          </p:cNvCxnSpPr>
          <p:nvPr/>
        </p:nvCxnSpPr>
        <p:spPr>
          <a:xfrm>
            <a:off x="7197754" y="2431548"/>
            <a:ext cx="101506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8F6BC67E-D157-4496-AC57-3815679803D3}"/>
              </a:ext>
            </a:extLst>
          </p:cNvPr>
          <p:cNvCxnSpPr>
            <a:cxnSpLocks/>
            <a:stCxn id="16" idx="3"/>
            <a:endCxn id="18" idx="7"/>
          </p:cNvCxnSpPr>
          <p:nvPr/>
        </p:nvCxnSpPr>
        <p:spPr>
          <a:xfrm flipH="1">
            <a:off x="7100699" y="2664267"/>
            <a:ext cx="1209178" cy="1005379"/>
          </a:xfrm>
          <a:prstGeom prst="line">
            <a:avLst/>
          </a:prstGeom>
          <a:ln w="3810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712E4F96-B4AE-4C63-87D6-9CE80A2240F2}"/>
              </a:ext>
            </a:extLst>
          </p:cNvPr>
          <p:cNvCxnSpPr>
            <a:cxnSpLocks/>
            <a:stCxn id="19" idx="2"/>
            <a:endCxn id="18" idx="6"/>
          </p:cNvCxnSpPr>
          <p:nvPr/>
        </p:nvCxnSpPr>
        <p:spPr>
          <a:xfrm flipH="1">
            <a:off x="7197754" y="3902366"/>
            <a:ext cx="1015068" cy="0"/>
          </a:xfrm>
          <a:prstGeom prst="line">
            <a:avLst/>
          </a:prstGeom>
          <a:ln w="3810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B3E2189B-E900-4E40-A95C-10C51B08C344}"/>
              </a:ext>
            </a:extLst>
          </p:cNvPr>
          <p:cNvCxnSpPr>
            <a:cxnSpLocks/>
            <a:stCxn id="16" idx="4"/>
            <a:endCxn id="19" idx="0"/>
          </p:cNvCxnSpPr>
          <p:nvPr/>
        </p:nvCxnSpPr>
        <p:spPr>
          <a:xfrm>
            <a:off x="8544187" y="2760662"/>
            <a:ext cx="0" cy="812589"/>
          </a:xfrm>
          <a:prstGeom prst="line">
            <a:avLst/>
          </a:prstGeom>
          <a:ln w="3810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0388C66E-0D13-4A92-9EA1-2E53C9D3754A}"/>
              </a:ext>
            </a:extLst>
          </p:cNvPr>
          <p:cNvCxnSpPr>
            <a:cxnSpLocks/>
            <a:stCxn id="16" idx="6"/>
            <a:endCxn id="17" idx="2"/>
          </p:cNvCxnSpPr>
          <p:nvPr/>
        </p:nvCxnSpPr>
        <p:spPr>
          <a:xfrm>
            <a:off x="8875552" y="2431548"/>
            <a:ext cx="1015068" cy="0"/>
          </a:xfrm>
          <a:prstGeom prst="line">
            <a:avLst/>
          </a:prstGeom>
          <a:ln w="3810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1D79F191-9B03-4EDE-919E-CB5CA0B4270B}"/>
              </a:ext>
            </a:extLst>
          </p:cNvPr>
          <p:cNvCxnSpPr>
            <a:cxnSpLocks/>
            <a:stCxn id="16" idx="5"/>
            <a:endCxn id="20" idx="1"/>
          </p:cNvCxnSpPr>
          <p:nvPr/>
        </p:nvCxnSpPr>
        <p:spPr>
          <a:xfrm>
            <a:off x="8778497" y="2664267"/>
            <a:ext cx="1209178" cy="1005379"/>
          </a:xfrm>
          <a:prstGeom prst="line">
            <a:avLst/>
          </a:prstGeom>
          <a:ln w="3810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366DA661-82C0-40DE-9684-5DE0EDC50623}"/>
              </a:ext>
            </a:extLst>
          </p:cNvPr>
          <p:cNvCxnSpPr>
            <a:cxnSpLocks/>
            <a:stCxn id="17" idx="4"/>
            <a:endCxn id="20" idx="0"/>
          </p:cNvCxnSpPr>
          <p:nvPr/>
        </p:nvCxnSpPr>
        <p:spPr>
          <a:xfrm>
            <a:off x="10221985" y="2760662"/>
            <a:ext cx="0" cy="812589"/>
          </a:xfrm>
          <a:prstGeom prst="line">
            <a:avLst/>
          </a:prstGeom>
          <a:ln w="38100">
            <a:solidFill>
              <a:srgbClr val="B381D9"/>
            </a:solidFill>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97BF1FB2-F062-4AAD-A878-CA73B2EBCA16}"/>
              </a:ext>
            </a:extLst>
          </p:cNvPr>
          <p:cNvSpPr txBox="1"/>
          <p:nvPr/>
        </p:nvSpPr>
        <p:spPr>
          <a:xfrm>
            <a:off x="6593747" y="1678368"/>
            <a:ext cx="54528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E0D37659-5113-4B2C-BA3D-6309B8A054A6}"/>
              </a:ext>
            </a:extLst>
          </p:cNvPr>
          <p:cNvSpPr txBox="1"/>
          <p:nvPr/>
        </p:nvSpPr>
        <p:spPr>
          <a:xfrm>
            <a:off x="8300906" y="1678368"/>
            <a:ext cx="54528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5E1BAC1C-8C13-4B1E-8BC2-9DF3AE73AD9D}"/>
              </a:ext>
            </a:extLst>
          </p:cNvPr>
          <p:cNvSpPr txBox="1"/>
          <p:nvPr/>
        </p:nvSpPr>
        <p:spPr>
          <a:xfrm>
            <a:off x="9999095" y="1678368"/>
            <a:ext cx="54528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EF452821-B98D-4F03-82DE-EA9B1F2AFF36}"/>
              </a:ext>
            </a:extLst>
          </p:cNvPr>
          <p:cNvSpPr txBox="1"/>
          <p:nvPr/>
        </p:nvSpPr>
        <p:spPr>
          <a:xfrm>
            <a:off x="6698611" y="4227799"/>
            <a:ext cx="33555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p:txBody>
      </p:sp>
      <p:sp>
        <p:nvSpPr>
          <p:cNvPr id="47" name="文字方塊 46">
            <a:extLst>
              <a:ext uri="{FF2B5EF4-FFF2-40B4-BE49-F238E27FC236}">
                <a16:creationId xmlns:a16="http://schemas.microsoft.com/office/drawing/2014/main" id="{EBC9F3D7-D5B5-4918-9594-78CB5AC051AD}"/>
              </a:ext>
            </a:extLst>
          </p:cNvPr>
          <p:cNvSpPr txBox="1"/>
          <p:nvPr/>
        </p:nvSpPr>
        <p:spPr>
          <a:xfrm>
            <a:off x="8376409" y="4227799"/>
            <a:ext cx="33555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p:txBody>
      </p:sp>
      <p:sp>
        <p:nvSpPr>
          <p:cNvPr id="48" name="文字方塊 47">
            <a:extLst>
              <a:ext uri="{FF2B5EF4-FFF2-40B4-BE49-F238E27FC236}">
                <a16:creationId xmlns:a16="http://schemas.microsoft.com/office/drawing/2014/main" id="{BD82FF0B-FBAC-41A3-AFD2-1EA983950280}"/>
              </a:ext>
            </a:extLst>
          </p:cNvPr>
          <p:cNvSpPr txBox="1"/>
          <p:nvPr/>
        </p:nvSpPr>
        <p:spPr>
          <a:xfrm>
            <a:off x="10103959" y="4227799"/>
            <a:ext cx="33555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124822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a:xfrm>
            <a:off x="838200" y="365125"/>
            <a:ext cx="11099334" cy="1325563"/>
          </a:xfrm>
        </p:spPr>
        <p:txBody>
          <a:bodyPr>
            <a:normAutofit/>
          </a:bodyPr>
          <a:lstStyle/>
          <a:p>
            <a:r>
              <a:rPr lang="en-US" altLang="zh-TW" dirty="0"/>
              <a:t>MWIS </a:t>
            </a:r>
            <a:r>
              <a:rPr lang="zh-TW" altLang="en-US" dirty="0"/>
              <a:t>≡</a:t>
            </a:r>
            <a:r>
              <a:rPr lang="en-US" altLang="zh-TW" dirty="0"/>
              <a:t> minimum weighted vertex cover (MWVC)</a:t>
            </a:r>
            <a:endParaRPr lang="zh-TW" altLang="en-US" sz="4000" dirty="0">
              <a:latin typeface="Times New Roman" panose="02020603050405020304" pitchFamily="18" charset="0"/>
              <a:cs typeface="Times New Roman" panose="02020603050405020304" pitchFamily="18" charset="0"/>
            </a:endParaRPr>
          </a:p>
        </p:txBody>
      </p:sp>
      <p:sp>
        <p:nvSpPr>
          <p:cNvPr id="5" name="內容版面配置區 2">
            <a:extLst>
              <a:ext uri="{FF2B5EF4-FFF2-40B4-BE49-F238E27FC236}">
                <a16:creationId xmlns:a16="http://schemas.microsoft.com/office/drawing/2014/main" id="{F6EA58E2-2273-4205-A760-53EF7CF46072}"/>
              </a:ext>
            </a:extLst>
          </p:cNvPr>
          <p:cNvSpPr>
            <a:spLocks noGrp="1"/>
          </p:cNvSpPr>
          <p:nvPr>
            <p:ph idx="1"/>
          </p:nvPr>
        </p:nvSpPr>
        <p:spPr>
          <a:xfrm>
            <a:off x="838200" y="5231599"/>
            <a:ext cx="10515600" cy="1540675"/>
          </a:xfrm>
        </p:spPr>
        <p:txBody>
          <a:bodyPr>
            <a:noAutofit/>
          </a:bodyPr>
          <a:lstStyle/>
          <a:p>
            <a:pPr marL="0" indent="0">
              <a:lnSpc>
                <a:spcPts val="3500"/>
              </a:lnSpc>
              <a:spcBef>
                <a:spcPts val="1800"/>
              </a:spcBef>
              <a:buNone/>
            </a:pPr>
            <a:r>
              <a:rPr lang="en-US" altLang="zh-TW" sz="2400" dirty="0"/>
              <a:t>Maximum Weighted Independent Set (MWIS) </a:t>
            </a:r>
            <a:br>
              <a:rPr lang="en-US" altLang="zh-TW" sz="2400" dirty="0"/>
            </a:br>
            <a:r>
              <a:rPr lang="en-US" altLang="zh-TW" sz="2400" dirty="0"/>
              <a:t>is the complement of  </a:t>
            </a:r>
            <a:br>
              <a:rPr lang="en-US" altLang="zh-TW" sz="2400" dirty="0"/>
            </a:br>
            <a:r>
              <a:rPr lang="en-US" altLang="zh-TW" sz="2400" dirty="0"/>
              <a:t>Minimum Weighted Vertex Cover (MWVC)</a:t>
            </a:r>
          </a:p>
        </p:txBody>
      </p:sp>
      <p:grpSp>
        <p:nvGrpSpPr>
          <p:cNvPr id="112" name="群組 111">
            <a:extLst>
              <a:ext uri="{FF2B5EF4-FFF2-40B4-BE49-F238E27FC236}">
                <a16:creationId xmlns:a16="http://schemas.microsoft.com/office/drawing/2014/main" id="{72717F62-4A38-4E3D-B1BC-6909731CD2AC}"/>
              </a:ext>
            </a:extLst>
          </p:cNvPr>
          <p:cNvGrpSpPr/>
          <p:nvPr/>
        </p:nvGrpSpPr>
        <p:grpSpPr>
          <a:xfrm>
            <a:off x="1991488" y="2495984"/>
            <a:ext cx="2739672" cy="1946049"/>
            <a:chOff x="768314" y="1912690"/>
            <a:chExt cx="2739672" cy="1946049"/>
          </a:xfrm>
        </p:grpSpPr>
        <p:sp>
          <p:nvSpPr>
            <p:cNvPr id="6" name="橢圓 5">
              <a:extLst>
                <a:ext uri="{FF2B5EF4-FFF2-40B4-BE49-F238E27FC236}">
                  <a16:creationId xmlns:a16="http://schemas.microsoft.com/office/drawing/2014/main" id="{1C766B39-1BEA-42FA-BB33-8115436AEF7E}"/>
                </a:ext>
              </a:extLst>
            </p:cNvPr>
            <p:cNvSpPr/>
            <p:nvPr/>
          </p:nvSpPr>
          <p:spPr>
            <a:xfrm>
              <a:off x="1333850"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9" name="橢圓 58">
              <a:extLst>
                <a:ext uri="{FF2B5EF4-FFF2-40B4-BE49-F238E27FC236}">
                  <a16:creationId xmlns:a16="http://schemas.microsoft.com/office/drawing/2014/main" id="{62C87DFB-6C8B-45A5-9715-6F6EC26648B8}"/>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60" name="橢圓 59">
              <a:extLst>
                <a:ext uri="{FF2B5EF4-FFF2-40B4-BE49-F238E27FC236}">
                  <a16:creationId xmlns:a16="http://schemas.microsoft.com/office/drawing/2014/main" id="{B38DCA73-C7C4-463C-89A5-6D01E1E36053}"/>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61" name="橢圓 60">
              <a:extLst>
                <a:ext uri="{FF2B5EF4-FFF2-40B4-BE49-F238E27FC236}">
                  <a16:creationId xmlns:a16="http://schemas.microsoft.com/office/drawing/2014/main" id="{99739AEC-3755-4A0E-AA41-FD9EBF1AEF19}"/>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62" name="橢圓 61">
              <a:extLst>
                <a:ext uri="{FF2B5EF4-FFF2-40B4-BE49-F238E27FC236}">
                  <a16:creationId xmlns:a16="http://schemas.microsoft.com/office/drawing/2014/main" id="{3BF76C87-1672-40CF-AC30-93C1A62F28E5}"/>
                </a:ext>
              </a:extLst>
            </p:cNvPr>
            <p:cNvSpPr/>
            <p:nvPr/>
          </p:nvSpPr>
          <p:spPr>
            <a:xfrm>
              <a:off x="2773982"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63" name="橢圓 62">
              <a:extLst>
                <a:ext uri="{FF2B5EF4-FFF2-40B4-BE49-F238E27FC236}">
                  <a16:creationId xmlns:a16="http://schemas.microsoft.com/office/drawing/2014/main" id="{0608872C-8A7D-491B-B7D3-35E4ED6C0AF3}"/>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64" name="橢圓 63">
              <a:extLst>
                <a:ext uri="{FF2B5EF4-FFF2-40B4-BE49-F238E27FC236}">
                  <a16:creationId xmlns:a16="http://schemas.microsoft.com/office/drawing/2014/main" id="{2AD03ABA-E7F2-4258-997C-F40C9EC60AFD}"/>
                </a:ext>
              </a:extLst>
            </p:cNvPr>
            <p:cNvSpPr/>
            <p:nvPr/>
          </p:nvSpPr>
          <p:spPr>
            <a:xfrm>
              <a:off x="1800860"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65" name="橢圓 64">
              <a:extLst>
                <a:ext uri="{FF2B5EF4-FFF2-40B4-BE49-F238E27FC236}">
                  <a16:creationId xmlns:a16="http://schemas.microsoft.com/office/drawing/2014/main" id="{C16AAAEE-55C9-495E-ABE9-B85042BD8ABE}"/>
                </a:ext>
              </a:extLst>
            </p:cNvPr>
            <p:cNvSpPr/>
            <p:nvPr/>
          </p:nvSpPr>
          <p:spPr>
            <a:xfrm>
              <a:off x="2773982"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66" name="橢圓 65">
              <a:extLst>
                <a:ext uri="{FF2B5EF4-FFF2-40B4-BE49-F238E27FC236}">
                  <a16:creationId xmlns:a16="http://schemas.microsoft.com/office/drawing/2014/main" id="{6E976DD9-0C46-4725-9049-F672DA476D5D}"/>
                </a:ext>
              </a:extLst>
            </p:cNvPr>
            <p:cNvSpPr/>
            <p:nvPr/>
          </p:nvSpPr>
          <p:spPr>
            <a:xfrm>
              <a:off x="2088860" y="2918142"/>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9" name="直線接點 8">
              <a:extLst>
                <a:ext uri="{FF2B5EF4-FFF2-40B4-BE49-F238E27FC236}">
                  <a16:creationId xmlns:a16="http://schemas.microsoft.com/office/drawing/2014/main" id="{354A2E41-01DA-443F-9ED3-6150EE8D20B0}"/>
                </a:ext>
              </a:extLst>
            </p:cNvPr>
            <p:cNvCxnSpPr>
              <a:cxnSpLocks/>
            </p:cNvCxnSpPr>
            <p:nvPr/>
          </p:nvCxnSpPr>
          <p:spPr>
            <a:xfrm>
              <a:off x="1550613" y="2191529"/>
              <a:ext cx="574074" cy="762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77A06345-629A-4A80-B27B-CA9816C83502}"/>
                </a:ext>
              </a:extLst>
            </p:cNvPr>
            <p:cNvCxnSpPr>
              <a:cxnSpLocks/>
            </p:cNvCxnSpPr>
            <p:nvPr/>
          </p:nvCxnSpPr>
          <p:spPr>
            <a:xfrm>
              <a:off x="1621337" y="2152905"/>
              <a:ext cx="574074" cy="762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7458C114-C7F8-41BE-AAC0-6E961CF03A7A}"/>
                </a:ext>
              </a:extLst>
            </p:cNvPr>
            <p:cNvCxnSpPr>
              <a:cxnSpLocks/>
              <a:stCxn id="6" idx="6"/>
              <a:endCxn id="59" idx="2"/>
            </p:cNvCxnSpPr>
            <p:nvPr/>
          </p:nvCxnSpPr>
          <p:spPr>
            <a:xfrm>
              <a:off x="1621850" y="2056690"/>
              <a:ext cx="7270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線接點 71">
              <a:extLst>
                <a:ext uri="{FF2B5EF4-FFF2-40B4-BE49-F238E27FC236}">
                  <a16:creationId xmlns:a16="http://schemas.microsoft.com/office/drawing/2014/main" id="{8504C206-B6C2-48F5-8B48-909442FA26B8}"/>
                </a:ext>
              </a:extLst>
            </p:cNvPr>
            <p:cNvCxnSpPr>
              <a:cxnSpLocks/>
              <a:stCxn id="6" idx="3"/>
              <a:endCxn id="61" idx="0"/>
            </p:cNvCxnSpPr>
            <p:nvPr/>
          </p:nvCxnSpPr>
          <p:spPr>
            <a:xfrm flipH="1">
              <a:off x="912314" y="2158513"/>
              <a:ext cx="463713" cy="4756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接點 74">
              <a:extLst>
                <a:ext uri="{FF2B5EF4-FFF2-40B4-BE49-F238E27FC236}">
                  <a16:creationId xmlns:a16="http://schemas.microsoft.com/office/drawing/2014/main" id="{F8ECD634-98E0-4C4E-AB51-15C30DE90994}"/>
                </a:ext>
              </a:extLst>
            </p:cNvPr>
            <p:cNvCxnSpPr>
              <a:cxnSpLocks/>
              <a:stCxn id="64" idx="2"/>
              <a:endCxn id="63"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F9C68D17-058F-45EE-B85B-46C20DDD62DB}"/>
                </a:ext>
              </a:extLst>
            </p:cNvPr>
            <p:cNvCxnSpPr>
              <a:cxnSpLocks/>
              <a:stCxn id="66" idx="3"/>
              <a:endCxn id="64"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05AB536D-43E8-4E4E-A966-DF51F806353E}"/>
                </a:ext>
              </a:extLst>
            </p:cNvPr>
            <p:cNvCxnSpPr>
              <a:cxnSpLocks/>
              <a:stCxn id="59" idx="5"/>
              <a:endCxn id="62" idx="1"/>
            </p:cNvCxnSpPr>
            <p:nvPr/>
          </p:nvCxnSpPr>
          <p:spPr>
            <a:xfrm>
              <a:off x="2594741" y="2158513"/>
              <a:ext cx="22141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線接點 85">
              <a:extLst>
                <a:ext uri="{FF2B5EF4-FFF2-40B4-BE49-F238E27FC236}">
                  <a16:creationId xmlns:a16="http://schemas.microsoft.com/office/drawing/2014/main" id="{142CA0E5-B4AB-4FDD-BEC8-7B45C967D91C}"/>
                </a:ext>
              </a:extLst>
            </p:cNvPr>
            <p:cNvCxnSpPr>
              <a:cxnSpLocks/>
              <a:stCxn id="60" idx="3"/>
              <a:endCxn id="62" idx="7"/>
            </p:cNvCxnSpPr>
            <p:nvPr/>
          </p:nvCxnSpPr>
          <p:spPr>
            <a:xfrm flipH="1">
              <a:off x="3019805" y="2158513"/>
              <a:ext cx="24235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5C5381A0-950E-4B02-809D-C73E64EA32A0}"/>
                </a:ext>
              </a:extLst>
            </p:cNvPr>
            <p:cNvCxnSpPr>
              <a:cxnSpLocks/>
              <a:stCxn id="66" idx="7"/>
              <a:endCxn id="62" idx="3"/>
            </p:cNvCxnSpPr>
            <p:nvPr/>
          </p:nvCxnSpPr>
          <p:spPr>
            <a:xfrm flipV="1">
              <a:off x="2334683" y="2879966"/>
              <a:ext cx="481476" cy="803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3A2CEAAF-D94A-4F24-94E9-C709EA43BAB9}"/>
                </a:ext>
              </a:extLst>
            </p:cNvPr>
            <p:cNvCxnSpPr>
              <a:cxnSpLocks/>
              <a:stCxn id="66" idx="5"/>
              <a:endCxn id="65" idx="1"/>
            </p:cNvCxnSpPr>
            <p:nvPr/>
          </p:nvCxnSpPr>
          <p:spPr>
            <a:xfrm>
              <a:off x="2334683" y="3163965"/>
              <a:ext cx="481476" cy="4489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E171A7CA-0E95-45D7-AE8A-B74FC5DEDB42}"/>
                </a:ext>
              </a:extLst>
            </p:cNvPr>
            <p:cNvCxnSpPr>
              <a:cxnSpLocks/>
              <a:stCxn id="64" idx="6"/>
              <a:endCxn id="65" idx="2"/>
            </p:cNvCxnSpPr>
            <p:nvPr/>
          </p:nvCxnSpPr>
          <p:spPr>
            <a:xfrm>
              <a:off x="2088860" y="3714739"/>
              <a:ext cx="685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137A314B-458D-4116-9E95-D67285FEE1E5}"/>
                </a:ext>
              </a:extLst>
            </p:cNvPr>
            <p:cNvCxnSpPr>
              <a:cxnSpLocks/>
              <a:stCxn id="63" idx="2"/>
              <a:endCxn id="61" idx="3"/>
            </p:cNvCxnSpPr>
            <p:nvPr/>
          </p:nvCxnSpPr>
          <p:spPr>
            <a:xfrm flipH="1" flipV="1">
              <a:off x="810491" y="2879966"/>
              <a:ext cx="315022" cy="834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F59D49BB-F017-447E-B992-D094CF07D682}"/>
                </a:ext>
              </a:extLst>
            </p:cNvPr>
            <p:cNvCxnSpPr>
              <a:cxnSpLocks/>
              <a:stCxn id="63" idx="0"/>
              <a:endCxn id="61" idx="5"/>
            </p:cNvCxnSpPr>
            <p:nvPr/>
          </p:nvCxnSpPr>
          <p:spPr>
            <a:xfrm flipH="1" flipV="1">
              <a:off x="1014137" y="2879966"/>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手繪多邊形: 圖案 110">
              <a:extLst>
                <a:ext uri="{FF2B5EF4-FFF2-40B4-BE49-F238E27FC236}">
                  <a16:creationId xmlns:a16="http://schemas.microsoft.com/office/drawing/2014/main" id="{CBF2ABD4-8F13-4B30-BF16-C38ECD305F1B}"/>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15" name="群組 114">
            <a:extLst>
              <a:ext uri="{FF2B5EF4-FFF2-40B4-BE49-F238E27FC236}">
                <a16:creationId xmlns:a16="http://schemas.microsoft.com/office/drawing/2014/main" id="{374692AA-8018-4CA4-9B28-2B8B1EBD3546}"/>
              </a:ext>
            </a:extLst>
          </p:cNvPr>
          <p:cNvGrpSpPr/>
          <p:nvPr/>
        </p:nvGrpSpPr>
        <p:grpSpPr>
          <a:xfrm>
            <a:off x="7651468" y="1630531"/>
            <a:ext cx="2739672" cy="1946049"/>
            <a:chOff x="768314" y="1912690"/>
            <a:chExt cx="2739672" cy="1946049"/>
          </a:xfrm>
        </p:grpSpPr>
        <p:sp>
          <p:nvSpPr>
            <p:cNvPr id="116" name="橢圓 115">
              <a:extLst>
                <a:ext uri="{FF2B5EF4-FFF2-40B4-BE49-F238E27FC236}">
                  <a16:creationId xmlns:a16="http://schemas.microsoft.com/office/drawing/2014/main" id="{59651754-2465-4E2D-8A21-D843CFB7E197}"/>
                </a:ext>
              </a:extLst>
            </p:cNvPr>
            <p:cNvSpPr/>
            <p:nvPr/>
          </p:nvSpPr>
          <p:spPr>
            <a:xfrm>
              <a:off x="1333850"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7" name="橢圓 116">
              <a:extLst>
                <a:ext uri="{FF2B5EF4-FFF2-40B4-BE49-F238E27FC236}">
                  <a16:creationId xmlns:a16="http://schemas.microsoft.com/office/drawing/2014/main" id="{CB47932D-1F7F-4705-B0EE-B658FE905E88}"/>
                </a:ext>
              </a:extLst>
            </p:cNvPr>
            <p:cNvSpPr/>
            <p:nvPr/>
          </p:nvSpPr>
          <p:spPr>
            <a:xfrm>
              <a:off x="2348918" y="1912690"/>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8" name="橢圓 117">
              <a:extLst>
                <a:ext uri="{FF2B5EF4-FFF2-40B4-BE49-F238E27FC236}">
                  <a16:creationId xmlns:a16="http://schemas.microsoft.com/office/drawing/2014/main" id="{4F7B33BC-D0FA-477D-A568-0F73045532E1}"/>
                </a:ext>
              </a:extLst>
            </p:cNvPr>
            <p:cNvSpPr/>
            <p:nvPr/>
          </p:nvSpPr>
          <p:spPr>
            <a:xfrm>
              <a:off x="3219986" y="1912690"/>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9" name="橢圓 118">
              <a:extLst>
                <a:ext uri="{FF2B5EF4-FFF2-40B4-BE49-F238E27FC236}">
                  <a16:creationId xmlns:a16="http://schemas.microsoft.com/office/drawing/2014/main" id="{4832451E-4409-489B-A0BB-33D33CCCEFC1}"/>
                </a:ext>
              </a:extLst>
            </p:cNvPr>
            <p:cNvSpPr/>
            <p:nvPr/>
          </p:nvSpPr>
          <p:spPr>
            <a:xfrm>
              <a:off x="768314" y="2634143"/>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0" name="橢圓 119">
              <a:extLst>
                <a:ext uri="{FF2B5EF4-FFF2-40B4-BE49-F238E27FC236}">
                  <a16:creationId xmlns:a16="http://schemas.microsoft.com/office/drawing/2014/main" id="{2A065434-6D0F-4C2B-8D4A-B80367BD3425}"/>
                </a:ext>
              </a:extLst>
            </p:cNvPr>
            <p:cNvSpPr/>
            <p:nvPr/>
          </p:nvSpPr>
          <p:spPr>
            <a:xfrm>
              <a:off x="2773982"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1" name="橢圓 120">
              <a:extLst>
                <a:ext uri="{FF2B5EF4-FFF2-40B4-BE49-F238E27FC236}">
                  <a16:creationId xmlns:a16="http://schemas.microsoft.com/office/drawing/2014/main" id="{025CDBC2-2D34-44EA-B69A-E8FE506A7B02}"/>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2" name="橢圓 121">
              <a:extLst>
                <a:ext uri="{FF2B5EF4-FFF2-40B4-BE49-F238E27FC236}">
                  <a16:creationId xmlns:a16="http://schemas.microsoft.com/office/drawing/2014/main" id="{5E1F546D-E327-43FB-9525-B52DD056971F}"/>
                </a:ext>
              </a:extLst>
            </p:cNvPr>
            <p:cNvSpPr/>
            <p:nvPr/>
          </p:nvSpPr>
          <p:spPr>
            <a:xfrm>
              <a:off x="1800860" y="3570739"/>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3" name="橢圓 122">
              <a:extLst>
                <a:ext uri="{FF2B5EF4-FFF2-40B4-BE49-F238E27FC236}">
                  <a16:creationId xmlns:a16="http://schemas.microsoft.com/office/drawing/2014/main" id="{15EBFCF3-28EC-4B6D-9EF3-32F1EEBAD8DE}"/>
                </a:ext>
              </a:extLst>
            </p:cNvPr>
            <p:cNvSpPr/>
            <p:nvPr/>
          </p:nvSpPr>
          <p:spPr>
            <a:xfrm>
              <a:off x="2773982"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4" name="橢圓 123">
              <a:extLst>
                <a:ext uri="{FF2B5EF4-FFF2-40B4-BE49-F238E27FC236}">
                  <a16:creationId xmlns:a16="http://schemas.microsoft.com/office/drawing/2014/main" id="{BF321684-66BC-4017-B9F9-20D74D0D919C}"/>
                </a:ext>
              </a:extLst>
            </p:cNvPr>
            <p:cNvSpPr/>
            <p:nvPr/>
          </p:nvSpPr>
          <p:spPr>
            <a:xfrm>
              <a:off x="2088860" y="2918142"/>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25" name="直線接點 124">
              <a:extLst>
                <a:ext uri="{FF2B5EF4-FFF2-40B4-BE49-F238E27FC236}">
                  <a16:creationId xmlns:a16="http://schemas.microsoft.com/office/drawing/2014/main" id="{E77543D9-0646-4C76-A897-6FB1C8DCFB8B}"/>
                </a:ext>
              </a:extLst>
            </p:cNvPr>
            <p:cNvCxnSpPr>
              <a:cxnSpLocks/>
            </p:cNvCxnSpPr>
            <p:nvPr/>
          </p:nvCxnSpPr>
          <p:spPr>
            <a:xfrm>
              <a:off x="1550613" y="2191529"/>
              <a:ext cx="574074" cy="762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76FE8D0F-39FC-4510-9510-3EB9864AF57A}"/>
                </a:ext>
              </a:extLst>
            </p:cNvPr>
            <p:cNvCxnSpPr>
              <a:cxnSpLocks/>
            </p:cNvCxnSpPr>
            <p:nvPr/>
          </p:nvCxnSpPr>
          <p:spPr>
            <a:xfrm>
              <a:off x="1621337" y="2152905"/>
              <a:ext cx="574074" cy="762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BD624131-6EF3-46C3-BE0C-847D6F0AFE78}"/>
                </a:ext>
              </a:extLst>
            </p:cNvPr>
            <p:cNvCxnSpPr>
              <a:cxnSpLocks/>
              <a:stCxn id="116" idx="6"/>
              <a:endCxn id="117" idx="2"/>
            </p:cNvCxnSpPr>
            <p:nvPr/>
          </p:nvCxnSpPr>
          <p:spPr>
            <a:xfrm>
              <a:off x="1621850" y="2056690"/>
              <a:ext cx="7270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3BB7FD28-39A3-4C92-986C-B2F5A24ED7D6}"/>
                </a:ext>
              </a:extLst>
            </p:cNvPr>
            <p:cNvCxnSpPr>
              <a:cxnSpLocks/>
              <a:stCxn id="116" idx="3"/>
              <a:endCxn id="119" idx="0"/>
            </p:cNvCxnSpPr>
            <p:nvPr/>
          </p:nvCxnSpPr>
          <p:spPr>
            <a:xfrm flipH="1">
              <a:off x="912314" y="2158513"/>
              <a:ext cx="463713" cy="4756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EE2DFF89-FCAA-4655-BF20-3425B2B623E9}"/>
                </a:ext>
              </a:extLst>
            </p:cNvPr>
            <p:cNvCxnSpPr>
              <a:cxnSpLocks/>
              <a:stCxn id="122" idx="2"/>
              <a:endCxn id="121"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8CAF95FD-E61E-4C63-A0A5-184E50BC7619}"/>
                </a:ext>
              </a:extLst>
            </p:cNvPr>
            <p:cNvCxnSpPr>
              <a:cxnSpLocks/>
              <a:stCxn id="124" idx="3"/>
              <a:endCxn id="122"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BD65EBA5-E6EC-4D02-9391-2175FAB56DDA}"/>
                </a:ext>
              </a:extLst>
            </p:cNvPr>
            <p:cNvCxnSpPr>
              <a:cxnSpLocks/>
              <a:stCxn id="117" idx="5"/>
              <a:endCxn id="120" idx="1"/>
            </p:cNvCxnSpPr>
            <p:nvPr/>
          </p:nvCxnSpPr>
          <p:spPr>
            <a:xfrm>
              <a:off x="2594741" y="2158513"/>
              <a:ext cx="22141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26DBD892-67F5-4AFA-9E35-635AF2769F9B}"/>
                </a:ext>
              </a:extLst>
            </p:cNvPr>
            <p:cNvCxnSpPr>
              <a:cxnSpLocks/>
              <a:stCxn id="118" idx="3"/>
              <a:endCxn id="120" idx="7"/>
            </p:cNvCxnSpPr>
            <p:nvPr/>
          </p:nvCxnSpPr>
          <p:spPr>
            <a:xfrm flipH="1">
              <a:off x="3019805" y="2158513"/>
              <a:ext cx="24235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763140AF-7741-49F5-BA42-78FCC7599EC6}"/>
                </a:ext>
              </a:extLst>
            </p:cNvPr>
            <p:cNvCxnSpPr>
              <a:cxnSpLocks/>
              <a:stCxn id="124" idx="7"/>
              <a:endCxn id="120" idx="3"/>
            </p:cNvCxnSpPr>
            <p:nvPr/>
          </p:nvCxnSpPr>
          <p:spPr>
            <a:xfrm flipV="1">
              <a:off x="2334683" y="2879966"/>
              <a:ext cx="481476" cy="803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B76015C7-26DF-4D03-BB1E-E64276C31D87}"/>
                </a:ext>
              </a:extLst>
            </p:cNvPr>
            <p:cNvCxnSpPr>
              <a:cxnSpLocks/>
              <a:stCxn id="124" idx="5"/>
              <a:endCxn id="123" idx="1"/>
            </p:cNvCxnSpPr>
            <p:nvPr/>
          </p:nvCxnSpPr>
          <p:spPr>
            <a:xfrm>
              <a:off x="2334683" y="3163965"/>
              <a:ext cx="481476" cy="4489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D770A2F8-AFE1-445D-A06A-371AC0E00321}"/>
                </a:ext>
              </a:extLst>
            </p:cNvPr>
            <p:cNvCxnSpPr>
              <a:cxnSpLocks/>
              <a:stCxn id="122" idx="6"/>
              <a:endCxn id="123" idx="2"/>
            </p:cNvCxnSpPr>
            <p:nvPr/>
          </p:nvCxnSpPr>
          <p:spPr>
            <a:xfrm>
              <a:off x="2088860" y="3714739"/>
              <a:ext cx="685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線接點 135">
              <a:extLst>
                <a:ext uri="{FF2B5EF4-FFF2-40B4-BE49-F238E27FC236}">
                  <a16:creationId xmlns:a16="http://schemas.microsoft.com/office/drawing/2014/main" id="{920851D3-E1EB-4A5F-9D14-6585818E22A5}"/>
                </a:ext>
              </a:extLst>
            </p:cNvPr>
            <p:cNvCxnSpPr>
              <a:cxnSpLocks/>
              <a:stCxn id="121" idx="2"/>
              <a:endCxn id="119" idx="3"/>
            </p:cNvCxnSpPr>
            <p:nvPr/>
          </p:nvCxnSpPr>
          <p:spPr>
            <a:xfrm flipH="1" flipV="1">
              <a:off x="810491" y="2879966"/>
              <a:ext cx="315022" cy="834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線接點 136">
              <a:extLst>
                <a:ext uri="{FF2B5EF4-FFF2-40B4-BE49-F238E27FC236}">
                  <a16:creationId xmlns:a16="http://schemas.microsoft.com/office/drawing/2014/main" id="{9DFA1A43-B3A0-4CC7-803D-1F7F4527F301}"/>
                </a:ext>
              </a:extLst>
            </p:cNvPr>
            <p:cNvCxnSpPr>
              <a:cxnSpLocks/>
              <a:stCxn id="121" idx="0"/>
              <a:endCxn id="119" idx="5"/>
            </p:cNvCxnSpPr>
            <p:nvPr/>
          </p:nvCxnSpPr>
          <p:spPr>
            <a:xfrm flipH="1" flipV="1">
              <a:off x="1014137" y="2879966"/>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手繪多邊形: 圖案 137">
              <a:extLst>
                <a:ext uri="{FF2B5EF4-FFF2-40B4-BE49-F238E27FC236}">
                  <a16:creationId xmlns:a16="http://schemas.microsoft.com/office/drawing/2014/main" id="{22325D23-E1E2-4D33-9172-C01D198DCE77}"/>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63" name="群組 162">
            <a:extLst>
              <a:ext uri="{FF2B5EF4-FFF2-40B4-BE49-F238E27FC236}">
                <a16:creationId xmlns:a16="http://schemas.microsoft.com/office/drawing/2014/main" id="{50965705-241E-4694-821D-8269F26D6D52}"/>
              </a:ext>
            </a:extLst>
          </p:cNvPr>
          <p:cNvGrpSpPr/>
          <p:nvPr/>
        </p:nvGrpSpPr>
        <p:grpSpPr>
          <a:xfrm>
            <a:off x="7651468" y="4055887"/>
            <a:ext cx="2739672" cy="1946049"/>
            <a:chOff x="768314" y="1912690"/>
            <a:chExt cx="2739672" cy="1946049"/>
          </a:xfrm>
        </p:grpSpPr>
        <p:sp>
          <p:nvSpPr>
            <p:cNvPr id="164" name="橢圓 163">
              <a:extLst>
                <a:ext uri="{FF2B5EF4-FFF2-40B4-BE49-F238E27FC236}">
                  <a16:creationId xmlns:a16="http://schemas.microsoft.com/office/drawing/2014/main" id="{A5341EE6-1B7E-4023-A7E0-5E5F92B1BD25}"/>
                </a:ext>
              </a:extLst>
            </p:cNvPr>
            <p:cNvSpPr/>
            <p:nvPr/>
          </p:nvSpPr>
          <p:spPr>
            <a:xfrm>
              <a:off x="1333850" y="1912690"/>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5" name="橢圓 164">
              <a:extLst>
                <a:ext uri="{FF2B5EF4-FFF2-40B4-BE49-F238E27FC236}">
                  <a16:creationId xmlns:a16="http://schemas.microsoft.com/office/drawing/2014/main" id="{EBA4F397-00CA-4D28-A8AD-5786F7834353}"/>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6" name="橢圓 165">
              <a:extLst>
                <a:ext uri="{FF2B5EF4-FFF2-40B4-BE49-F238E27FC236}">
                  <a16:creationId xmlns:a16="http://schemas.microsoft.com/office/drawing/2014/main" id="{D146911C-D60B-45A6-BC7B-6B43F0C196B1}"/>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7" name="橢圓 166">
              <a:extLst>
                <a:ext uri="{FF2B5EF4-FFF2-40B4-BE49-F238E27FC236}">
                  <a16:creationId xmlns:a16="http://schemas.microsoft.com/office/drawing/2014/main" id="{34A5C6A3-500C-4D3E-9D7F-06A71F152EAE}"/>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8" name="橢圓 167">
              <a:extLst>
                <a:ext uri="{FF2B5EF4-FFF2-40B4-BE49-F238E27FC236}">
                  <a16:creationId xmlns:a16="http://schemas.microsoft.com/office/drawing/2014/main" id="{3056C827-029C-4D9D-8BD4-96B75AF45822}"/>
                </a:ext>
              </a:extLst>
            </p:cNvPr>
            <p:cNvSpPr/>
            <p:nvPr/>
          </p:nvSpPr>
          <p:spPr>
            <a:xfrm>
              <a:off x="2773982" y="2634143"/>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9" name="橢圓 168">
              <a:extLst>
                <a:ext uri="{FF2B5EF4-FFF2-40B4-BE49-F238E27FC236}">
                  <a16:creationId xmlns:a16="http://schemas.microsoft.com/office/drawing/2014/main" id="{FC4E6D88-0C75-455E-A5A7-E8F534E16BF2}"/>
                </a:ext>
              </a:extLst>
            </p:cNvPr>
            <p:cNvSpPr/>
            <p:nvPr/>
          </p:nvSpPr>
          <p:spPr>
            <a:xfrm>
              <a:off x="1125513" y="3570739"/>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70" name="橢圓 169">
              <a:extLst>
                <a:ext uri="{FF2B5EF4-FFF2-40B4-BE49-F238E27FC236}">
                  <a16:creationId xmlns:a16="http://schemas.microsoft.com/office/drawing/2014/main" id="{80E82E98-5771-4C66-9938-F74533A21EAD}"/>
                </a:ext>
              </a:extLst>
            </p:cNvPr>
            <p:cNvSpPr/>
            <p:nvPr/>
          </p:nvSpPr>
          <p:spPr>
            <a:xfrm>
              <a:off x="1800860"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71" name="橢圓 170">
              <a:extLst>
                <a:ext uri="{FF2B5EF4-FFF2-40B4-BE49-F238E27FC236}">
                  <a16:creationId xmlns:a16="http://schemas.microsoft.com/office/drawing/2014/main" id="{39BF264D-212F-4921-8183-42C2BDCF933B}"/>
                </a:ext>
              </a:extLst>
            </p:cNvPr>
            <p:cNvSpPr/>
            <p:nvPr/>
          </p:nvSpPr>
          <p:spPr>
            <a:xfrm>
              <a:off x="2773982" y="3570739"/>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72" name="橢圓 171">
              <a:extLst>
                <a:ext uri="{FF2B5EF4-FFF2-40B4-BE49-F238E27FC236}">
                  <a16:creationId xmlns:a16="http://schemas.microsoft.com/office/drawing/2014/main" id="{A9E268AB-FEF0-4E22-B8E9-B4D215CF88E5}"/>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73" name="直線接點 172">
              <a:extLst>
                <a:ext uri="{FF2B5EF4-FFF2-40B4-BE49-F238E27FC236}">
                  <a16:creationId xmlns:a16="http://schemas.microsoft.com/office/drawing/2014/main" id="{2D38CEAF-4906-4BC6-8EA5-680F556BA7E1}"/>
                </a:ext>
              </a:extLst>
            </p:cNvPr>
            <p:cNvCxnSpPr>
              <a:cxnSpLocks/>
            </p:cNvCxnSpPr>
            <p:nvPr/>
          </p:nvCxnSpPr>
          <p:spPr>
            <a:xfrm>
              <a:off x="1550613" y="2191529"/>
              <a:ext cx="574074" cy="762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線接點 173">
              <a:extLst>
                <a:ext uri="{FF2B5EF4-FFF2-40B4-BE49-F238E27FC236}">
                  <a16:creationId xmlns:a16="http://schemas.microsoft.com/office/drawing/2014/main" id="{147D0454-79F9-4209-902E-83280E7A718B}"/>
                </a:ext>
              </a:extLst>
            </p:cNvPr>
            <p:cNvCxnSpPr>
              <a:cxnSpLocks/>
            </p:cNvCxnSpPr>
            <p:nvPr/>
          </p:nvCxnSpPr>
          <p:spPr>
            <a:xfrm>
              <a:off x="1621337" y="2152905"/>
              <a:ext cx="574074" cy="7624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線接點 174">
              <a:extLst>
                <a:ext uri="{FF2B5EF4-FFF2-40B4-BE49-F238E27FC236}">
                  <a16:creationId xmlns:a16="http://schemas.microsoft.com/office/drawing/2014/main" id="{E10B7E60-B9A3-49C0-859D-F75EC1660972}"/>
                </a:ext>
              </a:extLst>
            </p:cNvPr>
            <p:cNvCxnSpPr>
              <a:cxnSpLocks/>
              <a:stCxn id="164" idx="6"/>
              <a:endCxn id="165" idx="2"/>
            </p:cNvCxnSpPr>
            <p:nvPr/>
          </p:nvCxnSpPr>
          <p:spPr>
            <a:xfrm>
              <a:off x="1621850" y="2056690"/>
              <a:ext cx="7270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線接點 175">
              <a:extLst>
                <a:ext uri="{FF2B5EF4-FFF2-40B4-BE49-F238E27FC236}">
                  <a16:creationId xmlns:a16="http://schemas.microsoft.com/office/drawing/2014/main" id="{9B561F79-59B6-4FEB-A3AE-21AFBAF6A295}"/>
                </a:ext>
              </a:extLst>
            </p:cNvPr>
            <p:cNvCxnSpPr>
              <a:cxnSpLocks/>
              <a:stCxn id="164" idx="3"/>
              <a:endCxn id="167" idx="0"/>
            </p:cNvCxnSpPr>
            <p:nvPr/>
          </p:nvCxnSpPr>
          <p:spPr>
            <a:xfrm flipH="1">
              <a:off x="912314" y="2158513"/>
              <a:ext cx="463713" cy="4756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線接點 176">
              <a:extLst>
                <a:ext uri="{FF2B5EF4-FFF2-40B4-BE49-F238E27FC236}">
                  <a16:creationId xmlns:a16="http://schemas.microsoft.com/office/drawing/2014/main" id="{50A628FE-CCC8-401D-993C-E42E93F2A2A5}"/>
                </a:ext>
              </a:extLst>
            </p:cNvPr>
            <p:cNvCxnSpPr>
              <a:cxnSpLocks/>
              <a:stCxn id="170" idx="2"/>
              <a:endCxn id="169"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線接點 177">
              <a:extLst>
                <a:ext uri="{FF2B5EF4-FFF2-40B4-BE49-F238E27FC236}">
                  <a16:creationId xmlns:a16="http://schemas.microsoft.com/office/drawing/2014/main" id="{176D6841-E806-4FA5-A972-B9FA4A1E7BBA}"/>
                </a:ext>
              </a:extLst>
            </p:cNvPr>
            <p:cNvCxnSpPr>
              <a:cxnSpLocks/>
              <a:stCxn id="172" idx="3"/>
              <a:endCxn id="170"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線接點 178">
              <a:extLst>
                <a:ext uri="{FF2B5EF4-FFF2-40B4-BE49-F238E27FC236}">
                  <a16:creationId xmlns:a16="http://schemas.microsoft.com/office/drawing/2014/main" id="{22CF16CA-A22C-4ED1-8882-D75F6FE4C7AE}"/>
                </a:ext>
              </a:extLst>
            </p:cNvPr>
            <p:cNvCxnSpPr>
              <a:cxnSpLocks/>
              <a:stCxn id="165" idx="5"/>
              <a:endCxn id="168" idx="1"/>
            </p:cNvCxnSpPr>
            <p:nvPr/>
          </p:nvCxnSpPr>
          <p:spPr>
            <a:xfrm>
              <a:off x="2594741" y="2158513"/>
              <a:ext cx="22141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線接點 179">
              <a:extLst>
                <a:ext uri="{FF2B5EF4-FFF2-40B4-BE49-F238E27FC236}">
                  <a16:creationId xmlns:a16="http://schemas.microsoft.com/office/drawing/2014/main" id="{E1B762DD-0C45-40E0-95F4-7284477C118A}"/>
                </a:ext>
              </a:extLst>
            </p:cNvPr>
            <p:cNvCxnSpPr>
              <a:cxnSpLocks/>
              <a:stCxn id="166" idx="3"/>
              <a:endCxn id="168" idx="7"/>
            </p:cNvCxnSpPr>
            <p:nvPr/>
          </p:nvCxnSpPr>
          <p:spPr>
            <a:xfrm flipH="1">
              <a:off x="3019805" y="2158513"/>
              <a:ext cx="24235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線接點 180">
              <a:extLst>
                <a:ext uri="{FF2B5EF4-FFF2-40B4-BE49-F238E27FC236}">
                  <a16:creationId xmlns:a16="http://schemas.microsoft.com/office/drawing/2014/main" id="{AFADA417-0B59-42F2-942D-9747694CB977}"/>
                </a:ext>
              </a:extLst>
            </p:cNvPr>
            <p:cNvCxnSpPr>
              <a:cxnSpLocks/>
              <a:stCxn id="172" idx="7"/>
              <a:endCxn id="168" idx="3"/>
            </p:cNvCxnSpPr>
            <p:nvPr/>
          </p:nvCxnSpPr>
          <p:spPr>
            <a:xfrm flipV="1">
              <a:off x="2334683" y="2879966"/>
              <a:ext cx="481476" cy="803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線接點 181">
              <a:extLst>
                <a:ext uri="{FF2B5EF4-FFF2-40B4-BE49-F238E27FC236}">
                  <a16:creationId xmlns:a16="http://schemas.microsoft.com/office/drawing/2014/main" id="{1942F69A-44B0-4C74-9991-1E47FF0A7257}"/>
                </a:ext>
              </a:extLst>
            </p:cNvPr>
            <p:cNvCxnSpPr>
              <a:cxnSpLocks/>
              <a:stCxn id="172" idx="5"/>
              <a:endCxn id="171" idx="1"/>
            </p:cNvCxnSpPr>
            <p:nvPr/>
          </p:nvCxnSpPr>
          <p:spPr>
            <a:xfrm>
              <a:off x="2334683" y="3163965"/>
              <a:ext cx="481476" cy="4489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線接點 182">
              <a:extLst>
                <a:ext uri="{FF2B5EF4-FFF2-40B4-BE49-F238E27FC236}">
                  <a16:creationId xmlns:a16="http://schemas.microsoft.com/office/drawing/2014/main" id="{D7C9F414-BA19-411E-AD18-0234AEDE9DED}"/>
                </a:ext>
              </a:extLst>
            </p:cNvPr>
            <p:cNvCxnSpPr>
              <a:cxnSpLocks/>
              <a:stCxn id="170" idx="6"/>
              <a:endCxn id="171" idx="2"/>
            </p:cNvCxnSpPr>
            <p:nvPr/>
          </p:nvCxnSpPr>
          <p:spPr>
            <a:xfrm>
              <a:off x="2088860" y="3714739"/>
              <a:ext cx="685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線接點 183">
              <a:extLst>
                <a:ext uri="{FF2B5EF4-FFF2-40B4-BE49-F238E27FC236}">
                  <a16:creationId xmlns:a16="http://schemas.microsoft.com/office/drawing/2014/main" id="{5A28E3CB-5599-46A4-A034-1299B60DDAD3}"/>
                </a:ext>
              </a:extLst>
            </p:cNvPr>
            <p:cNvCxnSpPr>
              <a:cxnSpLocks/>
              <a:stCxn id="169" idx="2"/>
              <a:endCxn id="167" idx="3"/>
            </p:cNvCxnSpPr>
            <p:nvPr/>
          </p:nvCxnSpPr>
          <p:spPr>
            <a:xfrm flipH="1" flipV="1">
              <a:off x="810491" y="2879966"/>
              <a:ext cx="315022" cy="834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線接點 184">
              <a:extLst>
                <a:ext uri="{FF2B5EF4-FFF2-40B4-BE49-F238E27FC236}">
                  <a16:creationId xmlns:a16="http://schemas.microsoft.com/office/drawing/2014/main" id="{0914D815-5C78-4B96-BE72-867514EAC43D}"/>
                </a:ext>
              </a:extLst>
            </p:cNvPr>
            <p:cNvCxnSpPr>
              <a:cxnSpLocks/>
              <a:stCxn id="169" idx="0"/>
              <a:endCxn id="167" idx="5"/>
            </p:cNvCxnSpPr>
            <p:nvPr/>
          </p:nvCxnSpPr>
          <p:spPr>
            <a:xfrm flipH="1" flipV="1">
              <a:off x="1014137" y="2879966"/>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6" name="手繪多邊形: 圖案 185">
              <a:extLst>
                <a:ext uri="{FF2B5EF4-FFF2-40B4-BE49-F238E27FC236}">
                  <a16:creationId xmlns:a16="http://schemas.microsoft.com/office/drawing/2014/main" id="{ED738FF9-090D-44D6-B4EE-488594399EB6}"/>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114" name="直線單箭頭接點 113">
            <a:extLst>
              <a:ext uri="{FF2B5EF4-FFF2-40B4-BE49-F238E27FC236}">
                <a16:creationId xmlns:a16="http://schemas.microsoft.com/office/drawing/2014/main" id="{EF2A67B6-9D7B-4B24-AB09-7FBC2332224C}"/>
              </a:ext>
            </a:extLst>
          </p:cNvPr>
          <p:cNvCxnSpPr>
            <a:cxnSpLocks/>
          </p:cNvCxnSpPr>
          <p:nvPr/>
        </p:nvCxnSpPr>
        <p:spPr>
          <a:xfrm flipV="1">
            <a:off x="4882459" y="2639984"/>
            <a:ext cx="2432741" cy="9365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直線單箭頭接點 192">
            <a:extLst>
              <a:ext uri="{FF2B5EF4-FFF2-40B4-BE49-F238E27FC236}">
                <a16:creationId xmlns:a16="http://schemas.microsoft.com/office/drawing/2014/main" id="{72D3DB8D-B948-4CE6-9108-E4152454A2CB}"/>
              </a:ext>
            </a:extLst>
          </p:cNvPr>
          <p:cNvCxnSpPr>
            <a:cxnSpLocks/>
          </p:cNvCxnSpPr>
          <p:nvPr/>
        </p:nvCxnSpPr>
        <p:spPr>
          <a:xfrm>
            <a:off x="4884512" y="3576580"/>
            <a:ext cx="2430688" cy="9595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7" name="文字方塊 1026">
            <a:extLst>
              <a:ext uri="{FF2B5EF4-FFF2-40B4-BE49-F238E27FC236}">
                <a16:creationId xmlns:a16="http://schemas.microsoft.com/office/drawing/2014/main" id="{D20C307F-71B1-4013-9A44-7B09C285CB6B}"/>
              </a:ext>
            </a:extLst>
          </p:cNvPr>
          <p:cNvSpPr txBox="1"/>
          <p:nvPr/>
        </p:nvSpPr>
        <p:spPr>
          <a:xfrm>
            <a:off x="2492687" y="1875034"/>
            <a:ext cx="180202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Graph(V, E)</a:t>
            </a:r>
            <a:endParaRPr lang="zh-TW" altLang="en-US" sz="2400" dirty="0">
              <a:latin typeface="Times New Roman" panose="02020603050405020304" pitchFamily="18" charset="0"/>
              <a:cs typeface="Times New Roman" panose="02020603050405020304" pitchFamily="18" charset="0"/>
            </a:endParaRPr>
          </a:p>
        </p:txBody>
      </p:sp>
      <p:sp>
        <p:nvSpPr>
          <p:cNvPr id="195" name="文字方塊 194">
            <a:extLst>
              <a:ext uri="{FF2B5EF4-FFF2-40B4-BE49-F238E27FC236}">
                <a16:creationId xmlns:a16="http://schemas.microsoft.com/office/drawing/2014/main" id="{885E1079-BFDE-4451-A170-4F79DCF7525E}"/>
              </a:ext>
            </a:extLst>
          </p:cNvPr>
          <p:cNvSpPr txBox="1"/>
          <p:nvPr/>
        </p:nvSpPr>
        <p:spPr>
          <a:xfrm>
            <a:off x="5439136" y="2461280"/>
            <a:ext cx="1148898"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MWIS</a:t>
            </a:r>
            <a:endParaRPr lang="zh-TW" altLang="en-US" sz="2400" dirty="0">
              <a:latin typeface="Times New Roman" panose="02020603050405020304" pitchFamily="18" charset="0"/>
              <a:cs typeface="Times New Roman" panose="02020603050405020304" pitchFamily="18" charset="0"/>
            </a:endParaRPr>
          </a:p>
        </p:txBody>
      </p:sp>
      <p:sp>
        <p:nvSpPr>
          <p:cNvPr id="197" name="文字方塊 196">
            <a:extLst>
              <a:ext uri="{FF2B5EF4-FFF2-40B4-BE49-F238E27FC236}">
                <a16:creationId xmlns:a16="http://schemas.microsoft.com/office/drawing/2014/main" id="{F74E05D4-0C6F-4205-B80D-96E677704F0D}"/>
              </a:ext>
            </a:extLst>
          </p:cNvPr>
          <p:cNvSpPr txBox="1"/>
          <p:nvPr/>
        </p:nvSpPr>
        <p:spPr>
          <a:xfrm>
            <a:off x="5382703" y="4230215"/>
            <a:ext cx="126176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MWVC</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5824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a:xfrm>
            <a:off x="838200" y="365125"/>
            <a:ext cx="11099334" cy="1325563"/>
          </a:xfrm>
        </p:spPr>
        <p:txBody>
          <a:bodyPr>
            <a:normAutofit/>
          </a:bodyPr>
          <a:lstStyle/>
          <a:p>
            <a:r>
              <a:rPr lang="en-US" altLang="zh-TW" dirty="0"/>
              <a:t>Diversion Local Search Based on Weighted</a:t>
            </a:r>
            <a:br>
              <a:rPr lang="en-US" altLang="zh-TW" dirty="0"/>
            </a:br>
            <a:r>
              <a:rPr lang="en-US" altLang="zh-TW" dirty="0"/>
              <a:t>Configuration Checking (DLSWCC)</a:t>
            </a:r>
            <a:endParaRPr lang="zh-TW" altLang="en-US" sz="4000"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E28AE0CA-F7E6-4532-9323-CF49F2856C60}"/>
              </a:ext>
            </a:extLst>
          </p:cNvPr>
          <p:cNvSpPr>
            <a:spLocks noGrp="1"/>
          </p:cNvSpPr>
          <p:nvPr>
            <p:ph idx="1"/>
          </p:nvPr>
        </p:nvSpPr>
        <p:spPr>
          <a:xfrm>
            <a:off x="838200" y="1825624"/>
            <a:ext cx="10515600" cy="4910735"/>
          </a:xfrm>
        </p:spPr>
        <p:txBody>
          <a:bodyPr>
            <a:normAutofit/>
          </a:bodyPr>
          <a:lstStyle/>
          <a:p>
            <a:pPr marL="0" indent="0">
              <a:buNone/>
            </a:pPr>
            <a:r>
              <a:rPr lang="en-US" altLang="zh-TW" sz="2400" dirty="0"/>
              <a:t>Use DLSWCC to approach minimum weighted vertex cover problem (MWVC)</a:t>
            </a:r>
          </a:p>
          <a:p>
            <a:pPr marL="514350" indent="-514350">
              <a:buFont typeface="+mj-lt"/>
              <a:buAutoNum type="arabicPeriod"/>
            </a:pPr>
            <a:r>
              <a:rPr lang="en-US" altLang="zh-TW" sz="2400" dirty="0"/>
              <a:t>Dynamic</a:t>
            </a:r>
            <a:r>
              <a:rPr lang="zh-TW" altLang="en-US" sz="2400" dirty="0"/>
              <a:t> </a:t>
            </a:r>
            <a:r>
              <a:rPr lang="en-US" altLang="zh-TW" sz="2400" dirty="0"/>
              <a:t>Scoring</a:t>
            </a:r>
            <a:r>
              <a:rPr lang="zh-TW" altLang="en-US" sz="2400" dirty="0"/>
              <a:t> </a:t>
            </a:r>
            <a:r>
              <a:rPr lang="en-US" altLang="zh-TW" sz="2400" dirty="0"/>
              <a:t>Strategy</a:t>
            </a:r>
            <a:r>
              <a:rPr lang="zh-TW" altLang="en-US" sz="2400" dirty="0"/>
              <a:t>：</a:t>
            </a:r>
            <a:br>
              <a:rPr lang="en-US" altLang="zh-TW" sz="2400" dirty="0"/>
            </a:br>
            <a:r>
              <a:rPr lang="en-US" altLang="zh-TW" sz="2400" dirty="0"/>
              <a:t>the weight of uncovered edge will be increased 1</a:t>
            </a:r>
          </a:p>
          <a:p>
            <a:pPr marL="514350" indent="-514350">
              <a:buFont typeface="+mj-lt"/>
              <a:buAutoNum type="arabicPeriod"/>
            </a:pPr>
            <a:endParaRPr lang="en-US" altLang="zh-TW" sz="2400" dirty="0"/>
          </a:p>
          <a:p>
            <a:pPr marL="514350" indent="-514350">
              <a:buFont typeface="+mj-lt"/>
              <a:buAutoNum type="arabicPeriod"/>
            </a:pPr>
            <a:endParaRPr lang="en-US" altLang="zh-TW" sz="2400" dirty="0"/>
          </a:p>
          <a:p>
            <a:pPr marL="0" indent="0">
              <a:buNone/>
            </a:pPr>
            <a:endParaRPr lang="en-US" altLang="zh-TW" sz="2400"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F69908DC-AB65-4D17-AF60-6291ABA42765}"/>
                  </a:ext>
                </a:extLst>
              </p:cNvPr>
              <p:cNvSpPr txBox="1"/>
              <p:nvPr/>
            </p:nvSpPr>
            <p:spPr>
              <a:xfrm>
                <a:off x="838200" y="3221776"/>
                <a:ext cx="4736618" cy="8613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𝑐𝑜𝑠𝑡</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𝐶</m:t>
                          </m:r>
                        </m:e>
                      </m:d>
                      <m:r>
                        <a:rPr lang="en-US" altLang="zh-TW" sz="2200" b="0" i="1" smtClean="0">
                          <a:latin typeface="Cambria Math" panose="02040503050406030204" pitchFamily="18" charset="0"/>
                        </a:rPr>
                        <m:t>= </m:t>
                      </m:r>
                      <m:nary>
                        <m:naryPr>
                          <m:chr m:val="∑"/>
                          <m:supHide m:val="on"/>
                          <m:ctrlPr>
                            <a:rPr lang="en-US" altLang="zh-TW" sz="2200" b="0" i="1" smtClean="0">
                              <a:latin typeface="Cambria Math" panose="02040503050406030204" pitchFamily="18" charset="0"/>
                            </a:rPr>
                          </m:ctrlPr>
                        </m:naryPr>
                        <m:sub>
                          <m:r>
                            <m:rPr>
                              <m:brk m:alnAt="7"/>
                            </m:rPr>
                            <a:rPr lang="en-US" altLang="zh-TW" sz="2200" b="0" i="1" smtClean="0">
                              <a:latin typeface="Cambria Math" panose="02040503050406030204" pitchFamily="18" charset="0"/>
                            </a:rPr>
                            <m:t>𝑐</m:t>
                          </m:r>
                          <m:r>
                            <a:rPr lang="en-US" altLang="zh-TW" sz="2200" b="0" i="1" smtClean="0">
                              <a:latin typeface="Cambria Math" panose="02040503050406030204" pitchFamily="18" charset="0"/>
                            </a:rPr>
                            <m:t>𝑜𝑣𝑒𝑟</m:t>
                          </m:r>
                          <m:d>
                            <m:dPr>
                              <m:ctrlPr>
                                <a:rPr lang="en-US" altLang="zh-TW" sz="2200" b="0" i="1" smtClean="0">
                                  <a:latin typeface="Cambria Math" panose="02040503050406030204" pitchFamily="18" charset="0"/>
                                </a:rPr>
                              </m:ctrlPr>
                            </m:dPr>
                            <m:e>
                              <m:r>
                                <m:rPr>
                                  <m:brk m:alnAt="7"/>
                                </m:rPr>
                                <a:rPr lang="en-US" altLang="zh-TW" sz="2200" b="0" i="1" smtClean="0">
                                  <a:latin typeface="Cambria Math" panose="02040503050406030204" pitchFamily="18" charset="0"/>
                                </a:rPr>
                                <m:t>𝑒</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𝐶</m:t>
                              </m:r>
                            </m:e>
                          </m:d>
                          <m:r>
                            <m:rPr>
                              <m:brk m:alnAt="7"/>
                            </m:rPr>
                            <a:rPr lang="en-US" altLang="zh-TW" sz="2200" b="0" i="1" smtClean="0">
                              <a:latin typeface="Cambria Math" panose="02040503050406030204" pitchFamily="18" charset="0"/>
                            </a:rPr>
                            <m:t>=</m:t>
                          </m:r>
                          <m:r>
                            <a:rPr lang="en-US" altLang="zh-TW" sz="2200" b="0" i="1" smtClean="0">
                              <a:solidFill>
                                <a:srgbClr val="FF0000"/>
                              </a:solidFill>
                              <a:latin typeface="Cambria Math" panose="02040503050406030204" pitchFamily="18" charset="0"/>
                            </a:rPr>
                            <m:t>𝑓𝑎𝑙𝑠𝑒</m:t>
                          </m:r>
                        </m:sub>
                        <m:sup/>
                        <m:e>
                          <m:r>
                            <a:rPr lang="en-US" altLang="zh-TW" sz="2200" b="0" i="1" smtClean="0">
                              <a:latin typeface="Cambria Math" panose="02040503050406030204" pitchFamily="18" charset="0"/>
                            </a:rPr>
                            <m:t>𝑑𝑦𝑛𝑚</m:t>
                          </m:r>
                          <m:r>
                            <a:rPr lang="en-US" altLang="zh-TW" sz="2200" b="0" i="1" smtClean="0">
                              <a:latin typeface="Cambria Math" panose="02040503050406030204" pitchFamily="18" charset="0"/>
                            </a:rPr>
                            <m:t>_</m:t>
                          </m:r>
                          <m:r>
                            <a:rPr lang="en-US" altLang="zh-TW" sz="2200" i="1">
                              <a:latin typeface="Cambria Math" panose="02040503050406030204" pitchFamily="18" charset="0"/>
                            </a:rPr>
                            <m:t>𝑐</m:t>
                          </m:r>
                          <m:d>
                            <m:dPr>
                              <m:ctrlPr>
                                <a:rPr lang="en-US" altLang="zh-TW" sz="2200" i="1">
                                  <a:latin typeface="Cambria Math" panose="02040503050406030204" pitchFamily="18" charset="0"/>
                                </a:rPr>
                              </m:ctrlPr>
                            </m:dPr>
                            <m:e>
                              <m:r>
                                <a:rPr lang="en-US" altLang="zh-TW" sz="2200" i="1">
                                  <a:latin typeface="Cambria Math" panose="02040503050406030204" pitchFamily="18" charset="0"/>
                                </a:rPr>
                                <m:t>𝑒</m:t>
                              </m:r>
                            </m:e>
                          </m:d>
                        </m:e>
                      </m:nary>
                      <m:r>
                        <a:rPr lang="en-US" altLang="zh-TW" sz="2200" b="0" i="0" smtClean="0">
                          <a:latin typeface="Cambria Math" panose="02040503050406030204" pitchFamily="18" charset="0"/>
                        </a:rPr>
                        <m:t> </m:t>
                      </m:r>
                    </m:oMath>
                  </m:oMathPara>
                </a14:m>
                <a:endParaRPr lang="zh-TW" altLang="en-US" sz="2200" dirty="0"/>
              </a:p>
            </p:txBody>
          </p:sp>
        </mc:Choice>
        <mc:Fallback xmlns="">
          <p:sp>
            <p:nvSpPr>
              <p:cNvPr id="7" name="文字方塊 6">
                <a:extLst>
                  <a:ext uri="{FF2B5EF4-FFF2-40B4-BE49-F238E27FC236}">
                    <a16:creationId xmlns:a16="http://schemas.microsoft.com/office/drawing/2014/main" id="{F69908DC-AB65-4D17-AF60-6291ABA42765}"/>
                  </a:ext>
                </a:extLst>
              </p:cNvPr>
              <p:cNvSpPr txBox="1">
                <a:spLocks noRot="1" noChangeAspect="1" noMove="1" noResize="1" noEditPoints="1" noAdjustHandles="1" noChangeArrowheads="1" noChangeShapeType="1" noTextEdit="1"/>
              </p:cNvSpPr>
              <p:nvPr/>
            </p:nvSpPr>
            <p:spPr>
              <a:xfrm>
                <a:off x="838200" y="3221776"/>
                <a:ext cx="4736618" cy="86139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0DD95C5D-BA6B-4719-ABCE-7A78DC6B583E}"/>
                  </a:ext>
                </a:extLst>
              </p:cNvPr>
              <p:cNvSpPr txBox="1"/>
              <p:nvPr/>
            </p:nvSpPr>
            <p:spPr>
              <a:xfrm>
                <a:off x="838200" y="4944556"/>
                <a:ext cx="3890617" cy="6570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𝑠𝑐𝑜𝑟𝑒</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𝑣</m:t>
                          </m:r>
                        </m:e>
                      </m:d>
                      <m:r>
                        <a:rPr lang="en-US" altLang="zh-TW" sz="2200" b="0" i="1" smtClean="0">
                          <a:latin typeface="Cambria Math" panose="02040503050406030204" pitchFamily="18" charset="0"/>
                        </a:rPr>
                        <m:t>= </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𝑐𝑜𝑠𝑡</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𝐶</m:t>
                              </m:r>
                            </m:e>
                          </m:d>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𝑐𝑜𝑠𝑡</m:t>
                          </m:r>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𝐶</m:t>
                              </m:r>
                            </m:e>
                            <m:sup>
                              <m:r>
                                <a:rPr lang="en-US" altLang="zh-TW" sz="2200" b="0" i="1" smtClean="0">
                                  <a:latin typeface="Cambria Math" panose="02040503050406030204" pitchFamily="18" charset="0"/>
                                </a:rPr>
                                <m:t>′</m:t>
                              </m:r>
                            </m:sup>
                          </m:sSup>
                          <m:r>
                            <a:rPr lang="en-US" altLang="zh-TW" sz="2200" b="0" i="1" smtClean="0">
                              <a:latin typeface="Cambria Math" panose="02040503050406030204" pitchFamily="18" charset="0"/>
                            </a:rPr>
                            <m:t>)</m:t>
                          </m:r>
                        </m:num>
                        <m:den>
                          <m:r>
                            <a:rPr lang="en-US" altLang="zh-TW" sz="2200" b="0" i="1" smtClean="0">
                              <a:latin typeface="Cambria Math" panose="02040503050406030204" pitchFamily="18" charset="0"/>
                            </a:rPr>
                            <m:t>𝑤</m:t>
                          </m:r>
                          <m:r>
                            <a:rPr lang="en-US" altLang="zh-TW" sz="2200" b="0" i="1" baseline="-25000" smtClean="0">
                              <a:latin typeface="Cambria Math" panose="02040503050406030204" pitchFamily="18" charset="0"/>
                            </a:rPr>
                            <m:t>𝑣</m:t>
                          </m:r>
                        </m:den>
                      </m:f>
                    </m:oMath>
                  </m:oMathPara>
                </a14:m>
                <a:endParaRPr lang="zh-TW" altLang="en-US" sz="2200" dirty="0"/>
              </a:p>
            </p:txBody>
          </p:sp>
        </mc:Choice>
        <mc:Fallback xmlns="">
          <p:sp>
            <p:nvSpPr>
              <p:cNvPr id="84" name="文字方塊 83">
                <a:extLst>
                  <a:ext uri="{FF2B5EF4-FFF2-40B4-BE49-F238E27FC236}">
                    <a16:creationId xmlns:a16="http://schemas.microsoft.com/office/drawing/2014/main" id="{0DD95C5D-BA6B-4719-ABCE-7A78DC6B583E}"/>
                  </a:ext>
                </a:extLst>
              </p:cNvPr>
              <p:cNvSpPr txBox="1">
                <a:spLocks noRot="1" noChangeAspect="1" noMove="1" noResize="1" noEditPoints="1" noAdjustHandles="1" noChangeArrowheads="1" noChangeShapeType="1" noTextEdit="1"/>
              </p:cNvSpPr>
              <p:nvPr/>
            </p:nvSpPr>
            <p:spPr>
              <a:xfrm>
                <a:off x="838200" y="4944556"/>
                <a:ext cx="3890617" cy="657039"/>
              </a:xfrm>
              <a:prstGeom prst="rect">
                <a:avLst/>
              </a:prstGeom>
              <a:blipFill>
                <a:blip r:embed="rId4"/>
                <a:stretch>
                  <a:fillRect b="-9259"/>
                </a:stretch>
              </a:blipFill>
            </p:spPr>
            <p:txBody>
              <a:bodyPr/>
              <a:lstStyle/>
              <a:p>
                <a:r>
                  <a:rPr lang="zh-TW" altLang="en-US">
                    <a:noFill/>
                  </a:rPr>
                  <a:t> </a:t>
                </a:r>
              </a:p>
            </p:txBody>
          </p:sp>
        </mc:Fallback>
      </mc:AlternateContent>
      <p:pic>
        <p:nvPicPr>
          <p:cNvPr id="10" name="圖片 9">
            <a:extLst>
              <a:ext uri="{FF2B5EF4-FFF2-40B4-BE49-F238E27FC236}">
                <a16:creationId xmlns:a16="http://schemas.microsoft.com/office/drawing/2014/main" id="{3CCC119D-31C6-48AC-8505-8B7C87CF0E14}"/>
              </a:ext>
            </a:extLst>
          </p:cNvPr>
          <p:cNvPicPr>
            <a:picLocks noChangeAspect="1"/>
          </p:cNvPicPr>
          <p:nvPr/>
        </p:nvPicPr>
        <p:blipFill>
          <a:blip r:embed="rId5"/>
          <a:stretch>
            <a:fillRect/>
          </a:stretch>
        </p:blipFill>
        <p:spPr>
          <a:xfrm>
            <a:off x="4675999" y="4083166"/>
            <a:ext cx="7516002" cy="2759951"/>
          </a:xfrm>
          <a:prstGeom prst="rect">
            <a:avLst/>
          </a:prstGeom>
        </p:spPr>
      </p:pic>
      <p:cxnSp>
        <p:nvCxnSpPr>
          <p:cNvPr id="11" name="直線接點 10">
            <a:extLst>
              <a:ext uri="{FF2B5EF4-FFF2-40B4-BE49-F238E27FC236}">
                <a16:creationId xmlns:a16="http://schemas.microsoft.com/office/drawing/2014/main" id="{0024E7C0-EADC-4DDD-BE18-9F49BD80931A}"/>
              </a:ext>
            </a:extLst>
          </p:cNvPr>
          <p:cNvCxnSpPr>
            <a:cxnSpLocks/>
          </p:cNvCxnSpPr>
          <p:nvPr/>
        </p:nvCxnSpPr>
        <p:spPr>
          <a:xfrm>
            <a:off x="6387867" y="5273075"/>
            <a:ext cx="28977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91478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a:xfrm>
            <a:off x="838200" y="365125"/>
            <a:ext cx="11099334" cy="1325563"/>
          </a:xfrm>
        </p:spPr>
        <p:txBody>
          <a:bodyPr>
            <a:normAutofit/>
          </a:bodyPr>
          <a:lstStyle/>
          <a:p>
            <a:r>
              <a:rPr lang="en-US" altLang="zh-TW" dirty="0"/>
              <a:t>Diversion Local Search Based on Weighted</a:t>
            </a:r>
            <a:br>
              <a:rPr lang="en-US" altLang="zh-TW" dirty="0"/>
            </a:br>
            <a:r>
              <a:rPr lang="en-US" altLang="zh-TW" dirty="0"/>
              <a:t>Configuration Checking (DLSWCC)</a:t>
            </a:r>
            <a:endParaRPr lang="zh-TW" altLang="en-US" sz="4000"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E28AE0CA-F7E6-4532-9323-CF49F2856C60}"/>
              </a:ext>
            </a:extLst>
          </p:cNvPr>
          <p:cNvSpPr>
            <a:spLocks noGrp="1"/>
          </p:cNvSpPr>
          <p:nvPr>
            <p:ph idx="1"/>
          </p:nvPr>
        </p:nvSpPr>
        <p:spPr>
          <a:xfrm>
            <a:off x="838199" y="1825624"/>
            <a:ext cx="10936857" cy="4910735"/>
          </a:xfrm>
        </p:spPr>
        <p:txBody>
          <a:bodyPr>
            <a:normAutofit/>
          </a:bodyPr>
          <a:lstStyle/>
          <a:p>
            <a:pPr marL="0" indent="0">
              <a:buNone/>
            </a:pPr>
            <a:r>
              <a:rPr lang="en-US" altLang="zh-TW" sz="2400" dirty="0"/>
              <a:t>Use DLSWCC to approach vertex cover problem (MWVC)</a:t>
            </a:r>
          </a:p>
          <a:p>
            <a:pPr marL="514350" indent="-514350">
              <a:buFont typeface="+mj-lt"/>
              <a:buAutoNum type="arabicPeriod" startAt="2"/>
            </a:pPr>
            <a:r>
              <a:rPr lang="en-US" altLang="zh-TW" sz="2400" dirty="0"/>
              <a:t>Weighted Configuration Checking strategy</a:t>
            </a:r>
            <a:r>
              <a:rPr lang="zh-TW" altLang="en-US" sz="2400" dirty="0"/>
              <a:t>：</a:t>
            </a:r>
            <a:br>
              <a:rPr lang="en-US" altLang="zh-TW" sz="2400" dirty="0"/>
            </a:br>
            <a:r>
              <a:rPr lang="en-US" altLang="zh-TW" sz="2400" dirty="0"/>
              <a:t>prevent cycling problem ( prevent to pick the removed element )</a:t>
            </a:r>
            <a:br>
              <a:rPr lang="en-US" altLang="zh-TW" sz="2400" dirty="0"/>
            </a:br>
            <a:endParaRPr lang="en-US" altLang="zh-TW" sz="2400" dirty="0"/>
          </a:p>
          <a:p>
            <a:pPr marL="971550" lvl="1" indent="-514350">
              <a:buFont typeface="+mj-lt"/>
              <a:buAutoNum type="alphaLcPeriod"/>
            </a:pPr>
            <a:r>
              <a:rPr lang="en-US" altLang="zh-TW" sz="2200" dirty="0"/>
              <a:t>initialize </a:t>
            </a:r>
            <a:r>
              <a:rPr lang="en-US" altLang="zh-TW" sz="2200" i="1" dirty="0" err="1"/>
              <a:t>wcnfg</a:t>
            </a:r>
            <a:r>
              <a:rPr lang="en-US" altLang="zh-TW" sz="2200" dirty="0"/>
              <a:t>[</a:t>
            </a:r>
            <a:r>
              <a:rPr lang="en-US" altLang="zh-TW" sz="2200" i="1" dirty="0"/>
              <a:t>v</a:t>
            </a:r>
            <a:r>
              <a:rPr lang="en-US" altLang="zh-TW" sz="2200" dirty="0"/>
              <a:t>] = 1 of each vertex </a:t>
            </a:r>
            <a:r>
              <a:rPr lang="en-US" altLang="zh-TW" sz="2200" i="1" dirty="0"/>
              <a:t>v</a:t>
            </a:r>
          </a:p>
          <a:p>
            <a:pPr marL="971550" lvl="1" indent="-514350">
              <a:buFont typeface="+mj-lt"/>
              <a:buAutoNum type="alphaLcPeriod"/>
            </a:pPr>
            <a:r>
              <a:rPr lang="en-US" altLang="zh-TW" sz="2200" dirty="0"/>
              <a:t>if </a:t>
            </a:r>
            <a:r>
              <a:rPr lang="en-US" altLang="zh-TW" sz="2200" i="1" dirty="0"/>
              <a:t>v</a:t>
            </a:r>
            <a:r>
              <a:rPr lang="en-US" altLang="zh-TW" sz="2200" dirty="0"/>
              <a:t> removed from </a:t>
            </a:r>
            <a:r>
              <a:rPr lang="en-US" altLang="zh-TW" sz="2200" i="1" dirty="0"/>
              <a:t>C</a:t>
            </a:r>
            <a:r>
              <a:rPr lang="en-US" altLang="zh-TW" sz="2200" dirty="0"/>
              <a:t>, then </a:t>
            </a:r>
            <a:r>
              <a:rPr lang="en-US" altLang="zh-TW" sz="2200" i="1" dirty="0" err="1"/>
              <a:t>wcnfg</a:t>
            </a:r>
            <a:r>
              <a:rPr lang="en-US" altLang="zh-TW" sz="2200" dirty="0"/>
              <a:t>[</a:t>
            </a:r>
            <a:r>
              <a:rPr lang="en-US" altLang="zh-TW" sz="2200" i="1" dirty="0"/>
              <a:t>v</a:t>
            </a:r>
            <a:r>
              <a:rPr lang="en-US" altLang="zh-TW" sz="2200" dirty="0"/>
              <a:t>] = 0 and </a:t>
            </a:r>
            <a:r>
              <a:rPr lang="en-US" altLang="zh-TW" sz="2200" i="1" dirty="0" err="1"/>
              <a:t>wcnfg</a:t>
            </a:r>
            <a:r>
              <a:rPr lang="en-US" altLang="zh-TW" sz="2200" dirty="0"/>
              <a:t>[</a:t>
            </a:r>
            <a:r>
              <a:rPr lang="en-US" altLang="zh-TW" sz="2200" i="1" dirty="0"/>
              <a:t>v</a:t>
            </a:r>
            <a:r>
              <a:rPr lang="en-US" altLang="zh-TW" sz="2200" dirty="0"/>
              <a:t>’s neighbor] = 1</a:t>
            </a:r>
          </a:p>
          <a:p>
            <a:pPr marL="971550" lvl="1" indent="-514350">
              <a:buFont typeface="+mj-lt"/>
              <a:buAutoNum type="alphaLcPeriod"/>
            </a:pPr>
            <a:r>
              <a:rPr lang="en-US" altLang="zh-TW" sz="2200" dirty="0"/>
              <a:t>if </a:t>
            </a:r>
            <a:r>
              <a:rPr lang="en-US" altLang="zh-TW" sz="2200" i="1" dirty="0"/>
              <a:t>v</a:t>
            </a:r>
            <a:r>
              <a:rPr lang="en-US" altLang="zh-TW" sz="2200" dirty="0"/>
              <a:t> added into </a:t>
            </a:r>
            <a:r>
              <a:rPr lang="en-US" altLang="zh-TW" sz="2200" i="1" dirty="0"/>
              <a:t>C</a:t>
            </a:r>
            <a:r>
              <a:rPr lang="en-US" altLang="zh-TW" sz="2200" dirty="0"/>
              <a:t>, then </a:t>
            </a:r>
            <a:r>
              <a:rPr lang="en-US" altLang="zh-TW" sz="2200" i="1" dirty="0" err="1"/>
              <a:t>wcnfg</a:t>
            </a:r>
            <a:r>
              <a:rPr lang="en-US" altLang="zh-TW" sz="2200" dirty="0"/>
              <a:t>[</a:t>
            </a:r>
            <a:r>
              <a:rPr lang="en-US" altLang="zh-TW" sz="2200" i="1" dirty="0"/>
              <a:t>v</a:t>
            </a:r>
            <a:r>
              <a:rPr lang="en-US" altLang="zh-TW" sz="2200" dirty="0"/>
              <a:t>’s neighbor] = 1</a:t>
            </a:r>
          </a:p>
          <a:p>
            <a:pPr marL="971550" lvl="1" indent="-514350">
              <a:buFont typeface="+mj-lt"/>
              <a:buAutoNum type="alphaLcPeriod"/>
            </a:pPr>
            <a:r>
              <a:rPr lang="en-US" altLang="zh-TW" sz="2200" dirty="0"/>
              <a:t>if the weight of edge(</a:t>
            </a:r>
            <a:r>
              <a:rPr lang="en-US" altLang="zh-TW" sz="2200" i="1" dirty="0" err="1"/>
              <a:t>u</a:t>
            </a:r>
            <a:r>
              <a:rPr lang="en-US" altLang="zh-TW" sz="2200" dirty="0" err="1"/>
              <a:t>,</a:t>
            </a:r>
            <a:r>
              <a:rPr lang="en-US" altLang="zh-TW" sz="2200" i="1" dirty="0" err="1"/>
              <a:t>v</a:t>
            </a:r>
            <a:r>
              <a:rPr lang="en-US" altLang="zh-TW" sz="2200" dirty="0"/>
              <a:t>) is updated, then </a:t>
            </a:r>
            <a:r>
              <a:rPr lang="en-US" altLang="zh-TW" sz="2200" i="1" dirty="0" err="1"/>
              <a:t>wcnfg</a:t>
            </a:r>
            <a:r>
              <a:rPr lang="en-US" altLang="zh-TW" sz="2200" dirty="0"/>
              <a:t>[</a:t>
            </a:r>
            <a:r>
              <a:rPr lang="en-US" altLang="zh-TW" sz="2200" i="1" dirty="0"/>
              <a:t>u</a:t>
            </a:r>
            <a:r>
              <a:rPr lang="en-US" altLang="zh-TW" sz="2200" dirty="0"/>
              <a:t>] = </a:t>
            </a:r>
            <a:r>
              <a:rPr lang="en-US" altLang="zh-TW" sz="2200" i="1" dirty="0" err="1"/>
              <a:t>wcnfg</a:t>
            </a:r>
            <a:r>
              <a:rPr lang="en-US" altLang="zh-TW" sz="2200" dirty="0"/>
              <a:t>[</a:t>
            </a:r>
            <a:r>
              <a:rPr lang="en-US" altLang="zh-TW" sz="2200" i="1" dirty="0"/>
              <a:t>v</a:t>
            </a:r>
            <a:r>
              <a:rPr lang="en-US" altLang="zh-TW" sz="2200" dirty="0"/>
              <a:t>] = 1</a:t>
            </a:r>
            <a:br>
              <a:rPr lang="en-US" altLang="zh-TW" sz="2000" dirty="0"/>
            </a:br>
            <a:endParaRPr lang="en-US" altLang="zh-TW" sz="2000" dirty="0"/>
          </a:p>
          <a:p>
            <a:pPr marL="514350" indent="-514350">
              <a:buFont typeface="+mj-lt"/>
              <a:buAutoNum type="arabicPeriod" startAt="2"/>
            </a:pPr>
            <a:r>
              <a:rPr lang="en-US" altLang="zh-TW" sz="2400" dirty="0"/>
              <a:t>Vertex Selection Strategy</a:t>
            </a:r>
            <a:br>
              <a:rPr lang="en-US" altLang="zh-TW" sz="2400" dirty="0"/>
            </a:br>
            <a:r>
              <a:rPr lang="en-US" altLang="zh-TW" sz="2400" dirty="0"/>
              <a:t>select the one with highest score </a:t>
            </a:r>
            <a:br>
              <a:rPr lang="en-US" altLang="zh-TW" sz="2400" dirty="0"/>
            </a:br>
            <a:r>
              <a:rPr lang="en-US" altLang="zh-TW" sz="2400" dirty="0"/>
              <a:t>(or select the one with greatest age, which is the counter of state after changing )</a:t>
            </a:r>
          </a:p>
        </p:txBody>
      </p:sp>
    </p:spTree>
    <p:extLst>
      <p:ext uri="{BB962C8B-B14F-4D97-AF65-F5344CB8AC3E}">
        <p14:creationId xmlns:p14="http://schemas.microsoft.com/office/powerpoint/2010/main" val="32982417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DBFA70-C11F-4E48-8DD3-5B13F3F2A1E0}"/>
              </a:ext>
            </a:extLst>
          </p:cNvPr>
          <p:cNvSpPr>
            <a:spLocks noGrp="1"/>
          </p:cNvSpPr>
          <p:nvPr>
            <p:ph type="title"/>
          </p:nvPr>
        </p:nvSpPr>
        <p:spPr/>
        <p:txBody>
          <a:bodyPr/>
          <a:lstStyle/>
          <a:p>
            <a:r>
              <a:rPr lang="en-US" altLang="zh-TW" dirty="0"/>
              <a:t>Algorithm</a:t>
            </a:r>
            <a:endParaRPr lang="zh-TW" altLang="en-US" dirty="0"/>
          </a:p>
        </p:txBody>
      </p:sp>
      <p:pic>
        <p:nvPicPr>
          <p:cNvPr id="6" name="圖片 5">
            <a:extLst>
              <a:ext uri="{FF2B5EF4-FFF2-40B4-BE49-F238E27FC236}">
                <a16:creationId xmlns:a16="http://schemas.microsoft.com/office/drawing/2014/main" id="{2B1681BE-A161-418C-8E50-DA13BE54E1AD}"/>
              </a:ext>
            </a:extLst>
          </p:cNvPr>
          <p:cNvPicPr>
            <a:picLocks noChangeAspect="1"/>
          </p:cNvPicPr>
          <p:nvPr/>
        </p:nvPicPr>
        <p:blipFill>
          <a:blip r:embed="rId3"/>
          <a:stretch>
            <a:fillRect/>
          </a:stretch>
        </p:blipFill>
        <p:spPr>
          <a:xfrm>
            <a:off x="3565313" y="0"/>
            <a:ext cx="8626687" cy="6858000"/>
          </a:xfrm>
          <a:prstGeom prst="rect">
            <a:avLst/>
          </a:prstGeom>
        </p:spPr>
      </p:pic>
      <p:sp>
        <p:nvSpPr>
          <p:cNvPr id="7" name="矩形 6">
            <a:extLst>
              <a:ext uri="{FF2B5EF4-FFF2-40B4-BE49-F238E27FC236}">
                <a16:creationId xmlns:a16="http://schemas.microsoft.com/office/drawing/2014/main" id="{9DE41B41-1190-4E9E-8DEE-359E855B2FC3}"/>
              </a:ext>
            </a:extLst>
          </p:cNvPr>
          <p:cNvSpPr/>
          <p:nvPr/>
        </p:nvSpPr>
        <p:spPr>
          <a:xfrm>
            <a:off x="838200" y="1904301"/>
            <a:ext cx="9530593" cy="14429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tx1"/>
                </a:solidFill>
                <a:latin typeface="Times New Roman" panose="02020603050405020304" pitchFamily="18" charset="0"/>
                <a:cs typeface="Times New Roman" panose="02020603050405020304" pitchFamily="18" charset="0"/>
              </a:rPr>
              <a:t>delete the nodes in </a:t>
            </a:r>
            <a:br>
              <a:rPr lang="en-US" altLang="zh-TW" sz="2200" dirty="0">
                <a:solidFill>
                  <a:schemeClr val="tx1"/>
                </a:solidFill>
                <a:latin typeface="Times New Roman" panose="02020603050405020304" pitchFamily="18" charset="0"/>
                <a:cs typeface="Times New Roman" panose="02020603050405020304" pitchFamily="18" charset="0"/>
              </a:rPr>
            </a:br>
            <a:r>
              <a:rPr lang="en-US" altLang="zh-TW" sz="2200" dirty="0">
                <a:solidFill>
                  <a:schemeClr val="tx1"/>
                </a:solidFill>
                <a:latin typeface="Times New Roman" panose="02020603050405020304" pitchFamily="18" charset="0"/>
                <a:cs typeface="Times New Roman" panose="02020603050405020304" pitchFamily="18" charset="0"/>
              </a:rPr>
              <a:t>candidate answer and </a:t>
            </a:r>
          </a:p>
          <a:p>
            <a:r>
              <a:rPr lang="en-US" altLang="zh-TW" sz="2200" dirty="0">
                <a:solidFill>
                  <a:schemeClr val="tx1"/>
                </a:solidFill>
                <a:latin typeface="Times New Roman" panose="02020603050405020304" pitchFamily="18" charset="0"/>
                <a:cs typeface="Times New Roman" panose="02020603050405020304" pitchFamily="18" charset="0"/>
              </a:rPr>
              <a:t>try to find better one</a:t>
            </a:r>
            <a:endParaRPr lang="zh-TW" altLang="en-US" sz="2200" dirty="0">
              <a:solidFill>
                <a:schemeClr val="tx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186039AB-A1C2-4B1C-B872-C1CB557DEBD2}"/>
              </a:ext>
            </a:extLst>
          </p:cNvPr>
          <p:cNvSpPr/>
          <p:nvPr/>
        </p:nvSpPr>
        <p:spPr>
          <a:xfrm>
            <a:off x="3565313" y="1904301"/>
            <a:ext cx="6803480" cy="14429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A271913A-1D83-48DB-A439-4F88E3982F78}"/>
              </a:ext>
            </a:extLst>
          </p:cNvPr>
          <p:cNvSpPr/>
          <p:nvPr/>
        </p:nvSpPr>
        <p:spPr>
          <a:xfrm>
            <a:off x="3791824" y="855677"/>
            <a:ext cx="3531765" cy="209725"/>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010CC347-D676-4845-B5C7-B6703535B06D}"/>
              </a:ext>
            </a:extLst>
          </p:cNvPr>
          <p:cNvSpPr/>
          <p:nvPr/>
        </p:nvSpPr>
        <p:spPr>
          <a:xfrm>
            <a:off x="7323589" y="855677"/>
            <a:ext cx="4756558" cy="922789"/>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200" dirty="0">
                <a:solidFill>
                  <a:schemeClr val="tx1"/>
                </a:solidFill>
                <a:latin typeface="Times New Roman" panose="02020603050405020304" pitchFamily="18" charset="0"/>
                <a:cs typeface="Times New Roman" panose="02020603050405020304" pitchFamily="18" charset="0"/>
              </a:rPr>
              <a:t>select the nodes with greatest score</a:t>
            </a:r>
          </a:p>
          <a:p>
            <a:pPr algn="ctr"/>
            <a:r>
              <a:rPr lang="en-US" altLang="zh-TW" sz="2200" dirty="0">
                <a:solidFill>
                  <a:schemeClr val="tx1"/>
                </a:solidFill>
                <a:latin typeface="Times New Roman" panose="02020603050405020304" pitchFamily="18" charset="0"/>
                <a:cs typeface="Times New Roman" panose="02020603050405020304" pitchFamily="18" charset="0"/>
              </a:rPr>
              <a:t>until all edges covered </a:t>
            </a:r>
            <a:endParaRPr lang="zh-TW" altLang="en-US" sz="2200" dirty="0">
              <a:solidFill>
                <a:schemeClr val="tx1"/>
              </a:solidFill>
              <a:latin typeface="Times New Roman" panose="02020603050405020304" pitchFamily="18" charset="0"/>
              <a:cs typeface="Times New Roman" panose="02020603050405020304" pitchFamily="18" charset="0"/>
            </a:endParaRPr>
          </a:p>
        </p:txBody>
      </p:sp>
      <p:cxnSp>
        <p:nvCxnSpPr>
          <p:cNvPr id="12" name="直線接點 11">
            <a:extLst>
              <a:ext uri="{FF2B5EF4-FFF2-40B4-BE49-F238E27FC236}">
                <a16:creationId xmlns:a16="http://schemas.microsoft.com/office/drawing/2014/main" id="{EFAAAF7B-4E37-479E-8837-E5D42C9DE99C}"/>
              </a:ext>
            </a:extLst>
          </p:cNvPr>
          <p:cNvCxnSpPr>
            <a:cxnSpLocks/>
          </p:cNvCxnSpPr>
          <p:nvPr/>
        </p:nvCxnSpPr>
        <p:spPr>
          <a:xfrm>
            <a:off x="7441035" y="3565321"/>
            <a:ext cx="152679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C5FF2FCE-335D-46E7-AA99-6D653DB1594B}"/>
              </a:ext>
            </a:extLst>
          </p:cNvPr>
          <p:cNvSpPr/>
          <p:nvPr/>
        </p:nvSpPr>
        <p:spPr>
          <a:xfrm>
            <a:off x="3565313" y="4177717"/>
            <a:ext cx="8514834" cy="1874784"/>
          </a:xfrm>
          <a:prstGeom prst="rect">
            <a:avLst/>
          </a:prstGeom>
          <a:noFill/>
          <a:ln w="28575">
            <a:solidFill>
              <a:srgbClr val="323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19617D24-4026-4C13-9845-736EE2799C3C}"/>
              </a:ext>
            </a:extLst>
          </p:cNvPr>
          <p:cNvSpPr/>
          <p:nvPr/>
        </p:nvSpPr>
        <p:spPr>
          <a:xfrm>
            <a:off x="838199" y="4177717"/>
            <a:ext cx="11241947" cy="1874784"/>
          </a:xfrm>
          <a:prstGeom prst="rect">
            <a:avLst/>
          </a:prstGeom>
          <a:noFill/>
          <a:ln w="28575">
            <a:solidFill>
              <a:srgbClr val="323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200" dirty="0">
                <a:solidFill>
                  <a:schemeClr val="tx1"/>
                </a:solidFill>
                <a:latin typeface="Times New Roman" panose="02020603050405020304" pitchFamily="18" charset="0"/>
                <a:cs typeface="Times New Roman" panose="02020603050405020304" pitchFamily="18" charset="0"/>
              </a:rPr>
              <a:t>try to select nodes and </a:t>
            </a:r>
          </a:p>
          <a:p>
            <a:r>
              <a:rPr lang="en-US" altLang="zh-TW" sz="2200" dirty="0">
                <a:solidFill>
                  <a:schemeClr val="tx1"/>
                </a:solidFill>
                <a:latin typeface="Times New Roman" panose="02020603050405020304" pitchFamily="18" charset="0"/>
                <a:cs typeface="Times New Roman" panose="02020603050405020304" pitchFamily="18" charset="0"/>
              </a:rPr>
              <a:t>get lower weight. After </a:t>
            </a:r>
          </a:p>
          <a:p>
            <a:r>
              <a:rPr lang="en-US" altLang="zh-TW" sz="2200" dirty="0">
                <a:solidFill>
                  <a:schemeClr val="tx1"/>
                </a:solidFill>
                <a:latin typeface="Times New Roman" panose="02020603050405020304" pitchFamily="18" charset="0"/>
                <a:cs typeface="Times New Roman" panose="02020603050405020304" pitchFamily="18" charset="0"/>
              </a:rPr>
              <a:t>selecting successfully,</a:t>
            </a:r>
          </a:p>
          <a:p>
            <a:r>
              <a:rPr lang="en-US" altLang="zh-TW" sz="2200" dirty="0">
                <a:solidFill>
                  <a:schemeClr val="tx1"/>
                </a:solidFill>
                <a:latin typeface="Times New Roman" panose="02020603050405020304" pitchFamily="18" charset="0"/>
                <a:cs typeface="Times New Roman" panose="02020603050405020304" pitchFamily="18" charset="0"/>
              </a:rPr>
              <a:t>update the weight of </a:t>
            </a:r>
          </a:p>
          <a:p>
            <a:r>
              <a:rPr lang="en-US" altLang="zh-TW" sz="2200" dirty="0">
                <a:solidFill>
                  <a:schemeClr val="tx1"/>
                </a:solidFill>
                <a:latin typeface="Times New Roman" panose="02020603050405020304" pitchFamily="18" charset="0"/>
                <a:cs typeface="Times New Roman" panose="02020603050405020304" pitchFamily="18" charset="0"/>
              </a:rPr>
              <a:t>uncovered edges</a:t>
            </a:r>
            <a:endParaRPr lang="zh-TW" altLang="en-US"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3068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86405-10E9-4237-AE0C-C311986846D7}"/>
              </a:ext>
            </a:extLst>
          </p:cNvPr>
          <p:cNvSpPr>
            <a:spLocks noGrp="1"/>
          </p:cNvSpPr>
          <p:nvPr>
            <p:ph type="title"/>
          </p:nvPr>
        </p:nvSpPr>
        <p:spPr>
          <a:xfrm>
            <a:off x="838200" y="365125"/>
            <a:ext cx="11099334" cy="1325563"/>
          </a:xfrm>
        </p:spPr>
        <p:txBody>
          <a:bodyPr>
            <a:normAutofit/>
          </a:bodyPr>
          <a:lstStyle/>
          <a:p>
            <a:r>
              <a:rPr lang="en-US" altLang="zh-TW" dirty="0"/>
              <a:t>Greedy MWVC</a:t>
            </a:r>
            <a:endParaRPr lang="zh-TW" altLang="en-US" sz="4000" dirty="0">
              <a:latin typeface="Times New Roman" panose="02020603050405020304" pitchFamily="18" charset="0"/>
              <a:cs typeface="Times New Roman" panose="02020603050405020304" pitchFamily="18" charset="0"/>
            </a:endParaRPr>
          </a:p>
        </p:txBody>
      </p:sp>
      <p:grpSp>
        <p:nvGrpSpPr>
          <p:cNvPr id="127" name="群組 126">
            <a:extLst>
              <a:ext uri="{FF2B5EF4-FFF2-40B4-BE49-F238E27FC236}">
                <a16:creationId xmlns:a16="http://schemas.microsoft.com/office/drawing/2014/main" id="{DC2A5F43-C6A6-47A4-B0C7-8BBF85ED7238}"/>
              </a:ext>
            </a:extLst>
          </p:cNvPr>
          <p:cNvGrpSpPr/>
          <p:nvPr/>
        </p:nvGrpSpPr>
        <p:grpSpPr>
          <a:xfrm>
            <a:off x="286145" y="1647506"/>
            <a:ext cx="2739672" cy="1946049"/>
            <a:chOff x="768314" y="1912690"/>
            <a:chExt cx="2739672" cy="1946049"/>
          </a:xfrm>
        </p:grpSpPr>
        <p:sp>
          <p:nvSpPr>
            <p:cNvPr id="128" name="橢圓 127">
              <a:extLst>
                <a:ext uri="{FF2B5EF4-FFF2-40B4-BE49-F238E27FC236}">
                  <a16:creationId xmlns:a16="http://schemas.microsoft.com/office/drawing/2014/main" id="{EB37D932-F961-407D-87F2-0D800995B856}"/>
                </a:ext>
              </a:extLst>
            </p:cNvPr>
            <p:cNvSpPr/>
            <p:nvPr/>
          </p:nvSpPr>
          <p:spPr>
            <a:xfrm>
              <a:off x="1333850"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9" name="橢圓 128">
              <a:extLst>
                <a:ext uri="{FF2B5EF4-FFF2-40B4-BE49-F238E27FC236}">
                  <a16:creationId xmlns:a16="http://schemas.microsoft.com/office/drawing/2014/main" id="{01808AE2-E76B-486C-90BC-947768272749}"/>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0" name="橢圓 129">
              <a:extLst>
                <a:ext uri="{FF2B5EF4-FFF2-40B4-BE49-F238E27FC236}">
                  <a16:creationId xmlns:a16="http://schemas.microsoft.com/office/drawing/2014/main" id="{A8BC6F28-CB95-4AE4-9089-45FDA9198467}"/>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1" name="橢圓 130">
              <a:extLst>
                <a:ext uri="{FF2B5EF4-FFF2-40B4-BE49-F238E27FC236}">
                  <a16:creationId xmlns:a16="http://schemas.microsoft.com/office/drawing/2014/main" id="{7BE058F5-0229-4D83-ABB0-7E16EB225798}"/>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2" name="橢圓 131">
              <a:extLst>
                <a:ext uri="{FF2B5EF4-FFF2-40B4-BE49-F238E27FC236}">
                  <a16:creationId xmlns:a16="http://schemas.microsoft.com/office/drawing/2014/main" id="{0FB20DC8-75EC-4C3F-A079-4004D9C80990}"/>
                </a:ext>
              </a:extLst>
            </p:cNvPr>
            <p:cNvSpPr/>
            <p:nvPr/>
          </p:nvSpPr>
          <p:spPr>
            <a:xfrm>
              <a:off x="2773982"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3" name="橢圓 132">
              <a:extLst>
                <a:ext uri="{FF2B5EF4-FFF2-40B4-BE49-F238E27FC236}">
                  <a16:creationId xmlns:a16="http://schemas.microsoft.com/office/drawing/2014/main" id="{BB92C424-DB93-4520-876B-CE0C9CD927B3}"/>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4" name="橢圓 133">
              <a:extLst>
                <a:ext uri="{FF2B5EF4-FFF2-40B4-BE49-F238E27FC236}">
                  <a16:creationId xmlns:a16="http://schemas.microsoft.com/office/drawing/2014/main" id="{F956B71E-6F41-40DB-9F53-AC3DBE696195}"/>
                </a:ext>
              </a:extLst>
            </p:cNvPr>
            <p:cNvSpPr/>
            <p:nvPr/>
          </p:nvSpPr>
          <p:spPr>
            <a:xfrm>
              <a:off x="1800860"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5" name="橢圓 134">
              <a:extLst>
                <a:ext uri="{FF2B5EF4-FFF2-40B4-BE49-F238E27FC236}">
                  <a16:creationId xmlns:a16="http://schemas.microsoft.com/office/drawing/2014/main" id="{C37E2C31-DA6D-4AEE-B364-9B1ECE023801}"/>
                </a:ext>
              </a:extLst>
            </p:cNvPr>
            <p:cNvSpPr/>
            <p:nvPr/>
          </p:nvSpPr>
          <p:spPr>
            <a:xfrm>
              <a:off x="2773982"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6" name="橢圓 135">
              <a:extLst>
                <a:ext uri="{FF2B5EF4-FFF2-40B4-BE49-F238E27FC236}">
                  <a16:creationId xmlns:a16="http://schemas.microsoft.com/office/drawing/2014/main" id="{D714EAE5-0098-4C96-9825-7AA9EC1568EA}"/>
                </a:ext>
              </a:extLst>
            </p:cNvPr>
            <p:cNvSpPr/>
            <p:nvPr/>
          </p:nvSpPr>
          <p:spPr>
            <a:xfrm>
              <a:off x="2088860" y="2918142"/>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37" name="直線接點 136">
              <a:extLst>
                <a:ext uri="{FF2B5EF4-FFF2-40B4-BE49-F238E27FC236}">
                  <a16:creationId xmlns:a16="http://schemas.microsoft.com/office/drawing/2014/main" id="{D330404E-9F53-4BF7-A284-20F13F230921}"/>
                </a:ext>
              </a:extLst>
            </p:cNvPr>
            <p:cNvCxnSpPr>
              <a:cxnSpLocks/>
              <a:stCxn id="128" idx="5"/>
              <a:endCxn id="136" idx="1"/>
            </p:cNvCxnSpPr>
            <p:nvPr/>
          </p:nvCxnSpPr>
          <p:spPr>
            <a:xfrm>
              <a:off x="1579673" y="2158513"/>
              <a:ext cx="551364" cy="8018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線接點 138">
              <a:extLst>
                <a:ext uri="{FF2B5EF4-FFF2-40B4-BE49-F238E27FC236}">
                  <a16:creationId xmlns:a16="http://schemas.microsoft.com/office/drawing/2014/main" id="{61DCF5C7-F26E-42A6-A6ED-336FE452C25C}"/>
                </a:ext>
              </a:extLst>
            </p:cNvPr>
            <p:cNvCxnSpPr>
              <a:cxnSpLocks/>
              <a:stCxn id="128" idx="6"/>
              <a:endCxn id="129" idx="2"/>
            </p:cNvCxnSpPr>
            <p:nvPr/>
          </p:nvCxnSpPr>
          <p:spPr>
            <a:xfrm>
              <a:off x="1621850" y="2056690"/>
              <a:ext cx="7270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線接點 139">
              <a:extLst>
                <a:ext uri="{FF2B5EF4-FFF2-40B4-BE49-F238E27FC236}">
                  <a16:creationId xmlns:a16="http://schemas.microsoft.com/office/drawing/2014/main" id="{3D1555C7-A7AF-4F14-BFB3-DAAA4A35F4A7}"/>
                </a:ext>
              </a:extLst>
            </p:cNvPr>
            <p:cNvCxnSpPr>
              <a:cxnSpLocks/>
              <a:stCxn id="128" idx="3"/>
              <a:endCxn id="131" idx="0"/>
            </p:cNvCxnSpPr>
            <p:nvPr/>
          </p:nvCxnSpPr>
          <p:spPr>
            <a:xfrm flipH="1">
              <a:off x="912314" y="2158513"/>
              <a:ext cx="463713" cy="4756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線接點 141">
              <a:extLst>
                <a:ext uri="{FF2B5EF4-FFF2-40B4-BE49-F238E27FC236}">
                  <a16:creationId xmlns:a16="http://schemas.microsoft.com/office/drawing/2014/main" id="{FFFF199E-CC51-4CC9-AC15-680D2F81BDD7}"/>
                </a:ext>
              </a:extLst>
            </p:cNvPr>
            <p:cNvCxnSpPr>
              <a:cxnSpLocks/>
              <a:stCxn id="134" idx="2"/>
              <a:endCxn id="133"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線接點 143">
              <a:extLst>
                <a:ext uri="{FF2B5EF4-FFF2-40B4-BE49-F238E27FC236}">
                  <a16:creationId xmlns:a16="http://schemas.microsoft.com/office/drawing/2014/main" id="{D26E3445-3D4D-440D-B0FA-673A7EEB4C2E}"/>
                </a:ext>
              </a:extLst>
            </p:cNvPr>
            <p:cNvCxnSpPr>
              <a:cxnSpLocks/>
              <a:stCxn id="136" idx="3"/>
              <a:endCxn id="134"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線接點 144">
              <a:extLst>
                <a:ext uri="{FF2B5EF4-FFF2-40B4-BE49-F238E27FC236}">
                  <a16:creationId xmlns:a16="http://schemas.microsoft.com/office/drawing/2014/main" id="{E90628CC-B416-499D-B867-84381191F2BA}"/>
                </a:ext>
              </a:extLst>
            </p:cNvPr>
            <p:cNvCxnSpPr>
              <a:cxnSpLocks/>
              <a:stCxn id="129" idx="5"/>
              <a:endCxn id="132" idx="1"/>
            </p:cNvCxnSpPr>
            <p:nvPr/>
          </p:nvCxnSpPr>
          <p:spPr>
            <a:xfrm>
              <a:off x="2594741" y="2158513"/>
              <a:ext cx="22141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線接點 145">
              <a:extLst>
                <a:ext uri="{FF2B5EF4-FFF2-40B4-BE49-F238E27FC236}">
                  <a16:creationId xmlns:a16="http://schemas.microsoft.com/office/drawing/2014/main" id="{ADA998F2-0937-44FD-B89C-A54AD7178BD3}"/>
                </a:ext>
              </a:extLst>
            </p:cNvPr>
            <p:cNvCxnSpPr>
              <a:cxnSpLocks/>
              <a:stCxn id="130" idx="3"/>
              <a:endCxn id="132" idx="7"/>
            </p:cNvCxnSpPr>
            <p:nvPr/>
          </p:nvCxnSpPr>
          <p:spPr>
            <a:xfrm flipH="1">
              <a:off x="3019805" y="2158513"/>
              <a:ext cx="24235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線接點 146">
              <a:extLst>
                <a:ext uri="{FF2B5EF4-FFF2-40B4-BE49-F238E27FC236}">
                  <a16:creationId xmlns:a16="http://schemas.microsoft.com/office/drawing/2014/main" id="{D13DBE6A-B70C-4E98-9B0C-7849E984DABC}"/>
                </a:ext>
              </a:extLst>
            </p:cNvPr>
            <p:cNvCxnSpPr>
              <a:cxnSpLocks/>
              <a:stCxn id="136" idx="7"/>
              <a:endCxn id="132" idx="3"/>
            </p:cNvCxnSpPr>
            <p:nvPr/>
          </p:nvCxnSpPr>
          <p:spPr>
            <a:xfrm flipV="1">
              <a:off x="2334683" y="2879966"/>
              <a:ext cx="481476" cy="803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1725A47B-E8BA-4CD5-B266-AFB806BA8FA4}"/>
                </a:ext>
              </a:extLst>
            </p:cNvPr>
            <p:cNvCxnSpPr>
              <a:cxnSpLocks/>
              <a:stCxn id="136" idx="5"/>
              <a:endCxn id="135" idx="1"/>
            </p:cNvCxnSpPr>
            <p:nvPr/>
          </p:nvCxnSpPr>
          <p:spPr>
            <a:xfrm>
              <a:off x="2334683" y="3163965"/>
              <a:ext cx="481476" cy="4489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04FBB364-D438-42D9-94A9-EFA25D8ED144}"/>
                </a:ext>
              </a:extLst>
            </p:cNvPr>
            <p:cNvCxnSpPr>
              <a:cxnSpLocks/>
              <a:stCxn id="134" idx="6"/>
              <a:endCxn id="135" idx="2"/>
            </p:cNvCxnSpPr>
            <p:nvPr/>
          </p:nvCxnSpPr>
          <p:spPr>
            <a:xfrm>
              <a:off x="2088860" y="3714739"/>
              <a:ext cx="685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F16AB95F-B953-4148-B299-80164AD7DD52}"/>
                </a:ext>
              </a:extLst>
            </p:cNvPr>
            <p:cNvCxnSpPr>
              <a:cxnSpLocks/>
              <a:stCxn id="133" idx="1"/>
              <a:endCxn id="131"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手繪多邊形: 圖案 151">
              <a:extLst>
                <a:ext uri="{FF2B5EF4-FFF2-40B4-BE49-F238E27FC236}">
                  <a16:creationId xmlns:a16="http://schemas.microsoft.com/office/drawing/2014/main" id="{D6414E5D-DA6E-4ABE-8993-47055A21F6B3}"/>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56" name="群組 155">
            <a:extLst>
              <a:ext uri="{FF2B5EF4-FFF2-40B4-BE49-F238E27FC236}">
                <a16:creationId xmlns:a16="http://schemas.microsoft.com/office/drawing/2014/main" id="{31EAFAA3-223D-4434-8C1B-844D6D996FA9}"/>
              </a:ext>
            </a:extLst>
          </p:cNvPr>
          <p:cNvGrpSpPr/>
          <p:nvPr/>
        </p:nvGrpSpPr>
        <p:grpSpPr>
          <a:xfrm>
            <a:off x="3287538" y="1647506"/>
            <a:ext cx="2739672" cy="1946049"/>
            <a:chOff x="768314" y="1912690"/>
            <a:chExt cx="2739672" cy="1946049"/>
          </a:xfrm>
        </p:grpSpPr>
        <p:sp>
          <p:nvSpPr>
            <p:cNvPr id="157" name="橢圓 156">
              <a:extLst>
                <a:ext uri="{FF2B5EF4-FFF2-40B4-BE49-F238E27FC236}">
                  <a16:creationId xmlns:a16="http://schemas.microsoft.com/office/drawing/2014/main" id="{58DAD1EC-BEFB-403B-9102-79BA4EC1043F}"/>
                </a:ext>
              </a:extLst>
            </p:cNvPr>
            <p:cNvSpPr/>
            <p:nvPr/>
          </p:nvSpPr>
          <p:spPr>
            <a:xfrm>
              <a:off x="1333850"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58" name="橢圓 157">
              <a:extLst>
                <a:ext uri="{FF2B5EF4-FFF2-40B4-BE49-F238E27FC236}">
                  <a16:creationId xmlns:a16="http://schemas.microsoft.com/office/drawing/2014/main" id="{A3C7AC22-F7B1-42DC-840C-148578F6EC95}"/>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59" name="橢圓 158">
              <a:extLst>
                <a:ext uri="{FF2B5EF4-FFF2-40B4-BE49-F238E27FC236}">
                  <a16:creationId xmlns:a16="http://schemas.microsoft.com/office/drawing/2014/main" id="{5815D2D1-9DA1-491F-9DCB-1831CABC93B8}"/>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0" name="橢圓 159">
              <a:extLst>
                <a:ext uri="{FF2B5EF4-FFF2-40B4-BE49-F238E27FC236}">
                  <a16:creationId xmlns:a16="http://schemas.microsoft.com/office/drawing/2014/main" id="{17C76A8A-B732-42B4-80BA-D1DA5F65155C}"/>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1" name="橢圓 160">
              <a:extLst>
                <a:ext uri="{FF2B5EF4-FFF2-40B4-BE49-F238E27FC236}">
                  <a16:creationId xmlns:a16="http://schemas.microsoft.com/office/drawing/2014/main" id="{1E9ACFC0-0DF1-4979-A951-8FAD7F835F4A}"/>
                </a:ext>
              </a:extLst>
            </p:cNvPr>
            <p:cNvSpPr/>
            <p:nvPr/>
          </p:nvSpPr>
          <p:spPr>
            <a:xfrm>
              <a:off x="2773982"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2" name="橢圓 161">
              <a:extLst>
                <a:ext uri="{FF2B5EF4-FFF2-40B4-BE49-F238E27FC236}">
                  <a16:creationId xmlns:a16="http://schemas.microsoft.com/office/drawing/2014/main" id="{6EBEF4A0-56BA-4142-870A-D49D2CC28720}"/>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3" name="橢圓 162">
              <a:extLst>
                <a:ext uri="{FF2B5EF4-FFF2-40B4-BE49-F238E27FC236}">
                  <a16:creationId xmlns:a16="http://schemas.microsoft.com/office/drawing/2014/main" id="{42E277B1-34FA-4DE2-9E14-C3DD28D7C54B}"/>
                </a:ext>
              </a:extLst>
            </p:cNvPr>
            <p:cNvSpPr/>
            <p:nvPr/>
          </p:nvSpPr>
          <p:spPr>
            <a:xfrm>
              <a:off x="1800860"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4" name="橢圓 163">
              <a:extLst>
                <a:ext uri="{FF2B5EF4-FFF2-40B4-BE49-F238E27FC236}">
                  <a16:creationId xmlns:a16="http://schemas.microsoft.com/office/drawing/2014/main" id="{5AEA788E-08C5-409C-B351-AC3801C32337}"/>
                </a:ext>
              </a:extLst>
            </p:cNvPr>
            <p:cNvSpPr/>
            <p:nvPr/>
          </p:nvSpPr>
          <p:spPr>
            <a:xfrm>
              <a:off x="2773982"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65" name="橢圓 164">
              <a:extLst>
                <a:ext uri="{FF2B5EF4-FFF2-40B4-BE49-F238E27FC236}">
                  <a16:creationId xmlns:a16="http://schemas.microsoft.com/office/drawing/2014/main" id="{3BEC2A4A-B164-437B-B509-FA37059393FD}"/>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66" name="直線接點 165">
              <a:extLst>
                <a:ext uri="{FF2B5EF4-FFF2-40B4-BE49-F238E27FC236}">
                  <a16:creationId xmlns:a16="http://schemas.microsoft.com/office/drawing/2014/main" id="{42AEF36F-23AF-4838-BD55-D61EDB335773}"/>
                </a:ext>
              </a:extLst>
            </p:cNvPr>
            <p:cNvCxnSpPr>
              <a:cxnSpLocks/>
              <a:stCxn id="157" idx="5"/>
              <a:endCxn id="165"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FA6E9B4D-4A1E-4D80-A75F-20B36EC2A3EA}"/>
                </a:ext>
              </a:extLst>
            </p:cNvPr>
            <p:cNvCxnSpPr>
              <a:cxnSpLocks/>
              <a:stCxn id="157" idx="6"/>
              <a:endCxn id="158" idx="2"/>
            </p:cNvCxnSpPr>
            <p:nvPr/>
          </p:nvCxnSpPr>
          <p:spPr>
            <a:xfrm>
              <a:off x="1621850" y="2056690"/>
              <a:ext cx="7270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線接點 167">
              <a:extLst>
                <a:ext uri="{FF2B5EF4-FFF2-40B4-BE49-F238E27FC236}">
                  <a16:creationId xmlns:a16="http://schemas.microsoft.com/office/drawing/2014/main" id="{F763EDC2-0F32-4D73-830D-7EABAFCFD31C}"/>
                </a:ext>
              </a:extLst>
            </p:cNvPr>
            <p:cNvCxnSpPr>
              <a:cxnSpLocks/>
              <a:stCxn id="157" idx="3"/>
              <a:endCxn id="160" idx="0"/>
            </p:cNvCxnSpPr>
            <p:nvPr/>
          </p:nvCxnSpPr>
          <p:spPr>
            <a:xfrm flipH="1">
              <a:off x="912314" y="2158513"/>
              <a:ext cx="463713" cy="4756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線接點 168">
              <a:extLst>
                <a:ext uri="{FF2B5EF4-FFF2-40B4-BE49-F238E27FC236}">
                  <a16:creationId xmlns:a16="http://schemas.microsoft.com/office/drawing/2014/main" id="{90AEDFAB-A336-4C43-AADE-ED77DE87945F}"/>
                </a:ext>
              </a:extLst>
            </p:cNvPr>
            <p:cNvCxnSpPr>
              <a:cxnSpLocks/>
              <a:stCxn id="163" idx="2"/>
              <a:endCxn id="162"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線接點 169">
              <a:extLst>
                <a:ext uri="{FF2B5EF4-FFF2-40B4-BE49-F238E27FC236}">
                  <a16:creationId xmlns:a16="http://schemas.microsoft.com/office/drawing/2014/main" id="{469F8FD8-839E-48AC-A4CC-BFE4B0EBDA77}"/>
                </a:ext>
              </a:extLst>
            </p:cNvPr>
            <p:cNvCxnSpPr>
              <a:cxnSpLocks/>
              <a:stCxn id="165" idx="3"/>
              <a:endCxn id="163"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71" name="直線接點 170">
              <a:extLst>
                <a:ext uri="{FF2B5EF4-FFF2-40B4-BE49-F238E27FC236}">
                  <a16:creationId xmlns:a16="http://schemas.microsoft.com/office/drawing/2014/main" id="{C0925EA2-C08F-4290-9DB7-1DCE73D34260}"/>
                </a:ext>
              </a:extLst>
            </p:cNvPr>
            <p:cNvCxnSpPr>
              <a:cxnSpLocks/>
              <a:stCxn id="158" idx="5"/>
              <a:endCxn id="161" idx="1"/>
            </p:cNvCxnSpPr>
            <p:nvPr/>
          </p:nvCxnSpPr>
          <p:spPr>
            <a:xfrm>
              <a:off x="2594741" y="2158513"/>
              <a:ext cx="22141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線接點 171">
              <a:extLst>
                <a:ext uri="{FF2B5EF4-FFF2-40B4-BE49-F238E27FC236}">
                  <a16:creationId xmlns:a16="http://schemas.microsoft.com/office/drawing/2014/main" id="{20F79AE7-1405-49A4-AD2C-A6DD411BAD88}"/>
                </a:ext>
              </a:extLst>
            </p:cNvPr>
            <p:cNvCxnSpPr>
              <a:cxnSpLocks/>
              <a:stCxn id="159" idx="3"/>
              <a:endCxn id="161" idx="7"/>
            </p:cNvCxnSpPr>
            <p:nvPr/>
          </p:nvCxnSpPr>
          <p:spPr>
            <a:xfrm flipH="1">
              <a:off x="3019805" y="2158513"/>
              <a:ext cx="242358" cy="5178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線接點 172">
              <a:extLst>
                <a:ext uri="{FF2B5EF4-FFF2-40B4-BE49-F238E27FC236}">
                  <a16:creationId xmlns:a16="http://schemas.microsoft.com/office/drawing/2014/main" id="{A286E9DE-6A10-46AA-8CD9-793C03E63846}"/>
                </a:ext>
              </a:extLst>
            </p:cNvPr>
            <p:cNvCxnSpPr>
              <a:cxnSpLocks/>
              <a:stCxn id="165" idx="7"/>
              <a:endCxn id="161"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74" name="直線接點 173">
              <a:extLst>
                <a:ext uri="{FF2B5EF4-FFF2-40B4-BE49-F238E27FC236}">
                  <a16:creationId xmlns:a16="http://schemas.microsoft.com/office/drawing/2014/main" id="{B1E1CC6F-727F-4DB1-849B-D8DBD29D36AE}"/>
                </a:ext>
              </a:extLst>
            </p:cNvPr>
            <p:cNvCxnSpPr>
              <a:cxnSpLocks/>
              <a:stCxn id="165" idx="5"/>
              <a:endCxn id="164"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75" name="直線接點 174">
              <a:extLst>
                <a:ext uri="{FF2B5EF4-FFF2-40B4-BE49-F238E27FC236}">
                  <a16:creationId xmlns:a16="http://schemas.microsoft.com/office/drawing/2014/main" id="{68D9E639-88EE-423D-9DDC-038EACFD1F34}"/>
                </a:ext>
              </a:extLst>
            </p:cNvPr>
            <p:cNvCxnSpPr>
              <a:cxnSpLocks/>
              <a:stCxn id="163" idx="6"/>
              <a:endCxn id="164" idx="2"/>
            </p:cNvCxnSpPr>
            <p:nvPr/>
          </p:nvCxnSpPr>
          <p:spPr>
            <a:xfrm>
              <a:off x="2088860" y="3714739"/>
              <a:ext cx="685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線接點 175">
              <a:extLst>
                <a:ext uri="{FF2B5EF4-FFF2-40B4-BE49-F238E27FC236}">
                  <a16:creationId xmlns:a16="http://schemas.microsoft.com/office/drawing/2014/main" id="{C4ADC57A-6962-4239-9C6A-F89936F806C8}"/>
                </a:ext>
              </a:extLst>
            </p:cNvPr>
            <p:cNvCxnSpPr>
              <a:cxnSpLocks/>
              <a:stCxn id="162" idx="1"/>
              <a:endCxn id="160"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7" name="手繪多邊形: 圖案 176">
              <a:extLst>
                <a:ext uri="{FF2B5EF4-FFF2-40B4-BE49-F238E27FC236}">
                  <a16:creationId xmlns:a16="http://schemas.microsoft.com/office/drawing/2014/main" id="{5904A887-B690-480F-83BE-14DD6BE0BE06}"/>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78" name="群組 177">
            <a:extLst>
              <a:ext uri="{FF2B5EF4-FFF2-40B4-BE49-F238E27FC236}">
                <a16:creationId xmlns:a16="http://schemas.microsoft.com/office/drawing/2014/main" id="{9F4BA9EB-7E3F-419F-A532-CB84588C6B2F}"/>
              </a:ext>
            </a:extLst>
          </p:cNvPr>
          <p:cNvGrpSpPr/>
          <p:nvPr/>
        </p:nvGrpSpPr>
        <p:grpSpPr>
          <a:xfrm>
            <a:off x="6288931" y="1647506"/>
            <a:ext cx="2739672" cy="1946049"/>
            <a:chOff x="768314" y="1912690"/>
            <a:chExt cx="2739672" cy="1946049"/>
          </a:xfrm>
        </p:grpSpPr>
        <p:sp>
          <p:nvSpPr>
            <p:cNvPr id="179" name="橢圓 178">
              <a:extLst>
                <a:ext uri="{FF2B5EF4-FFF2-40B4-BE49-F238E27FC236}">
                  <a16:creationId xmlns:a16="http://schemas.microsoft.com/office/drawing/2014/main" id="{ED8BE204-07CD-4AC9-B510-270D5DF7B9F2}"/>
                </a:ext>
              </a:extLst>
            </p:cNvPr>
            <p:cNvSpPr/>
            <p:nvPr/>
          </p:nvSpPr>
          <p:spPr>
            <a:xfrm>
              <a:off x="1333850"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0" name="橢圓 179">
              <a:extLst>
                <a:ext uri="{FF2B5EF4-FFF2-40B4-BE49-F238E27FC236}">
                  <a16:creationId xmlns:a16="http://schemas.microsoft.com/office/drawing/2014/main" id="{7EED4DE5-72DC-4EC8-A6D3-FF30B5D6F953}"/>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1" name="橢圓 180">
              <a:extLst>
                <a:ext uri="{FF2B5EF4-FFF2-40B4-BE49-F238E27FC236}">
                  <a16:creationId xmlns:a16="http://schemas.microsoft.com/office/drawing/2014/main" id="{BEB8D503-60C5-4786-BF2D-ACC67378B607}"/>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2" name="橢圓 181">
              <a:extLst>
                <a:ext uri="{FF2B5EF4-FFF2-40B4-BE49-F238E27FC236}">
                  <a16:creationId xmlns:a16="http://schemas.microsoft.com/office/drawing/2014/main" id="{6C891E0E-C611-4C45-8E4B-E464D1606EC9}"/>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3" name="橢圓 182">
              <a:extLst>
                <a:ext uri="{FF2B5EF4-FFF2-40B4-BE49-F238E27FC236}">
                  <a16:creationId xmlns:a16="http://schemas.microsoft.com/office/drawing/2014/main" id="{262A9053-4ED3-4BFA-8876-CE7CD8218235}"/>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4" name="橢圓 183">
              <a:extLst>
                <a:ext uri="{FF2B5EF4-FFF2-40B4-BE49-F238E27FC236}">
                  <a16:creationId xmlns:a16="http://schemas.microsoft.com/office/drawing/2014/main" id="{4620256F-1091-4B65-B5EC-3ACC8C1FE516}"/>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5" name="橢圓 184">
              <a:extLst>
                <a:ext uri="{FF2B5EF4-FFF2-40B4-BE49-F238E27FC236}">
                  <a16:creationId xmlns:a16="http://schemas.microsoft.com/office/drawing/2014/main" id="{A6E01438-CFB0-4333-A72C-82276CB7CB25}"/>
                </a:ext>
              </a:extLst>
            </p:cNvPr>
            <p:cNvSpPr/>
            <p:nvPr/>
          </p:nvSpPr>
          <p:spPr>
            <a:xfrm>
              <a:off x="1800860"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6" name="橢圓 185">
              <a:extLst>
                <a:ext uri="{FF2B5EF4-FFF2-40B4-BE49-F238E27FC236}">
                  <a16:creationId xmlns:a16="http://schemas.microsoft.com/office/drawing/2014/main" id="{990645FF-8834-4E11-8B76-6D1D603AA46A}"/>
                </a:ext>
              </a:extLst>
            </p:cNvPr>
            <p:cNvSpPr/>
            <p:nvPr/>
          </p:nvSpPr>
          <p:spPr>
            <a:xfrm>
              <a:off x="2773982"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87" name="橢圓 186">
              <a:extLst>
                <a:ext uri="{FF2B5EF4-FFF2-40B4-BE49-F238E27FC236}">
                  <a16:creationId xmlns:a16="http://schemas.microsoft.com/office/drawing/2014/main" id="{5D4260B6-4B8D-4C9A-A7BE-D0620B43534E}"/>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88" name="直線接點 187">
              <a:extLst>
                <a:ext uri="{FF2B5EF4-FFF2-40B4-BE49-F238E27FC236}">
                  <a16:creationId xmlns:a16="http://schemas.microsoft.com/office/drawing/2014/main" id="{B1E98315-3C00-4042-9332-6ACAD084D268}"/>
                </a:ext>
              </a:extLst>
            </p:cNvPr>
            <p:cNvCxnSpPr>
              <a:cxnSpLocks/>
              <a:stCxn id="179" idx="5"/>
              <a:endCxn id="187"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89" name="直線接點 188">
              <a:extLst>
                <a:ext uri="{FF2B5EF4-FFF2-40B4-BE49-F238E27FC236}">
                  <a16:creationId xmlns:a16="http://schemas.microsoft.com/office/drawing/2014/main" id="{6BC6CDCB-9EFB-4AF7-A701-4CA19346BEDF}"/>
                </a:ext>
              </a:extLst>
            </p:cNvPr>
            <p:cNvCxnSpPr>
              <a:cxnSpLocks/>
              <a:stCxn id="179" idx="6"/>
              <a:endCxn id="180" idx="2"/>
            </p:cNvCxnSpPr>
            <p:nvPr/>
          </p:nvCxnSpPr>
          <p:spPr>
            <a:xfrm>
              <a:off x="1621850" y="2056690"/>
              <a:ext cx="7270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線接點 189">
              <a:extLst>
                <a:ext uri="{FF2B5EF4-FFF2-40B4-BE49-F238E27FC236}">
                  <a16:creationId xmlns:a16="http://schemas.microsoft.com/office/drawing/2014/main" id="{7C7E4570-BA81-4062-8222-F715F7B716C9}"/>
                </a:ext>
              </a:extLst>
            </p:cNvPr>
            <p:cNvCxnSpPr>
              <a:cxnSpLocks/>
              <a:stCxn id="179" idx="3"/>
              <a:endCxn id="182" idx="0"/>
            </p:cNvCxnSpPr>
            <p:nvPr/>
          </p:nvCxnSpPr>
          <p:spPr>
            <a:xfrm flipH="1">
              <a:off x="912314" y="2158513"/>
              <a:ext cx="463713" cy="4756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線接點 190">
              <a:extLst>
                <a:ext uri="{FF2B5EF4-FFF2-40B4-BE49-F238E27FC236}">
                  <a16:creationId xmlns:a16="http://schemas.microsoft.com/office/drawing/2014/main" id="{5D12C0A0-2D22-4340-A28A-CC9FEAB6138E}"/>
                </a:ext>
              </a:extLst>
            </p:cNvPr>
            <p:cNvCxnSpPr>
              <a:cxnSpLocks/>
              <a:stCxn id="185" idx="2"/>
              <a:endCxn id="184"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線接點 191">
              <a:extLst>
                <a:ext uri="{FF2B5EF4-FFF2-40B4-BE49-F238E27FC236}">
                  <a16:creationId xmlns:a16="http://schemas.microsoft.com/office/drawing/2014/main" id="{4F822CB8-F55D-40AB-BABE-FEFAA196970A}"/>
                </a:ext>
              </a:extLst>
            </p:cNvPr>
            <p:cNvCxnSpPr>
              <a:cxnSpLocks/>
              <a:stCxn id="187" idx="3"/>
              <a:endCxn id="185"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93" name="直線接點 192">
              <a:extLst>
                <a:ext uri="{FF2B5EF4-FFF2-40B4-BE49-F238E27FC236}">
                  <a16:creationId xmlns:a16="http://schemas.microsoft.com/office/drawing/2014/main" id="{A6284FC5-D838-4DA2-A5F4-773DB2080FF2}"/>
                </a:ext>
              </a:extLst>
            </p:cNvPr>
            <p:cNvCxnSpPr>
              <a:cxnSpLocks/>
              <a:stCxn id="180" idx="5"/>
              <a:endCxn id="183"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94" name="直線接點 193">
              <a:extLst>
                <a:ext uri="{FF2B5EF4-FFF2-40B4-BE49-F238E27FC236}">
                  <a16:creationId xmlns:a16="http://schemas.microsoft.com/office/drawing/2014/main" id="{76678E01-6469-493B-BCA9-AB3DA38DEF56}"/>
                </a:ext>
              </a:extLst>
            </p:cNvPr>
            <p:cNvCxnSpPr>
              <a:cxnSpLocks/>
              <a:stCxn id="181" idx="3"/>
              <a:endCxn id="183"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95" name="直線接點 194">
              <a:extLst>
                <a:ext uri="{FF2B5EF4-FFF2-40B4-BE49-F238E27FC236}">
                  <a16:creationId xmlns:a16="http://schemas.microsoft.com/office/drawing/2014/main" id="{A76155F8-7D39-4FBA-92FA-E50AEBFF5419}"/>
                </a:ext>
              </a:extLst>
            </p:cNvPr>
            <p:cNvCxnSpPr>
              <a:cxnSpLocks/>
              <a:stCxn id="187" idx="7"/>
              <a:endCxn id="183"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96" name="直線接點 195">
              <a:extLst>
                <a:ext uri="{FF2B5EF4-FFF2-40B4-BE49-F238E27FC236}">
                  <a16:creationId xmlns:a16="http://schemas.microsoft.com/office/drawing/2014/main" id="{25E42184-AD0A-44B2-8E46-79448E54D505}"/>
                </a:ext>
              </a:extLst>
            </p:cNvPr>
            <p:cNvCxnSpPr>
              <a:cxnSpLocks/>
              <a:stCxn id="187" idx="5"/>
              <a:endCxn id="186"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97" name="直線接點 196">
              <a:extLst>
                <a:ext uri="{FF2B5EF4-FFF2-40B4-BE49-F238E27FC236}">
                  <a16:creationId xmlns:a16="http://schemas.microsoft.com/office/drawing/2014/main" id="{AE4F2D4F-09DA-4150-9370-02DEEB8E95EF}"/>
                </a:ext>
              </a:extLst>
            </p:cNvPr>
            <p:cNvCxnSpPr>
              <a:cxnSpLocks/>
              <a:stCxn id="185" idx="6"/>
              <a:endCxn id="186" idx="2"/>
            </p:cNvCxnSpPr>
            <p:nvPr/>
          </p:nvCxnSpPr>
          <p:spPr>
            <a:xfrm>
              <a:off x="2088860" y="3714739"/>
              <a:ext cx="685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線接點 197">
              <a:extLst>
                <a:ext uri="{FF2B5EF4-FFF2-40B4-BE49-F238E27FC236}">
                  <a16:creationId xmlns:a16="http://schemas.microsoft.com/office/drawing/2014/main" id="{071A4C73-8827-44A4-9F3E-7CCACA3868B7}"/>
                </a:ext>
              </a:extLst>
            </p:cNvPr>
            <p:cNvCxnSpPr>
              <a:cxnSpLocks/>
              <a:stCxn id="184" idx="1"/>
              <a:endCxn id="182"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9" name="手繪多邊形: 圖案 198">
              <a:extLst>
                <a:ext uri="{FF2B5EF4-FFF2-40B4-BE49-F238E27FC236}">
                  <a16:creationId xmlns:a16="http://schemas.microsoft.com/office/drawing/2014/main" id="{00BE5C68-5C52-4ABC-BA32-DB6173DF9E7C}"/>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00" name="群組 199">
            <a:extLst>
              <a:ext uri="{FF2B5EF4-FFF2-40B4-BE49-F238E27FC236}">
                <a16:creationId xmlns:a16="http://schemas.microsoft.com/office/drawing/2014/main" id="{3B119C2B-6367-488A-8795-5BA7A5450297}"/>
              </a:ext>
            </a:extLst>
          </p:cNvPr>
          <p:cNvGrpSpPr/>
          <p:nvPr/>
        </p:nvGrpSpPr>
        <p:grpSpPr>
          <a:xfrm>
            <a:off x="9290325" y="1643206"/>
            <a:ext cx="2739672" cy="1946049"/>
            <a:chOff x="768314" y="1912690"/>
            <a:chExt cx="2739672" cy="1946049"/>
          </a:xfrm>
        </p:grpSpPr>
        <p:sp>
          <p:nvSpPr>
            <p:cNvPr id="201" name="橢圓 200">
              <a:extLst>
                <a:ext uri="{FF2B5EF4-FFF2-40B4-BE49-F238E27FC236}">
                  <a16:creationId xmlns:a16="http://schemas.microsoft.com/office/drawing/2014/main" id="{F1696046-2EE6-43A9-9669-C6E0E3E6AECB}"/>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2" name="橢圓 201">
              <a:extLst>
                <a:ext uri="{FF2B5EF4-FFF2-40B4-BE49-F238E27FC236}">
                  <a16:creationId xmlns:a16="http://schemas.microsoft.com/office/drawing/2014/main" id="{646FA946-2C3A-4020-94B7-0093E619BFF6}"/>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3" name="橢圓 202">
              <a:extLst>
                <a:ext uri="{FF2B5EF4-FFF2-40B4-BE49-F238E27FC236}">
                  <a16:creationId xmlns:a16="http://schemas.microsoft.com/office/drawing/2014/main" id="{335D5972-6347-467B-96BE-1913841ED04E}"/>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4" name="橢圓 203">
              <a:extLst>
                <a:ext uri="{FF2B5EF4-FFF2-40B4-BE49-F238E27FC236}">
                  <a16:creationId xmlns:a16="http://schemas.microsoft.com/office/drawing/2014/main" id="{ECC52B87-7FA0-49F6-88D3-D849707CAA84}"/>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5" name="橢圓 204">
              <a:extLst>
                <a:ext uri="{FF2B5EF4-FFF2-40B4-BE49-F238E27FC236}">
                  <a16:creationId xmlns:a16="http://schemas.microsoft.com/office/drawing/2014/main" id="{770DCB6A-D441-4D1F-A5FB-FBD678A4AD75}"/>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6" name="橢圓 205">
              <a:extLst>
                <a:ext uri="{FF2B5EF4-FFF2-40B4-BE49-F238E27FC236}">
                  <a16:creationId xmlns:a16="http://schemas.microsoft.com/office/drawing/2014/main" id="{1A8430CD-CB55-4758-843A-004FC9C7A4F4}"/>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7" name="橢圓 206">
              <a:extLst>
                <a:ext uri="{FF2B5EF4-FFF2-40B4-BE49-F238E27FC236}">
                  <a16:creationId xmlns:a16="http://schemas.microsoft.com/office/drawing/2014/main" id="{5B3C93DF-6CED-4909-BAF7-EC474663AF65}"/>
                </a:ext>
              </a:extLst>
            </p:cNvPr>
            <p:cNvSpPr/>
            <p:nvPr/>
          </p:nvSpPr>
          <p:spPr>
            <a:xfrm>
              <a:off x="1800860"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8" name="橢圓 207">
              <a:extLst>
                <a:ext uri="{FF2B5EF4-FFF2-40B4-BE49-F238E27FC236}">
                  <a16:creationId xmlns:a16="http://schemas.microsoft.com/office/drawing/2014/main" id="{A59999C7-58AA-4084-8984-D587D994290E}"/>
                </a:ext>
              </a:extLst>
            </p:cNvPr>
            <p:cNvSpPr/>
            <p:nvPr/>
          </p:nvSpPr>
          <p:spPr>
            <a:xfrm>
              <a:off x="2773982"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09" name="橢圓 208">
              <a:extLst>
                <a:ext uri="{FF2B5EF4-FFF2-40B4-BE49-F238E27FC236}">
                  <a16:creationId xmlns:a16="http://schemas.microsoft.com/office/drawing/2014/main" id="{D095B139-2A66-4051-B436-EA99CB129FC1}"/>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210" name="直線接點 209">
              <a:extLst>
                <a:ext uri="{FF2B5EF4-FFF2-40B4-BE49-F238E27FC236}">
                  <a16:creationId xmlns:a16="http://schemas.microsoft.com/office/drawing/2014/main" id="{3C70E534-EAD6-4249-A167-D18F779DDBFF}"/>
                </a:ext>
              </a:extLst>
            </p:cNvPr>
            <p:cNvCxnSpPr>
              <a:cxnSpLocks/>
              <a:stCxn id="201" idx="5"/>
              <a:endCxn id="209"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11" name="直線接點 210">
              <a:extLst>
                <a:ext uri="{FF2B5EF4-FFF2-40B4-BE49-F238E27FC236}">
                  <a16:creationId xmlns:a16="http://schemas.microsoft.com/office/drawing/2014/main" id="{CD1A8854-AF75-4A7B-93D2-500D6958CA06}"/>
                </a:ext>
              </a:extLst>
            </p:cNvPr>
            <p:cNvCxnSpPr>
              <a:cxnSpLocks/>
              <a:stCxn id="201" idx="6"/>
              <a:endCxn id="202"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2" name="直線接點 211">
              <a:extLst>
                <a:ext uri="{FF2B5EF4-FFF2-40B4-BE49-F238E27FC236}">
                  <a16:creationId xmlns:a16="http://schemas.microsoft.com/office/drawing/2014/main" id="{6FE753E3-DACD-4CD0-B8BF-D13048A6639E}"/>
                </a:ext>
              </a:extLst>
            </p:cNvPr>
            <p:cNvCxnSpPr>
              <a:cxnSpLocks/>
              <a:stCxn id="201" idx="3"/>
              <a:endCxn id="204"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3" name="直線接點 212">
              <a:extLst>
                <a:ext uri="{FF2B5EF4-FFF2-40B4-BE49-F238E27FC236}">
                  <a16:creationId xmlns:a16="http://schemas.microsoft.com/office/drawing/2014/main" id="{10A231C4-4A8A-4AF1-9252-ED96B7826DC9}"/>
                </a:ext>
              </a:extLst>
            </p:cNvPr>
            <p:cNvCxnSpPr>
              <a:cxnSpLocks/>
              <a:stCxn id="207" idx="2"/>
              <a:endCxn id="206"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線接點 213">
              <a:extLst>
                <a:ext uri="{FF2B5EF4-FFF2-40B4-BE49-F238E27FC236}">
                  <a16:creationId xmlns:a16="http://schemas.microsoft.com/office/drawing/2014/main" id="{BAF32D00-B468-4A60-ABD9-A239062825CC}"/>
                </a:ext>
              </a:extLst>
            </p:cNvPr>
            <p:cNvCxnSpPr>
              <a:cxnSpLocks/>
              <a:stCxn id="209" idx="3"/>
              <a:endCxn id="207"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15" name="直線接點 214">
              <a:extLst>
                <a:ext uri="{FF2B5EF4-FFF2-40B4-BE49-F238E27FC236}">
                  <a16:creationId xmlns:a16="http://schemas.microsoft.com/office/drawing/2014/main" id="{07AB4249-E3E1-44FD-A8A3-D07C01EDECBC}"/>
                </a:ext>
              </a:extLst>
            </p:cNvPr>
            <p:cNvCxnSpPr>
              <a:cxnSpLocks/>
              <a:stCxn id="202" idx="5"/>
              <a:endCxn id="205"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16" name="直線接點 215">
              <a:extLst>
                <a:ext uri="{FF2B5EF4-FFF2-40B4-BE49-F238E27FC236}">
                  <a16:creationId xmlns:a16="http://schemas.microsoft.com/office/drawing/2014/main" id="{5B1767FB-726F-4086-B7CE-364BF758DE69}"/>
                </a:ext>
              </a:extLst>
            </p:cNvPr>
            <p:cNvCxnSpPr>
              <a:cxnSpLocks/>
              <a:stCxn id="203" idx="3"/>
              <a:endCxn id="205"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17" name="直線接點 216">
              <a:extLst>
                <a:ext uri="{FF2B5EF4-FFF2-40B4-BE49-F238E27FC236}">
                  <a16:creationId xmlns:a16="http://schemas.microsoft.com/office/drawing/2014/main" id="{133F04EE-D20F-427A-8E31-DAAD9AAF0446}"/>
                </a:ext>
              </a:extLst>
            </p:cNvPr>
            <p:cNvCxnSpPr>
              <a:cxnSpLocks/>
              <a:stCxn id="209" idx="7"/>
              <a:endCxn id="205"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18" name="直線接點 217">
              <a:extLst>
                <a:ext uri="{FF2B5EF4-FFF2-40B4-BE49-F238E27FC236}">
                  <a16:creationId xmlns:a16="http://schemas.microsoft.com/office/drawing/2014/main" id="{1233FA94-9114-4E93-86E4-6865914D24A9}"/>
                </a:ext>
              </a:extLst>
            </p:cNvPr>
            <p:cNvCxnSpPr>
              <a:cxnSpLocks/>
              <a:stCxn id="209" idx="5"/>
              <a:endCxn id="208"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19" name="直線接點 218">
              <a:extLst>
                <a:ext uri="{FF2B5EF4-FFF2-40B4-BE49-F238E27FC236}">
                  <a16:creationId xmlns:a16="http://schemas.microsoft.com/office/drawing/2014/main" id="{AAA56066-4317-4E1E-BC91-EBB716DE6787}"/>
                </a:ext>
              </a:extLst>
            </p:cNvPr>
            <p:cNvCxnSpPr>
              <a:cxnSpLocks/>
              <a:stCxn id="207" idx="6"/>
              <a:endCxn id="208" idx="2"/>
            </p:cNvCxnSpPr>
            <p:nvPr/>
          </p:nvCxnSpPr>
          <p:spPr>
            <a:xfrm>
              <a:off x="2088860" y="3714739"/>
              <a:ext cx="685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線接點 219">
              <a:extLst>
                <a:ext uri="{FF2B5EF4-FFF2-40B4-BE49-F238E27FC236}">
                  <a16:creationId xmlns:a16="http://schemas.microsoft.com/office/drawing/2014/main" id="{BF30F419-33EF-4C44-BEC7-79F31D1B5A77}"/>
                </a:ext>
              </a:extLst>
            </p:cNvPr>
            <p:cNvCxnSpPr>
              <a:cxnSpLocks/>
              <a:stCxn id="206" idx="1"/>
              <a:endCxn id="204"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1" name="手繪多邊形: 圖案 220">
              <a:extLst>
                <a:ext uri="{FF2B5EF4-FFF2-40B4-BE49-F238E27FC236}">
                  <a16:creationId xmlns:a16="http://schemas.microsoft.com/office/drawing/2014/main" id="{C7A6AACD-53AF-46F8-AEC5-A3C6218C53B6}"/>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22" name="群組 221">
            <a:extLst>
              <a:ext uri="{FF2B5EF4-FFF2-40B4-BE49-F238E27FC236}">
                <a16:creationId xmlns:a16="http://schemas.microsoft.com/office/drawing/2014/main" id="{838844E3-D5D9-41A9-9D61-C8DB76F208F9}"/>
              </a:ext>
            </a:extLst>
          </p:cNvPr>
          <p:cNvGrpSpPr/>
          <p:nvPr/>
        </p:nvGrpSpPr>
        <p:grpSpPr>
          <a:xfrm>
            <a:off x="286145" y="4266623"/>
            <a:ext cx="2739672" cy="1946049"/>
            <a:chOff x="768314" y="1912690"/>
            <a:chExt cx="2739672" cy="1946049"/>
          </a:xfrm>
        </p:grpSpPr>
        <p:sp>
          <p:nvSpPr>
            <p:cNvPr id="223" name="橢圓 222">
              <a:extLst>
                <a:ext uri="{FF2B5EF4-FFF2-40B4-BE49-F238E27FC236}">
                  <a16:creationId xmlns:a16="http://schemas.microsoft.com/office/drawing/2014/main" id="{098378DA-4E6A-4D96-9373-A8170DADCE4E}"/>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24" name="橢圓 223">
              <a:extLst>
                <a:ext uri="{FF2B5EF4-FFF2-40B4-BE49-F238E27FC236}">
                  <a16:creationId xmlns:a16="http://schemas.microsoft.com/office/drawing/2014/main" id="{394D1D2C-2F96-4A8E-B928-D466EBDDD5AB}"/>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25" name="橢圓 224">
              <a:extLst>
                <a:ext uri="{FF2B5EF4-FFF2-40B4-BE49-F238E27FC236}">
                  <a16:creationId xmlns:a16="http://schemas.microsoft.com/office/drawing/2014/main" id="{379DF4D2-67BB-4F40-AB59-2C92DDD4D312}"/>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26" name="橢圓 225">
              <a:extLst>
                <a:ext uri="{FF2B5EF4-FFF2-40B4-BE49-F238E27FC236}">
                  <a16:creationId xmlns:a16="http://schemas.microsoft.com/office/drawing/2014/main" id="{5B97142E-65EA-4245-817E-553E23E517E7}"/>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27" name="橢圓 226">
              <a:extLst>
                <a:ext uri="{FF2B5EF4-FFF2-40B4-BE49-F238E27FC236}">
                  <a16:creationId xmlns:a16="http://schemas.microsoft.com/office/drawing/2014/main" id="{52352FD6-68E9-450B-869F-8517DC56D6C4}"/>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28" name="橢圓 227">
              <a:extLst>
                <a:ext uri="{FF2B5EF4-FFF2-40B4-BE49-F238E27FC236}">
                  <a16:creationId xmlns:a16="http://schemas.microsoft.com/office/drawing/2014/main" id="{836C6DB4-1DFD-4247-990D-A98EAD98EA21}"/>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29" name="橢圓 228">
              <a:extLst>
                <a:ext uri="{FF2B5EF4-FFF2-40B4-BE49-F238E27FC236}">
                  <a16:creationId xmlns:a16="http://schemas.microsoft.com/office/drawing/2014/main" id="{5E7AFE8E-4731-4400-BEDF-0E22F6F5A335}"/>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30" name="橢圓 229">
              <a:extLst>
                <a:ext uri="{FF2B5EF4-FFF2-40B4-BE49-F238E27FC236}">
                  <a16:creationId xmlns:a16="http://schemas.microsoft.com/office/drawing/2014/main" id="{0C03622B-CB6D-44F1-9142-DD6661F57D82}"/>
                </a:ext>
              </a:extLst>
            </p:cNvPr>
            <p:cNvSpPr/>
            <p:nvPr/>
          </p:nvSpPr>
          <p:spPr>
            <a:xfrm>
              <a:off x="2773982"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31" name="橢圓 230">
              <a:extLst>
                <a:ext uri="{FF2B5EF4-FFF2-40B4-BE49-F238E27FC236}">
                  <a16:creationId xmlns:a16="http://schemas.microsoft.com/office/drawing/2014/main" id="{CC426291-DAF9-425E-AE23-A923ADC1E5D0}"/>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232" name="直線接點 231">
              <a:extLst>
                <a:ext uri="{FF2B5EF4-FFF2-40B4-BE49-F238E27FC236}">
                  <a16:creationId xmlns:a16="http://schemas.microsoft.com/office/drawing/2014/main" id="{97F475E6-2365-4EC2-9AB0-D90BBC78492E}"/>
                </a:ext>
              </a:extLst>
            </p:cNvPr>
            <p:cNvCxnSpPr>
              <a:cxnSpLocks/>
              <a:stCxn id="223" idx="5"/>
              <a:endCxn id="231"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33" name="直線接點 232">
              <a:extLst>
                <a:ext uri="{FF2B5EF4-FFF2-40B4-BE49-F238E27FC236}">
                  <a16:creationId xmlns:a16="http://schemas.microsoft.com/office/drawing/2014/main" id="{31A66126-DD6F-4EA7-B988-3E3EF5B36F20}"/>
                </a:ext>
              </a:extLst>
            </p:cNvPr>
            <p:cNvCxnSpPr>
              <a:cxnSpLocks/>
              <a:stCxn id="223" idx="6"/>
              <a:endCxn id="224"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4" name="直線接點 233">
              <a:extLst>
                <a:ext uri="{FF2B5EF4-FFF2-40B4-BE49-F238E27FC236}">
                  <a16:creationId xmlns:a16="http://schemas.microsoft.com/office/drawing/2014/main" id="{1655AA8A-B7A0-481B-BCE5-1A3D5F7769E2}"/>
                </a:ext>
              </a:extLst>
            </p:cNvPr>
            <p:cNvCxnSpPr>
              <a:cxnSpLocks/>
              <a:stCxn id="223" idx="3"/>
              <a:endCxn id="226"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5" name="直線接點 234">
              <a:extLst>
                <a:ext uri="{FF2B5EF4-FFF2-40B4-BE49-F238E27FC236}">
                  <a16:creationId xmlns:a16="http://schemas.microsoft.com/office/drawing/2014/main" id="{3FD6924F-8D41-4E1B-815D-4A2B2B2BE16E}"/>
                </a:ext>
              </a:extLst>
            </p:cNvPr>
            <p:cNvCxnSpPr>
              <a:cxnSpLocks/>
              <a:stCxn id="229" idx="2"/>
              <a:endCxn id="228"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6" name="直線接點 235">
              <a:extLst>
                <a:ext uri="{FF2B5EF4-FFF2-40B4-BE49-F238E27FC236}">
                  <a16:creationId xmlns:a16="http://schemas.microsoft.com/office/drawing/2014/main" id="{DF19E914-8CB2-4DDE-AEE8-FC991FCF967A}"/>
                </a:ext>
              </a:extLst>
            </p:cNvPr>
            <p:cNvCxnSpPr>
              <a:cxnSpLocks/>
              <a:stCxn id="231" idx="3"/>
              <a:endCxn id="229"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37" name="直線接點 236">
              <a:extLst>
                <a:ext uri="{FF2B5EF4-FFF2-40B4-BE49-F238E27FC236}">
                  <a16:creationId xmlns:a16="http://schemas.microsoft.com/office/drawing/2014/main" id="{14B2CD25-F980-40DA-B446-FFF06D128C5E}"/>
                </a:ext>
              </a:extLst>
            </p:cNvPr>
            <p:cNvCxnSpPr>
              <a:cxnSpLocks/>
              <a:stCxn id="224" idx="5"/>
              <a:endCxn id="227"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38" name="直線接點 237">
              <a:extLst>
                <a:ext uri="{FF2B5EF4-FFF2-40B4-BE49-F238E27FC236}">
                  <a16:creationId xmlns:a16="http://schemas.microsoft.com/office/drawing/2014/main" id="{93BA04B2-C8A3-419A-947A-DAE3BE34D953}"/>
                </a:ext>
              </a:extLst>
            </p:cNvPr>
            <p:cNvCxnSpPr>
              <a:cxnSpLocks/>
              <a:stCxn id="225" idx="3"/>
              <a:endCxn id="227"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39" name="直線接點 238">
              <a:extLst>
                <a:ext uri="{FF2B5EF4-FFF2-40B4-BE49-F238E27FC236}">
                  <a16:creationId xmlns:a16="http://schemas.microsoft.com/office/drawing/2014/main" id="{D881609C-FF69-4E67-AF6D-187C5A6BD945}"/>
                </a:ext>
              </a:extLst>
            </p:cNvPr>
            <p:cNvCxnSpPr>
              <a:cxnSpLocks/>
              <a:stCxn id="231" idx="7"/>
              <a:endCxn id="227"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40" name="直線接點 239">
              <a:extLst>
                <a:ext uri="{FF2B5EF4-FFF2-40B4-BE49-F238E27FC236}">
                  <a16:creationId xmlns:a16="http://schemas.microsoft.com/office/drawing/2014/main" id="{A61B3C91-FC1E-44F7-A366-A66BCE6978CD}"/>
                </a:ext>
              </a:extLst>
            </p:cNvPr>
            <p:cNvCxnSpPr>
              <a:cxnSpLocks/>
              <a:stCxn id="231" idx="5"/>
              <a:endCxn id="230"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41" name="直線接點 240">
              <a:extLst>
                <a:ext uri="{FF2B5EF4-FFF2-40B4-BE49-F238E27FC236}">
                  <a16:creationId xmlns:a16="http://schemas.microsoft.com/office/drawing/2014/main" id="{A2BBEE27-1936-4039-823B-39686BC39C14}"/>
                </a:ext>
              </a:extLst>
            </p:cNvPr>
            <p:cNvCxnSpPr>
              <a:cxnSpLocks/>
              <a:stCxn id="229" idx="6"/>
              <a:endCxn id="230"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42" name="直線接點 241">
              <a:extLst>
                <a:ext uri="{FF2B5EF4-FFF2-40B4-BE49-F238E27FC236}">
                  <a16:creationId xmlns:a16="http://schemas.microsoft.com/office/drawing/2014/main" id="{591CC266-A125-47A5-8534-B022181C0D90}"/>
                </a:ext>
              </a:extLst>
            </p:cNvPr>
            <p:cNvCxnSpPr>
              <a:cxnSpLocks/>
              <a:stCxn id="228" idx="1"/>
              <a:endCxn id="226"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手繪多邊形: 圖案 242">
              <a:extLst>
                <a:ext uri="{FF2B5EF4-FFF2-40B4-BE49-F238E27FC236}">
                  <a16:creationId xmlns:a16="http://schemas.microsoft.com/office/drawing/2014/main" id="{70E27C44-40DF-4829-9FFC-F28169465DFD}"/>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44" name="群組 243">
            <a:extLst>
              <a:ext uri="{FF2B5EF4-FFF2-40B4-BE49-F238E27FC236}">
                <a16:creationId xmlns:a16="http://schemas.microsoft.com/office/drawing/2014/main" id="{A326C452-57B7-4B5A-965E-BB0954975010}"/>
              </a:ext>
            </a:extLst>
          </p:cNvPr>
          <p:cNvGrpSpPr/>
          <p:nvPr/>
        </p:nvGrpSpPr>
        <p:grpSpPr>
          <a:xfrm>
            <a:off x="3287538" y="4266623"/>
            <a:ext cx="2739672" cy="1946049"/>
            <a:chOff x="768314" y="1912690"/>
            <a:chExt cx="2739672" cy="1946049"/>
          </a:xfrm>
        </p:grpSpPr>
        <p:sp>
          <p:nvSpPr>
            <p:cNvPr id="245" name="橢圓 244">
              <a:extLst>
                <a:ext uri="{FF2B5EF4-FFF2-40B4-BE49-F238E27FC236}">
                  <a16:creationId xmlns:a16="http://schemas.microsoft.com/office/drawing/2014/main" id="{8A614277-5C5F-4D56-9B9B-C599B26320C6}"/>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46" name="橢圓 245">
              <a:extLst>
                <a:ext uri="{FF2B5EF4-FFF2-40B4-BE49-F238E27FC236}">
                  <a16:creationId xmlns:a16="http://schemas.microsoft.com/office/drawing/2014/main" id="{63ED326E-B5F3-48B9-9370-F66E0281064C}"/>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47" name="橢圓 246">
              <a:extLst>
                <a:ext uri="{FF2B5EF4-FFF2-40B4-BE49-F238E27FC236}">
                  <a16:creationId xmlns:a16="http://schemas.microsoft.com/office/drawing/2014/main" id="{755445AD-3B78-424C-80C1-0B5C5B5F33E8}"/>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48" name="橢圓 247">
              <a:extLst>
                <a:ext uri="{FF2B5EF4-FFF2-40B4-BE49-F238E27FC236}">
                  <a16:creationId xmlns:a16="http://schemas.microsoft.com/office/drawing/2014/main" id="{414C4FE0-8A2D-4732-A19D-032BA060B425}"/>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49" name="橢圓 248">
              <a:extLst>
                <a:ext uri="{FF2B5EF4-FFF2-40B4-BE49-F238E27FC236}">
                  <a16:creationId xmlns:a16="http://schemas.microsoft.com/office/drawing/2014/main" id="{EB840EEC-1B65-4B78-BCD5-E551263E7019}"/>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50" name="橢圓 249">
              <a:extLst>
                <a:ext uri="{FF2B5EF4-FFF2-40B4-BE49-F238E27FC236}">
                  <a16:creationId xmlns:a16="http://schemas.microsoft.com/office/drawing/2014/main" id="{D2198493-49E3-420E-8D26-CB4102A13B64}"/>
                </a:ext>
              </a:extLst>
            </p:cNvPr>
            <p:cNvSpPr/>
            <p:nvPr/>
          </p:nvSpPr>
          <p:spPr>
            <a:xfrm>
              <a:off x="1125513" y="3570739"/>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51" name="橢圓 250">
              <a:extLst>
                <a:ext uri="{FF2B5EF4-FFF2-40B4-BE49-F238E27FC236}">
                  <a16:creationId xmlns:a16="http://schemas.microsoft.com/office/drawing/2014/main" id="{61BD5F2B-D9AD-4BC9-9EE5-603CF53771E9}"/>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52" name="橢圓 251">
              <a:extLst>
                <a:ext uri="{FF2B5EF4-FFF2-40B4-BE49-F238E27FC236}">
                  <a16:creationId xmlns:a16="http://schemas.microsoft.com/office/drawing/2014/main" id="{8A2E659A-0148-40C1-8E80-7956DE48CE76}"/>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53" name="橢圓 252">
              <a:extLst>
                <a:ext uri="{FF2B5EF4-FFF2-40B4-BE49-F238E27FC236}">
                  <a16:creationId xmlns:a16="http://schemas.microsoft.com/office/drawing/2014/main" id="{6309540C-20FB-414A-BA21-D8D2102A672F}"/>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254" name="直線接點 253">
              <a:extLst>
                <a:ext uri="{FF2B5EF4-FFF2-40B4-BE49-F238E27FC236}">
                  <a16:creationId xmlns:a16="http://schemas.microsoft.com/office/drawing/2014/main" id="{FAAD45AA-2F16-4C1C-B0E8-130CE4C6615D}"/>
                </a:ext>
              </a:extLst>
            </p:cNvPr>
            <p:cNvCxnSpPr>
              <a:cxnSpLocks/>
              <a:stCxn id="245" idx="5"/>
              <a:endCxn id="253"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55" name="直線接點 254">
              <a:extLst>
                <a:ext uri="{FF2B5EF4-FFF2-40B4-BE49-F238E27FC236}">
                  <a16:creationId xmlns:a16="http://schemas.microsoft.com/office/drawing/2014/main" id="{2B054716-AD7F-4909-95ED-DCDEF940B362}"/>
                </a:ext>
              </a:extLst>
            </p:cNvPr>
            <p:cNvCxnSpPr>
              <a:cxnSpLocks/>
              <a:stCxn id="245" idx="6"/>
              <a:endCxn id="246"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6" name="直線接點 255">
              <a:extLst>
                <a:ext uri="{FF2B5EF4-FFF2-40B4-BE49-F238E27FC236}">
                  <a16:creationId xmlns:a16="http://schemas.microsoft.com/office/drawing/2014/main" id="{9BF74687-D552-46E0-AA71-92493834328D}"/>
                </a:ext>
              </a:extLst>
            </p:cNvPr>
            <p:cNvCxnSpPr>
              <a:cxnSpLocks/>
              <a:stCxn id="245" idx="3"/>
              <a:endCxn id="248"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7" name="直線接點 256">
              <a:extLst>
                <a:ext uri="{FF2B5EF4-FFF2-40B4-BE49-F238E27FC236}">
                  <a16:creationId xmlns:a16="http://schemas.microsoft.com/office/drawing/2014/main" id="{E48DC307-9BFC-4986-9629-804100B33395}"/>
                </a:ext>
              </a:extLst>
            </p:cNvPr>
            <p:cNvCxnSpPr>
              <a:cxnSpLocks/>
              <a:stCxn id="251" idx="2"/>
              <a:endCxn id="250"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58" name="直線接點 257">
              <a:extLst>
                <a:ext uri="{FF2B5EF4-FFF2-40B4-BE49-F238E27FC236}">
                  <a16:creationId xmlns:a16="http://schemas.microsoft.com/office/drawing/2014/main" id="{2D081855-A091-4C85-9B14-A9395355FA8C}"/>
                </a:ext>
              </a:extLst>
            </p:cNvPr>
            <p:cNvCxnSpPr>
              <a:cxnSpLocks/>
              <a:stCxn id="253" idx="3"/>
              <a:endCxn id="251"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59" name="直線接點 258">
              <a:extLst>
                <a:ext uri="{FF2B5EF4-FFF2-40B4-BE49-F238E27FC236}">
                  <a16:creationId xmlns:a16="http://schemas.microsoft.com/office/drawing/2014/main" id="{4AE7D398-DB30-4F64-9A7D-F2DAF1F9C0AB}"/>
                </a:ext>
              </a:extLst>
            </p:cNvPr>
            <p:cNvCxnSpPr>
              <a:cxnSpLocks/>
              <a:stCxn id="246" idx="5"/>
              <a:endCxn id="249"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60" name="直線接點 259">
              <a:extLst>
                <a:ext uri="{FF2B5EF4-FFF2-40B4-BE49-F238E27FC236}">
                  <a16:creationId xmlns:a16="http://schemas.microsoft.com/office/drawing/2014/main" id="{9A84340C-4610-4D9F-B631-12290B28000F}"/>
                </a:ext>
              </a:extLst>
            </p:cNvPr>
            <p:cNvCxnSpPr>
              <a:cxnSpLocks/>
              <a:stCxn id="247" idx="3"/>
              <a:endCxn id="249"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61" name="直線接點 260">
              <a:extLst>
                <a:ext uri="{FF2B5EF4-FFF2-40B4-BE49-F238E27FC236}">
                  <a16:creationId xmlns:a16="http://schemas.microsoft.com/office/drawing/2014/main" id="{9B24FACC-463A-49B7-9D96-F7104302838C}"/>
                </a:ext>
              </a:extLst>
            </p:cNvPr>
            <p:cNvCxnSpPr>
              <a:cxnSpLocks/>
              <a:stCxn id="253" idx="7"/>
              <a:endCxn id="249"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62" name="直線接點 261">
              <a:extLst>
                <a:ext uri="{FF2B5EF4-FFF2-40B4-BE49-F238E27FC236}">
                  <a16:creationId xmlns:a16="http://schemas.microsoft.com/office/drawing/2014/main" id="{9975B18B-7CAC-42D0-837B-EAF27051F31E}"/>
                </a:ext>
              </a:extLst>
            </p:cNvPr>
            <p:cNvCxnSpPr>
              <a:cxnSpLocks/>
              <a:stCxn id="253" idx="5"/>
              <a:endCxn id="252"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63" name="直線接點 262">
              <a:extLst>
                <a:ext uri="{FF2B5EF4-FFF2-40B4-BE49-F238E27FC236}">
                  <a16:creationId xmlns:a16="http://schemas.microsoft.com/office/drawing/2014/main" id="{A90CDB8B-2CFF-48E3-AA8F-9940D31197C1}"/>
                </a:ext>
              </a:extLst>
            </p:cNvPr>
            <p:cNvCxnSpPr>
              <a:cxnSpLocks/>
              <a:stCxn id="251" idx="6"/>
              <a:endCxn id="252"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64" name="直線接點 263">
              <a:extLst>
                <a:ext uri="{FF2B5EF4-FFF2-40B4-BE49-F238E27FC236}">
                  <a16:creationId xmlns:a16="http://schemas.microsoft.com/office/drawing/2014/main" id="{205DA933-47F8-4ABF-8C02-8725B78B2828}"/>
                </a:ext>
              </a:extLst>
            </p:cNvPr>
            <p:cNvCxnSpPr>
              <a:cxnSpLocks/>
              <a:stCxn id="250" idx="1"/>
              <a:endCxn id="248"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5" name="手繪多邊形: 圖案 264">
              <a:extLst>
                <a:ext uri="{FF2B5EF4-FFF2-40B4-BE49-F238E27FC236}">
                  <a16:creationId xmlns:a16="http://schemas.microsoft.com/office/drawing/2014/main" id="{60334605-B4ED-4597-BE43-29534CB4EBF5}"/>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8" name="群組 137">
            <a:extLst>
              <a:ext uri="{FF2B5EF4-FFF2-40B4-BE49-F238E27FC236}">
                <a16:creationId xmlns:a16="http://schemas.microsoft.com/office/drawing/2014/main" id="{B0E49BF2-F4E6-469D-859D-BB1F3142D069}"/>
              </a:ext>
            </a:extLst>
          </p:cNvPr>
          <p:cNvGrpSpPr/>
          <p:nvPr/>
        </p:nvGrpSpPr>
        <p:grpSpPr>
          <a:xfrm>
            <a:off x="6288931" y="4266623"/>
            <a:ext cx="2739672" cy="1946049"/>
            <a:chOff x="768314" y="1912690"/>
            <a:chExt cx="2739672" cy="1946049"/>
          </a:xfrm>
        </p:grpSpPr>
        <p:sp>
          <p:nvSpPr>
            <p:cNvPr id="141" name="橢圓 140">
              <a:extLst>
                <a:ext uri="{FF2B5EF4-FFF2-40B4-BE49-F238E27FC236}">
                  <a16:creationId xmlns:a16="http://schemas.microsoft.com/office/drawing/2014/main" id="{274C6730-720C-49E7-8DCD-10ACF518F66D}"/>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51" name="橢圓 150">
              <a:extLst>
                <a:ext uri="{FF2B5EF4-FFF2-40B4-BE49-F238E27FC236}">
                  <a16:creationId xmlns:a16="http://schemas.microsoft.com/office/drawing/2014/main" id="{79650567-5060-4ADB-AC2C-1178DF202D82}"/>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53" name="橢圓 152">
              <a:extLst>
                <a:ext uri="{FF2B5EF4-FFF2-40B4-BE49-F238E27FC236}">
                  <a16:creationId xmlns:a16="http://schemas.microsoft.com/office/drawing/2014/main" id="{248330D1-8D55-42BF-A45F-BA2DFF97E26F}"/>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54" name="橢圓 153">
              <a:extLst>
                <a:ext uri="{FF2B5EF4-FFF2-40B4-BE49-F238E27FC236}">
                  <a16:creationId xmlns:a16="http://schemas.microsoft.com/office/drawing/2014/main" id="{587F47FF-E8CD-4362-8987-10759E629758}"/>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55" name="橢圓 154">
              <a:extLst>
                <a:ext uri="{FF2B5EF4-FFF2-40B4-BE49-F238E27FC236}">
                  <a16:creationId xmlns:a16="http://schemas.microsoft.com/office/drawing/2014/main" id="{80D97BE9-59B3-4816-B857-0AA285484113}"/>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66" name="橢圓 265">
              <a:extLst>
                <a:ext uri="{FF2B5EF4-FFF2-40B4-BE49-F238E27FC236}">
                  <a16:creationId xmlns:a16="http://schemas.microsoft.com/office/drawing/2014/main" id="{4133D3C7-E2C9-4E60-A7D6-2C89270FDFCB}"/>
                </a:ext>
              </a:extLst>
            </p:cNvPr>
            <p:cNvSpPr/>
            <p:nvPr/>
          </p:nvSpPr>
          <p:spPr>
            <a:xfrm>
              <a:off x="1125513" y="3570739"/>
              <a:ext cx="288000" cy="288000"/>
            </a:xfrm>
            <a:prstGeom prst="ellipse">
              <a:avLst/>
            </a:prstGeom>
            <a:solidFill>
              <a:srgbClr val="E25D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67" name="橢圓 266">
              <a:extLst>
                <a:ext uri="{FF2B5EF4-FFF2-40B4-BE49-F238E27FC236}">
                  <a16:creationId xmlns:a16="http://schemas.microsoft.com/office/drawing/2014/main" id="{D38A1CA4-CE94-4ECB-AD2A-E21CB18E642D}"/>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68" name="橢圓 267">
              <a:extLst>
                <a:ext uri="{FF2B5EF4-FFF2-40B4-BE49-F238E27FC236}">
                  <a16:creationId xmlns:a16="http://schemas.microsoft.com/office/drawing/2014/main" id="{8744DA8E-5D8D-4754-8E75-9136A0A7E811}"/>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69" name="橢圓 268">
              <a:extLst>
                <a:ext uri="{FF2B5EF4-FFF2-40B4-BE49-F238E27FC236}">
                  <a16:creationId xmlns:a16="http://schemas.microsoft.com/office/drawing/2014/main" id="{C87530D7-EBCF-47E3-B3E5-795EBD425D34}"/>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270" name="直線接點 269">
              <a:extLst>
                <a:ext uri="{FF2B5EF4-FFF2-40B4-BE49-F238E27FC236}">
                  <a16:creationId xmlns:a16="http://schemas.microsoft.com/office/drawing/2014/main" id="{21CD4EBC-2B5B-4BC1-8267-BD09BD1CB958}"/>
                </a:ext>
              </a:extLst>
            </p:cNvPr>
            <p:cNvCxnSpPr>
              <a:cxnSpLocks/>
              <a:stCxn id="141" idx="5"/>
              <a:endCxn id="269"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71" name="直線接點 270">
              <a:extLst>
                <a:ext uri="{FF2B5EF4-FFF2-40B4-BE49-F238E27FC236}">
                  <a16:creationId xmlns:a16="http://schemas.microsoft.com/office/drawing/2014/main" id="{618A25E1-127E-4A3F-B998-B5CEB161A12F}"/>
                </a:ext>
              </a:extLst>
            </p:cNvPr>
            <p:cNvCxnSpPr>
              <a:cxnSpLocks/>
              <a:stCxn id="141" idx="6"/>
              <a:endCxn id="151"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2" name="直線接點 271">
              <a:extLst>
                <a:ext uri="{FF2B5EF4-FFF2-40B4-BE49-F238E27FC236}">
                  <a16:creationId xmlns:a16="http://schemas.microsoft.com/office/drawing/2014/main" id="{FE3EA76B-C3DD-4C97-97FE-A02957FF62D4}"/>
                </a:ext>
              </a:extLst>
            </p:cNvPr>
            <p:cNvCxnSpPr>
              <a:cxnSpLocks/>
              <a:stCxn id="141" idx="3"/>
              <a:endCxn id="154"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3" name="直線接點 272">
              <a:extLst>
                <a:ext uri="{FF2B5EF4-FFF2-40B4-BE49-F238E27FC236}">
                  <a16:creationId xmlns:a16="http://schemas.microsoft.com/office/drawing/2014/main" id="{A689F857-A449-4388-84CF-CDC30FB48228}"/>
                </a:ext>
              </a:extLst>
            </p:cNvPr>
            <p:cNvCxnSpPr>
              <a:cxnSpLocks/>
              <a:stCxn id="267" idx="2"/>
              <a:endCxn id="266"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74" name="直線接點 273">
              <a:extLst>
                <a:ext uri="{FF2B5EF4-FFF2-40B4-BE49-F238E27FC236}">
                  <a16:creationId xmlns:a16="http://schemas.microsoft.com/office/drawing/2014/main" id="{BBDB0142-5CE4-43B3-96A9-E6282E7D8557}"/>
                </a:ext>
              </a:extLst>
            </p:cNvPr>
            <p:cNvCxnSpPr>
              <a:cxnSpLocks/>
              <a:stCxn id="269" idx="3"/>
              <a:endCxn id="267"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4C2D779C-2E35-448D-B893-1AA69AC5997D}"/>
                </a:ext>
              </a:extLst>
            </p:cNvPr>
            <p:cNvCxnSpPr>
              <a:cxnSpLocks/>
              <a:stCxn id="151" idx="5"/>
              <a:endCxn id="155"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76" name="直線接點 275">
              <a:extLst>
                <a:ext uri="{FF2B5EF4-FFF2-40B4-BE49-F238E27FC236}">
                  <a16:creationId xmlns:a16="http://schemas.microsoft.com/office/drawing/2014/main" id="{BD909D65-D954-4BEC-9E2B-C984B199BDA0}"/>
                </a:ext>
              </a:extLst>
            </p:cNvPr>
            <p:cNvCxnSpPr>
              <a:cxnSpLocks/>
              <a:stCxn id="153" idx="3"/>
              <a:endCxn id="155"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277" name="直線接點 276">
              <a:extLst>
                <a:ext uri="{FF2B5EF4-FFF2-40B4-BE49-F238E27FC236}">
                  <a16:creationId xmlns:a16="http://schemas.microsoft.com/office/drawing/2014/main" id="{8CCDAA28-EDC4-4324-9183-FED8C04299F4}"/>
                </a:ext>
              </a:extLst>
            </p:cNvPr>
            <p:cNvCxnSpPr>
              <a:cxnSpLocks/>
              <a:stCxn id="269" idx="7"/>
              <a:endCxn id="155"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78" name="直線接點 277">
              <a:extLst>
                <a:ext uri="{FF2B5EF4-FFF2-40B4-BE49-F238E27FC236}">
                  <a16:creationId xmlns:a16="http://schemas.microsoft.com/office/drawing/2014/main" id="{34B8A725-70B6-47EB-A265-CDC508987BCC}"/>
                </a:ext>
              </a:extLst>
            </p:cNvPr>
            <p:cNvCxnSpPr>
              <a:cxnSpLocks/>
              <a:stCxn id="269" idx="5"/>
              <a:endCxn id="268"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279" name="直線接點 278">
              <a:extLst>
                <a:ext uri="{FF2B5EF4-FFF2-40B4-BE49-F238E27FC236}">
                  <a16:creationId xmlns:a16="http://schemas.microsoft.com/office/drawing/2014/main" id="{C0D384B9-31BC-4CD5-A05B-E3C6340769F1}"/>
                </a:ext>
              </a:extLst>
            </p:cNvPr>
            <p:cNvCxnSpPr>
              <a:cxnSpLocks/>
              <a:stCxn id="267" idx="6"/>
              <a:endCxn id="268"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80" name="直線接點 279">
              <a:extLst>
                <a:ext uri="{FF2B5EF4-FFF2-40B4-BE49-F238E27FC236}">
                  <a16:creationId xmlns:a16="http://schemas.microsoft.com/office/drawing/2014/main" id="{E8E9788F-FE5E-4B9F-8158-26AEFC0C009A}"/>
                </a:ext>
              </a:extLst>
            </p:cNvPr>
            <p:cNvCxnSpPr>
              <a:cxnSpLocks/>
              <a:stCxn id="266" idx="1"/>
              <a:endCxn id="154" idx="4"/>
            </p:cNvCxnSpPr>
            <p:nvPr/>
          </p:nvCxnSpPr>
          <p:spPr>
            <a:xfrm flipH="1" flipV="1">
              <a:off x="912314" y="2922143"/>
              <a:ext cx="255376" cy="690773"/>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sp>
          <p:nvSpPr>
            <p:cNvPr id="281" name="手繪多邊形: 圖案 280">
              <a:extLst>
                <a:ext uri="{FF2B5EF4-FFF2-40B4-BE49-F238E27FC236}">
                  <a16:creationId xmlns:a16="http://schemas.microsoft.com/office/drawing/2014/main" id="{F2DC9A0E-2F7E-4D49-98F8-7C3B2445280A}"/>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30" name="文字方塊 329">
            <a:extLst>
              <a:ext uri="{FF2B5EF4-FFF2-40B4-BE49-F238E27FC236}">
                <a16:creationId xmlns:a16="http://schemas.microsoft.com/office/drawing/2014/main" id="{033E4DD9-B8ED-467C-8844-A3D2A0FA8BDC}"/>
              </a:ext>
            </a:extLst>
          </p:cNvPr>
          <p:cNvSpPr txBox="1"/>
          <p:nvPr/>
        </p:nvSpPr>
        <p:spPr>
          <a:xfrm>
            <a:off x="6646130" y="6324146"/>
            <a:ext cx="1970411"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greedy answer</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9879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A7D69-DFBD-4FEE-AD5F-D689C7B867DA}"/>
              </a:ext>
            </a:extLst>
          </p:cNvPr>
          <p:cNvSpPr>
            <a:spLocks noGrp="1"/>
          </p:cNvSpPr>
          <p:nvPr>
            <p:ph type="title"/>
          </p:nvPr>
        </p:nvSpPr>
        <p:spPr/>
        <p:txBody>
          <a:bodyPr/>
          <a:lstStyle/>
          <a:p>
            <a:r>
              <a:rPr lang="en-US" altLang="zh-TW" dirty="0"/>
              <a:t>Greedy MWVC</a:t>
            </a:r>
            <a:endParaRPr lang="zh-TW" altLang="en-US" dirty="0">
              <a:solidFill>
                <a:srgbClr val="FF0000"/>
              </a:solidFill>
            </a:endParaRPr>
          </a:p>
        </p:txBody>
      </p:sp>
      <p:grpSp>
        <p:nvGrpSpPr>
          <p:cNvPr id="25" name="群組 24">
            <a:extLst>
              <a:ext uri="{FF2B5EF4-FFF2-40B4-BE49-F238E27FC236}">
                <a16:creationId xmlns:a16="http://schemas.microsoft.com/office/drawing/2014/main" id="{53F72D46-856A-4F5D-8B67-393981D356D3}"/>
              </a:ext>
            </a:extLst>
          </p:cNvPr>
          <p:cNvGrpSpPr>
            <a:grpSpLocks noChangeAspect="1"/>
          </p:cNvGrpSpPr>
          <p:nvPr/>
        </p:nvGrpSpPr>
        <p:grpSpPr>
          <a:xfrm>
            <a:off x="913700" y="2215819"/>
            <a:ext cx="3242793" cy="2303427"/>
            <a:chOff x="768314" y="1912690"/>
            <a:chExt cx="2739672" cy="1946049"/>
          </a:xfrm>
        </p:grpSpPr>
        <p:sp>
          <p:nvSpPr>
            <p:cNvPr id="26" name="橢圓 25">
              <a:extLst>
                <a:ext uri="{FF2B5EF4-FFF2-40B4-BE49-F238E27FC236}">
                  <a16:creationId xmlns:a16="http://schemas.microsoft.com/office/drawing/2014/main" id="{5DFD6AFF-535C-41A1-85C2-0DC249926E8B}"/>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7" name="橢圓 26">
              <a:extLst>
                <a:ext uri="{FF2B5EF4-FFF2-40B4-BE49-F238E27FC236}">
                  <a16:creationId xmlns:a16="http://schemas.microsoft.com/office/drawing/2014/main" id="{4FBB6744-9ECE-4E86-929C-F049CD4D4290}"/>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8" name="橢圓 27">
              <a:extLst>
                <a:ext uri="{FF2B5EF4-FFF2-40B4-BE49-F238E27FC236}">
                  <a16:creationId xmlns:a16="http://schemas.microsoft.com/office/drawing/2014/main" id="{B818D850-B3AF-414C-A2C3-2661DE568780}"/>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9" name="橢圓 28">
              <a:extLst>
                <a:ext uri="{FF2B5EF4-FFF2-40B4-BE49-F238E27FC236}">
                  <a16:creationId xmlns:a16="http://schemas.microsoft.com/office/drawing/2014/main" id="{4170AF21-606A-4A3B-AA1E-914B3D7D5EB9}"/>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0" name="橢圓 29">
              <a:extLst>
                <a:ext uri="{FF2B5EF4-FFF2-40B4-BE49-F238E27FC236}">
                  <a16:creationId xmlns:a16="http://schemas.microsoft.com/office/drawing/2014/main" id="{4BB01319-24D7-4F09-A56D-AF84A765D523}"/>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1" name="橢圓 30">
              <a:extLst>
                <a:ext uri="{FF2B5EF4-FFF2-40B4-BE49-F238E27FC236}">
                  <a16:creationId xmlns:a16="http://schemas.microsoft.com/office/drawing/2014/main" id="{F9D3D8AF-788C-4FBD-97CF-CBD2E5104FF3}"/>
                </a:ext>
              </a:extLst>
            </p:cNvPr>
            <p:cNvSpPr/>
            <p:nvPr/>
          </p:nvSpPr>
          <p:spPr>
            <a:xfrm>
              <a:off x="1125513" y="3570739"/>
              <a:ext cx="288000" cy="288000"/>
            </a:xfrm>
            <a:prstGeom prst="ellipse">
              <a:avLst/>
            </a:prstGeom>
            <a:solidFill>
              <a:srgbClr val="E25D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2" name="橢圓 31">
              <a:extLst>
                <a:ext uri="{FF2B5EF4-FFF2-40B4-BE49-F238E27FC236}">
                  <a16:creationId xmlns:a16="http://schemas.microsoft.com/office/drawing/2014/main" id="{EC5AE54E-9876-42F6-970D-C7D5FE16E914}"/>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3" name="橢圓 32">
              <a:extLst>
                <a:ext uri="{FF2B5EF4-FFF2-40B4-BE49-F238E27FC236}">
                  <a16:creationId xmlns:a16="http://schemas.microsoft.com/office/drawing/2014/main" id="{800DAA6A-4704-4DB9-9353-87A6CC1A1D39}"/>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4" name="橢圓 33">
              <a:extLst>
                <a:ext uri="{FF2B5EF4-FFF2-40B4-BE49-F238E27FC236}">
                  <a16:creationId xmlns:a16="http://schemas.microsoft.com/office/drawing/2014/main" id="{50A28100-7911-4DDF-9D75-A20CB0620E7D}"/>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35" name="直線接點 34">
              <a:extLst>
                <a:ext uri="{FF2B5EF4-FFF2-40B4-BE49-F238E27FC236}">
                  <a16:creationId xmlns:a16="http://schemas.microsoft.com/office/drawing/2014/main" id="{F42FD23E-D7E7-43F9-B6C3-64E1ECC8596B}"/>
                </a:ext>
              </a:extLst>
            </p:cNvPr>
            <p:cNvCxnSpPr>
              <a:cxnSpLocks/>
              <a:stCxn id="26" idx="5"/>
              <a:endCxn id="34"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662B4C39-2DF5-4557-BF56-4D7D06E5B4CB}"/>
                </a:ext>
              </a:extLst>
            </p:cNvPr>
            <p:cNvCxnSpPr>
              <a:cxnSpLocks/>
              <a:stCxn id="26" idx="6"/>
              <a:endCxn id="27"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D256CEA4-B27D-4F24-840A-71EA834A819D}"/>
                </a:ext>
              </a:extLst>
            </p:cNvPr>
            <p:cNvCxnSpPr>
              <a:cxnSpLocks/>
              <a:stCxn id="26" idx="3"/>
              <a:endCxn id="29"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17FE3411-44AF-4835-ABA9-10F2493BF1D1}"/>
                </a:ext>
              </a:extLst>
            </p:cNvPr>
            <p:cNvCxnSpPr>
              <a:cxnSpLocks/>
              <a:stCxn id="32" idx="2"/>
              <a:endCxn id="31"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B51ED660-D12C-4401-B610-BE838F06A089}"/>
                </a:ext>
              </a:extLst>
            </p:cNvPr>
            <p:cNvCxnSpPr>
              <a:cxnSpLocks/>
              <a:stCxn id="34" idx="3"/>
              <a:endCxn id="32"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420C6CCF-0EA0-4DDA-9D7A-CC6789C12DD3}"/>
                </a:ext>
              </a:extLst>
            </p:cNvPr>
            <p:cNvCxnSpPr>
              <a:cxnSpLocks/>
              <a:stCxn id="27" idx="5"/>
              <a:endCxn id="30"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B876404D-2D1A-46F5-9A4C-E000C2B0FA36}"/>
                </a:ext>
              </a:extLst>
            </p:cNvPr>
            <p:cNvCxnSpPr>
              <a:cxnSpLocks/>
              <a:stCxn id="28" idx="3"/>
              <a:endCxn id="30"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FE779C6B-34E5-4FB9-A90A-F447B8A513D4}"/>
                </a:ext>
              </a:extLst>
            </p:cNvPr>
            <p:cNvCxnSpPr>
              <a:cxnSpLocks/>
              <a:stCxn id="34" idx="7"/>
              <a:endCxn id="30"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289834D2-E8F4-4D98-B3B4-92000957FB0E}"/>
                </a:ext>
              </a:extLst>
            </p:cNvPr>
            <p:cNvCxnSpPr>
              <a:cxnSpLocks/>
              <a:stCxn id="34" idx="5"/>
              <a:endCxn id="33"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EDACE109-9B53-4533-AF02-516332DCCCFD}"/>
                </a:ext>
              </a:extLst>
            </p:cNvPr>
            <p:cNvCxnSpPr>
              <a:cxnSpLocks/>
              <a:stCxn id="32" idx="6"/>
              <a:endCxn id="33"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77A5FD29-FF89-4F09-9FC6-FDD34E948311}"/>
                </a:ext>
              </a:extLst>
            </p:cNvPr>
            <p:cNvCxnSpPr>
              <a:cxnSpLocks/>
              <a:stCxn id="31" idx="1"/>
              <a:endCxn id="29" idx="4"/>
            </p:cNvCxnSpPr>
            <p:nvPr/>
          </p:nvCxnSpPr>
          <p:spPr>
            <a:xfrm flipH="1" flipV="1">
              <a:off x="912314" y="2922143"/>
              <a:ext cx="255376" cy="690773"/>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sp>
          <p:nvSpPr>
            <p:cNvPr id="46" name="手繪多邊形: 圖案 45">
              <a:extLst>
                <a:ext uri="{FF2B5EF4-FFF2-40B4-BE49-F238E27FC236}">
                  <a16:creationId xmlns:a16="http://schemas.microsoft.com/office/drawing/2014/main" id="{E067879A-58FD-4234-AC9D-B7303379B651}"/>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7" name="群組 46">
            <a:extLst>
              <a:ext uri="{FF2B5EF4-FFF2-40B4-BE49-F238E27FC236}">
                <a16:creationId xmlns:a16="http://schemas.microsoft.com/office/drawing/2014/main" id="{4F668B66-4526-42F1-B357-FED3344CD8A0}"/>
              </a:ext>
            </a:extLst>
          </p:cNvPr>
          <p:cNvGrpSpPr>
            <a:grpSpLocks noChangeAspect="1"/>
          </p:cNvGrpSpPr>
          <p:nvPr/>
        </p:nvGrpSpPr>
        <p:grpSpPr>
          <a:xfrm>
            <a:off x="5968904" y="608738"/>
            <a:ext cx="3242793" cy="2303427"/>
            <a:chOff x="768314" y="1912690"/>
            <a:chExt cx="2739672" cy="1946049"/>
          </a:xfrm>
        </p:grpSpPr>
        <p:sp>
          <p:nvSpPr>
            <p:cNvPr id="48" name="橢圓 47">
              <a:extLst>
                <a:ext uri="{FF2B5EF4-FFF2-40B4-BE49-F238E27FC236}">
                  <a16:creationId xmlns:a16="http://schemas.microsoft.com/office/drawing/2014/main" id="{984F89E9-83CA-46B0-82A6-60D8A9835925}"/>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49" name="橢圓 48">
              <a:extLst>
                <a:ext uri="{FF2B5EF4-FFF2-40B4-BE49-F238E27FC236}">
                  <a16:creationId xmlns:a16="http://schemas.microsoft.com/office/drawing/2014/main" id="{07B08B4A-F896-48F4-A74B-8E07D5F026EC}"/>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0" name="橢圓 49">
              <a:extLst>
                <a:ext uri="{FF2B5EF4-FFF2-40B4-BE49-F238E27FC236}">
                  <a16:creationId xmlns:a16="http://schemas.microsoft.com/office/drawing/2014/main" id="{BD4B5967-02AB-44AC-BC34-78C012C7CF42}"/>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1" name="橢圓 50">
              <a:extLst>
                <a:ext uri="{FF2B5EF4-FFF2-40B4-BE49-F238E27FC236}">
                  <a16:creationId xmlns:a16="http://schemas.microsoft.com/office/drawing/2014/main" id="{FA2ECD7F-C5DF-4E8C-9BF2-FC145D2B3D8B}"/>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2" name="橢圓 51">
              <a:extLst>
                <a:ext uri="{FF2B5EF4-FFF2-40B4-BE49-F238E27FC236}">
                  <a16:creationId xmlns:a16="http://schemas.microsoft.com/office/drawing/2014/main" id="{D9A20E42-E618-41DC-9878-AFA988D185A3}"/>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3" name="橢圓 52">
              <a:extLst>
                <a:ext uri="{FF2B5EF4-FFF2-40B4-BE49-F238E27FC236}">
                  <a16:creationId xmlns:a16="http://schemas.microsoft.com/office/drawing/2014/main" id="{AFABE702-AA6B-4B69-8C75-5F7F6515933B}"/>
                </a:ext>
              </a:extLst>
            </p:cNvPr>
            <p:cNvSpPr/>
            <p:nvPr/>
          </p:nvSpPr>
          <p:spPr>
            <a:xfrm>
              <a:off x="1125513" y="3570739"/>
              <a:ext cx="288000" cy="288000"/>
            </a:xfrm>
            <a:prstGeom prst="ellipse">
              <a:avLst/>
            </a:prstGeom>
            <a:solidFill>
              <a:srgbClr val="E25D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4" name="橢圓 53">
              <a:extLst>
                <a:ext uri="{FF2B5EF4-FFF2-40B4-BE49-F238E27FC236}">
                  <a16:creationId xmlns:a16="http://schemas.microsoft.com/office/drawing/2014/main" id="{7FFC0123-9A64-4B46-97E5-3457F0EC0DC0}"/>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5" name="橢圓 54">
              <a:extLst>
                <a:ext uri="{FF2B5EF4-FFF2-40B4-BE49-F238E27FC236}">
                  <a16:creationId xmlns:a16="http://schemas.microsoft.com/office/drawing/2014/main" id="{61813536-7882-49CF-9411-DD698C2D8B61}"/>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6" name="橢圓 55">
              <a:extLst>
                <a:ext uri="{FF2B5EF4-FFF2-40B4-BE49-F238E27FC236}">
                  <a16:creationId xmlns:a16="http://schemas.microsoft.com/office/drawing/2014/main" id="{025F8351-BEA7-42B4-B7AD-A4BECC330A11}"/>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57" name="直線接點 56">
              <a:extLst>
                <a:ext uri="{FF2B5EF4-FFF2-40B4-BE49-F238E27FC236}">
                  <a16:creationId xmlns:a16="http://schemas.microsoft.com/office/drawing/2014/main" id="{454DB6F2-3770-4499-BDCC-912B962DD0E2}"/>
                </a:ext>
              </a:extLst>
            </p:cNvPr>
            <p:cNvCxnSpPr>
              <a:cxnSpLocks/>
              <a:stCxn id="48" idx="5"/>
              <a:endCxn id="56"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DB8FFFB7-36E3-4FF7-B988-C29878A3B95D}"/>
                </a:ext>
              </a:extLst>
            </p:cNvPr>
            <p:cNvCxnSpPr>
              <a:cxnSpLocks/>
              <a:stCxn id="48" idx="6"/>
              <a:endCxn id="49"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445A304A-91CD-4063-B9CB-CDE1C9692D38}"/>
                </a:ext>
              </a:extLst>
            </p:cNvPr>
            <p:cNvCxnSpPr>
              <a:cxnSpLocks/>
              <a:stCxn id="48" idx="3"/>
              <a:endCxn id="51"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EBF1A6B8-83A9-44C8-8793-EB5AEB103CD2}"/>
                </a:ext>
              </a:extLst>
            </p:cNvPr>
            <p:cNvCxnSpPr>
              <a:cxnSpLocks/>
              <a:stCxn id="54" idx="2"/>
              <a:endCxn id="53"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F4D4AE22-E308-49CF-8527-85A5F1568F0E}"/>
                </a:ext>
              </a:extLst>
            </p:cNvPr>
            <p:cNvCxnSpPr>
              <a:cxnSpLocks/>
              <a:stCxn id="56" idx="3"/>
              <a:endCxn id="54" idx="0"/>
            </p:cNvCxnSpPr>
            <p:nvPr/>
          </p:nvCxnSpPr>
          <p:spPr>
            <a:xfrm flipH="1">
              <a:off x="1944860" y="3163965"/>
              <a:ext cx="186177" cy="406774"/>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266CA4B4-D90C-436B-AB09-18A42899F649}"/>
                </a:ext>
              </a:extLst>
            </p:cNvPr>
            <p:cNvCxnSpPr>
              <a:cxnSpLocks/>
              <a:stCxn id="49" idx="5"/>
              <a:endCxn id="52"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697027F9-3003-4297-92BF-F36A307669A1}"/>
                </a:ext>
              </a:extLst>
            </p:cNvPr>
            <p:cNvCxnSpPr>
              <a:cxnSpLocks/>
              <a:stCxn id="50" idx="3"/>
              <a:endCxn id="52"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A8E554A1-4FBF-418B-B86C-17F70608C46B}"/>
                </a:ext>
              </a:extLst>
            </p:cNvPr>
            <p:cNvCxnSpPr>
              <a:cxnSpLocks/>
              <a:stCxn id="56" idx="7"/>
              <a:endCxn id="52"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9C21BCE6-5228-4AA0-85B7-FCAB4BB908F2}"/>
                </a:ext>
              </a:extLst>
            </p:cNvPr>
            <p:cNvCxnSpPr>
              <a:cxnSpLocks/>
              <a:stCxn id="56" idx="5"/>
              <a:endCxn id="55"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DF574736-870B-4E38-8FE7-36A1D95FE056}"/>
                </a:ext>
              </a:extLst>
            </p:cNvPr>
            <p:cNvCxnSpPr>
              <a:cxnSpLocks/>
              <a:stCxn id="54" idx="6"/>
              <a:endCxn id="55"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E41A5D48-FE72-4440-AEBC-670D12519722}"/>
                </a:ext>
              </a:extLst>
            </p:cNvPr>
            <p:cNvCxnSpPr>
              <a:cxnSpLocks/>
              <a:stCxn id="53" idx="1"/>
              <a:endCxn id="51" idx="4"/>
            </p:cNvCxnSpPr>
            <p:nvPr/>
          </p:nvCxnSpPr>
          <p:spPr>
            <a:xfrm flipH="1" flipV="1">
              <a:off x="912314" y="2922143"/>
              <a:ext cx="255376" cy="690773"/>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sp>
          <p:nvSpPr>
            <p:cNvPr id="68" name="手繪多邊形: 圖案 67">
              <a:extLst>
                <a:ext uri="{FF2B5EF4-FFF2-40B4-BE49-F238E27FC236}">
                  <a16:creationId xmlns:a16="http://schemas.microsoft.com/office/drawing/2014/main" id="{21408050-124F-4DAA-B9FA-27D8415801D5}"/>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69" name="內容版面配置區 2">
            <a:extLst>
              <a:ext uri="{FF2B5EF4-FFF2-40B4-BE49-F238E27FC236}">
                <a16:creationId xmlns:a16="http://schemas.microsoft.com/office/drawing/2014/main" id="{4689778C-E7AB-4110-BDDE-87E4282703B6}"/>
              </a:ext>
            </a:extLst>
          </p:cNvPr>
          <p:cNvSpPr txBox="1">
            <a:spLocks/>
          </p:cNvSpPr>
          <p:nvPr/>
        </p:nvSpPr>
        <p:spPr>
          <a:xfrm>
            <a:off x="1221842" y="5397950"/>
            <a:ext cx="2593762" cy="91338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6</a:t>
            </a:r>
          </a:p>
          <a:p>
            <a:pPr marL="0" indent="0">
              <a:buFont typeface="Arial" panose="020B0604020202020204" pitchFamily="34" charset="0"/>
              <a:buNone/>
            </a:pPr>
            <a:r>
              <a:rPr lang="en-US" altLang="zh-TW" dirty="0"/>
              <a:t>UB = 6</a:t>
            </a:r>
            <a:endParaRPr lang="zh-TW" altLang="en-US" dirty="0"/>
          </a:p>
        </p:txBody>
      </p:sp>
      <p:sp>
        <p:nvSpPr>
          <p:cNvPr id="70" name="內容版面配置區 2">
            <a:extLst>
              <a:ext uri="{FF2B5EF4-FFF2-40B4-BE49-F238E27FC236}">
                <a16:creationId xmlns:a16="http://schemas.microsoft.com/office/drawing/2014/main" id="{6C9F4575-33C2-4215-BFEC-85756A03F2D9}"/>
              </a:ext>
            </a:extLst>
          </p:cNvPr>
          <p:cNvSpPr txBox="1">
            <a:spLocks/>
          </p:cNvSpPr>
          <p:nvPr/>
        </p:nvSpPr>
        <p:spPr>
          <a:xfrm>
            <a:off x="9577410" y="1690688"/>
            <a:ext cx="2394064" cy="485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600" dirty="0"/>
              <a:t>Weight = 5</a:t>
            </a:r>
          </a:p>
        </p:txBody>
      </p:sp>
      <p:grpSp>
        <p:nvGrpSpPr>
          <p:cNvPr id="71" name="群組 70">
            <a:extLst>
              <a:ext uri="{FF2B5EF4-FFF2-40B4-BE49-F238E27FC236}">
                <a16:creationId xmlns:a16="http://schemas.microsoft.com/office/drawing/2014/main" id="{6F782E82-9910-4B53-883A-C96115F98E0A}"/>
              </a:ext>
            </a:extLst>
          </p:cNvPr>
          <p:cNvGrpSpPr>
            <a:grpSpLocks noChangeAspect="1"/>
          </p:cNvGrpSpPr>
          <p:nvPr/>
        </p:nvGrpSpPr>
        <p:grpSpPr>
          <a:xfrm>
            <a:off x="5968904" y="4304087"/>
            <a:ext cx="3242793" cy="2303427"/>
            <a:chOff x="768314" y="1912690"/>
            <a:chExt cx="2739672" cy="1946049"/>
          </a:xfrm>
        </p:grpSpPr>
        <p:sp>
          <p:nvSpPr>
            <p:cNvPr id="73" name="橢圓 72">
              <a:extLst>
                <a:ext uri="{FF2B5EF4-FFF2-40B4-BE49-F238E27FC236}">
                  <a16:creationId xmlns:a16="http://schemas.microsoft.com/office/drawing/2014/main" id="{AA106B62-7839-42D7-A2F6-7E413159B601}"/>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76" name="橢圓 75">
              <a:extLst>
                <a:ext uri="{FF2B5EF4-FFF2-40B4-BE49-F238E27FC236}">
                  <a16:creationId xmlns:a16="http://schemas.microsoft.com/office/drawing/2014/main" id="{AD0A64B3-6EAD-4C59-BDF0-3FF34AE7EBAA}"/>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77" name="橢圓 76">
              <a:extLst>
                <a:ext uri="{FF2B5EF4-FFF2-40B4-BE49-F238E27FC236}">
                  <a16:creationId xmlns:a16="http://schemas.microsoft.com/office/drawing/2014/main" id="{46DCBBE8-83CB-40EA-B918-98A589F4B31F}"/>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78" name="橢圓 77">
              <a:extLst>
                <a:ext uri="{FF2B5EF4-FFF2-40B4-BE49-F238E27FC236}">
                  <a16:creationId xmlns:a16="http://schemas.microsoft.com/office/drawing/2014/main" id="{957FBA5A-B697-4C17-9634-B568787536EC}"/>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79" name="橢圓 78">
              <a:extLst>
                <a:ext uri="{FF2B5EF4-FFF2-40B4-BE49-F238E27FC236}">
                  <a16:creationId xmlns:a16="http://schemas.microsoft.com/office/drawing/2014/main" id="{0B8FFCA6-925D-4FA4-80D9-2B3C1E940269}"/>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80" name="橢圓 79">
              <a:extLst>
                <a:ext uri="{FF2B5EF4-FFF2-40B4-BE49-F238E27FC236}">
                  <a16:creationId xmlns:a16="http://schemas.microsoft.com/office/drawing/2014/main" id="{F4D0B6B2-E523-4386-890B-6978D10D7906}"/>
                </a:ext>
              </a:extLst>
            </p:cNvPr>
            <p:cNvSpPr/>
            <p:nvPr/>
          </p:nvSpPr>
          <p:spPr>
            <a:xfrm>
              <a:off x="1125513" y="3570739"/>
              <a:ext cx="288000" cy="288000"/>
            </a:xfrm>
            <a:prstGeom prst="ellipse">
              <a:avLst/>
            </a:prstGeom>
            <a:solidFill>
              <a:srgbClr val="E25D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81" name="橢圓 80">
              <a:extLst>
                <a:ext uri="{FF2B5EF4-FFF2-40B4-BE49-F238E27FC236}">
                  <a16:creationId xmlns:a16="http://schemas.microsoft.com/office/drawing/2014/main" id="{527D81AF-976C-412A-B24B-7F141AA8D392}"/>
                </a:ext>
              </a:extLst>
            </p:cNvPr>
            <p:cNvSpPr/>
            <p:nvPr/>
          </p:nvSpPr>
          <p:spPr>
            <a:xfrm>
              <a:off x="1800860"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82" name="橢圓 81">
              <a:extLst>
                <a:ext uri="{FF2B5EF4-FFF2-40B4-BE49-F238E27FC236}">
                  <a16:creationId xmlns:a16="http://schemas.microsoft.com/office/drawing/2014/main" id="{937FA895-B55E-4D8C-B886-E46C514B2298}"/>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83" name="橢圓 82">
              <a:extLst>
                <a:ext uri="{FF2B5EF4-FFF2-40B4-BE49-F238E27FC236}">
                  <a16:creationId xmlns:a16="http://schemas.microsoft.com/office/drawing/2014/main" id="{C7C05C7E-AF6F-4803-B2CB-0230C8204658}"/>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84" name="直線接點 83">
              <a:extLst>
                <a:ext uri="{FF2B5EF4-FFF2-40B4-BE49-F238E27FC236}">
                  <a16:creationId xmlns:a16="http://schemas.microsoft.com/office/drawing/2014/main" id="{B7364B68-414A-409D-BC81-1CF7EF15F9E2}"/>
                </a:ext>
              </a:extLst>
            </p:cNvPr>
            <p:cNvCxnSpPr>
              <a:cxnSpLocks/>
              <a:stCxn id="73" idx="5"/>
              <a:endCxn id="83"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85" name="直線接點 84">
              <a:extLst>
                <a:ext uri="{FF2B5EF4-FFF2-40B4-BE49-F238E27FC236}">
                  <a16:creationId xmlns:a16="http://schemas.microsoft.com/office/drawing/2014/main" id="{6D0EBA73-6FB9-4BDF-A97D-C9400D5EEAF1}"/>
                </a:ext>
              </a:extLst>
            </p:cNvPr>
            <p:cNvCxnSpPr>
              <a:cxnSpLocks/>
              <a:stCxn id="73" idx="6"/>
              <a:endCxn id="76"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6" name="直線接點 85">
              <a:extLst>
                <a:ext uri="{FF2B5EF4-FFF2-40B4-BE49-F238E27FC236}">
                  <a16:creationId xmlns:a16="http://schemas.microsoft.com/office/drawing/2014/main" id="{83EE851D-1780-4EAF-AFA6-FB88EFEBCE3C}"/>
                </a:ext>
              </a:extLst>
            </p:cNvPr>
            <p:cNvCxnSpPr>
              <a:cxnSpLocks/>
              <a:stCxn id="73" idx="3"/>
              <a:endCxn id="78"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7" name="直線接點 86">
              <a:extLst>
                <a:ext uri="{FF2B5EF4-FFF2-40B4-BE49-F238E27FC236}">
                  <a16:creationId xmlns:a16="http://schemas.microsoft.com/office/drawing/2014/main" id="{2386C8D0-9F6F-4DCF-8E76-F709DF0A3186}"/>
                </a:ext>
              </a:extLst>
            </p:cNvPr>
            <p:cNvCxnSpPr>
              <a:cxnSpLocks/>
              <a:stCxn id="81" idx="2"/>
              <a:endCxn id="80" idx="6"/>
            </p:cNvCxnSpPr>
            <p:nvPr/>
          </p:nvCxnSpPr>
          <p:spPr>
            <a:xfrm flipH="1">
              <a:off x="1413513" y="3714739"/>
              <a:ext cx="387347" cy="0"/>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cxnSp>
          <p:nvCxnSpPr>
            <p:cNvPr id="88" name="直線接點 87">
              <a:extLst>
                <a:ext uri="{FF2B5EF4-FFF2-40B4-BE49-F238E27FC236}">
                  <a16:creationId xmlns:a16="http://schemas.microsoft.com/office/drawing/2014/main" id="{440F7EA0-D2D0-4F56-95C0-047630598ED5}"/>
                </a:ext>
              </a:extLst>
            </p:cNvPr>
            <p:cNvCxnSpPr>
              <a:cxnSpLocks/>
              <a:stCxn id="83" idx="3"/>
              <a:endCxn id="81"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89" name="直線接點 88">
              <a:extLst>
                <a:ext uri="{FF2B5EF4-FFF2-40B4-BE49-F238E27FC236}">
                  <a16:creationId xmlns:a16="http://schemas.microsoft.com/office/drawing/2014/main" id="{D43A247B-4635-4AA3-92DE-AA80121C963D}"/>
                </a:ext>
              </a:extLst>
            </p:cNvPr>
            <p:cNvCxnSpPr>
              <a:cxnSpLocks/>
              <a:stCxn id="76" idx="5"/>
              <a:endCxn id="79"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A6FF162E-536F-4F74-BBB8-A3B0D5D61AA4}"/>
                </a:ext>
              </a:extLst>
            </p:cNvPr>
            <p:cNvCxnSpPr>
              <a:cxnSpLocks/>
              <a:stCxn id="77" idx="3"/>
              <a:endCxn id="79"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91" name="直線接點 90">
              <a:extLst>
                <a:ext uri="{FF2B5EF4-FFF2-40B4-BE49-F238E27FC236}">
                  <a16:creationId xmlns:a16="http://schemas.microsoft.com/office/drawing/2014/main" id="{DB14C7AE-6D98-4235-8343-FC93EC952BA2}"/>
                </a:ext>
              </a:extLst>
            </p:cNvPr>
            <p:cNvCxnSpPr>
              <a:cxnSpLocks/>
              <a:stCxn id="83" idx="7"/>
              <a:endCxn id="79"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92" name="直線接點 91">
              <a:extLst>
                <a:ext uri="{FF2B5EF4-FFF2-40B4-BE49-F238E27FC236}">
                  <a16:creationId xmlns:a16="http://schemas.microsoft.com/office/drawing/2014/main" id="{75C98393-77E9-4771-948E-21F1ED1253CF}"/>
                </a:ext>
              </a:extLst>
            </p:cNvPr>
            <p:cNvCxnSpPr>
              <a:cxnSpLocks/>
              <a:stCxn id="83" idx="5"/>
              <a:endCxn id="82"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1FE145A3-FB6D-4476-B8A0-71BE82435E09}"/>
                </a:ext>
              </a:extLst>
            </p:cNvPr>
            <p:cNvCxnSpPr>
              <a:cxnSpLocks/>
              <a:stCxn id="81" idx="6"/>
              <a:endCxn id="82" idx="2"/>
            </p:cNvCxnSpPr>
            <p:nvPr/>
          </p:nvCxnSpPr>
          <p:spPr>
            <a:xfrm>
              <a:off x="2088860" y="3714739"/>
              <a:ext cx="685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直線接點 93">
              <a:extLst>
                <a:ext uri="{FF2B5EF4-FFF2-40B4-BE49-F238E27FC236}">
                  <a16:creationId xmlns:a16="http://schemas.microsoft.com/office/drawing/2014/main" id="{63D2F649-96E3-4BDA-978C-0D1E5B1C66A8}"/>
                </a:ext>
              </a:extLst>
            </p:cNvPr>
            <p:cNvCxnSpPr>
              <a:cxnSpLocks/>
              <a:stCxn id="80" idx="1"/>
              <a:endCxn id="78" idx="4"/>
            </p:cNvCxnSpPr>
            <p:nvPr/>
          </p:nvCxnSpPr>
          <p:spPr>
            <a:xfrm flipH="1" flipV="1">
              <a:off x="912314" y="2922143"/>
              <a:ext cx="255376" cy="690773"/>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sp>
          <p:nvSpPr>
            <p:cNvPr id="95" name="手繪多邊形: 圖案 94">
              <a:extLst>
                <a:ext uri="{FF2B5EF4-FFF2-40B4-BE49-F238E27FC236}">
                  <a16:creationId xmlns:a16="http://schemas.microsoft.com/office/drawing/2014/main" id="{9A103E4B-91F2-4EA2-95A3-72B998D84563}"/>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6" name="內容版面配置區 2">
            <a:extLst>
              <a:ext uri="{FF2B5EF4-FFF2-40B4-BE49-F238E27FC236}">
                <a16:creationId xmlns:a16="http://schemas.microsoft.com/office/drawing/2014/main" id="{D54CA306-8067-4B2F-9878-0EF144A65068}"/>
              </a:ext>
            </a:extLst>
          </p:cNvPr>
          <p:cNvSpPr txBox="1">
            <a:spLocks/>
          </p:cNvSpPr>
          <p:nvPr/>
        </p:nvSpPr>
        <p:spPr>
          <a:xfrm>
            <a:off x="9577410" y="5340522"/>
            <a:ext cx="2394064" cy="531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600" dirty="0"/>
              <a:t>Weight = 5</a:t>
            </a:r>
          </a:p>
        </p:txBody>
      </p:sp>
      <p:sp>
        <p:nvSpPr>
          <p:cNvPr id="97" name="文字方塊 96">
            <a:extLst>
              <a:ext uri="{FF2B5EF4-FFF2-40B4-BE49-F238E27FC236}">
                <a16:creationId xmlns:a16="http://schemas.microsoft.com/office/drawing/2014/main" id="{BB083ADD-B4A2-4567-8FD1-FA3237E9105F}"/>
              </a:ext>
            </a:extLst>
          </p:cNvPr>
          <p:cNvSpPr txBox="1"/>
          <p:nvPr/>
        </p:nvSpPr>
        <p:spPr>
          <a:xfrm>
            <a:off x="6646130" y="3388651"/>
            <a:ext cx="2260555"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Optimal answers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62059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A7D69-DFBD-4FEE-AD5F-D689C7B867DA}"/>
              </a:ext>
            </a:extLst>
          </p:cNvPr>
          <p:cNvSpPr>
            <a:spLocks noGrp="1"/>
          </p:cNvSpPr>
          <p:nvPr>
            <p:ph type="title"/>
          </p:nvPr>
        </p:nvSpPr>
        <p:spPr/>
        <p:txBody>
          <a:bodyPr/>
          <a:lstStyle/>
          <a:p>
            <a:r>
              <a:rPr lang="en-US" altLang="zh-TW" dirty="0"/>
              <a:t>Algorithm </a:t>
            </a:r>
            <a:r>
              <a:rPr lang="zh-TW" altLang="en-US" dirty="0"/>
              <a:t>－ </a:t>
            </a:r>
            <a:r>
              <a:rPr lang="en-US" altLang="zh-TW" dirty="0">
                <a:solidFill>
                  <a:srgbClr val="FF0000"/>
                </a:solidFill>
              </a:rPr>
              <a:t>while loop (remove)</a:t>
            </a:r>
            <a:endParaRPr lang="zh-TW" altLang="en-US" dirty="0">
              <a:solidFill>
                <a:srgbClr val="FF0000"/>
              </a:solidFill>
            </a:endParaRPr>
          </a:p>
        </p:txBody>
      </p:sp>
      <p:sp>
        <p:nvSpPr>
          <p:cNvPr id="3" name="內容版面配置區 2">
            <a:extLst>
              <a:ext uri="{FF2B5EF4-FFF2-40B4-BE49-F238E27FC236}">
                <a16:creationId xmlns:a16="http://schemas.microsoft.com/office/drawing/2014/main" id="{9D23F467-28DE-4233-A8A7-6C0AC550AE1B}"/>
              </a:ext>
            </a:extLst>
          </p:cNvPr>
          <p:cNvSpPr>
            <a:spLocks noGrp="1"/>
          </p:cNvSpPr>
          <p:nvPr>
            <p:ph idx="1"/>
          </p:nvPr>
        </p:nvSpPr>
        <p:spPr>
          <a:xfrm>
            <a:off x="4701680" y="1858241"/>
            <a:ext cx="2764206" cy="3183542"/>
          </a:xfrm>
        </p:spPr>
        <p:txBody>
          <a:bodyPr/>
          <a:lstStyle/>
          <a:p>
            <a:pPr marL="0" indent="0">
              <a:buNone/>
            </a:pPr>
            <a:r>
              <a:rPr lang="en-US" altLang="zh-TW" dirty="0"/>
              <a:t>Score(</a:t>
            </a:r>
            <a:r>
              <a:rPr lang="en-US" altLang="zh-TW" i="1" dirty="0"/>
              <a:t>V</a:t>
            </a:r>
            <a:r>
              <a:rPr lang="en-US" altLang="zh-TW" baseline="-25000" dirty="0"/>
              <a:t>0</a:t>
            </a:r>
            <a:r>
              <a:rPr lang="en-US" altLang="zh-TW" dirty="0"/>
              <a:t>) = -2</a:t>
            </a:r>
          </a:p>
          <a:p>
            <a:pPr marL="0" indent="0">
              <a:buNone/>
            </a:pPr>
            <a:r>
              <a:rPr lang="en-US" altLang="zh-TW" dirty="0"/>
              <a:t>Score(</a:t>
            </a:r>
            <a:r>
              <a:rPr lang="en-US" altLang="zh-TW" i="1" dirty="0"/>
              <a:t>V</a:t>
            </a:r>
            <a:r>
              <a:rPr lang="en-US" altLang="zh-TW" baseline="-25000" dirty="0"/>
              <a:t>4</a:t>
            </a:r>
            <a:r>
              <a:rPr lang="en-US" altLang="zh-TW" dirty="0"/>
              <a:t>) = -2</a:t>
            </a:r>
          </a:p>
          <a:p>
            <a:pPr marL="0" indent="0">
              <a:buNone/>
            </a:pPr>
            <a:r>
              <a:rPr lang="en-US" altLang="zh-TW" dirty="0"/>
              <a:t>Score(</a:t>
            </a:r>
            <a:r>
              <a:rPr lang="en-US" altLang="zh-TW" i="1" dirty="0"/>
              <a:t>V</a:t>
            </a:r>
            <a:r>
              <a:rPr lang="en-US" altLang="zh-TW" baseline="-25000" dirty="0"/>
              <a:t>5</a:t>
            </a:r>
            <a:r>
              <a:rPr lang="en-US" altLang="zh-TW" dirty="0"/>
              <a:t>) = 0</a:t>
            </a:r>
          </a:p>
          <a:p>
            <a:pPr marL="0" indent="0">
              <a:buNone/>
            </a:pPr>
            <a:r>
              <a:rPr lang="en-US" altLang="zh-TW" dirty="0"/>
              <a:t>Score(</a:t>
            </a:r>
            <a:r>
              <a:rPr lang="en-US" altLang="zh-TW" i="1" dirty="0"/>
              <a:t>V</a:t>
            </a:r>
            <a:r>
              <a:rPr lang="en-US" altLang="zh-TW" baseline="-25000" dirty="0"/>
              <a:t>6</a:t>
            </a:r>
            <a:r>
              <a:rPr lang="en-US" altLang="zh-TW" dirty="0"/>
              <a:t>) = -1</a:t>
            </a:r>
          </a:p>
          <a:p>
            <a:pPr marL="0" indent="0">
              <a:buNone/>
            </a:pPr>
            <a:r>
              <a:rPr lang="en-US" altLang="zh-TW" dirty="0"/>
              <a:t>Score(</a:t>
            </a:r>
            <a:r>
              <a:rPr lang="en-US" altLang="zh-TW" i="1" dirty="0"/>
              <a:t>V</a:t>
            </a:r>
            <a:r>
              <a:rPr lang="en-US" altLang="zh-TW" baseline="-25000" dirty="0"/>
              <a:t>7</a:t>
            </a:r>
            <a:r>
              <a:rPr lang="en-US" altLang="zh-TW" dirty="0"/>
              <a:t>) = 0</a:t>
            </a:r>
            <a:endParaRPr lang="en-US" altLang="zh-TW" b="0" dirty="0"/>
          </a:p>
          <a:p>
            <a:pPr marL="0" indent="0">
              <a:buNone/>
            </a:pPr>
            <a:r>
              <a:rPr lang="en-US" altLang="zh-TW" dirty="0"/>
              <a:t>Score(</a:t>
            </a:r>
            <a:r>
              <a:rPr lang="en-US" altLang="zh-TW" i="1" dirty="0"/>
              <a:t>V</a:t>
            </a:r>
            <a:r>
              <a:rPr lang="en-US" altLang="zh-TW" baseline="-25000" dirty="0"/>
              <a:t>8</a:t>
            </a:r>
            <a:r>
              <a:rPr lang="en-US" altLang="zh-TW" dirty="0"/>
              <a:t>) = -1</a:t>
            </a:r>
            <a:endParaRPr lang="zh-TW" altLang="en-US" dirty="0"/>
          </a:p>
        </p:txBody>
      </p:sp>
      <p:grpSp>
        <p:nvGrpSpPr>
          <p:cNvPr id="25" name="群組 24">
            <a:extLst>
              <a:ext uri="{FF2B5EF4-FFF2-40B4-BE49-F238E27FC236}">
                <a16:creationId xmlns:a16="http://schemas.microsoft.com/office/drawing/2014/main" id="{53F72D46-856A-4F5D-8B67-393981D356D3}"/>
              </a:ext>
            </a:extLst>
          </p:cNvPr>
          <p:cNvGrpSpPr>
            <a:grpSpLocks noChangeAspect="1"/>
          </p:cNvGrpSpPr>
          <p:nvPr/>
        </p:nvGrpSpPr>
        <p:grpSpPr>
          <a:xfrm>
            <a:off x="913700" y="1900928"/>
            <a:ext cx="3242793" cy="2303427"/>
            <a:chOff x="768314" y="1912690"/>
            <a:chExt cx="2739672" cy="1946049"/>
          </a:xfrm>
        </p:grpSpPr>
        <p:sp>
          <p:nvSpPr>
            <p:cNvPr id="26" name="橢圓 25">
              <a:extLst>
                <a:ext uri="{FF2B5EF4-FFF2-40B4-BE49-F238E27FC236}">
                  <a16:creationId xmlns:a16="http://schemas.microsoft.com/office/drawing/2014/main" id="{5DFD6AFF-535C-41A1-85C2-0DC249926E8B}"/>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7" name="橢圓 26">
              <a:extLst>
                <a:ext uri="{FF2B5EF4-FFF2-40B4-BE49-F238E27FC236}">
                  <a16:creationId xmlns:a16="http://schemas.microsoft.com/office/drawing/2014/main" id="{4FBB6744-9ECE-4E86-929C-F049CD4D4290}"/>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8" name="橢圓 27">
              <a:extLst>
                <a:ext uri="{FF2B5EF4-FFF2-40B4-BE49-F238E27FC236}">
                  <a16:creationId xmlns:a16="http://schemas.microsoft.com/office/drawing/2014/main" id="{B818D850-B3AF-414C-A2C3-2661DE568780}"/>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29" name="橢圓 28">
              <a:extLst>
                <a:ext uri="{FF2B5EF4-FFF2-40B4-BE49-F238E27FC236}">
                  <a16:creationId xmlns:a16="http://schemas.microsoft.com/office/drawing/2014/main" id="{4170AF21-606A-4A3B-AA1E-914B3D7D5EB9}"/>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0" name="橢圓 29">
              <a:extLst>
                <a:ext uri="{FF2B5EF4-FFF2-40B4-BE49-F238E27FC236}">
                  <a16:creationId xmlns:a16="http://schemas.microsoft.com/office/drawing/2014/main" id="{4BB01319-24D7-4F09-A56D-AF84A765D523}"/>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1" name="橢圓 30">
              <a:extLst>
                <a:ext uri="{FF2B5EF4-FFF2-40B4-BE49-F238E27FC236}">
                  <a16:creationId xmlns:a16="http://schemas.microsoft.com/office/drawing/2014/main" id="{F9D3D8AF-788C-4FBD-97CF-CBD2E5104FF3}"/>
                </a:ext>
              </a:extLst>
            </p:cNvPr>
            <p:cNvSpPr/>
            <p:nvPr/>
          </p:nvSpPr>
          <p:spPr>
            <a:xfrm>
              <a:off x="1125513" y="3570739"/>
              <a:ext cx="288000" cy="288000"/>
            </a:xfrm>
            <a:prstGeom prst="ellipse">
              <a:avLst/>
            </a:prstGeom>
            <a:solidFill>
              <a:srgbClr val="E25D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2" name="橢圓 31">
              <a:extLst>
                <a:ext uri="{FF2B5EF4-FFF2-40B4-BE49-F238E27FC236}">
                  <a16:creationId xmlns:a16="http://schemas.microsoft.com/office/drawing/2014/main" id="{EC5AE54E-9876-42F6-970D-C7D5FE16E914}"/>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3" name="橢圓 32">
              <a:extLst>
                <a:ext uri="{FF2B5EF4-FFF2-40B4-BE49-F238E27FC236}">
                  <a16:creationId xmlns:a16="http://schemas.microsoft.com/office/drawing/2014/main" id="{800DAA6A-4704-4DB9-9353-87A6CC1A1D39}"/>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34" name="橢圓 33">
              <a:extLst>
                <a:ext uri="{FF2B5EF4-FFF2-40B4-BE49-F238E27FC236}">
                  <a16:creationId xmlns:a16="http://schemas.microsoft.com/office/drawing/2014/main" id="{50A28100-7911-4DDF-9D75-A20CB0620E7D}"/>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35" name="直線接點 34">
              <a:extLst>
                <a:ext uri="{FF2B5EF4-FFF2-40B4-BE49-F238E27FC236}">
                  <a16:creationId xmlns:a16="http://schemas.microsoft.com/office/drawing/2014/main" id="{F42FD23E-D7E7-43F9-B6C3-64E1ECC8596B}"/>
                </a:ext>
              </a:extLst>
            </p:cNvPr>
            <p:cNvCxnSpPr>
              <a:cxnSpLocks/>
              <a:stCxn id="26" idx="5"/>
              <a:endCxn id="34" idx="1"/>
            </p:cNvCxnSpPr>
            <p:nvPr/>
          </p:nvCxnSpPr>
          <p:spPr>
            <a:xfrm>
              <a:off x="1579673" y="2158513"/>
              <a:ext cx="551364" cy="801806"/>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662B4C39-2DF5-4557-BF56-4D7D06E5B4CB}"/>
                </a:ext>
              </a:extLst>
            </p:cNvPr>
            <p:cNvCxnSpPr>
              <a:cxnSpLocks/>
              <a:stCxn id="26" idx="6"/>
              <a:endCxn id="27"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D256CEA4-B27D-4F24-840A-71EA834A819D}"/>
                </a:ext>
              </a:extLst>
            </p:cNvPr>
            <p:cNvCxnSpPr>
              <a:cxnSpLocks/>
              <a:stCxn id="26" idx="3"/>
              <a:endCxn id="29"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17FE3411-44AF-4835-ABA9-10F2493BF1D1}"/>
                </a:ext>
              </a:extLst>
            </p:cNvPr>
            <p:cNvCxnSpPr>
              <a:cxnSpLocks/>
              <a:stCxn id="32" idx="2"/>
              <a:endCxn id="31"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B51ED660-D12C-4401-B610-BE838F06A089}"/>
                </a:ext>
              </a:extLst>
            </p:cNvPr>
            <p:cNvCxnSpPr>
              <a:cxnSpLocks/>
              <a:stCxn id="34" idx="3"/>
              <a:endCxn id="32"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420C6CCF-0EA0-4DDA-9D7A-CC6789C12DD3}"/>
                </a:ext>
              </a:extLst>
            </p:cNvPr>
            <p:cNvCxnSpPr>
              <a:cxnSpLocks/>
              <a:stCxn id="27" idx="5"/>
              <a:endCxn id="30"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B876404D-2D1A-46F5-9A4C-E000C2B0FA36}"/>
                </a:ext>
              </a:extLst>
            </p:cNvPr>
            <p:cNvCxnSpPr>
              <a:cxnSpLocks/>
              <a:stCxn id="28" idx="3"/>
              <a:endCxn id="30"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FE779C6B-34E5-4FB9-A90A-F447B8A513D4}"/>
                </a:ext>
              </a:extLst>
            </p:cNvPr>
            <p:cNvCxnSpPr>
              <a:cxnSpLocks/>
              <a:stCxn id="34" idx="7"/>
              <a:endCxn id="30" idx="3"/>
            </p:cNvCxnSpPr>
            <p:nvPr/>
          </p:nvCxnSpPr>
          <p:spPr>
            <a:xfrm flipV="1">
              <a:off x="2334683" y="2879966"/>
              <a:ext cx="481476" cy="80353"/>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289834D2-E8F4-4D98-B3B4-92000957FB0E}"/>
                </a:ext>
              </a:extLst>
            </p:cNvPr>
            <p:cNvCxnSpPr>
              <a:cxnSpLocks/>
              <a:stCxn id="34" idx="5"/>
              <a:endCxn id="33" idx="1"/>
            </p:cNvCxnSpPr>
            <p:nvPr/>
          </p:nvCxnSpPr>
          <p:spPr>
            <a:xfrm>
              <a:off x="2334683" y="3163965"/>
              <a:ext cx="481476" cy="448951"/>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EDACE109-9B53-4533-AF02-516332DCCCFD}"/>
                </a:ext>
              </a:extLst>
            </p:cNvPr>
            <p:cNvCxnSpPr>
              <a:cxnSpLocks/>
              <a:stCxn id="32" idx="6"/>
              <a:endCxn id="33"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77A5FD29-FF89-4F09-9FC6-FDD34E948311}"/>
                </a:ext>
              </a:extLst>
            </p:cNvPr>
            <p:cNvCxnSpPr>
              <a:cxnSpLocks/>
              <a:stCxn id="31" idx="1"/>
              <a:endCxn id="29" idx="4"/>
            </p:cNvCxnSpPr>
            <p:nvPr/>
          </p:nvCxnSpPr>
          <p:spPr>
            <a:xfrm flipH="1" flipV="1">
              <a:off x="912314" y="2922143"/>
              <a:ext cx="255376" cy="690773"/>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sp>
          <p:nvSpPr>
            <p:cNvPr id="46" name="手繪多邊形: 圖案 45">
              <a:extLst>
                <a:ext uri="{FF2B5EF4-FFF2-40B4-BE49-F238E27FC236}">
                  <a16:creationId xmlns:a16="http://schemas.microsoft.com/office/drawing/2014/main" id="{E067879A-58FD-4234-AC9D-B7303379B651}"/>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7" name="群組 46">
            <a:extLst>
              <a:ext uri="{FF2B5EF4-FFF2-40B4-BE49-F238E27FC236}">
                <a16:creationId xmlns:a16="http://schemas.microsoft.com/office/drawing/2014/main" id="{4F668B66-4526-42F1-B357-FED3344CD8A0}"/>
              </a:ext>
            </a:extLst>
          </p:cNvPr>
          <p:cNvGrpSpPr>
            <a:grpSpLocks noChangeAspect="1"/>
          </p:cNvGrpSpPr>
          <p:nvPr/>
        </p:nvGrpSpPr>
        <p:grpSpPr>
          <a:xfrm>
            <a:off x="8035507" y="1900928"/>
            <a:ext cx="3242793" cy="2303427"/>
            <a:chOff x="768314" y="1912690"/>
            <a:chExt cx="2739672" cy="1946049"/>
          </a:xfrm>
        </p:grpSpPr>
        <p:sp>
          <p:nvSpPr>
            <p:cNvPr id="48" name="橢圓 47">
              <a:extLst>
                <a:ext uri="{FF2B5EF4-FFF2-40B4-BE49-F238E27FC236}">
                  <a16:creationId xmlns:a16="http://schemas.microsoft.com/office/drawing/2014/main" id="{984F89E9-83CA-46B0-82A6-60D8A9835925}"/>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49" name="橢圓 48">
              <a:extLst>
                <a:ext uri="{FF2B5EF4-FFF2-40B4-BE49-F238E27FC236}">
                  <a16:creationId xmlns:a16="http://schemas.microsoft.com/office/drawing/2014/main" id="{07B08B4A-F896-48F4-A74B-8E07D5F026EC}"/>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0" name="橢圓 49">
              <a:extLst>
                <a:ext uri="{FF2B5EF4-FFF2-40B4-BE49-F238E27FC236}">
                  <a16:creationId xmlns:a16="http://schemas.microsoft.com/office/drawing/2014/main" id="{BD4B5967-02AB-44AC-BC34-78C012C7CF42}"/>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1" name="橢圓 50">
              <a:extLst>
                <a:ext uri="{FF2B5EF4-FFF2-40B4-BE49-F238E27FC236}">
                  <a16:creationId xmlns:a16="http://schemas.microsoft.com/office/drawing/2014/main" id="{FA2ECD7F-C5DF-4E8C-9BF2-FC145D2B3D8B}"/>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2" name="橢圓 51">
              <a:extLst>
                <a:ext uri="{FF2B5EF4-FFF2-40B4-BE49-F238E27FC236}">
                  <a16:creationId xmlns:a16="http://schemas.microsoft.com/office/drawing/2014/main" id="{D9A20E42-E618-41DC-9878-AFA988D185A3}"/>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3" name="橢圓 52">
              <a:extLst>
                <a:ext uri="{FF2B5EF4-FFF2-40B4-BE49-F238E27FC236}">
                  <a16:creationId xmlns:a16="http://schemas.microsoft.com/office/drawing/2014/main" id="{AFABE702-AA6B-4B69-8C75-5F7F6515933B}"/>
                </a:ext>
              </a:extLst>
            </p:cNvPr>
            <p:cNvSpPr/>
            <p:nvPr/>
          </p:nvSpPr>
          <p:spPr>
            <a:xfrm>
              <a:off x="1125513" y="3570739"/>
              <a:ext cx="288000" cy="288000"/>
            </a:xfrm>
            <a:prstGeom prst="ellipse">
              <a:avLst/>
            </a:prstGeom>
            <a:solidFill>
              <a:srgbClr val="E25D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4" name="橢圓 53">
              <a:extLst>
                <a:ext uri="{FF2B5EF4-FFF2-40B4-BE49-F238E27FC236}">
                  <a16:creationId xmlns:a16="http://schemas.microsoft.com/office/drawing/2014/main" id="{7FFC0123-9A64-4B46-97E5-3457F0EC0DC0}"/>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5" name="橢圓 54">
              <a:extLst>
                <a:ext uri="{FF2B5EF4-FFF2-40B4-BE49-F238E27FC236}">
                  <a16:creationId xmlns:a16="http://schemas.microsoft.com/office/drawing/2014/main" id="{61813536-7882-49CF-9411-DD698C2D8B61}"/>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6" name="橢圓 55">
              <a:extLst>
                <a:ext uri="{FF2B5EF4-FFF2-40B4-BE49-F238E27FC236}">
                  <a16:creationId xmlns:a16="http://schemas.microsoft.com/office/drawing/2014/main" id="{025F8351-BEA7-42B4-B7AD-A4BECC330A11}"/>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57" name="直線接點 56">
              <a:extLst>
                <a:ext uri="{FF2B5EF4-FFF2-40B4-BE49-F238E27FC236}">
                  <a16:creationId xmlns:a16="http://schemas.microsoft.com/office/drawing/2014/main" id="{454DB6F2-3770-4499-BDCC-912B962DD0E2}"/>
                </a:ext>
              </a:extLst>
            </p:cNvPr>
            <p:cNvCxnSpPr>
              <a:cxnSpLocks/>
              <a:stCxn id="48" idx="5"/>
              <a:endCxn id="56"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DB8FFFB7-36E3-4FF7-B988-C29878A3B95D}"/>
                </a:ext>
              </a:extLst>
            </p:cNvPr>
            <p:cNvCxnSpPr>
              <a:cxnSpLocks/>
              <a:stCxn id="48" idx="6"/>
              <a:endCxn id="49"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445A304A-91CD-4063-B9CB-CDE1C9692D38}"/>
                </a:ext>
              </a:extLst>
            </p:cNvPr>
            <p:cNvCxnSpPr>
              <a:cxnSpLocks/>
              <a:stCxn id="48" idx="3"/>
              <a:endCxn id="51"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EBF1A6B8-83A9-44C8-8793-EB5AEB103CD2}"/>
                </a:ext>
              </a:extLst>
            </p:cNvPr>
            <p:cNvCxnSpPr>
              <a:cxnSpLocks/>
              <a:stCxn id="54" idx="2"/>
              <a:endCxn id="53"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F4D4AE22-E308-49CF-8527-85A5F1568F0E}"/>
                </a:ext>
              </a:extLst>
            </p:cNvPr>
            <p:cNvCxnSpPr>
              <a:cxnSpLocks/>
              <a:stCxn id="56" idx="3"/>
              <a:endCxn id="54" idx="0"/>
            </p:cNvCxnSpPr>
            <p:nvPr/>
          </p:nvCxnSpPr>
          <p:spPr>
            <a:xfrm flipH="1">
              <a:off x="1944860" y="3163965"/>
              <a:ext cx="186177" cy="406774"/>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266CA4B4-D90C-436B-AB09-18A42899F649}"/>
                </a:ext>
              </a:extLst>
            </p:cNvPr>
            <p:cNvCxnSpPr>
              <a:cxnSpLocks/>
              <a:stCxn id="49" idx="5"/>
              <a:endCxn id="52"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697027F9-3003-4297-92BF-F36A307669A1}"/>
                </a:ext>
              </a:extLst>
            </p:cNvPr>
            <p:cNvCxnSpPr>
              <a:cxnSpLocks/>
              <a:stCxn id="50" idx="3"/>
              <a:endCxn id="52"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A8E554A1-4FBF-418B-B86C-17F70608C46B}"/>
                </a:ext>
              </a:extLst>
            </p:cNvPr>
            <p:cNvCxnSpPr>
              <a:cxnSpLocks/>
              <a:stCxn id="56" idx="7"/>
              <a:endCxn id="52"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9C21BCE6-5228-4AA0-85B7-FCAB4BB908F2}"/>
                </a:ext>
              </a:extLst>
            </p:cNvPr>
            <p:cNvCxnSpPr>
              <a:cxnSpLocks/>
              <a:stCxn id="56" idx="5"/>
              <a:endCxn id="55"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DF574736-870B-4E38-8FE7-36A1D95FE056}"/>
                </a:ext>
              </a:extLst>
            </p:cNvPr>
            <p:cNvCxnSpPr>
              <a:cxnSpLocks/>
              <a:stCxn id="54" idx="6"/>
              <a:endCxn id="55"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E41A5D48-FE72-4440-AEBC-670D12519722}"/>
                </a:ext>
              </a:extLst>
            </p:cNvPr>
            <p:cNvCxnSpPr>
              <a:cxnSpLocks/>
              <a:stCxn id="53" idx="1"/>
              <a:endCxn id="51" idx="4"/>
            </p:cNvCxnSpPr>
            <p:nvPr/>
          </p:nvCxnSpPr>
          <p:spPr>
            <a:xfrm flipH="1" flipV="1">
              <a:off x="912314" y="2922143"/>
              <a:ext cx="255376" cy="690773"/>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sp>
          <p:nvSpPr>
            <p:cNvPr id="68" name="手繪多邊形: 圖案 67">
              <a:extLst>
                <a:ext uri="{FF2B5EF4-FFF2-40B4-BE49-F238E27FC236}">
                  <a16:creationId xmlns:a16="http://schemas.microsoft.com/office/drawing/2014/main" id="{21408050-124F-4DAA-B9FA-27D8415801D5}"/>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69" name="內容版面配置區 2">
            <a:extLst>
              <a:ext uri="{FF2B5EF4-FFF2-40B4-BE49-F238E27FC236}">
                <a16:creationId xmlns:a16="http://schemas.microsoft.com/office/drawing/2014/main" id="{4689778C-E7AB-4110-BDDE-87E4282703B6}"/>
              </a:ext>
            </a:extLst>
          </p:cNvPr>
          <p:cNvSpPr txBox="1">
            <a:spLocks/>
          </p:cNvSpPr>
          <p:nvPr/>
        </p:nvSpPr>
        <p:spPr>
          <a:xfrm>
            <a:off x="1221842" y="5083059"/>
            <a:ext cx="2593762" cy="91338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6</a:t>
            </a:r>
          </a:p>
          <a:p>
            <a:pPr marL="0" indent="0">
              <a:buFont typeface="Arial" panose="020B0604020202020204" pitchFamily="34" charset="0"/>
              <a:buNone/>
            </a:pPr>
            <a:r>
              <a:rPr lang="en-US" altLang="zh-TW" dirty="0"/>
              <a:t>UB = 6</a:t>
            </a:r>
            <a:endParaRPr lang="zh-TW" altLang="en-US" dirty="0"/>
          </a:p>
        </p:txBody>
      </p:sp>
      <p:sp>
        <p:nvSpPr>
          <p:cNvPr id="70" name="內容版面配置區 2">
            <a:extLst>
              <a:ext uri="{FF2B5EF4-FFF2-40B4-BE49-F238E27FC236}">
                <a16:creationId xmlns:a16="http://schemas.microsoft.com/office/drawing/2014/main" id="{6C9F4575-33C2-4215-BFEC-85756A03F2D9}"/>
              </a:ext>
            </a:extLst>
          </p:cNvPr>
          <p:cNvSpPr txBox="1">
            <a:spLocks/>
          </p:cNvSpPr>
          <p:nvPr/>
        </p:nvSpPr>
        <p:spPr>
          <a:xfrm>
            <a:off x="8796850" y="5083059"/>
            <a:ext cx="2394064" cy="91337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5</a:t>
            </a:r>
          </a:p>
          <a:p>
            <a:pPr marL="0" indent="0">
              <a:buFont typeface="Arial" panose="020B0604020202020204" pitchFamily="34" charset="0"/>
              <a:buNone/>
            </a:pPr>
            <a:r>
              <a:rPr lang="en-US" altLang="zh-TW" dirty="0"/>
              <a:t>UB = 5</a:t>
            </a:r>
            <a:endParaRPr lang="zh-TW" altLang="en-US" dirty="0"/>
          </a:p>
        </p:txBody>
      </p:sp>
      <p:grpSp>
        <p:nvGrpSpPr>
          <p:cNvPr id="75" name="群組 74">
            <a:extLst>
              <a:ext uri="{FF2B5EF4-FFF2-40B4-BE49-F238E27FC236}">
                <a16:creationId xmlns:a16="http://schemas.microsoft.com/office/drawing/2014/main" id="{AA2568F6-346E-4059-A619-240E7C9DA14B}"/>
              </a:ext>
            </a:extLst>
          </p:cNvPr>
          <p:cNvGrpSpPr/>
          <p:nvPr/>
        </p:nvGrpSpPr>
        <p:grpSpPr>
          <a:xfrm>
            <a:off x="9689919" y="2829633"/>
            <a:ext cx="175024" cy="176169"/>
            <a:chOff x="7860483" y="545284"/>
            <a:chExt cx="175024" cy="176169"/>
          </a:xfrm>
        </p:grpSpPr>
        <p:cxnSp>
          <p:nvCxnSpPr>
            <p:cNvPr id="72" name="直線接點 71">
              <a:extLst>
                <a:ext uri="{FF2B5EF4-FFF2-40B4-BE49-F238E27FC236}">
                  <a16:creationId xmlns:a16="http://schemas.microsoft.com/office/drawing/2014/main" id="{85200A2A-C4EC-4714-AF95-1B961F9D28AB}"/>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1D502AF8-D9B3-4084-9D5E-E34B301317CD}"/>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99259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A7D69-DFBD-4FEE-AD5F-D689C7B867DA}"/>
              </a:ext>
            </a:extLst>
          </p:cNvPr>
          <p:cNvSpPr>
            <a:spLocks noGrp="1"/>
          </p:cNvSpPr>
          <p:nvPr>
            <p:ph type="title"/>
          </p:nvPr>
        </p:nvSpPr>
        <p:spPr/>
        <p:txBody>
          <a:bodyPr/>
          <a:lstStyle/>
          <a:p>
            <a:r>
              <a:rPr lang="en-US" altLang="zh-TW" dirty="0"/>
              <a:t>Algorithm</a:t>
            </a:r>
            <a:r>
              <a:rPr lang="zh-TW" altLang="en-US" dirty="0"/>
              <a:t> － </a:t>
            </a:r>
            <a:r>
              <a:rPr lang="en-US" altLang="zh-TW" dirty="0">
                <a:solidFill>
                  <a:srgbClr val="FF0000"/>
                </a:solidFill>
              </a:rPr>
              <a:t>while loop (remove)</a:t>
            </a:r>
            <a:endParaRPr lang="zh-TW" altLang="en-US" dirty="0"/>
          </a:p>
        </p:txBody>
      </p:sp>
      <p:sp>
        <p:nvSpPr>
          <p:cNvPr id="3" name="內容版面配置區 2">
            <a:extLst>
              <a:ext uri="{FF2B5EF4-FFF2-40B4-BE49-F238E27FC236}">
                <a16:creationId xmlns:a16="http://schemas.microsoft.com/office/drawing/2014/main" id="{9D23F467-28DE-4233-A8A7-6C0AC550AE1B}"/>
              </a:ext>
            </a:extLst>
          </p:cNvPr>
          <p:cNvSpPr>
            <a:spLocks noGrp="1"/>
          </p:cNvSpPr>
          <p:nvPr>
            <p:ph idx="1"/>
          </p:nvPr>
        </p:nvSpPr>
        <p:spPr>
          <a:xfrm>
            <a:off x="4701680" y="1858241"/>
            <a:ext cx="2764206" cy="3183542"/>
          </a:xfrm>
        </p:spPr>
        <p:txBody>
          <a:bodyPr/>
          <a:lstStyle/>
          <a:p>
            <a:pPr marL="0" indent="0">
              <a:buNone/>
            </a:pPr>
            <a:r>
              <a:rPr lang="en-US" altLang="zh-TW" dirty="0"/>
              <a:t>Score(</a:t>
            </a:r>
            <a:r>
              <a:rPr lang="en-US" altLang="zh-TW" i="1" dirty="0"/>
              <a:t>V</a:t>
            </a:r>
            <a:r>
              <a:rPr lang="en-US" altLang="zh-TW" baseline="-25000" dirty="0"/>
              <a:t>0</a:t>
            </a:r>
            <a:r>
              <a:rPr lang="en-US" altLang="zh-TW" dirty="0"/>
              <a:t>) = -3</a:t>
            </a:r>
          </a:p>
          <a:p>
            <a:pPr marL="0" indent="0">
              <a:buNone/>
            </a:pPr>
            <a:r>
              <a:rPr lang="en-US" altLang="zh-TW" dirty="0"/>
              <a:t>Score(</a:t>
            </a:r>
            <a:r>
              <a:rPr lang="en-US" altLang="zh-TW" i="1" dirty="0"/>
              <a:t>V</a:t>
            </a:r>
            <a:r>
              <a:rPr lang="en-US" altLang="zh-TW" baseline="-25000" dirty="0"/>
              <a:t>4</a:t>
            </a:r>
            <a:r>
              <a:rPr lang="en-US" altLang="zh-TW" dirty="0"/>
              <a:t>) = -3</a:t>
            </a:r>
          </a:p>
          <a:p>
            <a:pPr marL="0" indent="0">
              <a:buNone/>
            </a:pPr>
            <a:r>
              <a:rPr lang="en-US" altLang="zh-TW" dirty="0"/>
              <a:t>Score(</a:t>
            </a:r>
            <a:r>
              <a:rPr lang="en-US" altLang="zh-TW" i="1" dirty="0"/>
              <a:t>V</a:t>
            </a:r>
            <a:r>
              <a:rPr lang="en-US" altLang="zh-TW" baseline="-25000" dirty="0"/>
              <a:t>6</a:t>
            </a:r>
            <a:r>
              <a:rPr lang="en-US" altLang="zh-TW" dirty="0"/>
              <a:t>) = -1</a:t>
            </a:r>
          </a:p>
          <a:p>
            <a:pPr marL="0" indent="0">
              <a:buNone/>
            </a:pPr>
            <a:r>
              <a:rPr lang="en-US" altLang="zh-TW" dirty="0"/>
              <a:t>Score(</a:t>
            </a:r>
            <a:r>
              <a:rPr lang="en-US" altLang="zh-TW" i="1" dirty="0"/>
              <a:t>V</a:t>
            </a:r>
            <a:r>
              <a:rPr lang="en-US" altLang="zh-TW" baseline="-25000" dirty="0"/>
              <a:t>7</a:t>
            </a:r>
            <a:r>
              <a:rPr lang="en-US" altLang="zh-TW" dirty="0"/>
              <a:t>) = -1</a:t>
            </a:r>
            <a:endParaRPr lang="en-US" altLang="zh-TW" b="0" dirty="0"/>
          </a:p>
          <a:p>
            <a:pPr marL="0" indent="0">
              <a:buNone/>
            </a:pPr>
            <a:r>
              <a:rPr lang="en-US" altLang="zh-TW" dirty="0"/>
              <a:t>Score(</a:t>
            </a:r>
            <a:r>
              <a:rPr lang="en-US" altLang="zh-TW" i="1" dirty="0"/>
              <a:t>V</a:t>
            </a:r>
            <a:r>
              <a:rPr lang="en-US" altLang="zh-TW" baseline="-25000" dirty="0"/>
              <a:t>8</a:t>
            </a:r>
            <a:r>
              <a:rPr lang="en-US" altLang="zh-TW" dirty="0"/>
              <a:t>) = -2</a:t>
            </a:r>
            <a:endParaRPr lang="zh-TW" altLang="en-US" dirty="0"/>
          </a:p>
        </p:txBody>
      </p:sp>
      <p:grpSp>
        <p:nvGrpSpPr>
          <p:cNvPr id="47" name="群組 46">
            <a:extLst>
              <a:ext uri="{FF2B5EF4-FFF2-40B4-BE49-F238E27FC236}">
                <a16:creationId xmlns:a16="http://schemas.microsoft.com/office/drawing/2014/main" id="{4F668B66-4526-42F1-B357-FED3344CD8A0}"/>
              </a:ext>
            </a:extLst>
          </p:cNvPr>
          <p:cNvGrpSpPr>
            <a:grpSpLocks noChangeAspect="1"/>
          </p:cNvGrpSpPr>
          <p:nvPr/>
        </p:nvGrpSpPr>
        <p:grpSpPr>
          <a:xfrm>
            <a:off x="913700" y="1900928"/>
            <a:ext cx="3242793" cy="2303427"/>
            <a:chOff x="768314" y="1912690"/>
            <a:chExt cx="2739672" cy="1946049"/>
          </a:xfrm>
        </p:grpSpPr>
        <p:sp>
          <p:nvSpPr>
            <p:cNvPr id="48" name="橢圓 47">
              <a:extLst>
                <a:ext uri="{FF2B5EF4-FFF2-40B4-BE49-F238E27FC236}">
                  <a16:creationId xmlns:a16="http://schemas.microsoft.com/office/drawing/2014/main" id="{984F89E9-83CA-46B0-82A6-60D8A9835925}"/>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49" name="橢圓 48">
              <a:extLst>
                <a:ext uri="{FF2B5EF4-FFF2-40B4-BE49-F238E27FC236}">
                  <a16:creationId xmlns:a16="http://schemas.microsoft.com/office/drawing/2014/main" id="{07B08B4A-F896-48F4-A74B-8E07D5F026EC}"/>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0" name="橢圓 49">
              <a:extLst>
                <a:ext uri="{FF2B5EF4-FFF2-40B4-BE49-F238E27FC236}">
                  <a16:creationId xmlns:a16="http://schemas.microsoft.com/office/drawing/2014/main" id="{BD4B5967-02AB-44AC-BC34-78C012C7CF42}"/>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1" name="橢圓 50">
              <a:extLst>
                <a:ext uri="{FF2B5EF4-FFF2-40B4-BE49-F238E27FC236}">
                  <a16:creationId xmlns:a16="http://schemas.microsoft.com/office/drawing/2014/main" id="{FA2ECD7F-C5DF-4E8C-9BF2-FC145D2B3D8B}"/>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2" name="橢圓 51">
              <a:extLst>
                <a:ext uri="{FF2B5EF4-FFF2-40B4-BE49-F238E27FC236}">
                  <a16:creationId xmlns:a16="http://schemas.microsoft.com/office/drawing/2014/main" id="{D9A20E42-E618-41DC-9878-AFA988D185A3}"/>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3" name="橢圓 52">
              <a:extLst>
                <a:ext uri="{FF2B5EF4-FFF2-40B4-BE49-F238E27FC236}">
                  <a16:creationId xmlns:a16="http://schemas.microsoft.com/office/drawing/2014/main" id="{AFABE702-AA6B-4B69-8C75-5F7F6515933B}"/>
                </a:ext>
              </a:extLst>
            </p:cNvPr>
            <p:cNvSpPr/>
            <p:nvPr/>
          </p:nvSpPr>
          <p:spPr>
            <a:xfrm>
              <a:off x="1125513" y="3570739"/>
              <a:ext cx="288000" cy="288000"/>
            </a:xfrm>
            <a:prstGeom prst="ellipse">
              <a:avLst/>
            </a:prstGeom>
            <a:solidFill>
              <a:srgbClr val="E25D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4" name="橢圓 53">
              <a:extLst>
                <a:ext uri="{FF2B5EF4-FFF2-40B4-BE49-F238E27FC236}">
                  <a16:creationId xmlns:a16="http://schemas.microsoft.com/office/drawing/2014/main" id="{7FFC0123-9A64-4B46-97E5-3457F0EC0DC0}"/>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5" name="橢圓 54">
              <a:extLst>
                <a:ext uri="{FF2B5EF4-FFF2-40B4-BE49-F238E27FC236}">
                  <a16:creationId xmlns:a16="http://schemas.microsoft.com/office/drawing/2014/main" id="{61813536-7882-49CF-9411-DD698C2D8B61}"/>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56" name="橢圓 55">
              <a:extLst>
                <a:ext uri="{FF2B5EF4-FFF2-40B4-BE49-F238E27FC236}">
                  <a16:creationId xmlns:a16="http://schemas.microsoft.com/office/drawing/2014/main" id="{025F8351-BEA7-42B4-B7AD-A4BECC330A11}"/>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57" name="直線接點 56">
              <a:extLst>
                <a:ext uri="{FF2B5EF4-FFF2-40B4-BE49-F238E27FC236}">
                  <a16:creationId xmlns:a16="http://schemas.microsoft.com/office/drawing/2014/main" id="{454DB6F2-3770-4499-BDCC-912B962DD0E2}"/>
                </a:ext>
              </a:extLst>
            </p:cNvPr>
            <p:cNvCxnSpPr>
              <a:cxnSpLocks/>
              <a:stCxn id="48" idx="5"/>
              <a:endCxn id="56"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DB8FFFB7-36E3-4FF7-B988-C29878A3B95D}"/>
                </a:ext>
              </a:extLst>
            </p:cNvPr>
            <p:cNvCxnSpPr>
              <a:cxnSpLocks/>
              <a:stCxn id="48" idx="6"/>
              <a:endCxn id="49"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445A304A-91CD-4063-B9CB-CDE1C9692D38}"/>
                </a:ext>
              </a:extLst>
            </p:cNvPr>
            <p:cNvCxnSpPr>
              <a:cxnSpLocks/>
              <a:stCxn id="48" idx="3"/>
              <a:endCxn id="51"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EBF1A6B8-83A9-44C8-8793-EB5AEB103CD2}"/>
                </a:ext>
              </a:extLst>
            </p:cNvPr>
            <p:cNvCxnSpPr>
              <a:cxnSpLocks/>
              <a:stCxn id="54" idx="2"/>
              <a:endCxn id="53"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F4D4AE22-E308-49CF-8527-85A5F1568F0E}"/>
                </a:ext>
              </a:extLst>
            </p:cNvPr>
            <p:cNvCxnSpPr>
              <a:cxnSpLocks/>
              <a:stCxn id="56" idx="3"/>
              <a:endCxn id="54" idx="0"/>
            </p:cNvCxnSpPr>
            <p:nvPr/>
          </p:nvCxnSpPr>
          <p:spPr>
            <a:xfrm flipH="1">
              <a:off x="1944860" y="3163965"/>
              <a:ext cx="186177" cy="406774"/>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266CA4B4-D90C-436B-AB09-18A42899F649}"/>
                </a:ext>
              </a:extLst>
            </p:cNvPr>
            <p:cNvCxnSpPr>
              <a:cxnSpLocks/>
              <a:stCxn id="49" idx="5"/>
              <a:endCxn id="52"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697027F9-3003-4297-92BF-F36A307669A1}"/>
                </a:ext>
              </a:extLst>
            </p:cNvPr>
            <p:cNvCxnSpPr>
              <a:cxnSpLocks/>
              <a:stCxn id="50" idx="3"/>
              <a:endCxn id="52"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A8E554A1-4FBF-418B-B86C-17F70608C46B}"/>
                </a:ext>
              </a:extLst>
            </p:cNvPr>
            <p:cNvCxnSpPr>
              <a:cxnSpLocks/>
              <a:stCxn id="56" idx="7"/>
              <a:endCxn id="52"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9C21BCE6-5228-4AA0-85B7-FCAB4BB908F2}"/>
                </a:ext>
              </a:extLst>
            </p:cNvPr>
            <p:cNvCxnSpPr>
              <a:cxnSpLocks/>
              <a:stCxn id="56" idx="5"/>
              <a:endCxn id="55"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DF574736-870B-4E38-8FE7-36A1D95FE056}"/>
                </a:ext>
              </a:extLst>
            </p:cNvPr>
            <p:cNvCxnSpPr>
              <a:cxnSpLocks/>
              <a:stCxn id="54" idx="6"/>
              <a:endCxn id="55"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E41A5D48-FE72-4440-AEBC-670D12519722}"/>
                </a:ext>
              </a:extLst>
            </p:cNvPr>
            <p:cNvCxnSpPr>
              <a:cxnSpLocks/>
              <a:stCxn id="53" idx="1"/>
              <a:endCxn id="51" idx="4"/>
            </p:cNvCxnSpPr>
            <p:nvPr/>
          </p:nvCxnSpPr>
          <p:spPr>
            <a:xfrm flipH="1" flipV="1">
              <a:off x="912314" y="2922143"/>
              <a:ext cx="255376" cy="690773"/>
            </a:xfrm>
            <a:prstGeom prst="line">
              <a:avLst/>
            </a:prstGeom>
            <a:ln w="19050">
              <a:solidFill>
                <a:srgbClr val="E25DE5"/>
              </a:solidFill>
            </a:ln>
          </p:spPr>
          <p:style>
            <a:lnRef idx="1">
              <a:schemeClr val="accent1"/>
            </a:lnRef>
            <a:fillRef idx="0">
              <a:schemeClr val="accent1"/>
            </a:fillRef>
            <a:effectRef idx="0">
              <a:schemeClr val="accent1"/>
            </a:effectRef>
            <a:fontRef idx="minor">
              <a:schemeClr val="tx1"/>
            </a:fontRef>
          </p:style>
        </p:cxnSp>
        <p:sp>
          <p:nvSpPr>
            <p:cNvPr id="68" name="手繪多邊形: 圖案 67">
              <a:extLst>
                <a:ext uri="{FF2B5EF4-FFF2-40B4-BE49-F238E27FC236}">
                  <a16:creationId xmlns:a16="http://schemas.microsoft.com/office/drawing/2014/main" id="{21408050-124F-4DAA-B9FA-27D8415801D5}"/>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69" name="內容版面配置區 2">
            <a:extLst>
              <a:ext uri="{FF2B5EF4-FFF2-40B4-BE49-F238E27FC236}">
                <a16:creationId xmlns:a16="http://schemas.microsoft.com/office/drawing/2014/main" id="{4689778C-E7AB-4110-BDDE-87E4282703B6}"/>
              </a:ext>
            </a:extLst>
          </p:cNvPr>
          <p:cNvSpPr txBox="1">
            <a:spLocks/>
          </p:cNvSpPr>
          <p:nvPr/>
        </p:nvSpPr>
        <p:spPr>
          <a:xfrm>
            <a:off x="1221842" y="5083059"/>
            <a:ext cx="2523376" cy="9490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600" dirty="0"/>
              <a:t>Weight = 5</a:t>
            </a:r>
          </a:p>
          <a:p>
            <a:pPr marL="0" indent="0">
              <a:buFont typeface="Arial" panose="020B0604020202020204" pitchFamily="34" charset="0"/>
              <a:buNone/>
            </a:pPr>
            <a:r>
              <a:rPr lang="en-US" altLang="zh-TW" sz="2600" dirty="0"/>
              <a:t>UB = 5</a:t>
            </a:r>
            <a:endParaRPr lang="zh-TW" altLang="en-US" sz="2600" dirty="0"/>
          </a:p>
        </p:txBody>
      </p:sp>
      <p:grpSp>
        <p:nvGrpSpPr>
          <p:cNvPr id="93" name="群組 92">
            <a:extLst>
              <a:ext uri="{FF2B5EF4-FFF2-40B4-BE49-F238E27FC236}">
                <a16:creationId xmlns:a16="http://schemas.microsoft.com/office/drawing/2014/main" id="{77A9939E-ED68-4EBC-AE8C-C199EC80170E}"/>
              </a:ext>
            </a:extLst>
          </p:cNvPr>
          <p:cNvGrpSpPr>
            <a:grpSpLocks noChangeAspect="1"/>
          </p:cNvGrpSpPr>
          <p:nvPr/>
        </p:nvGrpSpPr>
        <p:grpSpPr>
          <a:xfrm>
            <a:off x="8035507" y="1900928"/>
            <a:ext cx="3242793" cy="2303427"/>
            <a:chOff x="768314" y="1912690"/>
            <a:chExt cx="2739672" cy="1946049"/>
          </a:xfrm>
        </p:grpSpPr>
        <p:sp>
          <p:nvSpPr>
            <p:cNvPr id="94" name="橢圓 93">
              <a:extLst>
                <a:ext uri="{FF2B5EF4-FFF2-40B4-BE49-F238E27FC236}">
                  <a16:creationId xmlns:a16="http://schemas.microsoft.com/office/drawing/2014/main" id="{B01B5B4F-3C5B-4811-93D6-22EEF6EAA75F}"/>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95" name="橢圓 94">
              <a:extLst>
                <a:ext uri="{FF2B5EF4-FFF2-40B4-BE49-F238E27FC236}">
                  <a16:creationId xmlns:a16="http://schemas.microsoft.com/office/drawing/2014/main" id="{97B59944-64C5-465C-8179-470F03FE8EB7}"/>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96" name="橢圓 95">
              <a:extLst>
                <a:ext uri="{FF2B5EF4-FFF2-40B4-BE49-F238E27FC236}">
                  <a16:creationId xmlns:a16="http://schemas.microsoft.com/office/drawing/2014/main" id="{380A64AB-C5B8-4D7E-82BE-3E4A2427D98D}"/>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97" name="橢圓 96">
              <a:extLst>
                <a:ext uri="{FF2B5EF4-FFF2-40B4-BE49-F238E27FC236}">
                  <a16:creationId xmlns:a16="http://schemas.microsoft.com/office/drawing/2014/main" id="{B7464E50-6E3E-4B67-89C3-26AC6DE4D3A5}"/>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98" name="橢圓 97">
              <a:extLst>
                <a:ext uri="{FF2B5EF4-FFF2-40B4-BE49-F238E27FC236}">
                  <a16:creationId xmlns:a16="http://schemas.microsoft.com/office/drawing/2014/main" id="{A0FBB520-5569-4C0B-99D2-4B526D429839}"/>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99" name="橢圓 98">
              <a:extLst>
                <a:ext uri="{FF2B5EF4-FFF2-40B4-BE49-F238E27FC236}">
                  <a16:creationId xmlns:a16="http://schemas.microsoft.com/office/drawing/2014/main" id="{0DFEDE86-4D82-4B78-95E2-5996BC66F644}"/>
                </a:ext>
              </a:extLst>
            </p:cNvPr>
            <p:cNvSpPr/>
            <p:nvPr/>
          </p:nvSpPr>
          <p:spPr>
            <a:xfrm>
              <a:off x="1125513"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00" name="橢圓 99">
              <a:extLst>
                <a:ext uri="{FF2B5EF4-FFF2-40B4-BE49-F238E27FC236}">
                  <a16:creationId xmlns:a16="http://schemas.microsoft.com/office/drawing/2014/main" id="{DD8D8832-628A-4ABC-A05A-83BEA1132828}"/>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01" name="橢圓 100">
              <a:extLst>
                <a:ext uri="{FF2B5EF4-FFF2-40B4-BE49-F238E27FC236}">
                  <a16:creationId xmlns:a16="http://schemas.microsoft.com/office/drawing/2014/main" id="{735022E4-66A0-4FCA-86D0-AF59D0A4FB75}"/>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02" name="橢圓 101">
              <a:extLst>
                <a:ext uri="{FF2B5EF4-FFF2-40B4-BE49-F238E27FC236}">
                  <a16:creationId xmlns:a16="http://schemas.microsoft.com/office/drawing/2014/main" id="{A3F07896-FF2C-46D5-83F1-6766995DACAE}"/>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03" name="直線接點 102">
              <a:extLst>
                <a:ext uri="{FF2B5EF4-FFF2-40B4-BE49-F238E27FC236}">
                  <a16:creationId xmlns:a16="http://schemas.microsoft.com/office/drawing/2014/main" id="{39B387FB-3832-4904-9E49-FF90721DF833}"/>
                </a:ext>
              </a:extLst>
            </p:cNvPr>
            <p:cNvCxnSpPr>
              <a:cxnSpLocks/>
              <a:stCxn id="94" idx="5"/>
              <a:endCxn id="102"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32E5C6DC-71C7-404B-A7F4-0472D41226D5}"/>
                </a:ext>
              </a:extLst>
            </p:cNvPr>
            <p:cNvCxnSpPr>
              <a:cxnSpLocks/>
              <a:stCxn id="94" idx="6"/>
              <a:endCxn id="95"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5" name="直線接點 104">
              <a:extLst>
                <a:ext uri="{FF2B5EF4-FFF2-40B4-BE49-F238E27FC236}">
                  <a16:creationId xmlns:a16="http://schemas.microsoft.com/office/drawing/2014/main" id="{A2F9B086-38F1-423A-A7A8-8F744A703C2C}"/>
                </a:ext>
              </a:extLst>
            </p:cNvPr>
            <p:cNvCxnSpPr>
              <a:cxnSpLocks/>
              <a:stCxn id="94" idx="3"/>
              <a:endCxn id="97"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6" name="直線接點 105">
              <a:extLst>
                <a:ext uri="{FF2B5EF4-FFF2-40B4-BE49-F238E27FC236}">
                  <a16:creationId xmlns:a16="http://schemas.microsoft.com/office/drawing/2014/main" id="{6DE05EFE-F326-49FE-BE79-09FB32364FA3}"/>
                </a:ext>
              </a:extLst>
            </p:cNvPr>
            <p:cNvCxnSpPr>
              <a:cxnSpLocks/>
              <a:stCxn id="100" idx="2"/>
              <a:endCxn id="99"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7" name="直線接點 106">
              <a:extLst>
                <a:ext uri="{FF2B5EF4-FFF2-40B4-BE49-F238E27FC236}">
                  <a16:creationId xmlns:a16="http://schemas.microsoft.com/office/drawing/2014/main" id="{1E73360B-2EA5-4A13-B708-952C29CFB974}"/>
                </a:ext>
              </a:extLst>
            </p:cNvPr>
            <p:cNvCxnSpPr>
              <a:cxnSpLocks/>
              <a:stCxn id="102" idx="3"/>
              <a:endCxn id="100" idx="0"/>
            </p:cNvCxnSpPr>
            <p:nvPr/>
          </p:nvCxnSpPr>
          <p:spPr>
            <a:xfrm flipH="1">
              <a:off x="1944860" y="3163965"/>
              <a:ext cx="186177" cy="406774"/>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8" name="直線接點 107">
              <a:extLst>
                <a:ext uri="{FF2B5EF4-FFF2-40B4-BE49-F238E27FC236}">
                  <a16:creationId xmlns:a16="http://schemas.microsoft.com/office/drawing/2014/main" id="{FF3BD8DA-E6EA-4680-AABB-7C122BAC9050}"/>
                </a:ext>
              </a:extLst>
            </p:cNvPr>
            <p:cNvCxnSpPr>
              <a:cxnSpLocks/>
              <a:stCxn id="95" idx="5"/>
              <a:endCxn id="98"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09" name="直線接點 108">
              <a:extLst>
                <a:ext uri="{FF2B5EF4-FFF2-40B4-BE49-F238E27FC236}">
                  <a16:creationId xmlns:a16="http://schemas.microsoft.com/office/drawing/2014/main" id="{EBCD0E0C-A3D3-47CF-BF93-750AC901550A}"/>
                </a:ext>
              </a:extLst>
            </p:cNvPr>
            <p:cNvCxnSpPr>
              <a:cxnSpLocks/>
              <a:stCxn id="96" idx="3"/>
              <a:endCxn id="98"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10" name="直線接點 109">
              <a:extLst>
                <a:ext uri="{FF2B5EF4-FFF2-40B4-BE49-F238E27FC236}">
                  <a16:creationId xmlns:a16="http://schemas.microsoft.com/office/drawing/2014/main" id="{8BF50003-74DA-42BC-A808-9854FF5AC4DF}"/>
                </a:ext>
              </a:extLst>
            </p:cNvPr>
            <p:cNvCxnSpPr>
              <a:cxnSpLocks/>
              <a:stCxn id="102" idx="7"/>
              <a:endCxn id="98"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11" name="直線接點 110">
              <a:extLst>
                <a:ext uri="{FF2B5EF4-FFF2-40B4-BE49-F238E27FC236}">
                  <a16:creationId xmlns:a16="http://schemas.microsoft.com/office/drawing/2014/main" id="{ECDB2391-7435-438E-A436-BF8C1826A3F2}"/>
                </a:ext>
              </a:extLst>
            </p:cNvPr>
            <p:cNvCxnSpPr>
              <a:cxnSpLocks/>
              <a:stCxn id="102" idx="5"/>
              <a:endCxn id="101"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直線接點 111">
              <a:extLst>
                <a:ext uri="{FF2B5EF4-FFF2-40B4-BE49-F238E27FC236}">
                  <a16:creationId xmlns:a16="http://schemas.microsoft.com/office/drawing/2014/main" id="{4FAC82A2-4070-4EE3-BCA0-09D27EBDFF05}"/>
                </a:ext>
              </a:extLst>
            </p:cNvPr>
            <p:cNvCxnSpPr>
              <a:cxnSpLocks/>
              <a:stCxn id="100" idx="6"/>
              <a:endCxn id="101"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3" name="直線接點 112">
              <a:extLst>
                <a:ext uri="{FF2B5EF4-FFF2-40B4-BE49-F238E27FC236}">
                  <a16:creationId xmlns:a16="http://schemas.microsoft.com/office/drawing/2014/main" id="{1A2561B5-2671-47D6-B4CF-BF1ECD8A5DBA}"/>
                </a:ext>
              </a:extLst>
            </p:cNvPr>
            <p:cNvCxnSpPr>
              <a:cxnSpLocks/>
              <a:stCxn id="99" idx="1"/>
              <a:endCxn id="97"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手繪多邊形: 圖案 113">
              <a:extLst>
                <a:ext uri="{FF2B5EF4-FFF2-40B4-BE49-F238E27FC236}">
                  <a16:creationId xmlns:a16="http://schemas.microsoft.com/office/drawing/2014/main" id="{0F4AD13E-E052-4E05-9B26-34FC8C6FAAF4}"/>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15" name="群組 114">
            <a:extLst>
              <a:ext uri="{FF2B5EF4-FFF2-40B4-BE49-F238E27FC236}">
                <a16:creationId xmlns:a16="http://schemas.microsoft.com/office/drawing/2014/main" id="{DA1B33DD-4536-4F10-8BC0-E701502CB638}"/>
              </a:ext>
            </a:extLst>
          </p:cNvPr>
          <p:cNvGrpSpPr/>
          <p:nvPr/>
        </p:nvGrpSpPr>
        <p:grpSpPr>
          <a:xfrm>
            <a:off x="9689919" y="2829633"/>
            <a:ext cx="175024" cy="176169"/>
            <a:chOff x="7860483" y="545284"/>
            <a:chExt cx="175024" cy="176169"/>
          </a:xfrm>
        </p:grpSpPr>
        <p:cxnSp>
          <p:nvCxnSpPr>
            <p:cNvPr id="116" name="直線接點 115">
              <a:extLst>
                <a:ext uri="{FF2B5EF4-FFF2-40B4-BE49-F238E27FC236}">
                  <a16:creationId xmlns:a16="http://schemas.microsoft.com/office/drawing/2014/main" id="{91D5EC7E-DA4F-4973-BD07-9D4DC08E67D5}"/>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7" name="直線接點 116">
              <a:extLst>
                <a:ext uri="{FF2B5EF4-FFF2-40B4-BE49-F238E27FC236}">
                  <a16:creationId xmlns:a16="http://schemas.microsoft.com/office/drawing/2014/main" id="{A8CFD031-16EA-48E9-90A9-4373A200EBFB}"/>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8" name="群組 117">
            <a:extLst>
              <a:ext uri="{FF2B5EF4-FFF2-40B4-BE49-F238E27FC236}">
                <a16:creationId xmlns:a16="http://schemas.microsoft.com/office/drawing/2014/main" id="{E202684D-6545-48A9-A004-879821CDB4AA}"/>
              </a:ext>
            </a:extLst>
          </p:cNvPr>
          <p:cNvGrpSpPr/>
          <p:nvPr/>
        </p:nvGrpSpPr>
        <p:grpSpPr>
          <a:xfrm>
            <a:off x="8539187" y="3647690"/>
            <a:ext cx="175024" cy="176169"/>
            <a:chOff x="7860483" y="545284"/>
            <a:chExt cx="175024" cy="176169"/>
          </a:xfrm>
        </p:grpSpPr>
        <p:cxnSp>
          <p:nvCxnSpPr>
            <p:cNvPr id="119" name="直線接點 118">
              <a:extLst>
                <a:ext uri="{FF2B5EF4-FFF2-40B4-BE49-F238E27FC236}">
                  <a16:creationId xmlns:a16="http://schemas.microsoft.com/office/drawing/2014/main" id="{818EA618-8D2A-4E1F-AC8D-591C872E2093}"/>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0" name="直線接點 119">
              <a:extLst>
                <a:ext uri="{FF2B5EF4-FFF2-40B4-BE49-F238E27FC236}">
                  <a16:creationId xmlns:a16="http://schemas.microsoft.com/office/drawing/2014/main" id="{3899460C-5B09-4E1E-942E-89D2322CECA3}"/>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1" name="群組 120">
            <a:extLst>
              <a:ext uri="{FF2B5EF4-FFF2-40B4-BE49-F238E27FC236}">
                <a16:creationId xmlns:a16="http://schemas.microsoft.com/office/drawing/2014/main" id="{737D79FA-7D53-4852-93C9-1279F18D61EE}"/>
              </a:ext>
            </a:extLst>
          </p:cNvPr>
          <p:cNvGrpSpPr/>
          <p:nvPr/>
        </p:nvGrpSpPr>
        <p:grpSpPr>
          <a:xfrm>
            <a:off x="2551372" y="2854594"/>
            <a:ext cx="175024" cy="176169"/>
            <a:chOff x="7860483" y="545284"/>
            <a:chExt cx="175024" cy="176169"/>
          </a:xfrm>
        </p:grpSpPr>
        <p:cxnSp>
          <p:nvCxnSpPr>
            <p:cNvPr id="122" name="直線接點 121">
              <a:extLst>
                <a:ext uri="{FF2B5EF4-FFF2-40B4-BE49-F238E27FC236}">
                  <a16:creationId xmlns:a16="http://schemas.microsoft.com/office/drawing/2014/main" id="{CEFBFC3D-143A-446F-92C4-838168C804D9}"/>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3" name="直線接點 122">
              <a:extLst>
                <a:ext uri="{FF2B5EF4-FFF2-40B4-BE49-F238E27FC236}">
                  <a16:creationId xmlns:a16="http://schemas.microsoft.com/office/drawing/2014/main" id="{67C99D99-19C6-4065-BF32-92E9B23BD07C}"/>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4" name="內容版面配置區 2">
            <a:extLst>
              <a:ext uri="{FF2B5EF4-FFF2-40B4-BE49-F238E27FC236}">
                <a16:creationId xmlns:a16="http://schemas.microsoft.com/office/drawing/2014/main" id="{5D2D10BF-71E4-4DD3-B042-5DCE30660785}"/>
              </a:ext>
            </a:extLst>
          </p:cNvPr>
          <p:cNvSpPr txBox="1">
            <a:spLocks/>
          </p:cNvSpPr>
          <p:nvPr/>
        </p:nvSpPr>
        <p:spPr>
          <a:xfrm>
            <a:off x="8768377" y="5083059"/>
            <a:ext cx="2808429" cy="124222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4</a:t>
            </a:r>
          </a:p>
          <a:p>
            <a:pPr marL="0" indent="0">
              <a:buFont typeface="Arial" panose="020B0604020202020204" pitchFamily="34" charset="0"/>
              <a:buNone/>
            </a:pPr>
            <a:r>
              <a:rPr lang="en-US" altLang="zh-TW" dirty="0"/>
              <a:t>UB = 5</a:t>
            </a:r>
          </a:p>
          <a:p>
            <a:pPr marL="0" indent="0">
              <a:buNone/>
            </a:pPr>
            <a:r>
              <a:rPr lang="en-US" altLang="zh-TW" dirty="0">
                <a:solidFill>
                  <a:srgbClr val="FF0000"/>
                </a:solidFill>
              </a:rPr>
              <a:t>illegal</a:t>
            </a:r>
            <a:endParaRPr lang="zh-TW" altLang="en-US" dirty="0">
              <a:solidFill>
                <a:srgbClr val="FF0000"/>
              </a:solidFill>
            </a:endParaRPr>
          </a:p>
        </p:txBody>
      </p:sp>
    </p:spTree>
    <p:extLst>
      <p:ext uri="{BB962C8B-B14F-4D97-AF65-F5344CB8AC3E}">
        <p14:creationId xmlns:p14="http://schemas.microsoft.com/office/powerpoint/2010/main" val="11433619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A7D69-DFBD-4FEE-AD5F-D689C7B867DA}"/>
              </a:ext>
            </a:extLst>
          </p:cNvPr>
          <p:cNvSpPr>
            <a:spLocks noGrp="1"/>
          </p:cNvSpPr>
          <p:nvPr>
            <p:ph type="title"/>
          </p:nvPr>
        </p:nvSpPr>
        <p:spPr/>
        <p:txBody>
          <a:bodyPr/>
          <a:lstStyle/>
          <a:p>
            <a:r>
              <a:rPr lang="en-US" altLang="zh-TW" dirty="0"/>
              <a:t>Algorithm</a:t>
            </a:r>
            <a:endParaRPr lang="zh-TW" altLang="en-US" dirty="0"/>
          </a:p>
        </p:txBody>
      </p:sp>
      <p:sp>
        <p:nvSpPr>
          <p:cNvPr id="3" name="內容版面配置區 2">
            <a:extLst>
              <a:ext uri="{FF2B5EF4-FFF2-40B4-BE49-F238E27FC236}">
                <a16:creationId xmlns:a16="http://schemas.microsoft.com/office/drawing/2014/main" id="{9D23F467-28DE-4233-A8A7-6C0AC550AE1B}"/>
              </a:ext>
            </a:extLst>
          </p:cNvPr>
          <p:cNvSpPr>
            <a:spLocks noGrp="1"/>
          </p:cNvSpPr>
          <p:nvPr>
            <p:ph idx="1"/>
          </p:nvPr>
        </p:nvSpPr>
        <p:spPr>
          <a:xfrm>
            <a:off x="4701680" y="1858241"/>
            <a:ext cx="2764206" cy="3183542"/>
          </a:xfrm>
        </p:spPr>
        <p:txBody>
          <a:bodyPr/>
          <a:lstStyle/>
          <a:p>
            <a:pPr marL="0" indent="0">
              <a:buNone/>
            </a:pPr>
            <a:r>
              <a:rPr lang="en-US" altLang="zh-TW" dirty="0"/>
              <a:t>Score(</a:t>
            </a:r>
            <a:r>
              <a:rPr lang="en-US" altLang="zh-TW" i="1" dirty="0"/>
              <a:t>V</a:t>
            </a:r>
            <a:r>
              <a:rPr lang="en-US" altLang="zh-TW" baseline="-25000" dirty="0"/>
              <a:t>0</a:t>
            </a:r>
            <a:r>
              <a:rPr lang="en-US" altLang="zh-TW" dirty="0"/>
              <a:t>) = -3</a:t>
            </a:r>
          </a:p>
          <a:p>
            <a:pPr marL="0" indent="0">
              <a:buNone/>
            </a:pPr>
            <a:r>
              <a:rPr lang="en-US" altLang="zh-TW" dirty="0"/>
              <a:t>Score(</a:t>
            </a:r>
            <a:r>
              <a:rPr lang="en-US" altLang="zh-TW" i="1" dirty="0"/>
              <a:t>V</a:t>
            </a:r>
            <a:r>
              <a:rPr lang="en-US" altLang="zh-TW" baseline="-25000" dirty="0"/>
              <a:t>4</a:t>
            </a:r>
            <a:r>
              <a:rPr lang="en-US" altLang="zh-TW" dirty="0"/>
              <a:t>) = -3</a:t>
            </a:r>
          </a:p>
          <a:p>
            <a:pPr marL="0" indent="0">
              <a:buNone/>
            </a:pPr>
            <a:r>
              <a:rPr lang="en-US" altLang="zh-TW" dirty="0"/>
              <a:t>Score(</a:t>
            </a:r>
            <a:r>
              <a:rPr lang="en-US" altLang="zh-TW" i="1" dirty="0"/>
              <a:t>V</a:t>
            </a:r>
            <a:r>
              <a:rPr lang="en-US" altLang="zh-TW" baseline="-25000" dirty="0"/>
              <a:t>7</a:t>
            </a:r>
            <a:r>
              <a:rPr lang="en-US" altLang="zh-TW" dirty="0"/>
              <a:t>) = -2</a:t>
            </a:r>
            <a:endParaRPr lang="en-US" altLang="zh-TW" b="0" dirty="0"/>
          </a:p>
          <a:p>
            <a:pPr marL="0" indent="0">
              <a:buNone/>
            </a:pPr>
            <a:r>
              <a:rPr lang="en-US" altLang="zh-TW" dirty="0"/>
              <a:t>Score(</a:t>
            </a:r>
            <a:r>
              <a:rPr lang="en-US" altLang="zh-TW" i="1" dirty="0"/>
              <a:t>V</a:t>
            </a:r>
            <a:r>
              <a:rPr lang="en-US" altLang="zh-TW" baseline="-25000" dirty="0"/>
              <a:t>8</a:t>
            </a:r>
            <a:r>
              <a:rPr lang="en-US" altLang="zh-TW" dirty="0"/>
              <a:t>) = -2</a:t>
            </a:r>
            <a:endParaRPr lang="zh-TW" altLang="en-US" dirty="0"/>
          </a:p>
        </p:txBody>
      </p:sp>
      <p:grpSp>
        <p:nvGrpSpPr>
          <p:cNvPr id="115" name="群組 114">
            <a:extLst>
              <a:ext uri="{FF2B5EF4-FFF2-40B4-BE49-F238E27FC236}">
                <a16:creationId xmlns:a16="http://schemas.microsoft.com/office/drawing/2014/main" id="{32362952-B2BA-4900-AC1F-A7ABCC2E09BB}"/>
              </a:ext>
            </a:extLst>
          </p:cNvPr>
          <p:cNvGrpSpPr>
            <a:grpSpLocks noChangeAspect="1"/>
          </p:cNvGrpSpPr>
          <p:nvPr/>
        </p:nvGrpSpPr>
        <p:grpSpPr>
          <a:xfrm>
            <a:off x="913700" y="1900928"/>
            <a:ext cx="3242793" cy="2303427"/>
            <a:chOff x="768314" y="1912690"/>
            <a:chExt cx="2739672" cy="1946049"/>
          </a:xfrm>
        </p:grpSpPr>
        <p:sp>
          <p:nvSpPr>
            <p:cNvPr id="116" name="橢圓 115">
              <a:extLst>
                <a:ext uri="{FF2B5EF4-FFF2-40B4-BE49-F238E27FC236}">
                  <a16:creationId xmlns:a16="http://schemas.microsoft.com/office/drawing/2014/main" id="{10E08C41-83C8-4755-A641-1B1A70E8776C}"/>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7" name="橢圓 116">
              <a:extLst>
                <a:ext uri="{FF2B5EF4-FFF2-40B4-BE49-F238E27FC236}">
                  <a16:creationId xmlns:a16="http://schemas.microsoft.com/office/drawing/2014/main" id="{C684D198-63B7-4DA7-BE10-A29203B01F04}"/>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8" name="橢圓 117">
              <a:extLst>
                <a:ext uri="{FF2B5EF4-FFF2-40B4-BE49-F238E27FC236}">
                  <a16:creationId xmlns:a16="http://schemas.microsoft.com/office/drawing/2014/main" id="{1F18D962-8A5B-4455-B189-27350D589C88}"/>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9" name="橢圓 118">
              <a:extLst>
                <a:ext uri="{FF2B5EF4-FFF2-40B4-BE49-F238E27FC236}">
                  <a16:creationId xmlns:a16="http://schemas.microsoft.com/office/drawing/2014/main" id="{DC78B52F-5FFC-47BE-8A2D-49DD4B2EB9FC}"/>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0" name="橢圓 119">
              <a:extLst>
                <a:ext uri="{FF2B5EF4-FFF2-40B4-BE49-F238E27FC236}">
                  <a16:creationId xmlns:a16="http://schemas.microsoft.com/office/drawing/2014/main" id="{9E81430A-9554-45A1-A5DD-8ED3D207893C}"/>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1" name="橢圓 120">
              <a:extLst>
                <a:ext uri="{FF2B5EF4-FFF2-40B4-BE49-F238E27FC236}">
                  <a16:creationId xmlns:a16="http://schemas.microsoft.com/office/drawing/2014/main" id="{CE8E3E44-3755-4A58-91A7-E4884975687B}"/>
                </a:ext>
              </a:extLst>
            </p:cNvPr>
            <p:cNvSpPr/>
            <p:nvPr/>
          </p:nvSpPr>
          <p:spPr>
            <a:xfrm>
              <a:off x="1125513"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2" name="橢圓 121">
              <a:extLst>
                <a:ext uri="{FF2B5EF4-FFF2-40B4-BE49-F238E27FC236}">
                  <a16:creationId xmlns:a16="http://schemas.microsoft.com/office/drawing/2014/main" id="{21A08CDF-DEF6-4611-827C-0B4C4F143696}"/>
                </a:ext>
              </a:extLst>
            </p:cNvPr>
            <p:cNvSpPr/>
            <p:nvPr/>
          </p:nvSpPr>
          <p:spPr>
            <a:xfrm>
              <a:off x="1800860"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3" name="橢圓 122">
              <a:extLst>
                <a:ext uri="{FF2B5EF4-FFF2-40B4-BE49-F238E27FC236}">
                  <a16:creationId xmlns:a16="http://schemas.microsoft.com/office/drawing/2014/main" id="{524D07FF-7704-48D3-A553-490CF003AB89}"/>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4" name="橢圓 123">
              <a:extLst>
                <a:ext uri="{FF2B5EF4-FFF2-40B4-BE49-F238E27FC236}">
                  <a16:creationId xmlns:a16="http://schemas.microsoft.com/office/drawing/2014/main" id="{07A4A65F-3E2A-47C3-AE2A-3A70BDD6836C}"/>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25" name="直線接點 124">
              <a:extLst>
                <a:ext uri="{FF2B5EF4-FFF2-40B4-BE49-F238E27FC236}">
                  <a16:creationId xmlns:a16="http://schemas.microsoft.com/office/drawing/2014/main" id="{250DA5C8-95E6-409E-AAEA-8C65F5A6E37F}"/>
                </a:ext>
              </a:extLst>
            </p:cNvPr>
            <p:cNvCxnSpPr>
              <a:cxnSpLocks/>
              <a:stCxn id="116" idx="5"/>
              <a:endCxn id="124"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16DAB558-AFDE-42D2-9BDA-E4E9304FEBF9}"/>
                </a:ext>
              </a:extLst>
            </p:cNvPr>
            <p:cNvCxnSpPr>
              <a:cxnSpLocks/>
              <a:stCxn id="116" idx="6"/>
              <a:endCxn id="117"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070373A0-6CD1-4D0D-B6B4-D50CF04C45E2}"/>
                </a:ext>
              </a:extLst>
            </p:cNvPr>
            <p:cNvCxnSpPr>
              <a:cxnSpLocks/>
              <a:stCxn id="116" idx="3"/>
              <a:endCxn id="119"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F26EB3A2-32F6-49B6-BD1C-CD3756677A62}"/>
                </a:ext>
              </a:extLst>
            </p:cNvPr>
            <p:cNvCxnSpPr>
              <a:cxnSpLocks/>
              <a:stCxn id="122" idx="2"/>
              <a:endCxn id="121"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7FC1E54A-2E23-4932-8120-A768A6C43538}"/>
                </a:ext>
              </a:extLst>
            </p:cNvPr>
            <p:cNvCxnSpPr>
              <a:cxnSpLocks/>
              <a:stCxn id="124" idx="3"/>
              <a:endCxn id="122" idx="0"/>
            </p:cNvCxnSpPr>
            <p:nvPr/>
          </p:nvCxnSpPr>
          <p:spPr>
            <a:xfrm flipH="1">
              <a:off x="1944860" y="3163965"/>
              <a:ext cx="186177" cy="406774"/>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A6655006-9886-471E-8393-392698DEEC43}"/>
                </a:ext>
              </a:extLst>
            </p:cNvPr>
            <p:cNvCxnSpPr>
              <a:cxnSpLocks/>
              <a:stCxn id="117" idx="5"/>
              <a:endCxn id="120"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BFC02F28-878C-4431-AEDC-3CD042A6EE01}"/>
                </a:ext>
              </a:extLst>
            </p:cNvPr>
            <p:cNvCxnSpPr>
              <a:cxnSpLocks/>
              <a:stCxn id="118" idx="3"/>
              <a:endCxn id="120"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D2150303-DAC0-4E80-AD1D-51E3D350BA36}"/>
                </a:ext>
              </a:extLst>
            </p:cNvPr>
            <p:cNvCxnSpPr>
              <a:cxnSpLocks/>
              <a:stCxn id="124" idx="7"/>
              <a:endCxn id="120"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5E701613-5D58-4133-98E4-B39EFDBC7372}"/>
                </a:ext>
              </a:extLst>
            </p:cNvPr>
            <p:cNvCxnSpPr>
              <a:cxnSpLocks/>
              <a:stCxn id="124" idx="5"/>
              <a:endCxn id="123"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6D56BD0B-936B-476E-B987-FBE6A928E5A5}"/>
                </a:ext>
              </a:extLst>
            </p:cNvPr>
            <p:cNvCxnSpPr>
              <a:cxnSpLocks/>
              <a:stCxn id="122" idx="6"/>
              <a:endCxn id="123" idx="2"/>
            </p:cNvCxnSpPr>
            <p:nvPr/>
          </p:nvCxnSpPr>
          <p:spPr>
            <a:xfrm>
              <a:off x="2088860" y="3714739"/>
              <a:ext cx="685122"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19C46A27-B3E4-4DC8-BD4E-FCE6F824447C}"/>
                </a:ext>
              </a:extLst>
            </p:cNvPr>
            <p:cNvCxnSpPr>
              <a:cxnSpLocks/>
              <a:stCxn id="121" idx="1"/>
              <a:endCxn id="119"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手繪多邊形: 圖案 135">
              <a:extLst>
                <a:ext uri="{FF2B5EF4-FFF2-40B4-BE49-F238E27FC236}">
                  <a16:creationId xmlns:a16="http://schemas.microsoft.com/office/drawing/2014/main" id="{4E18FD18-6230-448E-9D90-E72DEFB37C29}"/>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7" name="群組 136">
            <a:extLst>
              <a:ext uri="{FF2B5EF4-FFF2-40B4-BE49-F238E27FC236}">
                <a16:creationId xmlns:a16="http://schemas.microsoft.com/office/drawing/2014/main" id="{A2E96177-B972-4580-B3B3-4665DBFB3F4D}"/>
              </a:ext>
            </a:extLst>
          </p:cNvPr>
          <p:cNvGrpSpPr>
            <a:grpSpLocks noChangeAspect="1"/>
          </p:cNvGrpSpPr>
          <p:nvPr/>
        </p:nvGrpSpPr>
        <p:grpSpPr>
          <a:xfrm>
            <a:off x="8035507" y="1900928"/>
            <a:ext cx="3242793" cy="2303427"/>
            <a:chOff x="768314" y="1912690"/>
            <a:chExt cx="2739672" cy="1946049"/>
          </a:xfrm>
        </p:grpSpPr>
        <p:sp>
          <p:nvSpPr>
            <p:cNvPr id="138" name="橢圓 137">
              <a:extLst>
                <a:ext uri="{FF2B5EF4-FFF2-40B4-BE49-F238E27FC236}">
                  <a16:creationId xmlns:a16="http://schemas.microsoft.com/office/drawing/2014/main" id="{95B8B6E8-BFE1-4637-A992-8EA9DF65AB32}"/>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9" name="橢圓 138">
              <a:extLst>
                <a:ext uri="{FF2B5EF4-FFF2-40B4-BE49-F238E27FC236}">
                  <a16:creationId xmlns:a16="http://schemas.microsoft.com/office/drawing/2014/main" id="{2EEE6E5C-B373-418A-A98A-6FDB7B9E07EE}"/>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0" name="橢圓 139">
              <a:extLst>
                <a:ext uri="{FF2B5EF4-FFF2-40B4-BE49-F238E27FC236}">
                  <a16:creationId xmlns:a16="http://schemas.microsoft.com/office/drawing/2014/main" id="{8BF45097-6375-42A5-B890-CFAA49058F7C}"/>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1" name="橢圓 140">
              <a:extLst>
                <a:ext uri="{FF2B5EF4-FFF2-40B4-BE49-F238E27FC236}">
                  <a16:creationId xmlns:a16="http://schemas.microsoft.com/office/drawing/2014/main" id="{B1F762BA-38A5-4500-A015-CBA33F88AD63}"/>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2" name="橢圓 141">
              <a:extLst>
                <a:ext uri="{FF2B5EF4-FFF2-40B4-BE49-F238E27FC236}">
                  <a16:creationId xmlns:a16="http://schemas.microsoft.com/office/drawing/2014/main" id="{4D6CBEE4-152F-4DE6-A75A-64AB11974BE7}"/>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3" name="橢圓 142">
              <a:extLst>
                <a:ext uri="{FF2B5EF4-FFF2-40B4-BE49-F238E27FC236}">
                  <a16:creationId xmlns:a16="http://schemas.microsoft.com/office/drawing/2014/main" id="{5F9F94B4-7DEE-42BE-8395-475742F67901}"/>
                </a:ext>
              </a:extLst>
            </p:cNvPr>
            <p:cNvSpPr/>
            <p:nvPr/>
          </p:nvSpPr>
          <p:spPr>
            <a:xfrm>
              <a:off x="1125513"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4" name="橢圓 143">
              <a:extLst>
                <a:ext uri="{FF2B5EF4-FFF2-40B4-BE49-F238E27FC236}">
                  <a16:creationId xmlns:a16="http://schemas.microsoft.com/office/drawing/2014/main" id="{D3703A1C-5CDD-41B5-AC06-F45854DAA55F}"/>
                </a:ext>
              </a:extLst>
            </p:cNvPr>
            <p:cNvSpPr/>
            <p:nvPr/>
          </p:nvSpPr>
          <p:spPr>
            <a:xfrm>
              <a:off x="1800860"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5" name="橢圓 144">
              <a:extLst>
                <a:ext uri="{FF2B5EF4-FFF2-40B4-BE49-F238E27FC236}">
                  <a16:creationId xmlns:a16="http://schemas.microsoft.com/office/drawing/2014/main" id="{6B409CB7-31AE-4671-A012-FD0E1AB2ECAC}"/>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6" name="橢圓 145">
              <a:extLst>
                <a:ext uri="{FF2B5EF4-FFF2-40B4-BE49-F238E27FC236}">
                  <a16:creationId xmlns:a16="http://schemas.microsoft.com/office/drawing/2014/main" id="{B3DD9692-B9C6-4AD3-A0E4-6F618D47D7A8}"/>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9E800567-4072-4B94-BB63-929A34947C8C}"/>
                </a:ext>
              </a:extLst>
            </p:cNvPr>
            <p:cNvCxnSpPr>
              <a:cxnSpLocks/>
              <a:stCxn id="138" idx="5"/>
              <a:endCxn id="146"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9DA8B74B-A2AC-4462-A51C-458C490E7130}"/>
                </a:ext>
              </a:extLst>
            </p:cNvPr>
            <p:cNvCxnSpPr>
              <a:cxnSpLocks/>
              <a:stCxn id="138" idx="6"/>
              <a:endCxn id="139"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C5AEC9EB-8F2E-4F23-961F-7A8CE429B9A4}"/>
                </a:ext>
              </a:extLst>
            </p:cNvPr>
            <p:cNvCxnSpPr>
              <a:cxnSpLocks/>
              <a:stCxn id="138" idx="3"/>
              <a:endCxn id="141"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46272E23-56CA-46A3-B610-ACF09865EF12}"/>
                </a:ext>
              </a:extLst>
            </p:cNvPr>
            <p:cNvCxnSpPr>
              <a:cxnSpLocks/>
              <a:stCxn id="144" idx="2"/>
              <a:endCxn id="143"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07699391-4E2E-4101-9476-7ED411582C39}"/>
                </a:ext>
              </a:extLst>
            </p:cNvPr>
            <p:cNvCxnSpPr>
              <a:cxnSpLocks/>
              <a:stCxn id="146" idx="3"/>
              <a:endCxn id="144"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AF9D955F-749B-432A-A464-759FB9708B57}"/>
                </a:ext>
              </a:extLst>
            </p:cNvPr>
            <p:cNvCxnSpPr>
              <a:cxnSpLocks/>
              <a:stCxn id="139" idx="5"/>
              <a:endCxn id="142"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32C50864-9DEA-462E-9391-0F12F98DCC4C}"/>
                </a:ext>
              </a:extLst>
            </p:cNvPr>
            <p:cNvCxnSpPr>
              <a:cxnSpLocks/>
              <a:stCxn id="140" idx="3"/>
              <a:endCxn id="142"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C31F830C-C4CF-4C81-9C6B-77BC28F4EC5C}"/>
                </a:ext>
              </a:extLst>
            </p:cNvPr>
            <p:cNvCxnSpPr>
              <a:cxnSpLocks/>
              <a:stCxn id="146" idx="7"/>
              <a:endCxn id="142"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DC0A6703-CB29-4716-A68B-A67C5647E948}"/>
                </a:ext>
              </a:extLst>
            </p:cNvPr>
            <p:cNvCxnSpPr>
              <a:cxnSpLocks/>
              <a:stCxn id="146" idx="5"/>
              <a:endCxn id="145"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DA130030-A5E8-4EF9-AE07-6A09F65FE900}"/>
                </a:ext>
              </a:extLst>
            </p:cNvPr>
            <p:cNvCxnSpPr>
              <a:cxnSpLocks/>
              <a:stCxn id="144" idx="6"/>
              <a:endCxn id="145" idx="2"/>
            </p:cNvCxnSpPr>
            <p:nvPr/>
          </p:nvCxnSpPr>
          <p:spPr>
            <a:xfrm>
              <a:off x="2088860" y="3714739"/>
              <a:ext cx="685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直線接點 156">
              <a:extLst>
                <a:ext uri="{FF2B5EF4-FFF2-40B4-BE49-F238E27FC236}">
                  <a16:creationId xmlns:a16="http://schemas.microsoft.com/office/drawing/2014/main" id="{AC59D713-ACB2-489D-94BB-5B7FE4769152}"/>
                </a:ext>
              </a:extLst>
            </p:cNvPr>
            <p:cNvCxnSpPr>
              <a:cxnSpLocks/>
              <a:stCxn id="143" idx="1"/>
              <a:endCxn id="141"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手繪多邊形: 圖案 157">
              <a:extLst>
                <a:ext uri="{FF2B5EF4-FFF2-40B4-BE49-F238E27FC236}">
                  <a16:creationId xmlns:a16="http://schemas.microsoft.com/office/drawing/2014/main" id="{1D73991B-FAD4-44E3-BA83-6FFF6394304C}"/>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59" name="群組 158">
            <a:extLst>
              <a:ext uri="{FF2B5EF4-FFF2-40B4-BE49-F238E27FC236}">
                <a16:creationId xmlns:a16="http://schemas.microsoft.com/office/drawing/2014/main" id="{89BA3403-914A-4915-9772-95D9DCBA5FB9}"/>
              </a:ext>
            </a:extLst>
          </p:cNvPr>
          <p:cNvGrpSpPr/>
          <p:nvPr/>
        </p:nvGrpSpPr>
        <p:grpSpPr>
          <a:xfrm>
            <a:off x="2559687" y="2854594"/>
            <a:ext cx="175024" cy="176169"/>
            <a:chOff x="7860483" y="545284"/>
            <a:chExt cx="175024" cy="176169"/>
          </a:xfrm>
        </p:grpSpPr>
        <p:cxnSp>
          <p:nvCxnSpPr>
            <p:cNvPr id="160" name="直線接點 159">
              <a:extLst>
                <a:ext uri="{FF2B5EF4-FFF2-40B4-BE49-F238E27FC236}">
                  <a16:creationId xmlns:a16="http://schemas.microsoft.com/office/drawing/2014/main" id="{74DC19DE-2A76-4165-8A64-B5F633AFFE9C}"/>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1" name="直線接點 160">
              <a:extLst>
                <a:ext uri="{FF2B5EF4-FFF2-40B4-BE49-F238E27FC236}">
                  <a16:creationId xmlns:a16="http://schemas.microsoft.com/office/drawing/2014/main" id="{D19DAC3D-2922-4AC3-A310-B41C63BACE84}"/>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62" name="群組 161">
            <a:extLst>
              <a:ext uri="{FF2B5EF4-FFF2-40B4-BE49-F238E27FC236}">
                <a16:creationId xmlns:a16="http://schemas.microsoft.com/office/drawing/2014/main" id="{E4138D0B-CB40-4261-BC46-1CAF09D92438}"/>
              </a:ext>
            </a:extLst>
          </p:cNvPr>
          <p:cNvGrpSpPr/>
          <p:nvPr/>
        </p:nvGrpSpPr>
        <p:grpSpPr>
          <a:xfrm>
            <a:off x="1419429" y="3641438"/>
            <a:ext cx="175024" cy="176169"/>
            <a:chOff x="7860483" y="545284"/>
            <a:chExt cx="175024" cy="176169"/>
          </a:xfrm>
        </p:grpSpPr>
        <p:cxnSp>
          <p:nvCxnSpPr>
            <p:cNvPr id="163" name="直線接點 162">
              <a:extLst>
                <a:ext uri="{FF2B5EF4-FFF2-40B4-BE49-F238E27FC236}">
                  <a16:creationId xmlns:a16="http://schemas.microsoft.com/office/drawing/2014/main" id="{BF4F307D-7308-43EF-B2FB-178D8E17CD27}"/>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直線接點 163">
              <a:extLst>
                <a:ext uri="{FF2B5EF4-FFF2-40B4-BE49-F238E27FC236}">
                  <a16:creationId xmlns:a16="http://schemas.microsoft.com/office/drawing/2014/main" id="{90AC4EF9-3B7B-4CD1-B46A-1B2865306D99}"/>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65" name="群組 164">
            <a:extLst>
              <a:ext uri="{FF2B5EF4-FFF2-40B4-BE49-F238E27FC236}">
                <a16:creationId xmlns:a16="http://schemas.microsoft.com/office/drawing/2014/main" id="{19F10284-F067-4B7B-8317-A2A8A907D8E8}"/>
              </a:ext>
            </a:extLst>
          </p:cNvPr>
          <p:cNvGrpSpPr/>
          <p:nvPr/>
        </p:nvGrpSpPr>
        <p:grpSpPr>
          <a:xfrm>
            <a:off x="9195372" y="3653885"/>
            <a:ext cx="175024" cy="176169"/>
            <a:chOff x="7860483" y="545284"/>
            <a:chExt cx="175024" cy="176169"/>
          </a:xfrm>
        </p:grpSpPr>
        <p:cxnSp>
          <p:nvCxnSpPr>
            <p:cNvPr id="166" name="直線接點 165">
              <a:extLst>
                <a:ext uri="{FF2B5EF4-FFF2-40B4-BE49-F238E27FC236}">
                  <a16:creationId xmlns:a16="http://schemas.microsoft.com/office/drawing/2014/main" id="{EECE7D68-C2C5-4214-82A1-1386B4083D78}"/>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E0FE2366-6098-432B-8478-03C6677258BE}"/>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8" name="內容版面配置區 2">
            <a:extLst>
              <a:ext uri="{FF2B5EF4-FFF2-40B4-BE49-F238E27FC236}">
                <a16:creationId xmlns:a16="http://schemas.microsoft.com/office/drawing/2014/main" id="{AF1EE082-2932-4A69-B314-D4BC9BD4288A}"/>
              </a:ext>
            </a:extLst>
          </p:cNvPr>
          <p:cNvSpPr txBox="1">
            <a:spLocks/>
          </p:cNvSpPr>
          <p:nvPr/>
        </p:nvSpPr>
        <p:spPr>
          <a:xfrm>
            <a:off x="8768377" y="5083059"/>
            <a:ext cx="2808429" cy="124222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3</a:t>
            </a:r>
          </a:p>
          <a:p>
            <a:pPr marL="0" indent="0">
              <a:buFont typeface="Arial" panose="020B0604020202020204" pitchFamily="34" charset="0"/>
              <a:buNone/>
            </a:pPr>
            <a:r>
              <a:rPr lang="en-US" altLang="zh-TW" dirty="0"/>
              <a:t>UB = 5</a:t>
            </a:r>
          </a:p>
          <a:p>
            <a:pPr marL="0" indent="0">
              <a:buNone/>
            </a:pPr>
            <a:r>
              <a:rPr lang="en-US" altLang="zh-TW" dirty="0">
                <a:solidFill>
                  <a:srgbClr val="FF0000"/>
                </a:solidFill>
              </a:rPr>
              <a:t>illegal</a:t>
            </a:r>
            <a:endParaRPr lang="zh-TW" altLang="en-US" dirty="0">
              <a:solidFill>
                <a:srgbClr val="FF0000"/>
              </a:solidFill>
            </a:endParaRPr>
          </a:p>
        </p:txBody>
      </p:sp>
      <p:sp>
        <p:nvSpPr>
          <p:cNvPr id="170" name="內容版面配置區 2">
            <a:extLst>
              <a:ext uri="{FF2B5EF4-FFF2-40B4-BE49-F238E27FC236}">
                <a16:creationId xmlns:a16="http://schemas.microsoft.com/office/drawing/2014/main" id="{DA75E68F-340F-47DD-9179-84221C90CA10}"/>
              </a:ext>
            </a:extLst>
          </p:cNvPr>
          <p:cNvSpPr txBox="1">
            <a:spLocks/>
          </p:cNvSpPr>
          <p:nvPr/>
        </p:nvSpPr>
        <p:spPr>
          <a:xfrm>
            <a:off x="1221842" y="5083059"/>
            <a:ext cx="2997820" cy="124223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4</a:t>
            </a:r>
          </a:p>
          <a:p>
            <a:pPr marL="0" indent="0">
              <a:buFont typeface="Arial" panose="020B0604020202020204" pitchFamily="34" charset="0"/>
              <a:buNone/>
            </a:pPr>
            <a:r>
              <a:rPr lang="en-US" altLang="zh-TW" dirty="0"/>
              <a:t>UB = 5</a:t>
            </a:r>
          </a:p>
          <a:p>
            <a:pPr marL="0" indent="0">
              <a:buFont typeface="Arial" panose="020B0604020202020204" pitchFamily="34" charset="0"/>
              <a:buNone/>
            </a:pPr>
            <a:r>
              <a:rPr lang="en-US" altLang="zh-TW" dirty="0">
                <a:solidFill>
                  <a:srgbClr val="FF0000"/>
                </a:solidFill>
              </a:rPr>
              <a:t>illegal</a:t>
            </a:r>
            <a:endParaRPr lang="zh-TW" altLang="en-US" dirty="0">
              <a:solidFill>
                <a:srgbClr val="FF0000"/>
              </a:solidFill>
            </a:endParaRPr>
          </a:p>
        </p:txBody>
      </p:sp>
    </p:spTree>
    <p:extLst>
      <p:ext uri="{BB962C8B-B14F-4D97-AF65-F5344CB8AC3E}">
        <p14:creationId xmlns:p14="http://schemas.microsoft.com/office/powerpoint/2010/main" val="41921773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A7D69-DFBD-4FEE-AD5F-D689C7B867DA}"/>
              </a:ext>
            </a:extLst>
          </p:cNvPr>
          <p:cNvSpPr>
            <a:spLocks noGrp="1"/>
          </p:cNvSpPr>
          <p:nvPr>
            <p:ph type="title"/>
          </p:nvPr>
        </p:nvSpPr>
        <p:spPr/>
        <p:txBody>
          <a:bodyPr/>
          <a:lstStyle/>
          <a:p>
            <a:r>
              <a:rPr lang="en-US" altLang="zh-TW" dirty="0"/>
              <a:t>Algorithm</a:t>
            </a:r>
            <a:r>
              <a:rPr lang="zh-TW" altLang="en-US" dirty="0"/>
              <a:t> － </a:t>
            </a:r>
            <a:r>
              <a:rPr lang="en-US" altLang="zh-TW" dirty="0">
                <a:solidFill>
                  <a:srgbClr val="323EFE"/>
                </a:solidFill>
              </a:rPr>
              <a:t>while loop (select)</a:t>
            </a:r>
            <a:endParaRPr lang="zh-TW" altLang="en-US" dirty="0">
              <a:solidFill>
                <a:srgbClr val="323EFE"/>
              </a:solidFill>
            </a:endParaRPr>
          </a:p>
        </p:txBody>
      </p:sp>
      <p:sp>
        <p:nvSpPr>
          <p:cNvPr id="3" name="內容版面配置區 2">
            <a:extLst>
              <a:ext uri="{FF2B5EF4-FFF2-40B4-BE49-F238E27FC236}">
                <a16:creationId xmlns:a16="http://schemas.microsoft.com/office/drawing/2014/main" id="{9D23F467-28DE-4233-A8A7-6C0AC550AE1B}"/>
              </a:ext>
            </a:extLst>
          </p:cNvPr>
          <p:cNvSpPr>
            <a:spLocks noGrp="1"/>
          </p:cNvSpPr>
          <p:nvPr>
            <p:ph idx="1"/>
          </p:nvPr>
        </p:nvSpPr>
        <p:spPr>
          <a:xfrm>
            <a:off x="4701680" y="1858241"/>
            <a:ext cx="2764206" cy="3183542"/>
          </a:xfrm>
        </p:spPr>
        <p:txBody>
          <a:bodyPr/>
          <a:lstStyle/>
          <a:p>
            <a:pPr marL="0" indent="0">
              <a:buNone/>
            </a:pPr>
            <a:r>
              <a:rPr lang="en-US" altLang="zh-TW" dirty="0"/>
              <a:t>Score(</a:t>
            </a:r>
            <a:r>
              <a:rPr lang="en-US" altLang="zh-TW" i="1" dirty="0"/>
              <a:t>V</a:t>
            </a:r>
            <a:r>
              <a:rPr lang="en-US" altLang="zh-TW" baseline="-25000" dirty="0"/>
              <a:t>1</a:t>
            </a:r>
            <a:r>
              <a:rPr lang="en-US" altLang="zh-TW" dirty="0"/>
              <a:t>) = 0</a:t>
            </a:r>
          </a:p>
          <a:p>
            <a:pPr marL="0" indent="0">
              <a:buNone/>
            </a:pPr>
            <a:r>
              <a:rPr lang="en-US" altLang="zh-TW" dirty="0"/>
              <a:t>Score(</a:t>
            </a:r>
            <a:r>
              <a:rPr lang="en-US" altLang="zh-TW" i="1" dirty="0"/>
              <a:t>V</a:t>
            </a:r>
            <a:r>
              <a:rPr lang="en-US" altLang="zh-TW" baseline="-25000" dirty="0"/>
              <a:t>2</a:t>
            </a:r>
            <a:r>
              <a:rPr lang="en-US" altLang="zh-TW" dirty="0"/>
              <a:t>) = 0</a:t>
            </a:r>
          </a:p>
          <a:p>
            <a:pPr marL="0" indent="0">
              <a:buNone/>
            </a:pPr>
            <a:r>
              <a:rPr lang="en-US" altLang="zh-TW" dirty="0"/>
              <a:t>Score(</a:t>
            </a:r>
            <a:r>
              <a:rPr lang="en-US" altLang="zh-TW" i="1" dirty="0"/>
              <a:t>V</a:t>
            </a:r>
            <a:r>
              <a:rPr lang="en-US" altLang="zh-TW" baseline="-25000" dirty="0"/>
              <a:t>3</a:t>
            </a:r>
            <a:r>
              <a:rPr lang="en-US" altLang="zh-TW" dirty="0"/>
              <a:t>) = 1</a:t>
            </a:r>
            <a:endParaRPr lang="en-US" altLang="zh-TW" b="0" dirty="0"/>
          </a:p>
          <a:p>
            <a:pPr marL="0" indent="0">
              <a:buNone/>
            </a:pPr>
            <a:r>
              <a:rPr lang="en-US" altLang="zh-TW" dirty="0"/>
              <a:t>Score(</a:t>
            </a:r>
            <a:r>
              <a:rPr lang="en-US" altLang="zh-TW" i="1" dirty="0"/>
              <a:t>V</a:t>
            </a:r>
            <a:r>
              <a:rPr lang="en-US" altLang="zh-TW" baseline="-25000" dirty="0"/>
              <a:t>5</a:t>
            </a:r>
            <a:r>
              <a:rPr lang="en-US" altLang="zh-TW" dirty="0"/>
              <a:t>) = 1</a:t>
            </a:r>
          </a:p>
          <a:p>
            <a:pPr marL="0" indent="0">
              <a:buNone/>
            </a:pPr>
            <a:r>
              <a:rPr lang="en-US" altLang="zh-TW" dirty="0"/>
              <a:t>Score(</a:t>
            </a:r>
            <a:r>
              <a:rPr lang="en-US" altLang="zh-TW" i="1" dirty="0"/>
              <a:t>V</a:t>
            </a:r>
            <a:r>
              <a:rPr lang="en-US" altLang="zh-TW" baseline="-25000" dirty="0"/>
              <a:t>6</a:t>
            </a:r>
            <a:r>
              <a:rPr lang="en-US" altLang="zh-TW" dirty="0"/>
              <a:t>) = 2</a:t>
            </a:r>
            <a:endParaRPr lang="zh-TW" altLang="en-US" dirty="0"/>
          </a:p>
        </p:txBody>
      </p:sp>
      <p:grpSp>
        <p:nvGrpSpPr>
          <p:cNvPr id="115" name="群組 114">
            <a:extLst>
              <a:ext uri="{FF2B5EF4-FFF2-40B4-BE49-F238E27FC236}">
                <a16:creationId xmlns:a16="http://schemas.microsoft.com/office/drawing/2014/main" id="{32362952-B2BA-4900-AC1F-A7ABCC2E09BB}"/>
              </a:ext>
            </a:extLst>
          </p:cNvPr>
          <p:cNvGrpSpPr>
            <a:grpSpLocks noChangeAspect="1"/>
          </p:cNvGrpSpPr>
          <p:nvPr/>
        </p:nvGrpSpPr>
        <p:grpSpPr>
          <a:xfrm>
            <a:off x="913700" y="1900928"/>
            <a:ext cx="3242793" cy="2303427"/>
            <a:chOff x="768314" y="1912690"/>
            <a:chExt cx="2739672" cy="1946049"/>
          </a:xfrm>
        </p:grpSpPr>
        <p:sp>
          <p:nvSpPr>
            <p:cNvPr id="116" name="橢圓 115">
              <a:extLst>
                <a:ext uri="{FF2B5EF4-FFF2-40B4-BE49-F238E27FC236}">
                  <a16:creationId xmlns:a16="http://schemas.microsoft.com/office/drawing/2014/main" id="{10E08C41-83C8-4755-A641-1B1A70E8776C}"/>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7" name="橢圓 116">
              <a:extLst>
                <a:ext uri="{FF2B5EF4-FFF2-40B4-BE49-F238E27FC236}">
                  <a16:creationId xmlns:a16="http://schemas.microsoft.com/office/drawing/2014/main" id="{C684D198-63B7-4DA7-BE10-A29203B01F04}"/>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8" name="橢圓 117">
              <a:extLst>
                <a:ext uri="{FF2B5EF4-FFF2-40B4-BE49-F238E27FC236}">
                  <a16:creationId xmlns:a16="http://schemas.microsoft.com/office/drawing/2014/main" id="{1F18D962-8A5B-4455-B189-27350D589C88}"/>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9" name="橢圓 118">
              <a:extLst>
                <a:ext uri="{FF2B5EF4-FFF2-40B4-BE49-F238E27FC236}">
                  <a16:creationId xmlns:a16="http://schemas.microsoft.com/office/drawing/2014/main" id="{DC78B52F-5FFC-47BE-8A2D-49DD4B2EB9FC}"/>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0" name="橢圓 119">
              <a:extLst>
                <a:ext uri="{FF2B5EF4-FFF2-40B4-BE49-F238E27FC236}">
                  <a16:creationId xmlns:a16="http://schemas.microsoft.com/office/drawing/2014/main" id="{9E81430A-9554-45A1-A5DD-8ED3D207893C}"/>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1" name="橢圓 120">
              <a:extLst>
                <a:ext uri="{FF2B5EF4-FFF2-40B4-BE49-F238E27FC236}">
                  <a16:creationId xmlns:a16="http://schemas.microsoft.com/office/drawing/2014/main" id="{CE8E3E44-3755-4A58-91A7-E4884975687B}"/>
                </a:ext>
              </a:extLst>
            </p:cNvPr>
            <p:cNvSpPr/>
            <p:nvPr/>
          </p:nvSpPr>
          <p:spPr>
            <a:xfrm>
              <a:off x="1125513"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2" name="橢圓 121">
              <a:extLst>
                <a:ext uri="{FF2B5EF4-FFF2-40B4-BE49-F238E27FC236}">
                  <a16:creationId xmlns:a16="http://schemas.microsoft.com/office/drawing/2014/main" id="{21A08CDF-DEF6-4611-827C-0B4C4F143696}"/>
                </a:ext>
              </a:extLst>
            </p:cNvPr>
            <p:cNvSpPr/>
            <p:nvPr/>
          </p:nvSpPr>
          <p:spPr>
            <a:xfrm>
              <a:off x="1800860"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3" name="橢圓 122">
              <a:extLst>
                <a:ext uri="{FF2B5EF4-FFF2-40B4-BE49-F238E27FC236}">
                  <a16:creationId xmlns:a16="http://schemas.microsoft.com/office/drawing/2014/main" id="{524D07FF-7704-48D3-A553-490CF003AB89}"/>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4" name="橢圓 123">
              <a:extLst>
                <a:ext uri="{FF2B5EF4-FFF2-40B4-BE49-F238E27FC236}">
                  <a16:creationId xmlns:a16="http://schemas.microsoft.com/office/drawing/2014/main" id="{07A4A65F-3E2A-47C3-AE2A-3A70BDD6836C}"/>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25" name="直線接點 124">
              <a:extLst>
                <a:ext uri="{FF2B5EF4-FFF2-40B4-BE49-F238E27FC236}">
                  <a16:creationId xmlns:a16="http://schemas.microsoft.com/office/drawing/2014/main" id="{250DA5C8-95E6-409E-AAEA-8C65F5A6E37F}"/>
                </a:ext>
              </a:extLst>
            </p:cNvPr>
            <p:cNvCxnSpPr>
              <a:cxnSpLocks/>
              <a:stCxn id="116" idx="5"/>
              <a:endCxn id="124"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16DAB558-AFDE-42D2-9BDA-E4E9304FEBF9}"/>
                </a:ext>
              </a:extLst>
            </p:cNvPr>
            <p:cNvCxnSpPr>
              <a:cxnSpLocks/>
              <a:stCxn id="116" idx="6"/>
              <a:endCxn id="117"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070373A0-6CD1-4D0D-B6B4-D50CF04C45E2}"/>
                </a:ext>
              </a:extLst>
            </p:cNvPr>
            <p:cNvCxnSpPr>
              <a:cxnSpLocks/>
              <a:stCxn id="116" idx="3"/>
              <a:endCxn id="119"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F26EB3A2-32F6-49B6-BD1C-CD3756677A62}"/>
                </a:ext>
              </a:extLst>
            </p:cNvPr>
            <p:cNvCxnSpPr>
              <a:cxnSpLocks/>
              <a:stCxn id="122" idx="2"/>
              <a:endCxn id="121" idx="6"/>
            </p:cNvCxnSpPr>
            <p:nvPr/>
          </p:nvCxnSpPr>
          <p:spPr>
            <a:xfrm flipH="1">
              <a:off x="1413513" y="3714739"/>
              <a:ext cx="3873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7FC1E54A-2E23-4932-8120-A768A6C43538}"/>
                </a:ext>
              </a:extLst>
            </p:cNvPr>
            <p:cNvCxnSpPr>
              <a:cxnSpLocks/>
              <a:stCxn id="124" idx="3"/>
              <a:endCxn id="122"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A6655006-9886-471E-8393-392698DEEC43}"/>
                </a:ext>
              </a:extLst>
            </p:cNvPr>
            <p:cNvCxnSpPr>
              <a:cxnSpLocks/>
              <a:stCxn id="117" idx="5"/>
              <a:endCxn id="120"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BFC02F28-878C-4431-AEDC-3CD042A6EE01}"/>
                </a:ext>
              </a:extLst>
            </p:cNvPr>
            <p:cNvCxnSpPr>
              <a:cxnSpLocks/>
              <a:stCxn id="118" idx="3"/>
              <a:endCxn id="120"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D2150303-DAC0-4E80-AD1D-51E3D350BA36}"/>
                </a:ext>
              </a:extLst>
            </p:cNvPr>
            <p:cNvCxnSpPr>
              <a:cxnSpLocks/>
              <a:stCxn id="124" idx="7"/>
              <a:endCxn id="120"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5E701613-5D58-4133-98E4-B39EFDBC7372}"/>
                </a:ext>
              </a:extLst>
            </p:cNvPr>
            <p:cNvCxnSpPr>
              <a:cxnSpLocks/>
              <a:stCxn id="124" idx="5"/>
              <a:endCxn id="123"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6D56BD0B-936B-476E-B987-FBE6A928E5A5}"/>
                </a:ext>
              </a:extLst>
            </p:cNvPr>
            <p:cNvCxnSpPr>
              <a:cxnSpLocks/>
              <a:stCxn id="122" idx="6"/>
              <a:endCxn id="123" idx="2"/>
            </p:cNvCxnSpPr>
            <p:nvPr/>
          </p:nvCxnSpPr>
          <p:spPr>
            <a:xfrm>
              <a:off x="2088860" y="3714739"/>
              <a:ext cx="685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19C46A27-B3E4-4DC8-BD4E-FCE6F824447C}"/>
                </a:ext>
              </a:extLst>
            </p:cNvPr>
            <p:cNvCxnSpPr>
              <a:cxnSpLocks/>
              <a:stCxn id="121" idx="1"/>
              <a:endCxn id="119" idx="4"/>
            </p:cNvCxnSpPr>
            <p:nvPr/>
          </p:nvCxnSpPr>
          <p:spPr>
            <a:xfrm flipH="1" flipV="1">
              <a:off x="912314" y="2922143"/>
              <a:ext cx="255376" cy="6907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手繪多邊形: 圖案 135">
              <a:extLst>
                <a:ext uri="{FF2B5EF4-FFF2-40B4-BE49-F238E27FC236}">
                  <a16:creationId xmlns:a16="http://schemas.microsoft.com/office/drawing/2014/main" id="{4E18FD18-6230-448E-9D90-E72DEFB37C29}"/>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7" name="群組 136">
            <a:extLst>
              <a:ext uri="{FF2B5EF4-FFF2-40B4-BE49-F238E27FC236}">
                <a16:creationId xmlns:a16="http://schemas.microsoft.com/office/drawing/2014/main" id="{A2E96177-B972-4580-B3B3-4665DBFB3F4D}"/>
              </a:ext>
            </a:extLst>
          </p:cNvPr>
          <p:cNvGrpSpPr>
            <a:grpSpLocks noChangeAspect="1"/>
          </p:cNvGrpSpPr>
          <p:nvPr/>
        </p:nvGrpSpPr>
        <p:grpSpPr>
          <a:xfrm>
            <a:off x="8035507" y="1900928"/>
            <a:ext cx="3242793" cy="2303427"/>
            <a:chOff x="768314" y="1912690"/>
            <a:chExt cx="2739672" cy="1946049"/>
          </a:xfrm>
        </p:grpSpPr>
        <p:sp>
          <p:nvSpPr>
            <p:cNvPr id="138" name="橢圓 137">
              <a:extLst>
                <a:ext uri="{FF2B5EF4-FFF2-40B4-BE49-F238E27FC236}">
                  <a16:creationId xmlns:a16="http://schemas.microsoft.com/office/drawing/2014/main" id="{95B8B6E8-BFE1-4637-A992-8EA9DF65AB32}"/>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9" name="橢圓 138">
              <a:extLst>
                <a:ext uri="{FF2B5EF4-FFF2-40B4-BE49-F238E27FC236}">
                  <a16:creationId xmlns:a16="http://schemas.microsoft.com/office/drawing/2014/main" id="{2EEE6E5C-B373-418A-A98A-6FDB7B9E07EE}"/>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0" name="橢圓 139">
              <a:extLst>
                <a:ext uri="{FF2B5EF4-FFF2-40B4-BE49-F238E27FC236}">
                  <a16:creationId xmlns:a16="http://schemas.microsoft.com/office/drawing/2014/main" id="{8BF45097-6375-42A5-B890-CFAA49058F7C}"/>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1" name="橢圓 140">
              <a:extLst>
                <a:ext uri="{FF2B5EF4-FFF2-40B4-BE49-F238E27FC236}">
                  <a16:creationId xmlns:a16="http://schemas.microsoft.com/office/drawing/2014/main" id="{B1F762BA-38A5-4500-A015-CBA33F88AD63}"/>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2" name="橢圓 141">
              <a:extLst>
                <a:ext uri="{FF2B5EF4-FFF2-40B4-BE49-F238E27FC236}">
                  <a16:creationId xmlns:a16="http://schemas.microsoft.com/office/drawing/2014/main" id="{4D6CBEE4-152F-4DE6-A75A-64AB11974BE7}"/>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3" name="橢圓 142">
              <a:extLst>
                <a:ext uri="{FF2B5EF4-FFF2-40B4-BE49-F238E27FC236}">
                  <a16:creationId xmlns:a16="http://schemas.microsoft.com/office/drawing/2014/main" id="{5F9F94B4-7DEE-42BE-8395-475742F67901}"/>
                </a:ext>
              </a:extLst>
            </p:cNvPr>
            <p:cNvSpPr/>
            <p:nvPr/>
          </p:nvSpPr>
          <p:spPr>
            <a:xfrm>
              <a:off x="1125513"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4" name="橢圓 143">
              <a:extLst>
                <a:ext uri="{FF2B5EF4-FFF2-40B4-BE49-F238E27FC236}">
                  <a16:creationId xmlns:a16="http://schemas.microsoft.com/office/drawing/2014/main" id="{D3703A1C-5CDD-41B5-AC06-F45854DAA55F}"/>
                </a:ext>
              </a:extLst>
            </p:cNvPr>
            <p:cNvSpPr/>
            <p:nvPr/>
          </p:nvSpPr>
          <p:spPr>
            <a:xfrm>
              <a:off x="1800860"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5" name="橢圓 144">
              <a:extLst>
                <a:ext uri="{FF2B5EF4-FFF2-40B4-BE49-F238E27FC236}">
                  <a16:creationId xmlns:a16="http://schemas.microsoft.com/office/drawing/2014/main" id="{6B409CB7-31AE-4671-A012-FD0E1AB2ECAC}"/>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6" name="橢圓 145">
              <a:extLst>
                <a:ext uri="{FF2B5EF4-FFF2-40B4-BE49-F238E27FC236}">
                  <a16:creationId xmlns:a16="http://schemas.microsoft.com/office/drawing/2014/main" id="{B3DD9692-B9C6-4AD3-A0E4-6F618D47D7A8}"/>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9E800567-4072-4B94-BB63-929A34947C8C}"/>
                </a:ext>
              </a:extLst>
            </p:cNvPr>
            <p:cNvCxnSpPr>
              <a:cxnSpLocks/>
              <a:stCxn id="138" idx="5"/>
              <a:endCxn id="146"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9DA8B74B-A2AC-4462-A51C-458C490E7130}"/>
                </a:ext>
              </a:extLst>
            </p:cNvPr>
            <p:cNvCxnSpPr>
              <a:cxnSpLocks/>
              <a:stCxn id="138" idx="6"/>
              <a:endCxn id="139"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C5AEC9EB-8F2E-4F23-961F-7A8CE429B9A4}"/>
                </a:ext>
              </a:extLst>
            </p:cNvPr>
            <p:cNvCxnSpPr>
              <a:cxnSpLocks/>
              <a:stCxn id="138" idx="3"/>
              <a:endCxn id="141"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46272E23-56CA-46A3-B610-ACF09865EF12}"/>
                </a:ext>
              </a:extLst>
            </p:cNvPr>
            <p:cNvCxnSpPr>
              <a:cxnSpLocks/>
              <a:stCxn id="144" idx="2"/>
              <a:endCxn id="143"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07699391-4E2E-4101-9476-7ED411582C39}"/>
                </a:ext>
              </a:extLst>
            </p:cNvPr>
            <p:cNvCxnSpPr>
              <a:cxnSpLocks/>
              <a:stCxn id="146" idx="3"/>
              <a:endCxn id="144"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AF9D955F-749B-432A-A464-759FB9708B57}"/>
                </a:ext>
              </a:extLst>
            </p:cNvPr>
            <p:cNvCxnSpPr>
              <a:cxnSpLocks/>
              <a:stCxn id="139" idx="5"/>
              <a:endCxn id="142"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32C50864-9DEA-462E-9391-0F12F98DCC4C}"/>
                </a:ext>
              </a:extLst>
            </p:cNvPr>
            <p:cNvCxnSpPr>
              <a:cxnSpLocks/>
              <a:stCxn id="140" idx="3"/>
              <a:endCxn id="142"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C31F830C-C4CF-4C81-9C6B-77BC28F4EC5C}"/>
                </a:ext>
              </a:extLst>
            </p:cNvPr>
            <p:cNvCxnSpPr>
              <a:cxnSpLocks/>
              <a:stCxn id="146" idx="7"/>
              <a:endCxn id="142"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DC0A6703-CB29-4716-A68B-A67C5647E948}"/>
                </a:ext>
              </a:extLst>
            </p:cNvPr>
            <p:cNvCxnSpPr>
              <a:cxnSpLocks/>
              <a:stCxn id="146" idx="5"/>
              <a:endCxn id="145"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DA130030-A5E8-4EF9-AE07-6A09F65FE900}"/>
                </a:ext>
              </a:extLst>
            </p:cNvPr>
            <p:cNvCxnSpPr>
              <a:cxnSpLocks/>
              <a:stCxn id="144" idx="6"/>
              <a:endCxn id="145" idx="2"/>
            </p:cNvCxnSpPr>
            <p:nvPr/>
          </p:nvCxnSpPr>
          <p:spPr>
            <a:xfrm>
              <a:off x="2088860" y="3714739"/>
              <a:ext cx="685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直線接點 156">
              <a:extLst>
                <a:ext uri="{FF2B5EF4-FFF2-40B4-BE49-F238E27FC236}">
                  <a16:creationId xmlns:a16="http://schemas.microsoft.com/office/drawing/2014/main" id="{AC59D713-ACB2-489D-94BB-5B7FE4769152}"/>
                </a:ext>
              </a:extLst>
            </p:cNvPr>
            <p:cNvCxnSpPr>
              <a:cxnSpLocks/>
              <a:stCxn id="143" idx="1"/>
              <a:endCxn id="141" idx="4"/>
            </p:cNvCxnSpPr>
            <p:nvPr/>
          </p:nvCxnSpPr>
          <p:spPr>
            <a:xfrm flipH="1" flipV="1">
              <a:off x="912314" y="2922143"/>
              <a:ext cx="255376" cy="690773"/>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58" name="手繪多邊形: 圖案 157">
              <a:extLst>
                <a:ext uri="{FF2B5EF4-FFF2-40B4-BE49-F238E27FC236}">
                  <a16:creationId xmlns:a16="http://schemas.microsoft.com/office/drawing/2014/main" id="{1D73991B-FAD4-44E3-BA83-6FFF6394304C}"/>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62" name="群組 161">
            <a:extLst>
              <a:ext uri="{FF2B5EF4-FFF2-40B4-BE49-F238E27FC236}">
                <a16:creationId xmlns:a16="http://schemas.microsoft.com/office/drawing/2014/main" id="{E4138D0B-CB40-4261-BC46-1CAF09D92438}"/>
              </a:ext>
            </a:extLst>
          </p:cNvPr>
          <p:cNvGrpSpPr/>
          <p:nvPr/>
        </p:nvGrpSpPr>
        <p:grpSpPr>
          <a:xfrm>
            <a:off x="2065266" y="3628969"/>
            <a:ext cx="175024" cy="176169"/>
            <a:chOff x="7860483" y="545284"/>
            <a:chExt cx="175024" cy="176169"/>
          </a:xfrm>
        </p:grpSpPr>
        <p:cxnSp>
          <p:nvCxnSpPr>
            <p:cNvPr id="163" name="直線接點 162">
              <a:extLst>
                <a:ext uri="{FF2B5EF4-FFF2-40B4-BE49-F238E27FC236}">
                  <a16:creationId xmlns:a16="http://schemas.microsoft.com/office/drawing/2014/main" id="{BF4F307D-7308-43EF-B2FB-178D8E17CD27}"/>
                </a:ext>
              </a:extLst>
            </p:cNvPr>
            <p:cNvCxnSpPr>
              <a:cxnSpLocks/>
            </p:cNvCxnSpPr>
            <p:nvPr/>
          </p:nvCxnSpPr>
          <p:spPr>
            <a:xfrm>
              <a:off x="7860484"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4" name="直線接點 163">
              <a:extLst>
                <a:ext uri="{FF2B5EF4-FFF2-40B4-BE49-F238E27FC236}">
                  <a16:creationId xmlns:a16="http://schemas.microsoft.com/office/drawing/2014/main" id="{90AC4EF9-3B7B-4CD1-B46A-1B2865306D99}"/>
                </a:ext>
              </a:extLst>
            </p:cNvPr>
            <p:cNvCxnSpPr>
              <a:cxnSpLocks/>
            </p:cNvCxnSpPr>
            <p:nvPr/>
          </p:nvCxnSpPr>
          <p:spPr>
            <a:xfrm flipH="1">
              <a:off x="7860483" y="545284"/>
              <a:ext cx="175023" cy="1761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9" name="內容版面配置區 2">
            <a:extLst>
              <a:ext uri="{FF2B5EF4-FFF2-40B4-BE49-F238E27FC236}">
                <a16:creationId xmlns:a16="http://schemas.microsoft.com/office/drawing/2014/main" id="{E97B2815-F9B5-455C-9FA7-D9C47B1CCCEA}"/>
              </a:ext>
            </a:extLst>
          </p:cNvPr>
          <p:cNvSpPr txBox="1">
            <a:spLocks/>
          </p:cNvSpPr>
          <p:nvPr/>
        </p:nvSpPr>
        <p:spPr>
          <a:xfrm>
            <a:off x="1221842" y="5083059"/>
            <a:ext cx="2997820" cy="124223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3</a:t>
            </a:r>
          </a:p>
          <a:p>
            <a:pPr marL="0" indent="0">
              <a:buFont typeface="Arial" panose="020B0604020202020204" pitchFamily="34" charset="0"/>
              <a:buNone/>
            </a:pPr>
            <a:r>
              <a:rPr lang="en-US" altLang="zh-TW" dirty="0"/>
              <a:t>UB = 5</a:t>
            </a:r>
          </a:p>
          <a:p>
            <a:pPr marL="0" indent="0">
              <a:buFont typeface="Arial" panose="020B0604020202020204" pitchFamily="34" charset="0"/>
              <a:buNone/>
            </a:pPr>
            <a:r>
              <a:rPr lang="en-US" altLang="zh-TW" dirty="0">
                <a:solidFill>
                  <a:srgbClr val="FF0000"/>
                </a:solidFill>
              </a:rPr>
              <a:t>illegal</a:t>
            </a:r>
            <a:endParaRPr lang="zh-TW" altLang="en-US" dirty="0">
              <a:solidFill>
                <a:srgbClr val="FF0000"/>
              </a:solidFill>
            </a:endParaRPr>
          </a:p>
        </p:txBody>
      </p:sp>
      <p:sp>
        <p:nvSpPr>
          <p:cNvPr id="61" name="內容版面配置區 2">
            <a:extLst>
              <a:ext uri="{FF2B5EF4-FFF2-40B4-BE49-F238E27FC236}">
                <a16:creationId xmlns:a16="http://schemas.microsoft.com/office/drawing/2014/main" id="{1EB9339A-6B1C-43B0-9E54-DFAA93BEF79F}"/>
              </a:ext>
            </a:extLst>
          </p:cNvPr>
          <p:cNvSpPr txBox="1">
            <a:spLocks/>
          </p:cNvSpPr>
          <p:nvPr/>
        </p:nvSpPr>
        <p:spPr>
          <a:xfrm>
            <a:off x="8768377" y="5083059"/>
            <a:ext cx="2808429" cy="124222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3</a:t>
            </a:r>
          </a:p>
          <a:p>
            <a:pPr marL="0" indent="0">
              <a:buFont typeface="Arial" panose="020B0604020202020204" pitchFamily="34" charset="0"/>
              <a:buNone/>
            </a:pPr>
            <a:r>
              <a:rPr lang="en-US" altLang="zh-TW" dirty="0"/>
              <a:t>UB = 5</a:t>
            </a:r>
          </a:p>
          <a:p>
            <a:pPr marL="0" indent="0">
              <a:buNone/>
            </a:pPr>
            <a:r>
              <a:rPr lang="en-US" altLang="zh-TW" dirty="0">
                <a:solidFill>
                  <a:srgbClr val="FF0000"/>
                </a:solidFill>
              </a:rPr>
              <a:t>illegal</a:t>
            </a:r>
            <a:endParaRPr lang="zh-TW" altLang="en-US" dirty="0">
              <a:solidFill>
                <a:srgbClr val="FF0000"/>
              </a:solidFill>
            </a:endParaRPr>
          </a:p>
        </p:txBody>
      </p:sp>
    </p:spTree>
    <p:extLst>
      <p:ext uri="{BB962C8B-B14F-4D97-AF65-F5344CB8AC3E}">
        <p14:creationId xmlns:p14="http://schemas.microsoft.com/office/powerpoint/2010/main" val="2572607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A7D69-DFBD-4FEE-AD5F-D689C7B867DA}"/>
              </a:ext>
            </a:extLst>
          </p:cNvPr>
          <p:cNvSpPr>
            <a:spLocks noGrp="1"/>
          </p:cNvSpPr>
          <p:nvPr>
            <p:ph type="title"/>
          </p:nvPr>
        </p:nvSpPr>
        <p:spPr/>
        <p:txBody>
          <a:bodyPr/>
          <a:lstStyle/>
          <a:p>
            <a:r>
              <a:rPr lang="en-US" altLang="zh-TW" dirty="0"/>
              <a:t>Algorithm</a:t>
            </a:r>
            <a:r>
              <a:rPr lang="zh-TW" altLang="en-US" dirty="0"/>
              <a:t> － </a:t>
            </a:r>
            <a:r>
              <a:rPr lang="en-US" altLang="zh-TW" dirty="0">
                <a:solidFill>
                  <a:srgbClr val="323EFE"/>
                </a:solidFill>
              </a:rPr>
              <a:t>while loop (select)</a:t>
            </a:r>
            <a:endParaRPr lang="zh-TW" altLang="en-US" dirty="0">
              <a:solidFill>
                <a:srgbClr val="323EFE"/>
              </a:solidFill>
            </a:endParaRPr>
          </a:p>
        </p:txBody>
      </p:sp>
      <p:sp>
        <p:nvSpPr>
          <p:cNvPr id="3" name="內容版面配置區 2">
            <a:extLst>
              <a:ext uri="{FF2B5EF4-FFF2-40B4-BE49-F238E27FC236}">
                <a16:creationId xmlns:a16="http://schemas.microsoft.com/office/drawing/2014/main" id="{9D23F467-28DE-4233-A8A7-6C0AC550AE1B}"/>
              </a:ext>
            </a:extLst>
          </p:cNvPr>
          <p:cNvSpPr>
            <a:spLocks noGrp="1"/>
          </p:cNvSpPr>
          <p:nvPr>
            <p:ph idx="1"/>
          </p:nvPr>
        </p:nvSpPr>
        <p:spPr>
          <a:xfrm>
            <a:off x="4701680" y="1858241"/>
            <a:ext cx="2764206" cy="3183542"/>
          </a:xfrm>
        </p:spPr>
        <p:txBody>
          <a:bodyPr/>
          <a:lstStyle/>
          <a:p>
            <a:pPr marL="0" indent="0">
              <a:buNone/>
            </a:pPr>
            <a:r>
              <a:rPr lang="en-US" altLang="zh-TW" dirty="0"/>
              <a:t>Score(</a:t>
            </a:r>
            <a:r>
              <a:rPr lang="en-US" altLang="zh-TW" i="1" dirty="0"/>
              <a:t>V</a:t>
            </a:r>
            <a:r>
              <a:rPr lang="en-US" altLang="zh-TW" baseline="-25000" dirty="0"/>
              <a:t>1</a:t>
            </a:r>
            <a:r>
              <a:rPr lang="en-US" altLang="zh-TW" dirty="0"/>
              <a:t>) = 0</a:t>
            </a:r>
          </a:p>
          <a:p>
            <a:pPr marL="0" indent="0">
              <a:buNone/>
            </a:pPr>
            <a:r>
              <a:rPr lang="en-US" altLang="zh-TW" dirty="0"/>
              <a:t>Score(</a:t>
            </a:r>
            <a:r>
              <a:rPr lang="en-US" altLang="zh-TW" i="1" dirty="0"/>
              <a:t>V</a:t>
            </a:r>
            <a:r>
              <a:rPr lang="en-US" altLang="zh-TW" baseline="-25000" dirty="0"/>
              <a:t>2</a:t>
            </a:r>
            <a:r>
              <a:rPr lang="en-US" altLang="zh-TW" dirty="0"/>
              <a:t>) = 0</a:t>
            </a:r>
          </a:p>
          <a:p>
            <a:pPr marL="0" indent="0">
              <a:buNone/>
            </a:pPr>
            <a:r>
              <a:rPr lang="en-US" altLang="zh-TW" dirty="0"/>
              <a:t>Score(</a:t>
            </a:r>
            <a:r>
              <a:rPr lang="en-US" altLang="zh-TW" i="1" dirty="0"/>
              <a:t>V</a:t>
            </a:r>
            <a:r>
              <a:rPr lang="en-US" altLang="zh-TW" baseline="-25000" dirty="0"/>
              <a:t>3</a:t>
            </a:r>
            <a:r>
              <a:rPr lang="en-US" altLang="zh-TW" dirty="0"/>
              <a:t>) = 0</a:t>
            </a:r>
            <a:endParaRPr lang="en-US" altLang="zh-TW" b="0" dirty="0"/>
          </a:p>
          <a:p>
            <a:pPr marL="0" indent="0">
              <a:buNone/>
            </a:pPr>
            <a:r>
              <a:rPr lang="en-US" altLang="zh-TW" dirty="0"/>
              <a:t>Score(</a:t>
            </a:r>
            <a:r>
              <a:rPr lang="en-US" altLang="zh-TW" i="1" dirty="0"/>
              <a:t>V</a:t>
            </a:r>
            <a:r>
              <a:rPr lang="en-US" altLang="zh-TW" baseline="-25000" dirty="0"/>
              <a:t>5</a:t>
            </a:r>
            <a:r>
              <a:rPr lang="en-US" altLang="zh-TW" dirty="0"/>
              <a:t>) = 1</a:t>
            </a:r>
          </a:p>
          <a:p>
            <a:pPr marL="0" indent="0">
              <a:buNone/>
            </a:pPr>
            <a:r>
              <a:rPr lang="en-US" altLang="zh-TW" dirty="0"/>
              <a:t>Score(</a:t>
            </a:r>
            <a:r>
              <a:rPr lang="en-US" altLang="zh-TW" i="1" dirty="0"/>
              <a:t>V</a:t>
            </a:r>
            <a:r>
              <a:rPr lang="en-US" altLang="zh-TW" i="1" baseline="-25000" dirty="0"/>
              <a:t>7</a:t>
            </a:r>
            <a:r>
              <a:rPr lang="en-US" altLang="zh-TW" dirty="0"/>
              <a:t>) = 1</a:t>
            </a:r>
            <a:endParaRPr lang="zh-TW" altLang="en-US" dirty="0"/>
          </a:p>
        </p:txBody>
      </p:sp>
      <p:grpSp>
        <p:nvGrpSpPr>
          <p:cNvPr id="115" name="群組 114">
            <a:extLst>
              <a:ext uri="{FF2B5EF4-FFF2-40B4-BE49-F238E27FC236}">
                <a16:creationId xmlns:a16="http://schemas.microsoft.com/office/drawing/2014/main" id="{32362952-B2BA-4900-AC1F-A7ABCC2E09BB}"/>
              </a:ext>
            </a:extLst>
          </p:cNvPr>
          <p:cNvGrpSpPr>
            <a:grpSpLocks noChangeAspect="1"/>
          </p:cNvGrpSpPr>
          <p:nvPr/>
        </p:nvGrpSpPr>
        <p:grpSpPr>
          <a:xfrm>
            <a:off x="913700" y="1900928"/>
            <a:ext cx="3242793" cy="2303427"/>
            <a:chOff x="768314" y="1912690"/>
            <a:chExt cx="2739672" cy="1946049"/>
          </a:xfrm>
        </p:grpSpPr>
        <p:sp>
          <p:nvSpPr>
            <p:cNvPr id="116" name="橢圓 115">
              <a:extLst>
                <a:ext uri="{FF2B5EF4-FFF2-40B4-BE49-F238E27FC236}">
                  <a16:creationId xmlns:a16="http://schemas.microsoft.com/office/drawing/2014/main" id="{10E08C41-83C8-4755-A641-1B1A70E8776C}"/>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7" name="橢圓 116">
              <a:extLst>
                <a:ext uri="{FF2B5EF4-FFF2-40B4-BE49-F238E27FC236}">
                  <a16:creationId xmlns:a16="http://schemas.microsoft.com/office/drawing/2014/main" id="{C684D198-63B7-4DA7-BE10-A29203B01F04}"/>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8" name="橢圓 117">
              <a:extLst>
                <a:ext uri="{FF2B5EF4-FFF2-40B4-BE49-F238E27FC236}">
                  <a16:creationId xmlns:a16="http://schemas.microsoft.com/office/drawing/2014/main" id="{1F18D962-8A5B-4455-B189-27350D589C88}"/>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19" name="橢圓 118">
              <a:extLst>
                <a:ext uri="{FF2B5EF4-FFF2-40B4-BE49-F238E27FC236}">
                  <a16:creationId xmlns:a16="http://schemas.microsoft.com/office/drawing/2014/main" id="{DC78B52F-5FFC-47BE-8A2D-49DD4B2EB9FC}"/>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0" name="橢圓 119">
              <a:extLst>
                <a:ext uri="{FF2B5EF4-FFF2-40B4-BE49-F238E27FC236}">
                  <a16:creationId xmlns:a16="http://schemas.microsoft.com/office/drawing/2014/main" id="{9E81430A-9554-45A1-A5DD-8ED3D207893C}"/>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1" name="橢圓 120">
              <a:extLst>
                <a:ext uri="{FF2B5EF4-FFF2-40B4-BE49-F238E27FC236}">
                  <a16:creationId xmlns:a16="http://schemas.microsoft.com/office/drawing/2014/main" id="{CE8E3E44-3755-4A58-91A7-E4884975687B}"/>
                </a:ext>
              </a:extLst>
            </p:cNvPr>
            <p:cNvSpPr/>
            <p:nvPr/>
          </p:nvSpPr>
          <p:spPr>
            <a:xfrm>
              <a:off x="1125513"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2" name="橢圓 121">
              <a:extLst>
                <a:ext uri="{FF2B5EF4-FFF2-40B4-BE49-F238E27FC236}">
                  <a16:creationId xmlns:a16="http://schemas.microsoft.com/office/drawing/2014/main" id="{21A08CDF-DEF6-4611-827C-0B4C4F143696}"/>
                </a:ext>
              </a:extLst>
            </p:cNvPr>
            <p:cNvSpPr/>
            <p:nvPr/>
          </p:nvSpPr>
          <p:spPr>
            <a:xfrm>
              <a:off x="1800860"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3" name="橢圓 122">
              <a:extLst>
                <a:ext uri="{FF2B5EF4-FFF2-40B4-BE49-F238E27FC236}">
                  <a16:creationId xmlns:a16="http://schemas.microsoft.com/office/drawing/2014/main" id="{524D07FF-7704-48D3-A553-490CF003AB89}"/>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24" name="橢圓 123">
              <a:extLst>
                <a:ext uri="{FF2B5EF4-FFF2-40B4-BE49-F238E27FC236}">
                  <a16:creationId xmlns:a16="http://schemas.microsoft.com/office/drawing/2014/main" id="{07A4A65F-3E2A-47C3-AE2A-3A70BDD6836C}"/>
                </a:ext>
              </a:extLst>
            </p:cNvPr>
            <p:cNvSpPr/>
            <p:nvPr/>
          </p:nvSpPr>
          <p:spPr>
            <a:xfrm>
              <a:off x="2088860" y="2918142"/>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25" name="直線接點 124">
              <a:extLst>
                <a:ext uri="{FF2B5EF4-FFF2-40B4-BE49-F238E27FC236}">
                  <a16:creationId xmlns:a16="http://schemas.microsoft.com/office/drawing/2014/main" id="{250DA5C8-95E6-409E-AAEA-8C65F5A6E37F}"/>
                </a:ext>
              </a:extLst>
            </p:cNvPr>
            <p:cNvCxnSpPr>
              <a:cxnSpLocks/>
              <a:stCxn id="116" idx="5"/>
              <a:endCxn id="124"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16DAB558-AFDE-42D2-9BDA-E4E9304FEBF9}"/>
                </a:ext>
              </a:extLst>
            </p:cNvPr>
            <p:cNvCxnSpPr>
              <a:cxnSpLocks/>
              <a:stCxn id="116" idx="6"/>
              <a:endCxn id="117"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070373A0-6CD1-4D0D-B6B4-D50CF04C45E2}"/>
                </a:ext>
              </a:extLst>
            </p:cNvPr>
            <p:cNvCxnSpPr>
              <a:cxnSpLocks/>
              <a:stCxn id="116" idx="3"/>
              <a:endCxn id="119"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F26EB3A2-32F6-49B6-BD1C-CD3756677A62}"/>
                </a:ext>
              </a:extLst>
            </p:cNvPr>
            <p:cNvCxnSpPr>
              <a:cxnSpLocks/>
              <a:stCxn id="122" idx="2"/>
              <a:endCxn id="121"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7FC1E54A-2E23-4932-8120-A768A6C43538}"/>
                </a:ext>
              </a:extLst>
            </p:cNvPr>
            <p:cNvCxnSpPr>
              <a:cxnSpLocks/>
              <a:stCxn id="124" idx="3"/>
              <a:endCxn id="122" idx="0"/>
            </p:cNvCxnSpPr>
            <p:nvPr/>
          </p:nvCxnSpPr>
          <p:spPr>
            <a:xfrm flipH="1">
              <a:off x="1944860" y="3163965"/>
              <a:ext cx="186177" cy="4067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A6655006-9886-471E-8393-392698DEEC43}"/>
                </a:ext>
              </a:extLst>
            </p:cNvPr>
            <p:cNvCxnSpPr>
              <a:cxnSpLocks/>
              <a:stCxn id="117" idx="5"/>
              <a:endCxn id="120"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BFC02F28-878C-4431-AEDC-3CD042A6EE01}"/>
                </a:ext>
              </a:extLst>
            </p:cNvPr>
            <p:cNvCxnSpPr>
              <a:cxnSpLocks/>
              <a:stCxn id="118" idx="3"/>
              <a:endCxn id="120"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D2150303-DAC0-4E80-AD1D-51E3D350BA36}"/>
                </a:ext>
              </a:extLst>
            </p:cNvPr>
            <p:cNvCxnSpPr>
              <a:cxnSpLocks/>
              <a:stCxn id="124" idx="7"/>
              <a:endCxn id="120"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5E701613-5D58-4133-98E4-B39EFDBC7372}"/>
                </a:ext>
              </a:extLst>
            </p:cNvPr>
            <p:cNvCxnSpPr>
              <a:cxnSpLocks/>
              <a:stCxn id="124" idx="5"/>
              <a:endCxn id="123"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6D56BD0B-936B-476E-B987-FBE6A928E5A5}"/>
                </a:ext>
              </a:extLst>
            </p:cNvPr>
            <p:cNvCxnSpPr>
              <a:cxnSpLocks/>
              <a:stCxn id="122" idx="6"/>
              <a:endCxn id="123" idx="2"/>
            </p:cNvCxnSpPr>
            <p:nvPr/>
          </p:nvCxnSpPr>
          <p:spPr>
            <a:xfrm>
              <a:off x="2088860" y="3714739"/>
              <a:ext cx="685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19C46A27-B3E4-4DC8-BD4E-FCE6F824447C}"/>
                </a:ext>
              </a:extLst>
            </p:cNvPr>
            <p:cNvCxnSpPr>
              <a:cxnSpLocks/>
              <a:stCxn id="121" idx="1"/>
              <a:endCxn id="119" idx="4"/>
            </p:cNvCxnSpPr>
            <p:nvPr/>
          </p:nvCxnSpPr>
          <p:spPr>
            <a:xfrm flipH="1" flipV="1">
              <a:off x="912314" y="2922143"/>
              <a:ext cx="255376" cy="690773"/>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36" name="手繪多邊形: 圖案 135">
              <a:extLst>
                <a:ext uri="{FF2B5EF4-FFF2-40B4-BE49-F238E27FC236}">
                  <a16:creationId xmlns:a16="http://schemas.microsoft.com/office/drawing/2014/main" id="{4E18FD18-6230-448E-9D90-E72DEFB37C29}"/>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7" name="群組 136">
            <a:extLst>
              <a:ext uri="{FF2B5EF4-FFF2-40B4-BE49-F238E27FC236}">
                <a16:creationId xmlns:a16="http://schemas.microsoft.com/office/drawing/2014/main" id="{A2E96177-B972-4580-B3B3-4665DBFB3F4D}"/>
              </a:ext>
            </a:extLst>
          </p:cNvPr>
          <p:cNvGrpSpPr>
            <a:grpSpLocks noChangeAspect="1"/>
          </p:cNvGrpSpPr>
          <p:nvPr/>
        </p:nvGrpSpPr>
        <p:grpSpPr>
          <a:xfrm>
            <a:off x="8035507" y="1900928"/>
            <a:ext cx="3242793" cy="2303427"/>
            <a:chOff x="768314" y="1912690"/>
            <a:chExt cx="2739672" cy="1946049"/>
          </a:xfrm>
        </p:grpSpPr>
        <p:sp>
          <p:nvSpPr>
            <p:cNvPr id="138" name="橢圓 137">
              <a:extLst>
                <a:ext uri="{FF2B5EF4-FFF2-40B4-BE49-F238E27FC236}">
                  <a16:creationId xmlns:a16="http://schemas.microsoft.com/office/drawing/2014/main" id="{95B8B6E8-BFE1-4637-A992-8EA9DF65AB32}"/>
                </a:ext>
              </a:extLst>
            </p:cNvPr>
            <p:cNvSpPr/>
            <p:nvPr/>
          </p:nvSpPr>
          <p:spPr>
            <a:xfrm>
              <a:off x="1333850" y="1912690"/>
              <a:ext cx="288000" cy="288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39" name="橢圓 138">
              <a:extLst>
                <a:ext uri="{FF2B5EF4-FFF2-40B4-BE49-F238E27FC236}">
                  <a16:creationId xmlns:a16="http://schemas.microsoft.com/office/drawing/2014/main" id="{2EEE6E5C-B373-418A-A98A-6FDB7B9E07EE}"/>
                </a:ext>
              </a:extLst>
            </p:cNvPr>
            <p:cNvSpPr/>
            <p:nvPr/>
          </p:nvSpPr>
          <p:spPr>
            <a:xfrm>
              <a:off x="2348918"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0" name="橢圓 139">
              <a:extLst>
                <a:ext uri="{FF2B5EF4-FFF2-40B4-BE49-F238E27FC236}">
                  <a16:creationId xmlns:a16="http://schemas.microsoft.com/office/drawing/2014/main" id="{8BF45097-6375-42A5-B890-CFAA49058F7C}"/>
                </a:ext>
              </a:extLst>
            </p:cNvPr>
            <p:cNvSpPr/>
            <p:nvPr/>
          </p:nvSpPr>
          <p:spPr>
            <a:xfrm>
              <a:off x="3219986" y="1912690"/>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1" name="橢圓 140">
              <a:extLst>
                <a:ext uri="{FF2B5EF4-FFF2-40B4-BE49-F238E27FC236}">
                  <a16:creationId xmlns:a16="http://schemas.microsoft.com/office/drawing/2014/main" id="{B1F762BA-38A5-4500-A015-CBA33F88AD63}"/>
                </a:ext>
              </a:extLst>
            </p:cNvPr>
            <p:cNvSpPr/>
            <p:nvPr/>
          </p:nvSpPr>
          <p:spPr>
            <a:xfrm>
              <a:off x="768314" y="2634143"/>
              <a:ext cx="288000" cy="288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2" name="橢圓 141">
              <a:extLst>
                <a:ext uri="{FF2B5EF4-FFF2-40B4-BE49-F238E27FC236}">
                  <a16:creationId xmlns:a16="http://schemas.microsoft.com/office/drawing/2014/main" id="{4D6CBEE4-152F-4DE6-A75A-64AB11974BE7}"/>
                </a:ext>
              </a:extLst>
            </p:cNvPr>
            <p:cNvSpPr/>
            <p:nvPr/>
          </p:nvSpPr>
          <p:spPr>
            <a:xfrm>
              <a:off x="2773982" y="2634143"/>
              <a:ext cx="288000" cy="288000"/>
            </a:xfrm>
            <a:prstGeom prst="ellipse">
              <a:avLst/>
            </a:prstGeom>
            <a:solidFill>
              <a:srgbClr val="B381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4</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3" name="橢圓 142">
              <a:extLst>
                <a:ext uri="{FF2B5EF4-FFF2-40B4-BE49-F238E27FC236}">
                  <a16:creationId xmlns:a16="http://schemas.microsoft.com/office/drawing/2014/main" id="{5F9F94B4-7DEE-42BE-8395-475742F67901}"/>
                </a:ext>
              </a:extLst>
            </p:cNvPr>
            <p:cNvSpPr/>
            <p:nvPr/>
          </p:nvSpPr>
          <p:spPr>
            <a:xfrm>
              <a:off x="1125513" y="3570739"/>
              <a:ext cx="288000" cy="2880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6</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4" name="橢圓 143">
              <a:extLst>
                <a:ext uri="{FF2B5EF4-FFF2-40B4-BE49-F238E27FC236}">
                  <a16:creationId xmlns:a16="http://schemas.microsoft.com/office/drawing/2014/main" id="{D3703A1C-5CDD-41B5-AC06-F45854DAA55F}"/>
                </a:ext>
              </a:extLst>
            </p:cNvPr>
            <p:cNvSpPr/>
            <p:nvPr/>
          </p:nvSpPr>
          <p:spPr>
            <a:xfrm>
              <a:off x="1800860" y="3570739"/>
              <a:ext cx="288000" cy="28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7</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5" name="橢圓 144">
              <a:extLst>
                <a:ext uri="{FF2B5EF4-FFF2-40B4-BE49-F238E27FC236}">
                  <a16:creationId xmlns:a16="http://schemas.microsoft.com/office/drawing/2014/main" id="{6B409CB7-31AE-4671-A012-FD0E1AB2ECAC}"/>
                </a:ext>
              </a:extLst>
            </p:cNvPr>
            <p:cNvSpPr/>
            <p:nvPr/>
          </p:nvSpPr>
          <p:spPr>
            <a:xfrm>
              <a:off x="2773982" y="3570739"/>
              <a:ext cx="288000" cy="288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8</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sp>
          <p:nvSpPr>
            <p:cNvPr id="146" name="橢圓 145">
              <a:extLst>
                <a:ext uri="{FF2B5EF4-FFF2-40B4-BE49-F238E27FC236}">
                  <a16:creationId xmlns:a16="http://schemas.microsoft.com/office/drawing/2014/main" id="{B3DD9692-B9C6-4AD3-A0E4-6F618D47D7A8}"/>
                </a:ext>
              </a:extLst>
            </p:cNvPr>
            <p:cNvSpPr/>
            <p:nvPr/>
          </p:nvSpPr>
          <p:spPr>
            <a:xfrm>
              <a:off x="2088860" y="2918142"/>
              <a:ext cx="288000" cy="288000"/>
            </a:xfrm>
            <a:prstGeom prst="ellipse">
              <a:avLst/>
            </a:prstGeom>
            <a:solidFill>
              <a:srgbClr val="44FD1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New Roman" panose="02020603050405020304" pitchFamily="18" charset="0"/>
                  <a:cs typeface="Times New Roman" panose="02020603050405020304" pitchFamily="18" charset="0"/>
                </a:rPr>
                <a:t>5</a:t>
              </a:r>
              <a:endParaRPr lang="zh-TW"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9E800567-4072-4B94-BB63-929A34947C8C}"/>
                </a:ext>
              </a:extLst>
            </p:cNvPr>
            <p:cNvCxnSpPr>
              <a:cxnSpLocks/>
              <a:stCxn id="138" idx="5"/>
              <a:endCxn id="146" idx="1"/>
            </p:cNvCxnSpPr>
            <p:nvPr/>
          </p:nvCxnSpPr>
          <p:spPr>
            <a:xfrm>
              <a:off x="1579673" y="2158513"/>
              <a:ext cx="551364" cy="80180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9DA8B74B-A2AC-4462-A51C-458C490E7130}"/>
                </a:ext>
              </a:extLst>
            </p:cNvPr>
            <p:cNvCxnSpPr>
              <a:cxnSpLocks/>
              <a:stCxn id="138" idx="6"/>
              <a:endCxn id="139" idx="2"/>
            </p:cNvCxnSpPr>
            <p:nvPr/>
          </p:nvCxnSpPr>
          <p:spPr>
            <a:xfrm>
              <a:off x="1621850" y="2056690"/>
              <a:ext cx="72706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C5AEC9EB-8F2E-4F23-961F-7A8CE429B9A4}"/>
                </a:ext>
              </a:extLst>
            </p:cNvPr>
            <p:cNvCxnSpPr>
              <a:cxnSpLocks/>
              <a:stCxn id="138" idx="3"/>
              <a:endCxn id="141" idx="0"/>
            </p:cNvCxnSpPr>
            <p:nvPr/>
          </p:nvCxnSpPr>
          <p:spPr>
            <a:xfrm flipH="1">
              <a:off x="912314" y="2158513"/>
              <a:ext cx="463713" cy="47563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46272E23-56CA-46A3-B610-ACF09865EF12}"/>
                </a:ext>
              </a:extLst>
            </p:cNvPr>
            <p:cNvCxnSpPr>
              <a:cxnSpLocks/>
              <a:stCxn id="144" idx="2"/>
              <a:endCxn id="143" idx="6"/>
            </p:cNvCxnSpPr>
            <p:nvPr/>
          </p:nvCxnSpPr>
          <p:spPr>
            <a:xfrm flipH="1">
              <a:off x="1413513" y="3714739"/>
              <a:ext cx="38734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07699391-4E2E-4101-9476-7ED411582C39}"/>
                </a:ext>
              </a:extLst>
            </p:cNvPr>
            <p:cNvCxnSpPr>
              <a:cxnSpLocks/>
              <a:stCxn id="146" idx="3"/>
              <a:endCxn id="144" idx="0"/>
            </p:cNvCxnSpPr>
            <p:nvPr/>
          </p:nvCxnSpPr>
          <p:spPr>
            <a:xfrm flipH="1">
              <a:off x="1944860" y="3163965"/>
              <a:ext cx="186177" cy="406774"/>
            </a:xfrm>
            <a:prstGeom prst="line">
              <a:avLst/>
            </a:prstGeom>
            <a:ln w="19050">
              <a:solidFill>
                <a:srgbClr val="44FD19"/>
              </a:solidFill>
            </a:ln>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AF9D955F-749B-432A-A464-759FB9708B57}"/>
                </a:ext>
              </a:extLst>
            </p:cNvPr>
            <p:cNvCxnSpPr>
              <a:cxnSpLocks/>
              <a:stCxn id="139" idx="5"/>
              <a:endCxn id="142" idx="1"/>
            </p:cNvCxnSpPr>
            <p:nvPr/>
          </p:nvCxnSpPr>
          <p:spPr>
            <a:xfrm>
              <a:off x="2594741" y="2158513"/>
              <a:ext cx="22141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32C50864-9DEA-462E-9391-0F12F98DCC4C}"/>
                </a:ext>
              </a:extLst>
            </p:cNvPr>
            <p:cNvCxnSpPr>
              <a:cxnSpLocks/>
              <a:stCxn id="140" idx="3"/>
              <a:endCxn id="142" idx="7"/>
            </p:cNvCxnSpPr>
            <p:nvPr/>
          </p:nvCxnSpPr>
          <p:spPr>
            <a:xfrm flipH="1">
              <a:off x="3019805" y="2158513"/>
              <a:ext cx="242358" cy="517807"/>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C31F830C-C4CF-4C81-9C6B-77BC28F4EC5C}"/>
                </a:ext>
              </a:extLst>
            </p:cNvPr>
            <p:cNvCxnSpPr>
              <a:cxnSpLocks/>
              <a:stCxn id="146" idx="7"/>
              <a:endCxn id="142" idx="3"/>
            </p:cNvCxnSpPr>
            <p:nvPr/>
          </p:nvCxnSpPr>
          <p:spPr>
            <a:xfrm flipV="1">
              <a:off x="2334683" y="2879966"/>
              <a:ext cx="481476" cy="80353"/>
            </a:xfrm>
            <a:prstGeom prst="line">
              <a:avLst/>
            </a:prstGeom>
            <a:ln w="19050">
              <a:solidFill>
                <a:srgbClr val="B381D9"/>
              </a:solidFill>
            </a:ln>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DC0A6703-CB29-4716-A68B-A67C5647E948}"/>
                </a:ext>
              </a:extLst>
            </p:cNvPr>
            <p:cNvCxnSpPr>
              <a:cxnSpLocks/>
              <a:stCxn id="146" idx="5"/>
              <a:endCxn id="145" idx="1"/>
            </p:cNvCxnSpPr>
            <p:nvPr/>
          </p:nvCxnSpPr>
          <p:spPr>
            <a:xfrm>
              <a:off x="2334683" y="3163965"/>
              <a:ext cx="481476" cy="448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DA130030-A5E8-4EF9-AE07-6A09F65FE900}"/>
                </a:ext>
              </a:extLst>
            </p:cNvPr>
            <p:cNvCxnSpPr>
              <a:cxnSpLocks/>
              <a:stCxn id="144" idx="6"/>
              <a:endCxn id="145" idx="2"/>
            </p:cNvCxnSpPr>
            <p:nvPr/>
          </p:nvCxnSpPr>
          <p:spPr>
            <a:xfrm>
              <a:off x="2088860" y="3714739"/>
              <a:ext cx="6851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直線接點 156">
              <a:extLst>
                <a:ext uri="{FF2B5EF4-FFF2-40B4-BE49-F238E27FC236}">
                  <a16:creationId xmlns:a16="http://schemas.microsoft.com/office/drawing/2014/main" id="{AC59D713-ACB2-489D-94BB-5B7FE4769152}"/>
                </a:ext>
              </a:extLst>
            </p:cNvPr>
            <p:cNvCxnSpPr>
              <a:cxnSpLocks/>
              <a:stCxn id="143" idx="1"/>
              <a:endCxn id="141" idx="4"/>
            </p:cNvCxnSpPr>
            <p:nvPr/>
          </p:nvCxnSpPr>
          <p:spPr>
            <a:xfrm flipH="1" flipV="1">
              <a:off x="912314" y="2922143"/>
              <a:ext cx="255376" cy="690773"/>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58" name="手繪多邊形: 圖案 157">
              <a:extLst>
                <a:ext uri="{FF2B5EF4-FFF2-40B4-BE49-F238E27FC236}">
                  <a16:creationId xmlns:a16="http://schemas.microsoft.com/office/drawing/2014/main" id="{1D73991B-FAD4-44E3-BA83-6FFF6394304C}"/>
                </a:ext>
              </a:extLst>
            </p:cNvPr>
            <p:cNvSpPr/>
            <p:nvPr/>
          </p:nvSpPr>
          <p:spPr>
            <a:xfrm>
              <a:off x="2913690" y="3495282"/>
              <a:ext cx="246830" cy="219467"/>
            </a:xfrm>
            <a:custGeom>
              <a:avLst/>
              <a:gdLst>
                <a:gd name="connsiteX0" fmla="*/ 0 w 157163"/>
                <a:gd name="connsiteY0" fmla="*/ 0 h 152400"/>
                <a:gd name="connsiteX1" fmla="*/ 157163 w 157163"/>
                <a:gd name="connsiteY1" fmla="*/ 152400 h 152400"/>
                <a:gd name="connsiteX2" fmla="*/ 157163 w 157163"/>
                <a:gd name="connsiteY2" fmla="*/ 152400 h 152400"/>
                <a:gd name="connsiteX0" fmla="*/ 0 w 158958"/>
                <a:gd name="connsiteY0" fmla="*/ 66423 h 218823"/>
                <a:gd name="connsiteX1" fmla="*/ 157163 w 158958"/>
                <a:gd name="connsiteY1" fmla="*/ 218823 h 218823"/>
                <a:gd name="connsiteX2" fmla="*/ 157163 w 158958"/>
                <a:gd name="connsiteY2" fmla="*/ 218823 h 218823"/>
                <a:gd name="connsiteX0" fmla="*/ 0 w 246830"/>
                <a:gd name="connsiteY0" fmla="*/ 67067 h 219467"/>
                <a:gd name="connsiteX1" fmla="*/ 157163 w 246830"/>
                <a:gd name="connsiteY1" fmla="*/ 219467 h 219467"/>
                <a:gd name="connsiteX2" fmla="*/ 157163 w 246830"/>
                <a:gd name="connsiteY2" fmla="*/ 219467 h 219467"/>
              </a:gdLst>
              <a:ahLst/>
              <a:cxnLst>
                <a:cxn ang="0">
                  <a:pos x="connsiteX0" y="connsiteY0"/>
                </a:cxn>
                <a:cxn ang="0">
                  <a:pos x="connsiteX1" y="connsiteY1"/>
                </a:cxn>
                <a:cxn ang="0">
                  <a:pos x="connsiteX2" y="connsiteY2"/>
                </a:cxn>
              </a:cxnLst>
              <a:rect l="l" t="t" r="r" b="b"/>
              <a:pathLst>
                <a:path w="246830" h="219467">
                  <a:moveTo>
                    <a:pt x="0" y="67067"/>
                  </a:moveTo>
                  <a:cubicBezTo>
                    <a:pt x="266700" y="-129783"/>
                    <a:pt x="314325" y="163905"/>
                    <a:pt x="157163" y="219467"/>
                  </a:cubicBezTo>
                  <a:lnTo>
                    <a:pt x="157163" y="219467"/>
                  </a:ln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9" name="內容版面配置區 2">
            <a:extLst>
              <a:ext uri="{FF2B5EF4-FFF2-40B4-BE49-F238E27FC236}">
                <a16:creationId xmlns:a16="http://schemas.microsoft.com/office/drawing/2014/main" id="{E97B2815-F9B5-455C-9FA7-D9C47B1CCCEA}"/>
              </a:ext>
            </a:extLst>
          </p:cNvPr>
          <p:cNvSpPr txBox="1">
            <a:spLocks/>
          </p:cNvSpPr>
          <p:nvPr/>
        </p:nvSpPr>
        <p:spPr>
          <a:xfrm>
            <a:off x="1221842" y="5083059"/>
            <a:ext cx="2997820" cy="124223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dirty="0"/>
              <a:t>Weight = 4</a:t>
            </a:r>
          </a:p>
          <a:p>
            <a:pPr marL="0" indent="0">
              <a:buFont typeface="Arial" panose="020B0604020202020204" pitchFamily="34" charset="0"/>
              <a:buNone/>
            </a:pPr>
            <a:r>
              <a:rPr lang="en-US" altLang="zh-TW" dirty="0"/>
              <a:t>UB = 5</a:t>
            </a:r>
          </a:p>
          <a:p>
            <a:pPr marL="0" indent="0">
              <a:buFont typeface="Arial" panose="020B0604020202020204" pitchFamily="34" charset="0"/>
              <a:buNone/>
            </a:pPr>
            <a:r>
              <a:rPr lang="en-US" altLang="zh-TW" dirty="0">
                <a:solidFill>
                  <a:srgbClr val="FF0000"/>
                </a:solidFill>
              </a:rPr>
              <a:t>illegal</a:t>
            </a:r>
            <a:endParaRPr lang="zh-TW" altLang="en-US" dirty="0">
              <a:solidFill>
                <a:srgbClr val="FF0000"/>
              </a:solidFill>
            </a:endParaRPr>
          </a:p>
        </p:txBody>
      </p:sp>
      <p:sp>
        <p:nvSpPr>
          <p:cNvPr id="61" name="內容版面配置區 2">
            <a:extLst>
              <a:ext uri="{FF2B5EF4-FFF2-40B4-BE49-F238E27FC236}">
                <a16:creationId xmlns:a16="http://schemas.microsoft.com/office/drawing/2014/main" id="{1EB9339A-6B1C-43B0-9E54-DFAA93BEF79F}"/>
              </a:ext>
            </a:extLst>
          </p:cNvPr>
          <p:cNvSpPr txBox="1">
            <a:spLocks/>
          </p:cNvSpPr>
          <p:nvPr/>
        </p:nvSpPr>
        <p:spPr>
          <a:xfrm>
            <a:off x="8768377" y="5083059"/>
            <a:ext cx="2808429" cy="12422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600" dirty="0"/>
              <a:t>Weight = 5</a:t>
            </a:r>
          </a:p>
          <a:p>
            <a:pPr marL="0" indent="0">
              <a:buFont typeface="Arial" panose="020B0604020202020204" pitchFamily="34" charset="0"/>
              <a:buNone/>
            </a:pPr>
            <a:r>
              <a:rPr lang="en-US" altLang="zh-TW" sz="2600" dirty="0"/>
              <a:t>UB = 5</a:t>
            </a:r>
          </a:p>
        </p:txBody>
      </p:sp>
    </p:spTree>
    <p:extLst>
      <p:ext uri="{BB962C8B-B14F-4D97-AF65-F5344CB8AC3E}">
        <p14:creationId xmlns:p14="http://schemas.microsoft.com/office/powerpoint/2010/main" val="316170225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8AC1FD-98A8-44BE-A7BD-E3611B3C787F}"/>
              </a:ext>
            </a:extLst>
          </p:cNvPr>
          <p:cNvSpPr>
            <a:spLocks noGrp="1"/>
          </p:cNvSpPr>
          <p:nvPr>
            <p:ph type="title"/>
          </p:nvPr>
        </p:nvSpPr>
        <p:spPr/>
        <p:txBody>
          <a:bodyPr/>
          <a:lstStyle/>
          <a:p>
            <a:r>
              <a:rPr lang="en-US" altLang="zh-TW" dirty="0"/>
              <a:t>Experiment</a:t>
            </a:r>
            <a:endParaRPr lang="zh-TW" altLang="en-US" dirty="0"/>
          </a:p>
        </p:txBody>
      </p:sp>
      <p:sp>
        <p:nvSpPr>
          <p:cNvPr id="3" name="內容版面配置區 2">
            <a:extLst>
              <a:ext uri="{FF2B5EF4-FFF2-40B4-BE49-F238E27FC236}">
                <a16:creationId xmlns:a16="http://schemas.microsoft.com/office/drawing/2014/main" id="{EC4E2C2F-A6EC-40BC-AF5F-FEECB99ABF7B}"/>
              </a:ext>
            </a:extLst>
          </p:cNvPr>
          <p:cNvSpPr>
            <a:spLocks noGrp="1"/>
          </p:cNvSpPr>
          <p:nvPr>
            <p:ph idx="1"/>
          </p:nvPr>
        </p:nvSpPr>
        <p:spPr>
          <a:xfrm>
            <a:off x="838200" y="1825624"/>
            <a:ext cx="10515600" cy="5204350"/>
          </a:xfrm>
        </p:spPr>
        <p:txBody>
          <a:bodyPr>
            <a:normAutofit lnSpcReduction="10000"/>
          </a:bodyPr>
          <a:lstStyle/>
          <a:p>
            <a:pPr marL="0" indent="0">
              <a:buNone/>
            </a:pPr>
            <a:r>
              <a:rPr lang="en-US" altLang="zh-TW" sz="2400" dirty="0"/>
              <a:t>DLSWCC (</a:t>
            </a:r>
            <a:r>
              <a:rPr lang="pt-BR" altLang="zh-TW" sz="2400" dirty="0"/>
              <a:t>Intel (R) Xeon (R) CPU E7-4830 with 2.13 GHz), compared with</a:t>
            </a:r>
            <a:endParaRPr lang="en-US" altLang="zh-TW" sz="2400" dirty="0"/>
          </a:p>
          <a:p>
            <a:pPr marL="514350" indent="-514350">
              <a:buFont typeface="+mj-lt"/>
              <a:buAutoNum type="arabicPeriod"/>
            </a:pPr>
            <a:r>
              <a:rPr lang="en-US" altLang="zh-TW" sz="2400" dirty="0"/>
              <a:t>CPLEX</a:t>
            </a:r>
          </a:p>
          <a:p>
            <a:pPr marL="514350" indent="-514350">
              <a:buFont typeface="+mj-lt"/>
              <a:buAutoNum type="arabicPeriod"/>
            </a:pPr>
            <a:r>
              <a:rPr lang="en-US" altLang="zh-TW" sz="2400" dirty="0"/>
              <a:t>Greedy Randomized Adaptative Search Procedure</a:t>
            </a:r>
            <a:r>
              <a:rPr lang="zh-TW" altLang="en-US" sz="2400" dirty="0"/>
              <a:t> </a:t>
            </a:r>
            <a:r>
              <a:rPr lang="en-US" altLang="zh-TW" sz="2400" dirty="0"/>
              <a:t>approach (GRASP)	</a:t>
            </a:r>
            <a:br>
              <a:rPr lang="en-US" altLang="zh-TW" sz="2400" dirty="0"/>
            </a:br>
            <a:r>
              <a:rPr lang="en-US" altLang="zh-TW" sz="2400" dirty="0"/>
              <a:t>(Pentium III at 800 MHz)</a:t>
            </a:r>
          </a:p>
          <a:p>
            <a:pPr marL="514350" indent="-514350">
              <a:buFont typeface="+mj-lt"/>
              <a:buAutoNum type="arabicPeriod"/>
            </a:pPr>
            <a:r>
              <a:rPr lang="en-US" altLang="zh-TW" sz="2400" dirty="0"/>
              <a:t>Ant Colony </a:t>
            </a:r>
            <a:r>
              <a:rPr lang="en-US" altLang="zh-TW" sz="2400" dirty="0" err="1"/>
              <a:t>Optimisation</a:t>
            </a:r>
            <a:r>
              <a:rPr lang="en-US" altLang="zh-TW" sz="2400" dirty="0"/>
              <a:t> (ACO) approach</a:t>
            </a:r>
            <a:br>
              <a:rPr lang="en-US" altLang="zh-TW" sz="2400" dirty="0"/>
            </a:br>
            <a:r>
              <a:rPr lang="en-US" altLang="zh-TW" sz="2400" dirty="0"/>
              <a:t>(Pentium III at 800 MHz)</a:t>
            </a:r>
          </a:p>
          <a:p>
            <a:pPr marL="514350" indent="-514350">
              <a:buFont typeface="+mj-lt"/>
              <a:buAutoNum type="arabicPeriod"/>
            </a:pPr>
            <a:r>
              <a:rPr lang="en-US" altLang="zh-TW" sz="2400" dirty="0"/>
              <a:t>EA/G approach		</a:t>
            </a:r>
            <a:br>
              <a:rPr lang="en-US" altLang="zh-TW" sz="2400" dirty="0"/>
            </a:br>
            <a:r>
              <a:rPr lang="en-US" altLang="zh-TW" sz="2400" dirty="0"/>
              <a:t>(Core 2 Duo system with 2 GB RAM running under Fedora 12 at 3.0 GHz)</a:t>
            </a:r>
          </a:p>
          <a:p>
            <a:pPr marL="514350" indent="-514350">
              <a:buFont typeface="+mj-lt"/>
              <a:buAutoNum type="arabicPeriod"/>
            </a:pPr>
            <a:endParaRPr lang="en-US" altLang="zh-TW" sz="2400" dirty="0"/>
          </a:p>
          <a:p>
            <a:pPr marL="0" indent="0">
              <a:buNone/>
            </a:pPr>
            <a:r>
              <a:rPr lang="en-US" altLang="zh-TW" sz="2400" dirty="0"/>
              <a:t>Stop condition</a:t>
            </a:r>
            <a:r>
              <a:rPr lang="zh-TW" altLang="en-US" sz="2400" dirty="0"/>
              <a:t>：</a:t>
            </a:r>
            <a:endParaRPr lang="en-US" altLang="zh-TW" sz="2400" dirty="0"/>
          </a:p>
          <a:p>
            <a:pPr marL="0" indent="0">
              <a:buNone/>
            </a:pPr>
            <a:r>
              <a:rPr lang="en-US" altLang="zh-TW" sz="2400" dirty="0"/>
              <a:t>3600 seconds  or  1,000,000 iterations</a:t>
            </a:r>
          </a:p>
          <a:p>
            <a:pPr marL="457200" indent="-457200">
              <a:buFont typeface="+mj-lt"/>
              <a:buAutoNum type="arabicPeriod"/>
            </a:pPr>
            <a:endParaRPr lang="en-US" altLang="zh-TW" sz="2400" dirty="0"/>
          </a:p>
          <a:p>
            <a:pPr marL="0" indent="0">
              <a:buNone/>
            </a:pPr>
            <a:r>
              <a:rPr lang="en-US" altLang="zh-TW" sz="2400" dirty="0"/>
              <a:t>run 16 times independently on each instance</a:t>
            </a:r>
          </a:p>
        </p:txBody>
      </p:sp>
    </p:spTree>
    <p:extLst>
      <p:ext uri="{BB962C8B-B14F-4D97-AF65-F5344CB8AC3E}">
        <p14:creationId xmlns:p14="http://schemas.microsoft.com/office/powerpoint/2010/main" val="32347706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A0E402AD-4D30-434C-991F-F88B9868F8F6}"/>
              </a:ext>
            </a:extLst>
          </p:cNvPr>
          <p:cNvPicPr>
            <a:picLocks noChangeAspect="1"/>
          </p:cNvPicPr>
          <p:nvPr/>
        </p:nvPicPr>
        <p:blipFill>
          <a:blip r:embed="rId3"/>
          <a:stretch>
            <a:fillRect/>
          </a:stretch>
        </p:blipFill>
        <p:spPr>
          <a:xfrm>
            <a:off x="0" y="53941"/>
            <a:ext cx="12192000" cy="6750117"/>
          </a:xfrm>
          <a:prstGeom prst="rect">
            <a:avLst/>
          </a:prstGeom>
        </p:spPr>
      </p:pic>
      <p:sp>
        <p:nvSpPr>
          <p:cNvPr id="6" name="矩形 5">
            <a:extLst>
              <a:ext uri="{FF2B5EF4-FFF2-40B4-BE49-F238E27FC236}">
                <a16:creationId xmlns:a16="http://schemas.microsoft.com/office/drawing/2014/main" id="{5EDA1191-E456-46C7-9F6A-768400C3E062}"/>
              </a:ext>
            </a:extLst>
          </p:cNvPr>
          <p:cNvSpPr/>
          <p:nvPr/>
        </p:nvSpPr>
        <p:spPr>
          <a:xfrm>
            <a:off x="3842157" y="419449"/>
            <a:ext cx="595619" cy="63085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a:extLst>
              <a:ext uri="{FF2B5EF4-FFF2-40B4-BE49-F238E27FC236}">
                <a16:creationId xmlns:a16="http://schemas.microsoft.com/office/drawing/2014/main" id="{2F1AD866-9C69-4EEE-8F5B-CF7049648F24}"/>
              </a:ext>
            </a:extLst>
          </p:cNvPr>
          <p:cNvCxnSpPr/>
          <p:nvPr/>
        </p:nvCxnSpPr>
        <p:spPr>
          <a:xfrm>
            <a:off x="5136205" y="291829"/>
            <a:ext cx="0" cy="676072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49673605-C665-4E03-87A5-10819729FFD4}"/>
              </a:ext>
            </a:extLst>
          </p:cNvPr>
          <p:cNvCxnSpPr/>
          <p:nvPr/>
        </p:nvCxnSpPr>
        <p:spPr>
          <a:xfrm>
            <a:off x="6819090" y="291829"/>
            <a:ext cx="0" cy="676072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F22A4AA6-8B98-473F-ABB3-3C017C803D46}"/>
              </a:ext>
            </a:extLst>
          </p:cNvPr>
          <p:cNvCxnSpPr/>
          <p:nvPr/>
        </p:nvCxnSpPr>
        <p:spPr>
          <a:xfrm>
            <a:off x="8424154" y="291829"/>
            <a:ext cx="0" cy="676072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ADFB6869-0964-4861-B229-0723FC2285FF}"/>
              </a:ext>
            </a:extLst>
          </p:cNvPr>
          <p:cNvCxnSpPr/>
          <p:nvPr/>
        </p:nvCxnSpPr>
        <p:spPr>
          <a:xfrm>
            <a:off x="10116767" y="291829"/>
            <a:ext cx="0" cy="676072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4D1FBD6-5AA3-4535-8F37-85741584BEFC}"/>
              </a:ext>
            </a:extLst>
          </p:cNvPr>
          <p:cNvSpPr/>
          <p:nvPr/>
        </p:nvSpPr>
        <p:spPr>
          <a:xfrm>
            <a:off x="7303077" y="124376"/>
            <a:ext cx="858429" cy="1674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540427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9F9713B8-D60D-49F6-8BA5-352101525EB0}"/>
              </a:ext>
            </a:extLst>
          </p:cNvPr>
          <p:cNvPicPr>
            <a:picLocks noChangeAspect="1"/>
          </p:cNvPicPr>
          <p:nvPr/>
        </p:nvPicPr>
        <p:blipFill>
          <a:blip r:embed="rId3"/>
          <a:stretch>
            <a:fillRect/>
          </a:stretch>
        </p:blipFill>
        <p:spPr>
          <a:xfrm>
            <a:off x="0" y="346956"/>
            <a:ext cx="12192000" cy="6164087"/>
          </a:xfrm>
          <a:prstGeom prst="rect">
            <a:avLst/>
          </a:prstGeom>
        </p:spPr>
      </p:pic>
      <p:sp>
        <p:nvSpPr>
          <p:cNvPr id="8" name="矩形 7">
            <a:extLst>
              <a:ext uri="{FF2B5EF4-FFF2-40B4-BE49-F238E27FC236}">
                <a16:creationId xmlns:a16="http://schemas.microsoft.com/office/drawing/2014/main" id="{9A238036-AC9F-4B9B-B0B0-174725894E4D}"/>
              </a:ext>
            </a:extLst>
          </p:cNvPr>
          <p:cNvSpPr/>
          <p:nvPr/>
        </p:nvSpPr>
        <p:spPr>
          <a:xfrm>
            <a:off x="7244709" y="356684"/>
            <a:ext cx="916797" cy="2225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接點 8">
            <a:extLst>
              <a:ext uri="{FF2B5EF4-FFF2-40B4-BE49-F238E27FC236}">
                <a16:creationId xmlns:a16="http://schemas.microsoft.com/office/drawing/2014/main" id="{239A7D98-98A0-4208-9BDB-A0AF41ECD71A}"/>
              </a:ext>
            </a:extLst>
          </p:cNvPr>
          <p:cNvCxnSpPr>
            <a:cxnSpLocks/>
          </p:cNvCxnSpPr>
          <p:nvPr/>
        </p:nvCxnSpPr>
        <p:spPr>
          <a:xfrm>
            <a:off x="4727643" y="579263"/>
            <a:ext cx="0" cy="5931780"/>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F5A7AC60-FFFA-4509-99A4-989D9E2F2CEE}"/>
              </a:ext>
            </a:extLst>
          </p:cNvPr>
          <p:cNvCxnSpPr>
            <a:cxnSpLocks/>
          </p:cNvCxnSpPr>
          <p:nvPr/>
        </p:nvCxnSpPr>
        <p:spPr>
          <a:xfrm>
            <a:off x="6420256" y="579263"/>
            <a:ext cx="0" cy="5931780"/>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E7D5CD4D-AA11-48BB-86A7-A186C71777BE}"/>
              </a:ext>
            </a:extLst>
          </p:cNvPr>
          <p:cNvCxnSpPr>
            <a:cxnSpLocks/>
          </p:cNvCxnSpPr>
          <p:nvPr/>
        </p:nvCxnSpPr>
        <p:spPr>
          <a:xfrm>
            <a:off x="8229600" y="579263"/>
            <a:ext cx="0" cy="5931780"/>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0A5CEF65-C850-4C69-9C95-7C0C6E1CF3CF}"/>
              </a:ext>
            </a:extLst>
          </p:cNvPr>
          <p:cNvCxnSpPr>
            <a:cxnSpLocks/>
          </p:cNvCxnSpPr>
          <p:nvPr/>
        </p:nvCxnSpPr>
        <p:spPr>
          <a:xfrm>
            <a:off x="9941668" y="579263"/>
            <a:ext cx="0" cy="5931780"/>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A3AB528A-579E-413C-94CD-3D1A3160D91B}"/>
              </a:ext>
            </a:extLst>
          </p:cNvPr>
          <p:cNvSpPr/>
          <p:nvPr/>
        </p:nvSpPr>
        <p:spPr>
          <a:xfrm>
            <a:off x="9435831" y="4708187"/>
            <a:ext cx="437738" cy="359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C80F975F-389D-4D48-B579-01636E832D92}"/>
              </a:ext>
            </a:extLst>
          </p:cNvPr>
          <p:cNvSpPr/>
          <p:nvPr/>
        </p:nvSpPr>
        <p:spPr>
          <a:xfrm>
            <a:off x="11060342" y="4708187"/>
            <a:ext cx="573935" cy="359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732BB26A-622F-433A-A1AF-15F34088E35D}"/>
              </a:ext>
            </a:extLst>
          </p:cNvPr>
          <p:cNvSpPr/>
          <p:nvPr/>
        </p:nvSpPr>
        <p:spPr>
          <a:xfrm>
            <a:off x="9435831" y="5458837"/>
            <a:ext cx="437738" cy="359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C6FE386D-959E-44E7-92C2-1263F20ABE16}"/>
              </a:ext>
            </a:extLst>
          </p:cNvPr>
          <p:cNvSpPr/>
          <p:nvPr/>
        </p:nvSpPr>
        <p:spPr>
          <a:xfrm>
            <a:off x="11060342" y="5449109"/>
            <a:ext cx="573935" cy="359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FAB15DF2-531C-4FA1-B53B-2A02B191E01B}"/>
              </a:ext>
            </a:extLst>
          </p:cNvPr>
          <p:cNvSpPr/>
          <p:nvPr/>
        </p:nvSpPr>
        <p:spPr>
          <a:xfrm>
            <a:off x="9435831" y="2081719"/>
            <a:ext cx="437738" cy="359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97CA7FB5-7570-4D6A-93BC-FB90DDF50ACD}"/>
              </a:ext>
            </a:extLst>
          </p:cNvPr>
          <p:cNvSpPr/>
          <p:nvPr/>
        </p:nvSpPr>
        <p:spPr>
          <a:xfrm>
            <a:off x="11060342" y="2081718"/>
            <a:ext cx="573935" cy="3599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9F85FAC6-7772-44F6-AE59-A3C16F694D12}"/>
              </a:ext>
            </a:extLst>
          </p:cNvPr>
          <p:cNvSpPr/>
          <p:nvPr/>
        </p:nvSpPr>
        <p:spPr>
          <a:xfrm>
            <a:off x="4169925" y="1493240"/>
            <a:ext cx="437738" cy="19294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9DAF94BC-41EC-46F8-A902-AFBB6B24326C}"/>
              </a:ext>
            </a:extLst>
          </p:cNvPr>
          <p:cNvSpPr/>
          <p:nvPr/>
        </p:nvSpPr>
        <p:spPr>
          <a:xfrm>
            <a:off x="10009768" y="1493240"/>
            <a:ext cx="437738" cy="19294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C2D14DDA-73FF-4AB2-8FC9-361AC5DED86C}"/>
              </a:ext>
            </a:extLst>
          </p:cNvPr>
          <p:cNvSpPr/>
          <p:nvPr/>
        </p:nvSpPr>
        <p:spPr>
          <a:xfrm>
            <a:off x="4169925" y="1888770"/>
            <a:ext cx="437738" cy="19294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9AA5523F-5196-4205-A281-80504D79B9E9}"/>
              </a:ext>
            </a:extLst>
          </p:cNvPr>
          <p:cNvSpPr/>
          <p:nvPr/>
        </p:nvSpPr>
        <p:spPr>
          <a:xfrm>
            <a:off x="10009768" y="1888770"/>
            <a:ext cx="437738" cy="19294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836A80C3-948B-4D94-A681-E983AFE9EFC6}"/>
              </a:ext>
            </a:extLst>
          </p:cNvPr>
          <p:cNvSpPr/>
          <p:nvPr/>
        </p:nvSpPr>
        <p:spPr>
          <a:xfrm>
            <a:off x="4169925" y="3749847"/>
            <a:ext cx="437738" cy="19294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1483A1ED-3ABF-4FBE-BBBE-8C6363224E9A}"/>
              </a:ext>
            </a:extLst>
          </p:cNvPr>
          <p:cNvSpPr/>
          <p:nvPr/>
        </p:nvSpPr>
        <p:spPr>
          <a:xfrm>
            <a:off x="10009768" y="3749847"/>
            <a:ext cx="437738" cy="19294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751069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F94EA1B2-FC1E-474B-A7C5-D2894EC41D3F}"/>
              </a:ext>
            </a:extLst>
          </p:cNvPr>
          <p:cNvPicPr>
            <a:picLocks noChangeAspect="1"/>
          </p:cNvPicPr>
          <p:nvPr/>
        </p:nvPicPr>
        <p:blipFill>
          <a:blip r:embed="rId3"/>
          <a:stretch>
            <a:fillRect/>
          </a:stretch>
        </p:blipFill>
        <p:spPr>
          <a:xfrm>
            <a:off x="0" y="0"/>
            <a:ext cx="12192000" cy="3581058"/>
          </a:xfrm>
          <a:prstGeom prst="rect">
            <a:avLst/>
          </a:prstGeom>
        </p:spPr>
      </p:pic>
      <p:pic>
        <p:nvPicPr>
          <p:cNvPr id="7" name="圖片 6">
            <a:extLst>
              <a:ext uri="{FF2B5EF4-FFF2-40B4-BE49-F238E27FC236}">
                <a16:creationId xmlns:a16="http://schemas.microsoft.com/office/drawing/2014/main" id="{86DF3539-5503-4EF2-B936-81C4ACC07C43}"/>
              </a:ext>
            </a:extLst>
          </p:cNvPr>
          <p:cNvPicPr>
            <a:picLocks noChangeAspect="1"/>
          </p:cNvPicPr>
          <p:nvPr/>
        </p:nvPicPr>
        <p:blipFill>
          <a:blip r:embed="rId4"/>
          <a:stretch>
            <a:fillRect/>
          </a:stretch>
        </p:blipFill>
        <p:spPr>
          <a:xfrm>
            <a:off x="0" y="4180612"/>
            <a:ext cx="12192000" cy="2677388"/>
          </a:xfrm>
          <a:prstGeom prst="rect">
            <a:avLst/>
          </a:prstGeom>
        </p:spPr>
      </p:pic>
      <p:cxnSp>
        <p:nvCxnSpPr>
          <p:cNvPr id="8" name="直線接點 7">
            <a:extLst>
              <a:ext uri="{FF2B5EF4-FFF2-40B4-BE49-F238E27FC236}">
                <a16:creationId xmlns:a16="http://schemas.microsoft.com/office/drawing/2014/main" id="{7BA57453-27D9-4788-9D6C-2A3434CE473C}"/>
              </a:ext>
            </a:extLst>
          </p:cNvPr>
          <p:cNvCxnSpPr>
            <a:cxnSpLocks/>
          </p:cNvCxnSpPr>
          <p:nvPr/>
        </p:nvCxnSpPr>
        <p:spPr>
          <a:xfrm>
            <a:off x="6819090" y="271234"/>
            <a:ext cx="0" cy="330982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D6AF3AA3-69F4-4C13-AC8D-BCF21CC1A312}"/>
              </a:ext>
            </a:extLst>
          </p:cNvPr>
          <p:cNvCxnSpPr>
            <a:cxnSpLocks/>
          </p:cNvCxnSpPr>
          <p:nvPr/>
        </p:nvCxnSpPr>
        <p:spPr>
          <a:xfrm>
            <a:off x="6011694" y="271234"/>
            <a:ext cx="0" cy="330982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FFCA2B09-EFC7-4A8A-B0AD-6D8EA1E082F3}"/>
              </a:ext>
            </a:extLst>
          </p:cNvPr>
          <p:cNvCxnSpPr>
            <a:cxnSpLocks/>
          </p:cNvCxnSpPr>
          <p:nvPr/>
        </p:nvCxnSpPr>
        <p:spPr>
          <a:xfrm>
            <a:off x="9075907" y="271234"/>
            <a:ext cx="0" cy="330982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0EE7DAE9-0EB4-4FC6-A776-65F69878CFC8}"/>
              </a:ext>
            </a:extLst>
          </p:cNvPr>
          <p:cNvSpPr/>
          <p:nvPr/>
        </p:nvSpPr>
        <p:spPr>
          <a:xfrm>
            <a:off x="8385243" y="1159210"/>
            <a:ext cx="612841" cy="15353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1246DFC5-EB53-4A41-9647-63347E8968B5}"/>
              </a:ext>
            </a:extLst>
          </p:cNvPr>
          <p:cNvSpPr/>
          <p:nvPr/>
        </p:nvSpPr>
        <p:spPr>
          <a:xfrm>
            <a:off x="10642057" y="1159210"/>
            <a:ext cx="826854" cy="15353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接點 14">
            <a:extLst>
              <a:ext uri="{FF2B5EF4-FFF2-40B4-BE49-F238E27FC236}">
                <a16:creationId xmlns:a16="http://schemas.microsoft.com/office/drawing/2014/main" id="{5BE14AF9-E0C9-4004-A6E1-24CF6CD98EF3}"/>
              </a:ext>
            </a:extLst>
          </p:cNvPr>
          <p:cNvCxnSpPr>
            <a:cxnSpLocks/>
          </p:cNvCxnSpPr>
          <p:nvPr/>
        </p:nvCxnSpPr>
        <p:spPr>
          <a:xfrm>
            <a:off x="7156315" y="4396903"/>
            <a:ext cx="0" cy="254668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2C2CA008-EF31-41E7-93F3-2038E2002B14}"/>
              </a:ext>
            </a:extLst>
          </p:cNvPr>
          <p:cNvCxnSpPr>
            <a:cxnSpLocks/>
          </p:cNvCxnSpPr>
          <p:nvPr/>
        </p:nvCxnSpPr>
        <p:spPr>
          <a:xfrm>
            <a:off x="8717604" y="4396903"/>
            <a:ext cx="0" cy="254668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A10B029D-64CD-48C0-AF1E-D908C890FA0A}"/>
              </a:ext>
            </a:extLst>
          </p:cNvPr>
          <p:cNvCxnSpPr>
            <a:cxnSpLocks/>
          </p:cNvCxnSpPr>
          <p:nvPr/>
        </p:nvCxnSpPr>
        <p:spPr>
          <a:xfrm>
            <a:off x="10458855" y="4396903"/>
            <a:ext cx="0" cy="254668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7336ACB4-C92C-4951-986B-EA48E131CECA}"/>
              </a:ext>
            </a:extLst>
          </p:cNvPr>
          <p:cNvSpPr/>
          <p:nvPr/>
        </p:nvSpPr>
        <p:spPr>
          <a:xfrm>
            <a:off x="7958421" y="111304"/>
            <a:ext cx="543554" cy="1793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1378E37E-DB22-4BFC-ADDC-5103D842EFF0}"/>
              </a:ext>
            </a:extLst>
          </p:cNvPr>
          <p:cNvSpPr/>
          <p:nvPr/>
        </p:nvSpPr>
        <p:spPr>
          <a:xfrm>
            <a:off x="5316175" y="2694561"/>
            <a:ext cx="617689" cy="47647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7470AE09-EB54-494A-9464-5B271CE00319}"/>
              </a:ext>
            </a:extLst>
          </p:cNvPr>
          <p:cNvSpPr/>
          <p:nvPr/>
        </p:nvSpPr>
        <p:spPr>
          <a:xfrm>
            <a:off x="9128608" y="2694561"/>
            <a:ext cx="617689" cy="47647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611914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E7C7C4-A85C-47FD-BD3C-954CFD45104B}"/>
              </a:ext>
            </a:extLst>
          </p:cNvPr>
          <p:cNvSpPr>
            <a:spLocks noGrp="1"/>
          </p:cNvSpPr>
          <p:nvPr>
            <p:ph type="title"/>
          </p:nvPr>
        </p:nvSpPr>
        <p:spPr/>
        <p:txBody>
          <a:bodyPr/>
          <a:lstStyle/>
          <a:p>
            <a:r>
              <a:rPr lang="en-US" altLang="zh-TW" dirty="0"/>
              <a:t>Implementation</a:t>
            </a:r>
            <a:endParaRPr lang="zh-TW" altLang="en-US" dirty="0"/>
          </a:p>
        </p:txBody>
      </p:sp>
      <p:sp>
        <p:nvSpPr>
          <p:cNvPr id="3" name="內容版面配置區 2">
            <a:extLst>
              <a:ext uri="{FF2B5EF4-FFF2-40B4-BE49-F238E27FC236}">
                <a16:creationId xmlns:a16="http://schemas.microsoft.com/office/drawing/2014/main" id="{DA762736-1789-42C0-9660-DA4F6ABBF270}"/>
              </a:ext>
            </a:extLst>
          </p:cNvPr>
          <p:cNvSpPr>
            <a:spLocks noGrp="1"/>
          </p:cNvSpPr>
          <p:nvPr>
            <p:ph idx="1"/>
          </p:nvPr>
        </p:nvSpPr>
        <p:spPr/>
        <p:txBody>
          <a:bodyPr/>
          <a:lstStyle/>
          <a:p>
            <a:pPr marL="514350" indent="-514350">
              <a:buFont typeface="+mj-lt"/>
              <a:buAutoNum type="arabicPeriod"/>
            </a:pPr>
            <a:r>
              <a:rPr lang="en-US" altLang="zh-TW" dirty="0"/>
              <a:t>routing and scheduling trains at intersections in railway operations</a:t>
            </a:r>
          </a:p>
          <a:p>
            <a:pPr marL="514350" indent="-514350">
              <a:buFont typeface="+mj-lt"/>
              <a:buAutoNum type="arabicPeriod"/>
            </a:pPr>
            <a:r>
              <a:rPr lang="en-US" altLang="zh-TW" dirty="0"/>
              <a:t>selecting winning bids in combinatorial auctions</a:t>
            </a:r>
          </a:p>
          <a:p>
            <a:pPr marL="514350" indent="-514350">
              <a:buFont typeface="+mj-lt"/>
              <a:buAutoNum type="arabicPeriod"/>
            </a:pPr>
            <a:r>
              <a:rPr lang="en-US" altLang="zh-TW" dirty="0"/>
              <a:t>surgical operations scheduling</a:t>
            </a:r>
          </a:p>
          <a:p>
            <a:pPr marL="514350" indent="-514350">
              <a:buFont typeface="+mj-lt"/>
              <a:buAutoNum type="arabicPeriod"/>
            </a:pPr>
            <a:r>
              <a:rPr lang="en-US" altLang="zh-TW" dirty="0"/>
              <a:t>packets scheduling and transmission in communication networks</a:t>
            </a:r>
          </a:p>
          <a:p>
            <a:pPr marL="0" indent="0">
              <a:buNone/>
            </a:pPr>
            <a:r>
              <a:rPr lang="en-US" altLang="zh-TW" dirty="0"/>
              <a:t>among many others.</a:t>
            </a:r>
            <a:endParaRPr lang="zh-TW" altLang="en-US" dirty="0"/>
          </a:p>
        </p:txBody>
      </p:sp>
    </p:spTree>
    <p:extLst>
      <p:ext uri="{BB962C8B-B14F-4D97-AF65-F5344CB8AC3E}">
        <p14:creationId xmlns:p14="http://schemas.microsoft.com/office/powerpoint/2010/main" val="16943275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5865</TotalTime>
  <Words>1592</Words>
  <Application>Microsoft Office PowerPoint</Application>
  <PresentationFormat>寬螢幕</PresentationFormat>
  <Paragraphs>386</Paragraphs>
  <Slides>21</Slides>
  <Notes>14</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21</vt:i4>
      </vt:variant>
    </vt:vector>
  </HeadingPairs>
  <TitlesOfParts>
    <vt:vector size="29" baseType="lpstr">
      <vt:lpstr>Arial</vt:lpstr>
      <vt:lpstr>Arial</vt:lpstr>
      <vt:lpstr>Calibri</vt:lpstr>
      <vt:lpstr>Calibri Light</vt:lpstr>
      <vt:lpstr>Cambria Math</vt:lpstr>
      <vt:lpstr>Matura MT Script Capitals</vt:lpstr>
      <vt:lpstr>Times New Roman</vt:lpstr>
      <vt:lpstr>Office 佈景主題</vt:lpstr>
      <vt:lpstr>Solving the Set Packing Problem via a Maximum Weighted Independent Set Heuristic</vt:lpstr>
      <vt:lpstr>Abstract</vt:lpstr>
      <vt:lpstr>Set Packing Problem (SPP)</vt:lpstr>
      <vt:lpstr>Set Packing Problem (SPP) proved by Karp</vt:lpstr>
      <vt:lpstr>SPP to Maximum Weighted Independent Set (MWIS)</vt:lpstr>
      <vt:lpstr>MWIS ≡ minimum weighted vertex cover (MWVC)</vt:lpstr>
      <vt:lpstr>Diversion Local Search Based on Weighted Configuration Checking (DLSWCC)</vt:lpstr>
      <vt:lpstr>Diversion Local Search Based on Weighted Configuration Checking (DLSWCC)</vt:lpstr>
      <vt:lpstr>Algorithm</vt:lpstr>
      <vt:lpstr>Greedy MWVC</vt:lpstr>
      <vt:lpstr>Greedy MWVC</vt:lpstr>
      <vt:lpstr>Algorithm － while loop (remove)</vt:lpstr>
      <vt:lpstr>Algorithm － while loop (remove)</vt:lpstr>
      <vt:lpstr>Algorithm</vt:lpstr>
      <vt:lpstr>Algorithm － while loop (select)</vt:lpstr>
      <vt:lpstr>Algorithm － while loop (select)</vt:lpstr>
      <vt:lpstr>Experiment</vt:lpstr>
      <vt:lpstr>PowerPoint 簡報</vt:lpstr>
      <vt:lpstr>PowerPoint 簡報</vt:lpstr>
      <vt:lpstr>PowerPoint 簡報</vt:lpstr>
      <vt:lpstr>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String Matching Algorithm Based on Logical Indexing</dc:title>
  <dc:creator>育誠 張</dc:creator>
  <cp:lastModifiedBy>pplab</cp:lastModifiedBy>
  <cp:revision>2060</cp:revision>
  <dcterms:created xsi:type="dcterms:W3CDTF">2020-01-13T05:19:55Z</dcterms:created>
  <dcterms:modified xsi:type="dcterms:W3CDTF">2021-04-13T10:41:18Z</dcterms:modified>
</cp:coreProperties>
</file>