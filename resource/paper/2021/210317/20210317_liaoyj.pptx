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9" r:id="rId3"/>
    <p:sldId id="258" r:id="rId4"/>
    <p:sldId id="257" r:id="rId5"/>
    <p:sldId id="270" r:id="rId6"/>
    <p:sldId id="259" r:id="rId7"/>
    <p:sldId id="260" r:id="rId8"/>
    <p:sldId id="261" r:id="rId9"/>
    <p:sldId id="262" r:id="rId10"/>
    <p:sldId id="263" r:id="rId11"/>
    <p:sldId id="266" r:id="rId12"/>
    <p:sldId id="264" r:id="rId13"/>
    <p:sldId id="265" r:id="rId14"/>
    <p:sldId id="267"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郁儒 廖" initials="郁儒" lastIdx="1" clrIdx="0">
    <p:extLst>
      <p:ext uri="{19B8F6BF-5375-455C-9EA6-DF929625EA0E}">
        <p15:presenceInfo xmlns:p15="http://schemas.microsoft.com/office/powerpoint/2012/main" userId="189a1d031aa848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B41E23-752A-40D8-9750-0FD17BCFECA6}" v="158" dt="2021-03-17T08:06:01.728"/>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94660"/>
  </p:normalViewPr>
  <p:slideViewPr>
    <p:cSldViewPr snapToGrid="0">
      <p:cViewPr varScale="1">
        <p:scale>
          <a:sx n="108" d="100"/>
          <a:sy n="108" d="100"/>
        </p:scale>
        <p:origin x="61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郁儒 廖" userId="189a1d031aa848d3" providerId="LiveId" clId="{BAB41E23-752A-40D8-9750-0FD17BCFECA6}"/>
    <pc:docChg chg="undo custSel addSld delSld modSld">
      <pc:chgData name="郁儒 廖" userId="189a1d031aa848d3" providerId="LiveId" clId="{BAB41E23-752A-40D8-9750-0FD17BCFECA6}" dt="2021-03-17T08:06:19.608" v="1024" actId="20577"/>
      <pc:docMkLst>
        <pc:docMk/>
      </pc:docMkLst>
      <pc:sldChg chg="addSp modSp new mod">
        <pc:chgData name="郁儒 廖" userId="189a1d031aa848d3" providerId="LiveId" clId="{BAB41E23-752A-40D8-9750-0FD17BCFECA6}" dt="2021-03-17T08:06:19.608" v="1024" actId="20577"/>
        <pc:sldMkLst>
          <pc:docMk/>
          <pc:sldMk cId="199466431" sldId="256"/>
        </pc:sldMkLst>
        <pc:spChg chg="mod">
          <ac:chgData name="郁儒 廖" userId="189a1d031aa848d3" providerId="LiveId" clId="{BAB41E23-752A-40D8-9750-0FD17BCFECA6}" dt="2021-03-12T16:07:14.219" v="18" actId="20577"/>
          <ac:spMkLst>
            <pc:docMk/>
            <pc:sldMk cId="199466431" sldId="256"/>
            <ac:spMk id="2" creationId="{2B2375CF-A388-49CC-94BE-71F2AA14642C}"/>
          </ac:spMkLst>
        </pc:spChg>
        <pc:spChg chg="mod">
          <ac:chgData name="郁儒 廖" userId="189a1d031aa848d3" providerId="LiveId" clId="{BAB41E23-752A-40D8-9750-0FD17BCFECA6}" dt="2021-03-12T16:07:50.582" v="22" actId="108"/>
          <ac:spMkLst>
            <pc:docMk/>
            <pc:sldMk cId="199466431" sldId="256"/>
            <ac:spMk id="3" creationId="{0F9C6238-D1C4-4B44-90D5-329B9E4675E2}"/>
          </ac:spMkLst>
        </pc:spChg>
        <pc:spChg chg="add mod">
          <ac:chgData name="郁儒 廖" userId="189a1d031aa848d3" providerId="LiveId" clId="{BAB41E23-752A-40D8-9750-0FD17BCFECA6}" dt="2021-03-17T08:06:19.608" v="1024" actId="20577"/>
          <ac:spMkLst>
            <pc:docMk/>
            <pc:sldMk cId="199466431" sldId="256"/>
            <ac:spMk id="4" creationId="{2EF3AD86-AA11-49CD-812B-94F481F99250}"/>
          </ac:spMkLst>
        </pc:spChg>
      </pc:sldChg>
      <pc:sldChg chg="addSp delSp modSp new mod">
        <pc:chgData name="郁儒 廖" userId="189a1d031aa848d3" providerId="LiveId" clId="{BAB41E23-752A-40D8-9750-0FD17BCFECA6}" dt="2021-03-16T14:05:53.028" v="1007" actId="1037"/>
        <pc:sldMkLst>
          <pc:docMk/>
          <pc:sldMk cId="3197570999" sldId="257"/>
        </pc:sldMkLst>
        <pc:spChg chg="mod">
          <ac:chgData name="郁儒 廖" userId="189a1d031aa848d3" providerId="LiveId" clId="{BAB41E23-752A-40D8-9750-0FD17BCFECA6}" dt="2021-03-16T11:30:44.320" v="937" actId="20577"/>
          <ac:spMkLst>
            <pc:docMk/>
            <pc:sldMk cId="3197570999" sldId="257"/>
            <ac:spMk id="2" creationId="{829C92FE-E474-4CD1-ACE9-2167D7EEA573}"/>
          </ac:spMkLst>
        </pc:spChg>
        <pc:spChg chg="del">
          <ac:chgData name="郁儒 廖" userId="189a1d031aa848d3" providerId="LiveId" clId="{BAB41E23-752A-40D8-9750-0FD17BCFECA6}" dt="2021-03-13T06:31:50.229" v="184" actId="478"/>
          <ac:spMkLst>
            <pc:docMk/>
            <pc:sldMk cId="3197570999" sldId="257"/>
            <ac:spMk id="3" creationId="{B505DC4C-95EA-4447-981E-B920351932DD}"/>
          </ac:spMkLst>
        </pc:spChg>
        <pc:spChg chg="add mod">
          <ac:chgData name="郁儒 廖" userId="189a1d031aa848d3" providerId="LiveId" clId="{BAB41E23-752A-40D8-9750-0FD17BCFECA6}" dt="2021-03-16T11:36:39.298" v="949" actId="14100"/>
          <ac:spMkLst>
            <pc:docMk/>
            <pc:sldMk cId="3197570999" sldId="257"/>
            <ac:spMk id="4" creationId="{45161AAE-CDB5-4D4D-8B6B-8658B07765F3}"/>
          </ac:spMkLst>
        </pc:spChg>
        <pc:spChg chg="add del mod">
          <ac:chgData name="郁儒 廖" userId="189a1d031aa848d3" providerId="LiveId" clId="{BAB41E23-752A-40D8-9750-0FD17BCFECA6}" dt="2021-03-13T06:36:06.953" v="243"/>
          <ac:spMkLst>
            <pc:docMk/>
            <pc:sldMk cId="3197570999" sldId="257"/>
            <ac:spMk id="7" creationId="{E3420857-0584-40D5-B427-473B9B34EDE6}"/>
          </ac:spMkLst>
        </pc:spChg>
        <pc:spChg chg="add mod">
          <ac:chgData name="郁儒 廖" userId="189a1d031aa848d3" providerId="LiveId" clId="{BAB41E23-752A-40D8-9750-0FD17BCFECA6}" dt="2021-03-16T11:36:52.921" v="951" actId="1076"/>
          <ac:spMkLst>
            <pc:docMk/>
            <pc:sldMk cId="3197570999" sldId="257"/>
            <ac:spMk id="8" creationId="{85ED199D-8F90-4C81-9EC4-844A2DA9F43D}"/>
          </ac:spMkLst>
        </pc:spChg>
        <pc:spChg chg="add del mod">
          <ac:chgData name="郁儒 廖" userId="189a1d031aa848d3" providerId="LiveId" clId="{BAB41E23-752A-40D8-9750-0FD17BCFECA6}" dt="2021-03-16T11:36:59.476" v="953" actId="478"/>
          <ac:spMkLst>
            <pc:docMk/>
            <pc:sldMk cId="3197570999" sldId="257"/>
            <ac:spMk id="9" creationId="{B3AF737F-BD88-4A59-9D36-6B1D680F054E}"/>
          </ac:spMkLst>
        </pc:spChg>
        <pc:spChg chg="add mod">
          <ac:chgData name="郁儒 廖" userId="189a1d031aa848d3" providerId="LiveId" clId="{BAB41E23-752A-40D8-9750-0FD17BCFECA6}" dt="2021-03-16T14:04:55.651" v="984" actId="1076"/>
          <ac:spMkLst>
            <pc:docMk/>
            <pc:sldMk cId="3197570999" sldId="257"/>
            <ac:spMk id="10" creationId="{8F030564-BCCD-42B1-8F72-320BBFA15324}"/>
          </ac:spMkLst>
        </pc:spChg>
        <pc:graphicFrameChg chg="add del mod modGraphic">
          <ac:chgData name="郁儒 廖" userId="189a1d031aa848d3" providerId="LiveId" clId="{BAB41E23-752A-40D8-9750-0FD17BCFECA6}" dt="2021-03-13T06:33:06.821" v="194" actId="478"/>
          <ac:graphicFrameMkLst>
            <pc:docMk/>
            <pc:sldMk cId="3197570999" sldId="257"/>
            <ac:graphicFrameMk id="5" creationId="{BBF112B1-7700-4931-B21D-F06AC84E694A}"/>
          </ac:graphicFrameMkLst>
        </pc:graphicFrameChg>
        <pc:graphicFrameChg chg="add mod modGraphic">
          <ac:chgData name="郁儒 廖" userId="189a1d031aa848d3" providerId="LiveId" clId="{BAB41E23-752A-40D8-9750-0FD17BCFECA6}" dt="2021-03-13T06:36:42.486" v="257" actId="122"/>
          <ac:graphicFrameMkLst>
            <pc:docMk/>
            <pc:sldMk cId="3197570999" sldId="257"/>
            <ac:graphicFrameMk id="6" creationId="{AC08FD77-19B8-4FAC-8280-76718F8BF073}"/>
          </ac:graphicFrameMkLst>
        </pc:graphicFrameChg>
        <pc:cxnChg chg="add mod">
          <ac:chgData name="郁儒 廖" userId="189a1d031aa848d3" providerId="LiveId" clId="{BAB41E23-752A-40D8-9750-0FD17BCFECA6}" dt="2021-03-16T14:05:53.028" v="1007" actId="1037"/>
          <ac:cxnSpMkLst>
            <pc:docMk/>
            <pc:sldMk cId="3197570999" sldId="257"/>
            <ac:cxnSpMk id="11" creationId="{EB523AA9-E57C-41A5-B020-576DE2C67E61}"/>
          </ac:cxnSpMkLst>
        </pc:cxnChg>
      </pc:sldChg>
      <pc:sldChg chg="addSp delSp modSp add mod addCm delCm">
        <pc:chgData name="郁儒 廖" userId="189a1d031aa848d3" providerId="LiveId" clId="{BAB41E23-752A-40D8-9750-0FD17BCFECA6}" dt="2021-03-16T14:02:07.236" v="980" actId="1076"/>
        <pc:sldMkLst>
          <pc:docMk/>
          <pc:sldMk cId="3581388291" sldId="258"/>
        </pc:sldMkLst>
        <pc:spChg chg="mod">
          <ac:chgData name="郁儒 廖" userId="189a1d031aa848d3" providerId="LiveId" clId="{BAB41E23-752A-40D8-9750-0FD17BCFECA6}" dt="2021-03-16T11:30:49.945" v="938" actId="20577"/>
          <ac:spMkLst>
            <pc:docMk/>
            <pc:sldMk cId="3581388291" sldId="258"/>
            <ac:spMk id="2" creationId="{829C92FE-E474-4CD1-ACE9-2167D7EEA573}"/>
          </ac:spMkLst>
        </pc:spChg>
        <pc:spChg chg="del">
          <ac:chgData name="郁儒 廖" userId="189a1d031aa848d3" providerId="LiveId" clId="{BAB41E23-752A-40D8-9750-0FD17BCFECA6}" dt="2021-03-13T06:23:26.940" v="27"/>
          <ac:spMkLst>
            <pc:docMk/>
            <pc:sldMk cId="3581388291" sldId="258"/>
            <ac:spMk id="3" creationId="{B505DC4C-95EA-4447-981E-B920351932DD}"/>
          </ac:spMkLst>
        </pc:spChg>
        <pc:spChg chg="add mod">
          <ac:chgData name="郁儒 廖" userId="189a1d031aa848d3" providerId="LiveId" clId="{BAB41E23-752A-40D8-9750-0FD17BCFECA6}" dt="2021-03-16T11:34:59.940" v="942" actId="20577"/>
          <ac:spMkLst>
            <pc:docMk/>
            <pc:sldMk cId="3581388291" sldId="258"/>
            <ac:spMk id="11" creationId="{BA8C8F34-E88D-4983-9473-650FBAA775F5}"/>
          </ac:spMkLst>
        </pc:spChg>
        <pc:spChg chg="add mod">
          <ac:chgData name="郁儒 廖" userId="189a1d031aa848d3" providerId="LiveId" clId="{BAB41E23-752A-40D8-9750-0FD17BCFECA6}" dt="2021-03-16T11:35:17.750" v="946" actId="1582"/>
          <ac:spMkLst>
            <pc:docMk/>
            <pc:sldMk cId="3581388291" sldId="258"/>
            <ac:spMk id="12" creationId="{6186A2F2-1341-4F60-99DE-EAC77522C84B}"/>
          </ac:spMkLst>
        </pc:spChg>
        <pc:spChg chg="add mod">
          <ac:chgData name="郁儒 廖" userId="189a1d031aa848d3" providerId="LiveId" clId="{BAB41E23-752A-40D8-9750-0FD17BCFECA6}" dt="2021-03-16T11:35:23.778" v="948" actId="1076"/>
          <ac:spMkLst>
            <pc:docMk/>
            <pc:sldMk cId="3581388291" sldId="258"/>
            <ac:spMk id="13" creationId="{33DD9F3D-F71B-4D29-B73F-0C4940959C3D}"/>
          </ac:spMkLst>
        </pc:spChg>
        <pc:picChg chg="add mod modCrop">
          <ac:chgData name="郁儒 廖" userId="189a1d031aa848d3" providerId="LiveId" clId="{BAB41E23-752A-40D8-9750-0FD17BCFECA6}" dt="2021-03-16T14:02:07.236" v="980" actId="1076"/>
          <ac:picMkLst>
            <pc:docMk/>
            <pc:sldMk cId="3581388291" sldId="258"/>
            <ac:picMk id="5" creationId="{692240FC-2A92-411E-937C-6745BAC16D32}"/>
          </ac:picMkLst>
        </pc:picChg>
        <pc:picChg chg="add del mod">
          <ac:chgData name="郁儒 廖" userId="189a1d031aa848d3" providerId="LiveId" clId="{BAB41E23-752A-40D8-9750-0FD17BCFECA6}" dt="2021-03-13T06:24:30.340" v="38" actId="478"/>
          <ac:picMkLst>
            <pc:docMk/>
            <pc:sldMk cId="3581388291" sldId="258"/>
            <ac:picMk id="6" creationId="{5AE805E2-A3AA-4004-B9B3-75B5FEE577FA}"/>
          </ac:picMkLst>
        </pc:picChg>
        <pc:picChg chg="add mod modCrop">
          <ac:chgData name="郁儒 廖" userId="189a1d031aa848d3" providerId="LiveId" clId="{BAB41E23-752A-40D8-9750-0FD17BCFECA6}" dt="2021-03-13T16:13:00.938" v="526" actId="1076"/>
          <ac:picMkLst>
            <pc:docMk/>
            <pc:sldMk cId="3581388291" sldId="258"/>
            <ac:picMk id="7" creationId="{72132B81-9D8F-4282-8EBD-96D562C10CAA}"/>
          </ac:picMkLst>
        </pc:picChg>
        <pc:picChg chg="add mod modCrop">
          <ac:chgData name="郁儒 廖" userId="189a1d031aa848d3" providerId="LiveId" clId="{BAB41E23-752A-40D8-9750-0FD17BCFECA6}" dt="2021-03-13T16:13:02.506" v="527" actId="1076"/>
          <ac:picMkLst>
            <pc:docMk/>
            <pc:sldMk cId="3581388291" sldId="258"/>
            <ac:picMk id="8" creationId="{EA839AB7-FB0D-476B-A707-CB90513FAC05}"/>
          </ac:picMkLst>
        </pc:picChg>
        <pc:picChg chg="add mod modCrop">
          <ac:chgData name="郁儒 廖" userId="189a1d031aa848d3" providerId="LiveId" clId="{BAB41E23-752A-40D8-9750-0FD17BCFECA6}" dt="2021-03-13T16:13:03.995" v="528" actId="1076"/>
          <ac:picMkLst>
            <pc:docMk/>
            <pc:sldMk cId="3581388291" sldId="258"/>
            <ac:picMk id="9" creationId="{91FF1E3F-99B1-4D9F-976A-F56EC65DEEB8}"/>
          </ac:picMkLst>
        </pc:picChg>
        <pc:picChg chg="add mod modCrop">
          <ac:chgData name="郁儒 廖" userId="189a1d031aa848d3" providerId="LiveId" clId="{BAB41E23-752A-40D8-9750-0FD17BCFECA6}" dt="2021-03-13T06:28:31.966" v="118" actId="1036"/>
          <ac:picMkLst>
            <pc:docMk/>
            <pc:sldMk cId="3581388291" sldId="258"/>
            <ac:picMk id="10" creationId="{EAAAC467-8D91-4C08-B744-ED223666A4CB}"/>
          </ac:picMkLst>
        </pc:picChg>
      </pc:sldChg>
      <pc:sldChg chg="addSp delSp modSp add mod">
        <pc:chgData name="郁儒 廖" userId="189a1d031aa848d3" providerId="LiveId" clId="{BAB41E23-752A-40D8-9750-0FD17BCFECA6}" dt="2021-03-16T11:30:39.931" v="936" actId="20577"/>
        <pc:sldMkLst>
          <pc:docMk/>
          <pc:sldMk cId="1606515002" sldId="259"/>
        </pc:sldMkLst>
        <pc:spChg chg="mod">
          <ac:chgData name="郁儒 廖" userId="189a1d031aa848d3" providerId="LiveId" clId="{BAB41E23-752A-40D8-9750-0FD17BCFECA6}" dt="2021-03-16T11:30:39.931" v="936" actId="20577"/>
          <ac:spMkLst>
            <pc:docMk/>
            <pc:sldMk cId="1606515002" sldId="259"/>
            <ac:spMk id="2" creationId="{829C92FE-E474-4CD1-ACE9-2167D7EEA573}"/>
          </ac:spMkLst>
        </pc:spChg>
        <pc:spChg chg="del">
          <ac:chgData name="郁儒 廖" userId="189a1d031aa848d3" providerId="LiveId" clId="{BAB41E23-752A-40D8-9750-0FD17BCFECA6}" dt="2021-03-13T06:31:30.019" v="180"/>
          <ac:spMkLst>
            <pc:docMk/>
            <pc:sldMk cId="1606515002" sldId="259"/>
            <ac:spMk id="3" creationId="{B505DC4C-95EA-4447-981E-B920351932DD}"/>
          </ac:spMkLst>
        </pc:spChg>
        <pc:picChg chg="add mod">
          <ac:chgData name="郁儒 廖" userId="189a1d031aa848d3" providerId="LiveId" clId="{BAB41E23-752A-40D8-9750-0FD17BCFECA6}" dt="2021-03-13T06:31:34.538" v="182" actId="14100"/>
          <ac:picMkLst>
            <pc:docMk/>
            <pc:sldMk cId="1606515002" sldId="259"/>
            <ac:picMk id="5" creationId="{A134A208-0D1D-4A42-91A1-FD33FE0FD6A6}"/>
          </ac:picMkLst>
        </pc:picChg>
      </pc:sldChg>
      <pc:sldChg chg="addSp delSp modSp add mod">
        <pc:chgData name="郁儒 廖" userId="189a1d031aa848d3" providerId="LiveId" clId="{BAB41E23-752A-40D8-9750-0FD17BCFECA6}" dt="2021-03-15T15:13:51.475" v="875" actId="20577"/>
        <pc:sldMkLst>
          <pc:docMk/>
          <pc:sldMk cId="2489985270" sldId="260"/>
        </pc:sldMkLst>
        <pc:spChg chg="mod">
          <ac:chgData name="郁儒 廖" userId="189a1d031aa848d3" providerId="LiveId" clId="{BAB41E23-752A-40D8-9750-0FD17BCFECA6}" dt="2021-03-15T15:13:40.750" v="873" actId="2711"/>
          <ac:spMkLst>
            <pc:docMk/>
            <pc:sldMk cId="2489985270" sldId="260"/>
            <ac:spMk id="2" creationId="{829C92FE-E474-4CD1-ACE9-2167D7EEA573}"/>
          </ac:spMkLst>
        </pc:spChg>
        <pc:spChg chg="add del mod">
          <ac:chgData name="郁儒 廖" userId="189a1d031aa848d3" providerId="LiveId" clId="{BAB41E23-752A-40D8-9750-0FD17BCFECA6}" dt="2021-03-13T13:59:02.567" v="260"/>
          <ac:spMkLst>
            <pc:docMk/>
            <pc:sldMk cId="2489985270" sldId="260"/>
            <ac:spMk id="4" creationId="{D8A47C8B-60BB-474B-A425-88635A2F8812}"/>
          </ac:spMkLst>
        </pc:spChg>
        <pc:spChg chg="add mod">
          <ac:chgData name="郁儒 廖" userId="189a1d031aa848d3" providerId="LiveId" clId="{BAB41E23-752A-40D8-9750-0FD17BCFECA6}" dt="2021-03-15T15:13:51.475" v="875" actId="20577"/>
          <ac:spMkLst>
            <pc:docMk/>
            <pc:sldMk cId="2489985270" sldId="260"/>
            <ac:spMk id="11" creationId="{75D10A50-401C-4B22-AC6A-9E66F75D8ADB}"/>
          </ac:spMkLst>
        </pc:spChg>
        <pc:spChg chg="add mod">
          <ac:chgData name="郁儒 廖" userId="189a1d031aa848d3" providerId="LiveId" clId="{BAB41E23-752A-40D8-9750-0FD17BCFECA6}" dt="2021-03-15T15:06:34.895" v="716" actId="2711"/>
          <ac:spMkLst>
            <pc:docMk/>
            <pc:sldMk cId="2489985270" sldId="260"/>
            <ac:spMk id="12" creationId="{A73D98CB-5B69-4F03-9D86-8C08652980EA}"/>
          </ac:spMkLst>
        </pc:spChg>
        <pc:spChg chg="add mod">
          <ac:chgData name="郁儒 廖" userId="189a1d031aa848d3" providerId="LiveId" clId="{BAB41E23-752A-40D8-9750-0FD17BCFECA6}" dt="2021-03-15T15:07:00.801" v="726" actId="1076"/>
          <ac:spMkLst>
            <pc:docMk/>
            <pc:sldMk cId="2489985270" sldId="260"/>
            <ac:spMk id="13" creationId="{7649E072-6E1D-4008-A13E-9F8D896C3EDD}"/>
          </ac:spMkLst>
        </pc:spChg>
        <pc:spChg chg="add mod">
          <ac:chgData name="郁儒 廖" userId="189a1d031aa848d3" providerId="LiveId" clId="{BAB41E23-752A-40D8-9750-0FD17BCFECA6}" dt="2021-03-15T15:07:04.338" v="729" actId="1076"/>
          <ac:spMkLst>
            <pc:docMk/>
            <pc:sldMk cId="2489985270" sldId="260"/>
            <ac:spMk id="14" creationId="{243B7E57-6B98-4B85-985E-36FCA0D8BB0C}"/>
          </ac:spMkLst>
        </pc:spChg>
        <pc:picChg chg="del">
          <ac:chgData name="郁儒 廖" userId="189a1d031aa848d3" providerId="LiveId" clId="{BAB41E23-752A-40D8-9750-0FD17BCFECA6}" dt="2021-03-13T13:58:56.412" v="259" actId="478"/>
          <ac:picMkLst>
            <pc:docMk/>
            <pc:sldMk cId="2489985270" sldId="260"/>
            <ac:picMk id="5" creationId="{A134A208-0D1D-4A42-91A1-FD33FE0FD6A6}"/>
          </ac:picMkLst>
        </pc:picChg>
        <pc:picChg chg="add mod modCrop">
          <ac:chgData name="郁儒 廖" userId="189a1d031aa848d3" providerId="LiveId" clId="{BAB41E23-752A-40D8-9750-0FD17BCFECA6}" dt="2021-03-15T15:06:57.738" v="724" actId="1076"/>
          <ac:picMkLst>
            <pc:docMk/>
            <pc:sldMk cId="2489985270" sldId="260"/>
            <ac:picMk id="7" creationId="{FD647523-F7AC-4349-96FB-8494721B9E72}"/>
          </ac:picMkLst>
        </pc:picChg>
        <pc:picChg chg="add mod modCrop">
          <ac:chgData name="郁儒 廖" userId="189a1d031aa848d3" providerId="LiveId" clId="{BAB41E23-752A-40D8-9750-0FD17BCFECA6}" dt="2021-03-15T15:07:01.810" v="727" actId="1076"/>
          <ac:picMkLst>
            <pc:docMk/>
            <pc:sldMk cId="2489985270" sldId="260"/>
            <ac:picMk id="8" creationId="{91AAB10A-3C4A-4A35-80F3-502BC9CF14B2}"/>
          </ac:picMkLst>
        </pc:picChg>
        <pc:picChg chg="add mod">
          <ac:chgData name="郁儒 廖" userId="189a1d031aa848d3" providerId="LiveId" clId="{BAB41E23-752A-40D8-9750-0FD17BCFECA6}" dt="2021-03-15T15:07:02.929" v="728" actId="1076"/>
          <ac:picMkLst>
            <pc:docMk/>
            <pc:sldMk cId="2489985270" sldId="260"/>
            <ac:picMk id="10" creationId="{707070F9-7EED-4207-96A9-A612C5D15738}"/>
          </ac:picMkLst>
        </pc:picChg>
      </pc:sldChg>
      <pc:sldChg chg="addSp delSp modSp add mod modNotesTx">
        <pc:chgData name="郁儒 廖" userId="189a1d031aa848d3" providerId="LiveId" clId="{BAB41E23-752A-40D8-9750-0FD17BCFECA6}" dt="2021-03-15T15:13:30.607" v="871" actId="2711"/>
        <pc:sldMkLst>
          <pc:docMk/>
          <pc:sldMk cId="1412785204" sldId="261"/>
        </pc:sldMkLst>
        <pc:spChg chg="del mod">
          <ac:chgData name="郁儒 廖" userId="189a1d031aa848d3" providerId="LiveId" clId="{BAB41E23-752A-40D8-9750-0FD17BCFECA6}" dt="2021-03-13T14:06:14.680" v="366" actId="478"/>
          <ac:spMkLst>
            <pc:docMk/>
            <pc:sldMk cId="1412785204" sldId="261"/>
            <ac:spMk id="2" creationId="{829C92FE-E474-4CD1-ACE9-2167D7EEA573}"/>
          </ac:spMkLst>
        </pc:spChg>
        <pc:spChg chg="add del mod">
          <ac:chgData name="郁儒 廖" userId="189a1d031aa848d3" providerId="LiveId" clId="{BAB41E23-752A-40D8-9750-0FD17BCFECA6}" dt="2021-03-13T14:00:03.925" v="274"/>
          <ac:spMkLst>
            <pc:docMk/>
            <pc:sldMk cId="1412785204" sldId="261"/>
            <ac:spMk id="4" creationId="{FFA93194-F3BC-4294-80FF-ECCE7E6B3009}"/>
          </ac:spMkLst>
        </pc:spChg>
        <pc:spChg chg="add mod">
          <ac:chgData name="郁儒 廖" userId="189a1d031aa848d3" providerId="LiveId" clId="{BAB41E23-752A-40D8-9750-0FD17BCFECA6}" dt="2021-03-13T14:10:47.193" v="454" actId="1076"/>
          <ac:spMkLst>
            <pc:docMk/>
            <pc:sldMk cId="1412785204" sldId="261"/>
            <ac:spMk id="12" creationId="{7A6BF8D4-80C4-4EF0-B1B1-5C4B02D4F5F2}"/>
          </ac:spMkLst>
        </pc:spChg>
        <pc:spChg chg="add del mod">
          <ac:chgData name="郁儒 廖" userId="189a1d031aa848d3" providerId="LiveId" clId="{BAB41E23-752A-40D8-9750-0FD17BCFECA6}" dt="2021-03-13T14:06:16.911" v="367" actId="478"/>
          <ac:spMkLst>
            <pc:docMk/>
            <pc:sldMk cId="1412785204" sldId="261"/>
            <ac:spMk id="18" creationId="{CFE1F6E5-4987-4AFD-99DC-1CFD5AD70B5D}"/>
          </ac:spMkLst>
        </pc:spChg>
        <pc:spChg chg="add mod">
          <ac:chgData name="郁儒 廖" userId="189a1d031aa848d3" providerId="LiveId" clId="{BAB41E23-752A-40D8-9750-0FD17BCFECA6}" dt="2021-03-13T14:09:16.126" v="432" actId="1036"/>
          <ac:spMkLst>
            <pc:docMk/>
            <pc:sldMk cId="1412785204" sldId="261"/>
            <ac:spMk id="21" creationId="{2C304737-BCBF-44D0-94F3-B72C4EF732D4}"/>
          </ac:spMkLst>
        </pc:spChg>
        <pc:spChg chg="add mod">
          <ac:chgData name="郁儒 廖" userId="189a1d031aa848d3" providerId="LiveId" clId="{BAB41E23-752A-40D8-9750-0FD17BCFECA6}" dt="2021-03-15T15:13:30.607" v="871" actId="2711"/>
          <ac:spMkLst>
            <pc:docMk/>
            <pc:sldMk cId="1412785204" sldId="261"/>
            <ac:spMk id="22" creationId="{1969F32E-DF40-4F08-ACE8-41031386A20B}"/>
          </ac:spMkLst>
        </pc:spChg>
        <pc:spChg chg="add mod">
          <ac:chgData name="郁儒 廖" userId="189a1d031aa848d3" providerId="LiveId" clId="{BAB41E23-752A-40D8-9750-0FD17BCFECA6}" dt="2021-03-15T15:07:15.076" v="732" actId="20577"/>
          <ac:spMkLst>
            <pc:docMk/>
            <pc:sldMk cId="1412785204" sldId="261"/>
            <ac:spMk id="23" creationId="{3B5023C4-7A39-479E-BC06-8C3E747C1F15}"/>
          </ac:spMkLst>
        </pc:spChg>
        <pc:spChg chg="add mod">
          <ac:chgData name="郁儒 廖" userId="189a1d031aa848d3" providerId="LiveId" clId="{BAB41E23-752A-40D8-9750-0FD17BCFECA6}" dt="2021-03-15T15:07:25.689" v="737" actId="20577"/>
          <ac:spMkLst>
            <pc:docMk/>
            <pc:sldMk cId="1412785204" sldId="261"/>
            <ac:spMk id="24" creationId="{E773DCFF-8C11-4E5D-B2AA-304766D5BC95}"/>
          </ac:spMkLst>
        </pc:spChg>
        <pc:picChg chg="add mod modCrop">
          <ac:chgData name="郁儒 廖" userId="189a1d031aa848d3" providerId="LiveId" clId="{BAB41E23-752A-40D8-9750-0FD17BCFECA6}" dt="2021-03-13T14:10:47.193" v="454" actId="1076"/>
          <ac:picMkLst>
            <pc:docMk/>
            <pc:sldMk cId="1412785204" sldId="261"/>
            <ac:picMk id="6" creationId="{4EBEBEE3-96E6-4150-8807-5BAB216C865E}"/>
          </ac:picMkLst>
        </pc:picChg>
        <pc:picChg chg="del">
          <ac:chgData name="郁儒 廖" userId="189a1d031aa848d3" providerId="LiveId" clId="{BAB41E23-752A-40D8-9750-0FD17BCFECA6}" dt="2021-03-13T13:59:49.288" v="272" actId="478"/>
          <ac:picMkLst>
            <pc:docMk/>
            <pc:sldMk cId="1412785204" sldId="261"/>
            <ac:picMk id="7" creationId="{FD647523-F7AC-4349-96FB-8494721B9E72}"/>
          </ac:picMkLst>
        </pc:picChg>
        <pc:picChg chg="del">
          <ac:chgData name="郁儒 廖" userId="189a1d031aa848d3" providerId="LiveId" clId="{BAB41E23-752A-40D8-9750-0FD17BCFECA6}" dt="2021-03-13T14:00:07.598" v="277" actId="478"/>
          <ac:picMkLst>
            <pc:docMk/>
            <pc:sldMk cId="1412785204" sldId="261"/>
            <ac:picMk id="8" creationId="{91AAB10A-3C4A-4A35-80F3-502BC9CF14B2}"/>
          </ac:picMkLst>
        </pc:picChg>
        <pc:picChg chg="del">
          <ac:chgData name="郁儒 廖" userId="189a1d031aa848d3" providerId="LiveId" clId="{BAB41E23-752A-40D8-9750-0FD17BCFECA6}" dt="2021-03-13T14:00:08.661" v="278" actId="478"/>
          <ac:picMkLst>
            <pc:docMk/>
            <pc:sldMk cId="1412785204" sldId="261"/>
            <ac:picMk id="10" creationId="{707070F9-7EED-4207-96A9-A612C5D15738}"/>
          </ac:picMkLst>
        </pc:picChg>
        <pc:picChg chg="add mod ord modCrop">
          <ac:chgData name="郁儒 廖" userId="189a1d031aa848d3" providerId="LiveId" clId="{BAB41E23-752A-40D8-9750-0FD17BCFECA6}" dt="2021-03-13T14:10:49.153" v="455" actId="1076"/>
          <ac:picMkLst>
            <pc:docMk/>
            <pc:sldMk cId="1412785204" sldId="261"/>
            <ac:picMk id="11" creationId="{11FF8282-A067-4623-BF4D-2963B4BCD942}"/>
          </ac:picMkLst>
        </pc:picChg>
        <pc:picChg chg="add del mod">
          <ac:chgData name="郁儒 廖" userId="189a1d031aa848d3" providerId="LiveId" clId="{BAB41E23-752A-40D8-9750-0FD17BCFECA6}" dt="2021-03-13T14:10:32.673" v="448" actId="478"/>
          <ac:picMkLst>
            <pc:docMk/>
            <pc:sldMk cId="1412785204" sldId="261"/>
            <ac:picMk id="14" creationId="{8BA2A34B-34E2-4DEB-8BBF-E7E5A5194C6B}"/>
          </ac:picMkLst>
        </pc:picChg>
        <pc:picChg chg="add del mod ord modCrop">
          <ac:chgData name="郁儒 廖" userId="189a1d031aa848d3" providerId="LiveId" clId="{BAB41E23-752A-40D8-9750-0FD17BCFECA6}" dt="2021-03-13T14:10:31.238" v="446" actId="478"/>
          <ac:picMkLst>
            <pc:docMk/>
            <pc:sldMk cId="1412785204" sldId="261"/>
            <ac:picMk id="16" creationId="{B7397902-0F74-46E9-A5A5-AB844114C293}"/>
          </ac:picMkLst>
        </pc:picChg>
        <pc:picChg chg="add mod modCrop">
          <ac:chgData name="郁儒 廖" userId="189a1d031aa848d3" providerId="LiveId" clId="{BAB41E23-752A-40D8-9750-0FD17BCFECA6}" dt="2021-03-13T14:10:44.449" v="453" actId="1076"/>
          <ac:picMkLst>
            <pc:docMk/>
            <pc:sldMk cId="1412785204" sldId="261"/>
            <ac:picMk id="19" creationId="{4E0F7300-0E67-48E0-925E-45742D71E721}"/>
          </ac:picMkLst>
        </pc:picChg>
        <pc:picChg chg="add del mod modCrop">
          <ac:chgData name="郁儒 廖" userId="189a1d031aa848d3" providerId="LiveId" clId="{BAB41E23-752A-40D8-9750-0FD17BCFECA6}" dt="2021-03-13T14:10:31.863" v="447" actId="478"/>
          <ac:picMkLst>
            <pc:docMk/>
            <pc:sldMk cId="1412785204" sldId="261"/>
            <ac:picMk id="20" creationId="{F1D2F6C8-4CCD-4E93-A7D3-6E22811D84F7}"/>
          </ac:picMkLst>
        </pc:picChg>
      </pc:sldChg>
      <pc:sldChg chg="addSp delSp modSp add mod">
        <pc:chgData name="郁儒 廖" userId="189a1d031aa848d3" providerId="LiveId" clId="{BAB41E23-752A-40D8-9750-0FD17BCFECA6}" dt="2021-03-15T15:13:21.865" v="869" actId="255"/>
        <pc:sldMkLst>
          <pc:docMk/>
          <pc:sldMk cId="2995750249" sldId="262"/>
        </pc:sldMkLst>
        <pc:spChg chg="mod">
          <ac:chgData name="郁儒 廖" userId="189a1d031aa848d3" providerId="LiveId" clId="{BAB41E23-752A-40D8-9750-0FD17BCFECA6}" dt="2021-03-15T15:13:21.865" v="869" actId="255"/>
          <ac:spMkLst>
            <pc:docMk/>
            <pc:sldMk cId="2995750249" sldId="262"/>
            <ac:spMk id="2" creationId="{829C92FE-E474-4CD1-ACE9-2167D7EEA573}"/>
          </ac:spMkLst>
        </pc:spChg>
        <pc:spChg chg="add del mod">
          <ac:chgData name="郁儒 廖" userId="189a1d031aa848d3" providerId="LiveId" clId="{BAB41E23-752A-40D8-9750-0FD17BCFECA6}" dt="2021-03-13T14:09:56.890" v="437"/>
          <ac:spMkLst>
            <pc:docMk/>
            <pc:sldMk cId="2995750249" sldId="262"/>
            <ac:spMk id="4" creationId="{66DC6B6A-85D5-4776-A4A3-F3EBE782B739}"/>
          </ac:spMkLst>
        </pc:spChg>
        <pc:spChg chg="add mod">
          <ac:chgData name="郁儒 廖" userId="189a1d031aa848d3" providerId="LiveId" clId="{BAB41E23-752A-40D8-9750-0FD17BCFECA6}" dt="2021-03-13T14:10:57.913" v="456" actId="1076"/>
          <ac:spMkLst>
            <pc:docMk/>
            <pc:sldMk cId="2995750249" sldId="262"/>
            <ac:spMk id="16" creationId="{E8A9A8F1-9732-4060-B6EA-02245C207867}"/>
          </ac:spMkLst>
        </pc:spChg>
        <pc:spChg chg="add mod">
          <ac:chgData name="郁儒 廖" userId="189a1d031aa848d3" providerId="LiveId" clId="{BAB41E23-752A-40D8-9750-0FD17BCFECA6}" dt="2021-03-15T15:07:40.987" v="740" actId="20577"/>
          <ac:spMkLst>
            <pc:docMk/>
            <pc:sldMk cId="2995750249" sldId="262"/>
            <ac:spMk id="17" creationId="{3D6670CF-D185-425F-AE90-BCAF3AC3C084}"/>
          </ac:spMkLst>
        </pc:spChg>
        <pc:spChg chg="add mod">
          <ac:chgData name="郁儒 廖" userId="189a1d031aa848d3" providerId="LiveId" clId="{BAB41E23-752A-40D8-9750-0FD17BCFECA6}" dt="2021-03-15T15:08:36.217" v="760" actId="1076"/>
          <ac:spMkLst>
            <pc:docMk/>
            <pc:sldMk cId="2995750249" sldId="262"/>
            <ac:spMk id="18" creationId="{0E7EC46D-7FF2-49D9-B5F9-3F3E1F73286B}"/>
          </ac:spMkLst>
        </pc:spChg>
        <pc:spChg chg="add mod">
          <ac:chgData name="郁儒 廖" userId="189a1d031aa848d3" providerId="LiveId" clId="{BAB41E23-752A-40D8-9750-0FD17BCFECA6}" dt="2021-03-15T15:08:38.810" v="761" actId="1076"/>
          <ac:spMkLst>
            <pc:docMk/>
            <pc:sldMk cId="2995750249" sldId="262"/>
            <ac:spMk id="19" creationId="{9D00614A-2F77-4233-A853-52539D5DB7F2}"/>
          </ac:spMkLst>
        </pc:spChg>
        <pc:spChg chg="add mod">
          <ac:chgData name="郁儒 廖" userId="189a1d031aa848d3" providerId="LiveId" clId="{BAB41E23-752A-40D8-9750-0FD17BCFECA6}" dt="2021-03-15T15:08:33.761" v="759" actId="1076"/>
          <ac:spMkLst>
            <pc:docMk/>
            <pc:sldMk cId="2995750249" sldId="262"/>
            <ac:spMk id="20" creationId="{5423539A-E3AA-449E-9DCE-3BA05CA0C2CD}"/>
          </ac:spMkLst>
        </pc:spChg>
        <pc:picChg chg="del">
          <ac:chgData name="郁儒 廖" userId="189a1d031aa848d3" providerId="LiveId" clId="{BAB41E23-752A-40D8-9750-0FD17BCFECA6}" dt="2021-03-13T14:09:45.860" v="436" actId="478"/>
          <ac:picMkLst>
            <pc:docMk/>
            <pc:sldMk cId="2995750249" sldId="262"/>
            <ac:picMk id="6" creationId="{4EBEBEE3-96E6-4150-8807-5BAB216C865E}"/>
          </ac:picMkLst>
        </pc:picChg>
        <pc:picChg chg="add mod">
          <ac:chgData name="郁儒 廖" userId="189a1d031aa848d3" providerId="LiveId" clId="{BAB41E23-752A-40D8-9750-0FD17BCFECA6}" dt="2021-03-15T15:08:27.483" v="756" actId="1076"/>
          <ac:picMkLst>
            <pc:docMk/>
            <pc:sldMk cId="2995750249" sldId="262"/>
            <ac:picMk id="7" creationId="{A8CA8A3E-3687-4A2F-9C9C-26AEB0EE6E66}"/>
          </ac:picMkLst>
        </pc:picChg>
        <pc:picChg chg="add mod">
          <ac:chgData name="郁儒 廖" userId="189a1d031aa848d3" providerId="LiveId" clId="{BAB41E23-752A-40D8-9750-0FD17BCFECA6}" dt="2021-03-15T15:08:28.202" v="757" actId="1076"/>
          <ac:picMkLst>
            <pc:docMk/>
            <pc:sldMk cId="2995750249" sldId="262"/>
            <ac:picMk id="9" creationId="{9E81D279-161D-4CB1-9B06-936086294BAC}"/>
          </ac:picMkLst>
        </pc:picChg>
        <pc:picChg chg="del">
          <ac:chgData name="郁儒 廖" userId="189a1d031aa848d3" providerId="LiveId" clId="{BAB41E23-752A-40D8-9750-0FD17BCFECA6}" dt="2021-03-13T14:09:45.100" v="435" actId="478"/>
          <ac:picMkLst>
            <pc:docMk/>
            <pc:sldMk cId="2995750249" sldId="262"/>
            <ac:picMk id="11" creationId="{11FF8282-A067-4623-BF4D-2963B4BCD942}"/>
          </ac:picMkLst>
        </pc:picChg>
        <pc:picChg chg="add mod">
          <ac:chgData name="郁儒 廖" userId="189a1d031aa848d3" providerId="LiveId" clId="{BAB41E23-752A-40D8-9750-0FD17BCFECA6}" dt="2021-03-13T14:10:57.913" v="456" actId="1076"/>
          <ac:picMkLst>
            <pc:docMk/>
            <pc:sldMk cId="2995750249" sldId="262"/>
            <ac:picMk id="13" creationId="{C3F82E79-83B0-4A2B-9A66-B1E21FA6EA71}"/>
          </ac:picMkLst>
        </pc:picChg>
        <pc:picChg chg="add mod">
          <ac:chgData name="郁儒 廖" userId="189a1d031aa848d3" providerId="LiveId" clId="{BAB41E23-752A-40D8-9750-0FD17BCFECA6}" dt="2021-03-15T15:08:10.144" v="750" actId="1076"/>
          <ac:picMkLst>
            <pc:docMk/>
            <pc:sldMk cId="2995750249" sldId="262"/>
            <ac:picMk id="14" creationId="{7F415CB0-114E-4CB5-B3F0-4056A7075916}"/>
          </ac:picMkLst>
        </pc:picChg>
        <pc:picChg chg="add mod modCrop">
          <ac:chgData name="郁儒 廖" userId="189a1d031aa848d3" providerId="LiveId" clId="{BAB41E23-752A-40D8-9750-0FD17BCFECA6}" dt="2021-03-15T15:08:40.378" v="762" actId="1076"/>
          <ac:picMkLst>
            <pc:docMk/>
            <pc:sldMk cId="2995750249" sldId="262"/>
            <ac:picMk id="15" creationId="{F403CBDF-4E5B-4C98-A72E-2A13BFAAE380}"/>
          </ac:picMkLst>
        </pc:picChg>
      </pc:sldChg>
      <pc:sldChg chg="addSp delSp modSp add mod">
        <pc:chgData name="郁儒 廖" userId="189a1d031aa848d3" providerId="LiveId" clId="{BAB41E23-752A-40D8-9750-0FD17BCFECA6}" dt="2021-03-15T15:13:08.851" v="867" actId="255"/>
        <pc:sldMkLst>
          <pc:docMk/>
          <pc:sldMk cId="1414799911" sldId="263"/>
        </pc:sldMkLst>
        <pc:spChg chg="mod">
          <ac:chgData name="郁儒 廖" userId="189a1d031aa848d3" providerId="LiveId" clId="{BAB41E23-752A-40D8-9750-0FD17BCFECA6}" dt="2021-03-15T15:13:08.851" v="867" actId="255"/>
          <ac:spMkLst>
            <pc:docMk/>
            <pc:sldMk cId="1414799911" sldId="263"/>
            <ac:spMk id="2" creationId="{829C92FE-E474-4CD1-ACE9-2167D7EEA573}"/>
          </ac:spMkLst>
        </pc:spChg>
        <pc:spChg chg="add del mod">
          <ac:chgData name="郁儒 廖" userId="189a1d031aa848d3" providerId="LiveId" clId="{BAB41E23-752A-40D8-9750-0FD17BCFECA6}" dt="2021-03-13T14:11:35.563" v="470"/>
          <ac:spMkLst>
            <pc:docMk/>
            <pc:sldMk cId="1414799911" sldId="263"/>
            <ac:spMk id="4" creationId="{3A711B45-6B38-47F3-BBEF-7C06814F2DE1}"/>
          </ac:spMkLst>
        </pc:spChg>
        <pc:picChg chg="add mod">
          <ac:chgData name="郁儒 廖" userId="189a1d031aa848d3" providerId="LiveId" clId="{BAB41E23-752A-40D8-9750-0FD17BCFECA6}" dt="2021-03-13T16:02:44.314" v="524" actId="14100"/>
          <ac:picMkLst>
            <pc:docMk/>
            <pc:sldMk cId="1414799911" sldId="263"/>
            <ac:picMk id="6" creationId="{14F1B8E0-4653-475C-84A8-CA69685745D3}"/>
          </ac:picMkLst>
        </pc:picChg>
        <pc:picChg chg="del">
          <ac:chgData name="郁儒 廖" userId="189a1d031aa848d3" providerId="LiveId" clId="{BAB41E23-752A-40D8-9750-0FD17BCFECA6}" dt="2021-03-13T14:11:28.747" v="468" actId="478"/>
          <ac:picMkLst>
            <pc:docMk/>
            <pc:sldMk cId="1414799911" sldId="263"/>
            <ac:picMk id="7" creationId="{A8CA8A3E-3687-4A2F-9C9C-26AEB0EE6E66}"/>
          </ac:picMkLst>
        </pc:picChg>
        <pc:picChg chg="del">
          <ac:chgData name="郁儒 廖" userId="189a1d031aa848d3" providerId="LiveId" clId="{BAB41E23-752A-40D8-9750-0FD17BCFECA6}" dt="2021-03-13T14:11:36.871" v="471" actId="478"/>
          <ac:picMkLst>
            <pc:docMk/>
            <pc:sldMk cId="1414799911" sldId="263"/>
            <ac:picMk id="9" creationId="{9E81D279-161D-4CB1-9B06-936086294BAC}"/>
          </ac:picMkLst>
        </pc:picChg>
        <pc:picChg chg="del">
          <ac:chgData name="郁儒 廖" userId="189a1d031aa848d3" providerId="LiveId" clId="{BAB41E23-752A-40D8-9750-0FD17BCFECA6}" dt="2021-03-13T14:11:26.528" v="465" actId="478"/>
          <ac:picMkLst>
            <pc:docMk/>
            <pc:sldMk cId="1414799911" sldId="263"/>
            <ac:picMk id="13" creationId="{C3F82E79-83B0-4A2B-9A66-B1E21FA6EA71}"/>
          </ac:picMkLst>
        </pc:picChg>
        <pc:picChg chg="del">
          <ac:chgData name="郁儒 廖" userId="189a1d031aa848d3" providerId="LiveId" clId="{BAB41E23-752A-40D8-9750-0FD17BCFECA6}" dt="2021-03-13T14:11:28.204" v="467" actId="478"/>
          <ac:picMkLst>
            <pc:docMk/>
            <pc:sldMk cId="1414799911" sldId="263"/>
            <ac:picMk id="14" creationId="{7F415CB0-114E-4CB5-B3F0-4056A7075916}"/>
          </ac:picMkLst>
        </pc:picChg>
        <pc:picChg chg="del">
          <ac:chgData name="郁儒 廖" userId="189a1d031aa848d3" providerId="LiveId" clId="{BAB41E23-752A-40D8-9750-0FD17BCFECA6}" dt="2021-03-13T14:11:27.759" v="466" actId="478"/>
          <ac:picMkLst>
            <pc:docMk/>
            <pc:sldMk cId="1414799911" sldId="263"/>
            <ac:picMk id="15" creationId="{F403CBDF-4E5B-4C98-A72E-2A13BFAAE380}"/>
          </ac:picMkLst>
        </pc:picChg>
      </pc:sldChg>
      <pc:sldChg chg="addSp delSp modSp add mod">
        <pc:chgData name="郁儒 廖" userId="189a1d031aa848d3" providerId="LiveId" clId="{BAB41E23-752A-40D8-9750-0FD17BCFECA6}" dt="2021-03-16T14:19:49.566" v="1009" actId="27636"/>
        <pc:sldMkLst>
          <pc:docMk/>
          <pc:sldMk cId="2205743875" sldId="264"/>
        </pc:sldMkLst>
        <pc:spChg chg="del">
          <ac:chgData name="郁儒 廖" userId="189a1d031aa848d3" providerId="LiveId" clId="{BAB41E23-752A-40D8-9750-0FD17BCFECA6}" dt="2021-03-13T14:14:06.436" v="478" actId="478"/>
          <ac:spMkLst>
            <pc:docMk/>
            <pc:sldMk cId="2205743875" sldId="264"/>
            <ac:spMk id="2" creationId="{829C92FE-E474-4CD1-ACE9-2167D7EEA573}"/>
          </ac:spMkLst>
        </pc:spChg>
        <pc:spChg chg="add del">
          <ac:chgData name="郁儒 廖" userId="189a1d031aa848d3" providerId="LiveId" clId="{BAB41E23-752A-40D8-9750-0FD17BCFECA6}" dt="2021-03-13T14:14:02.119" v="476" actId="478"/>
          <ac:spMkLst>
            <pc:docMk/>
            <pc:sldMk cId="2205743875" sldId="264"/>
            <ac:spMk id="3" creationId="{4DBD71B0-322D-43D5-83E6-47A4E028753C}"/>
          </ac:spMkLst>
        </pc:spChg>
        <pc:spChg chg="add del">
          <ac:chgData name="郁儒 廖" userId="189a1d031aa848d3" providerId="LiveId" clId="{BAB41E23-752A-40D8-9750-0FD17BCFECA6}" dt="2021-03-13T14:14:06.436" v="478" actId="478"/>
          <ac:spMkLst>
            <pc:docMk/>
            <pc:sldMk cId="2205743875" sldId="264"/>
            <ac:spMk id="4" creationId="{0A864688-AFB9-48D8-BD4A-DDA36B7F86B8}"/>
          </ac:spMkLst>
        </pc:spChg>
        <pc:spChg chg="add mod">
          <ac:chgData name="郁儒 廖" userId="189a1d031aa848d3" providerId="LiveId" clId="{BAB41E23-752A-40D8-9750-0FD17BCFECA6}" dt="2021-03-15T15:12:09.159" v="851" actId="255"/>
          <ac:spMkLst>
            <pc:docMk/>
            <pc:sldMk cId="2205743875" sldId="264"/>
            <ac:spMk id="5" creationId="{BC2930E1-F459-42B2-9083-9E6824867C17}"/>
          </ac:spMkLst>
        </pc:spChg>
        <pc:spChg chg="add mod">
          <ac:chgData name="郁儒 廖" userId="189a1d031aa848d3" providerId="LiveId" clId="{BAB41E23-752A-40D8-9750-0FD17BCFECA6}" dt="2021-03-16T14:19:49.566" v="1009" actId="27636"/>
          <ac:spMkLst>
            <pc:docMk/>
            <pc:sldMk cId="2205743875" sldId="264"/>
            <ac:spMk id="8" creationId="{60FEB15F-FC4B-4893-9013-75CBD8E1521C}"/>
          </ac:spMkLst>
        </pc:spChg>
        <pc:picChg chg="del">
          <ac:chgData name="郁儒 廖" userId="189a1d031aa848d3" providerId="LiveId" clId="{BAB41E23-752A-40D8-9750-0FD17BCFECA6}" dt="2021-03-13T14:14:10.687" v="481" actId="478"/>
          <ac:picMkLst>
            <pc:docMk/>
            <pc:sldMk cId="2205743875" sldId="264"/>
            <ac:picMk id="6" creationId="{14F1B8E0-4653-475C-84A8-CA69685745D3}"/>
          </ac:picMkLst>
        </pc:picChg>
      </pc:sldChg>
      <pc:sldChg chg="addSp delSp modSp add mod modNotesTx">
        <pc:chgData name="郁儒 廖" userId="189a1d031aa848d3" providerId="LiveId" clId="{BAB41E23-752A-40D8-9750-0FD17BCFECA6}" dt="2021-03-15T15:12:14.398" v="852" actId="255"/>
        <pc:sldMkLst>
          <pc:docMk/>
          <pc:sldMk cId="486734830" sldId="265"/>
        </pc:sldMkLst>
        <pc:spChg chg="mod">
          <ac:chgData name="郁儒 廖" userId="189a1d031aa848d3" providerId="LiveId" clId="{BAB41E23-752A-40D8-9750-0FD17BCFECA6}" dt="2021-03-15T15:12:14.398" v="852" actId="255"/>
          <ac:spMkLst>
            <pc:docMk/>
            <pc:sldMk cId="486734830" sldId="265"/>
            <ac:spMk id="5" creationId="{BC2930E1-F459-42B2-9083-9E6824867C17}"/>
          </ac:spMkLst>
        </pc:spChg>
        <pc:spChg chg="del">
          <ac:chgData name="郁儒 廖" userId="189a1d031aa848d3" providerId="LiveId" clId="{BAB41E23-752A-40D8-9750-0FD17BCFECA6}" dt="2021-03-15T12:44:32.329" v="629"/>
          <ac:spMkLst>
            <pc:docMk/>
            <pc:sldMk cId="486734830" sldId="265"/>
            <ac:spMk id="8" creationId="{60FEB15F-FC4B-4893-9013-75CBD8E1521C}"/>
          </ac:spMkLst>
        </pc:spChg>
        <pc:picChg chg="add mod">
          <ac:chgData name="郁儒 廖" userId="189a1d031aa848d3" providerId="LiveId" clId="{BAB41E23-752A-40D8-9750-0FD17BCFECA6}" dt="2021-03-15T12:44:35.904" v="631" actId="14100"/>
          <ac:picMkLst>
            <pc:docMk/>
            <pc:sldMk cId="486734830" sldId="265"/>
            <ac:picMk id="3" creationId="{E8E10A98-4202-4674-B485-5D3A4474EF07}"/>
          </ac:picMkLst>
        </pc:picChg>
      </pc:sldChg>
      <pc:sldChg chg="addSp delSp modSp add mod">
        <pc:chgData name="郁儒 廖" userId="189a1d031aa848d3" providerId="LiveId" clId="{BAB41E23-752A-40D8-9750-0FD17BCFECA6}" dt="2021-03-16T04:02:46.852" v="882" actId="1076"/>
        <pc:sldMkLst>
          <pc:docMk/>
          <pc:sldMk cId="3552121570" sldId="266"/>
        </pc:sldMkLst>
        <pc:spChg chg="mod">
          <ac:chgData name="郁儒 廖" userId="189a1d031aa848d3" providerId="LiveId" clId="{BAB41E23-752A-40D8-9750-0FD17BCFECA6}" dt="2021-03-15T15:12:30.666" v="855" actId="255"/>
          <ac:spMkLst>
            <pc:docMk/>
            <pc:sldMk cId="3552121570" sldId="266"/>
            <ac:spMk id="2" creationId="{829C92FE-E474-4CD1-ACE9-2167D7EEA573}"/>
          </ac:spMkLst>
        </pc:spChg>
        <pc:spChg chg="add mod">
          <ac:chgData name="郁儒 廖" userId="189a1d031aa848d3" providerId="LiveId" clId="{BAB41E23-752A-40D8-9750-0FD17BCFECA6}" dt="2021-03-15T15:12:53.050" v="865" actId="1076"/>
          <ac:spMkLst>
            <pc:docMk/>
            <pc:sldMk cId="3552121570" sldId="266"/>
            <ac:spMk id="3" creationId="{06C1EAC3-8A04-46E5-BB6B-C7C36BF9CD63}"/>
          </ac:spMkLst>
        </pc:spChg>
        <pc:spChg chg="add mod">
          <ac:chgData name="郁儒 廖" userId="189a1d031aa848d3" providerId="LiveId" clId="{BAB41E23-752A-40D8-9750-0FD17BCFECA6}" dt="2021-03-13T15:58:24.938" v="518" actId="1076"/>
          <ac:spMkLst>
            <pc:docMk/>
            <pc:sldMk cId="3552121570" sldId="266"/>
            <ac:spMk id="4" creationId="{C63925B3-8AE7-47CC-89E6-3E3706FE5510}"/>
          </ac:spMkLst>
        </pc:spChg>
        <pc:spChg chg="add del mod">
          <ac:chgData name="郁儒 廖" userId="189a1d031aa848d3" providerId="LiveId" clId="{BAB41E23-752A-40D8-9750-0FD17BCFECA6}" dt="2021-03-13T15:57:34.092" v="507" actId="478"/>
          <ac:spMkLst>
            <pc:docMk/>
            <pc:sldMk cId="3552121570" sldId="266"/>
            <ac:spMk id="7" creationId="{8B3DFCA0-A09C-4074-87B4-D86FC1D9497C}"/>
          </ac:spMkLst>
        </pc:spChg>
        <pc:spChg chg="add mod">
          <ac:chgData name="郁儒 廖" userId="189a1d031aa848d3" providerId="LiveId" clId="{BAB41E23-752A-40D8-9750-0FD17BCFECA6}" dt="2021-03-13T15:58:04.458" v="513" actId="1076"/>
          <ac:spMkLst>
            <pc:docMk/>
            <pc:sldMk cId="3552121570" sldId="266"/>
            <ac:spMk id="8" creationId="{73D9A333-AC73-49AD-9733-E76FDBEA0CBE}"/>
          </ac:spMkLst>
        </pc:spChg>
        <pc:spChg chg="add mod">
          <ac:chgData name="郁儒 廖" userId="189a1d031aa848d3" providerId="LiveId" clId="{BAB41E23-752A-40D8-9750-0FD17BCFECA6}" dt="2021-03-13T15:58:00.794" v="512" actId="1076"/>
          <ac:spMkLst>
            <pc:docMk/>
            <pc:sldMk cId="3552121570" sldId="266"/>
            <ac:spMk id="9" creationId="{ED112D6B-5628-4628-B395-1AAE31D8D9C5}"/>
          </ac:spMkLst>
        </pc:spChg>
        <pc:spChg chg="add mod">
          <ac:chgData name="郁儒 廖" userId="189a1d031aa848d3" providerId="LiveId" clId="{BAB41E23-752A-40D8-9750-0FD17BCFECA6}" dt="2021-03-13T15:58:30.611" v="520" actId="1076"/>
          <ac:spMkLst>
            <pc:docMk/>
            <pc:sldMk cId="3552121570" sldId="266"/>
            <ac:spMk id="11" creationId="{9A985B76-8BFD-4068-A36A-F4C86E3FF91D}"/>
          </ac:spMkLst>
        </pc:spChg>
        <pc:picChg chg="mod">
          <ac:chgData name="郁儒 廖" userId="189a1d031aa848d3" providerId="LiveId" clId="{BAB41E23-752A-40D8-9750-0FD17BCFECA6}" dt="2021-03-15T15:12:48.681" v="864" actId="1076"/>
          <ac:picMkLst>
            <pc:docMk/>
            <pc:sldMk cId="3552121570" sldId="266"/>
            <ac:picMk id="6" creationId="{14F1B8E0-4653-475C-84A8-CA69685745D3}"/>
          </ac:picMkLst>
        </pc:picChg>
        <pc:cxnChg chg="add mod">
          <ac:chgData name="郁儒 廖" userId="189a1d031aa848d3" providerId="LiveId" clId="{BAB41E23-752A-40D8-9750-0FD17BCFECA6}" dt="2021-03-16T04:02:46.852" v="882" actId="1076"/>
          <ac:cxnSpMkLst>
            <pc:docMk/>
            <pc:sldMk cId="3552121570" sldId="266"/>
            <ac:cxnSpMk id="10" creationId="{B0F31AFA-0F83-463F-BAB5-9429C28FD211}"/>
          </ac:cxnSpMkLst>
        </pc:cxnChg>
      </pc:sldChg>
      <pc:sldChg chg="addSp delSp modSp add mod">
        <pc:chgData name="郁儒 廖" userId="189a1d031aa848d3" providerId="LiveId" clId="{BAB41E23-752A-40D8-9750-0FD17BCFECA6}" dt="2021-03-15T15:12:20.520" v="853" actId="255"/>
        <pc:sldMkLst>
          <pc:docMk/>
          <pc:sldMk cId="1987962216" sldId="267"/>
        </pc:sldMkLst>
        <pc:spChg chg="add del mod">
          <ac:chgData name="郁儒 廖" userId="189a1d031aa848d3" providerId="LiveId" clId="{BAB41E23-752A-40D8-9750-0FD17BCFECA6}" dt="2021-03-15T12:45:53.561" v="657"/>
          <ac:spMkLst>
            <pc:docMk/>
            <pc:sldMk cId="1987962216" sldId="267"/>
            <ac:spMk id="4" creationId="{D460F76C-42CF-4B25-BE6F-BAEF3DFEFCCD}"/>
          </ac:spMkLst>
        </pc:spChg>
        <pc:spChg chg="mod">
          <ac:chgData name="郁儒 廖" userId="189a1d031aa848d3" providerId="LiveId" clId="{BAB41E23-752A-40D8-9750-0FD17BCFECA6}" dt="2021-03-15T15:12:20.520" v="853" actId="255"/>
          <ac:spMkLst>
            <pc:docMk/>
            <pc:sldMk cId="1987962216" sldId="267"/>
            <ac:spMk id="5" creationId="{BC2930E1-F459-42B2-9083-9E6824867C17}"/>
          </ac:spMkLst>
        </pc:spChg>
        <pc:picChg chg="del mod">
          <ac:chgData name="郁儒 廖" userId="189a1d031aa848d3" providerId="LiveId" clId="{BAB41E23-752A-40D8-9750-0FD17BCFECA6}" dt="2021-03-15T12:45:45.921" v="656" actId="478"/>
          <ac:picMkLst>
            <pc:docMk/>
            <pc:sldMk cId="1987962216" sldId="267"/>
            <ac:picMk id="3" creationId="{E8E10A98-4202-4674-B485-5D3A4474EF07}"/>
          </ac:picMkLst>
        </pc:picChg>
        <pc:picChg chg="add mod">
          <ac:chgData name="郁儒 廖" userId="189a1d031aa848d3" providerId="LiveId" clId="{BAB41E23-752A-40D8-9750-0FD17BCFECA6}" dt="2021-03-15T15:11:57.785" v="850" actId="14100"/>
          <ac:picMkLst>
            <pc:docMk/>
            <pc:sldMk cId="1987962216" sldId="267"/>
            <ac:picMk id="7" creationId="{7C913F66-9A6D-4E75-A229-17809DCEEAC7}"/>
          </ac:picMkLst>
        </pc:picChg>
        <pc:picChg chg="add mod">
          <ac:chgData name="郁儒 廖" userId="189a1d031aa848d3" providerId="LiveId" clId="{BAB41E23-752A-40D8-9750-0FD17BCFECA6}" dt="2021-03-15T15:11:53.490" v="848" actId="14100"/>
          <ac:picMkLst>
            <pc:docMk/>
            <pc:sldMk cId="1987962216" sldId="267"/>
            <ac:picMk id="9" creationId="{2D5F9382-A5BA-43FE-B330-38445D99F07B}"/>
          </ac:picMkLst>
        </pc:picChg>
      </pc:sldChg>
      <pc:sldChg chg="addSp delSp modSp add del mod">
        <pc:chgData name="郁儒 廖" userId="189a1d031aa848d3" providerId="LiveId" clId="{BAB41E23-752A-40D8-9750-0FD17BCFECA6}" dt="2021-03-16T11:31:14.288" v="939" actId="47"/>
        <pc:sldMkLst>
          <pc:docMk/>
          <pc:sldMk cId="1420699" sldId="268"/>
        </pc:sldMkLst>
        <pc:spChg chg="mod">
          <ac:chgData name="郁儒 廖" userId="189a1d031aa848d3" providerId="LiveId" clId="{BAB41E23-752A-40D8-9750-0FD17BCFECA6}" dt="2021-03-16T11:29:31.456" v="931" actId="20577"/>
          <ac:spMkLst>
            <pc:docMk/>
            <pc:sldMk cId="1420699" sldId="268"/>
            <ac:spMk id="2" creationId="{829C92FE-E474-4CD1-ACE9-2167D7EEA573}"/>
          </ac:spMkLst>
        </pc:spChg>
        <pc:spChg chg="add mod">
          <ac:chgData name="郁儒 廖" userId="189a1d031aa848d3" providerId="LiveId" clId="{BAB41E23-752A-40D8-9750-0FD17BCFECA6}" dt="2021-03-16T11:28:42.063" v="919" actId="255"/>
          <ac:spMkLst>
            <pc:docMk/>
            <pc:sldMk cId="1420699" sldId="268"/>
            <ac:spMk id="4" creationId="{3D935510-B98D-4E46-9F27-304EFD151C05}"/>
          </ac:spMkLst>
        </pc:spChg>
        <pc:spChg chg="del">
          <ac:chgData name="郁儒 廖" userId="189a1d031aa848d3" providerId="LiveId" clId="{BAB41E23-752A-40D8-9750-0FD17BCFECA6}" dt="2021-03-16T11:24:46.107" v="886" actId="478"/>
          <ac:spMkLst>
            <pc:docMk/>
            <pc:sldMk cId="1420699" sldId="268"/>
            <ac:spMk id="11" creationId="{BA8C8F34-E88D-4983-9473-650FBAA775F5}"/>
          </ac:spMkLst>
        </pc:spChg>
        <pc:picChg chg="del">
          <ac:chgData name="郁儒 廖" userId="189a1d031aa848d3" providerId="LiveId" clId="{BAB41E23-752A-40D8-9750-0FD17BCFECA6}" dt="2021-03-16T11:24:37.396" v="884" actId="478"/>
          <ac:picMkLst>
            <pc:docMk/>
            <pc:sldMk cId="1420699" sldId="268"/>
            <ac:picMk id="5" creationId="{692240FC-2A92-411E-937C-6745BAC16D32}"/>
          </ac:picMkLst>
        </pc:picChg>
        <pc:picChg chg="del">
          <ac:chgData name="郁儒 廖" userId="189a1d031aa848d3" providerId="LiveId" clId="{BAB41E23-752A-40D8-9750-0FD17BCFECA6}" dt="2021-03-16T11:24:54.284" v="889" actId="478"/>
          <ac:picMkLst>
            <pc:docMk/>
            <pc:sldMk cId="1420699" sldId="268"/>
            <ac:picMk id="7" creationId="{72132B81-9D8F-4282-8EBD-96D562C10CAA}"/>
          </ac:picMkLst>
        </pc:picChg>
        <pc:picChg chg="del">
          <ac:chgData name="郁儒 廖" userId="189a1d031aa848d3" providerId="LiveId" clId="{BAB41E23-752A-40D8-9750-0FD17BCFECA6}" dt="2021-03-16T11:24:59.396" v="892" actId="478"/>
          <ac:picMkLst>
            <pc:docMk/>
            <pc:sldMk cId="1420699" sldId="268"/>
            <ac:picMk id="8" creationId="{EA839AB7-FB0D-476B-A707-CB90513FAC05}"/>
          </ac:picMkLst>
        </pc:picChg>
        <pc:picChg chg="del">
          <ac:chgData name="郁儒 廖" userId="189a1d031aa848d3" providerId="LiveId" clId="{BAB41E23-752A-40D8-9750-0FD17BCFECA6}" dt="2021-03-16T11:24:55.589" v="890" actId="478"/>
          <ac:picMkLst>
            <pc:docMk/>
            <pc:sldMk cId="1420699" sldId="268"/>
            <ac:picMk id="9" creationId="{91FF1E3F-99B1-4D9F-976A-F56EC65DEEB8}"/>
          </ac:picMkLst>
        </pc:picChg>
        <pc:picChg chg="del">
          <ac:chgData name="郁儒 廖" userId="189a1d031aa848d3" providerId="LiveId" clId="{BAB41E23-752A-40D8-9750-0FD17BCFECA6}" dt="2021-03-16T11:25:01.515" v="893" actId="478"/>
          <ac:picMkLst>
            <pc:docMk/>
            <pc:sldMk cId="1420699" sldId="268"/>
            <ac:picMk id="10" creationId="{EAAAC467-8D91-4C08-B744-ED223666A4CB}"/>
          </ac:picMkLst>
        </pc:picChg>
      </pc:sldChg>
      <pc:sldChg chg="modSp add">
        <pc:chgData name="郁儒 廖" userId="189a1d031aa848d3" providerId="LiveId" clId="{BAB41E23-752A-40D8-9750-0FD17BCFECA6}" dt="2021-03-16T11:30:21.392" v="935" actId="255"/>
        <pc:sldMkLst>
          <pc:docMk/>
          <pc:sldMk cId="3566977511" sldId="269"/>
        </pc:sldMkLst>
        <pc:spChg chg="mod">
          <ac:chgData name="郁儒 廖" userId="189a1d031aa848d3" providerId="LiveId" clId="{BAB41E23-752A-40D8-9750-0FD17BCFECA6}" dt="2021-03-16T11:30:21.392" v="935" actId="255"/>
          <ac:spMkLst>
            <pc:docMk/>
            <pc:sldMk cId="3566977511" sldId="269"/>
            <ac:spMk id="4" creationId="{3D935510-B98D-4E46-9F27-304EFD151C05}"/>
          </ac:spMkLst>
        </pc:spChg>
      </pc:sldChg>
      <pc:sldChg chg="addSp modSp add mod">
        <pc:chgData name="郁儒 廖" userId="189a1d031aa848d3" providerId="LiveId" clId="{BAB41E23-752A-40D8-9750-0FD17BCFECA6}" dt="2021-03-16T14:05:44.019" v="997" actId="1582"/>
        <pc:sldMkLst>
          <pc:docMk/>
          <pc:sldMk cId="3686461058" sldId="270"/>
        </pc:sldMkLst>
        <pc:spChg chg="add mod">
          <ac:chgData name="郁儒 廖" userId="189a1d031aa848d3" providerId="LiveId" clId="{BAB41E23-752A-40D8-9750-0FD17BCFECA6}" dt="2021-03-16T14:05:04.219" v="987" actId="1076"/>
          <ac:spMkLst>
            <pc:docMk/>
            <pc:sldMk cId="3686461058" sldId="270"/>
            <ac:spMk id="7" creationId="{5F3C716E-D9F2-4F00-9304-081BEF506775}"/>
          </ac:spMkLst>
        </pc:spChg>
        <pc:spChg chg="mod">
          <ac:chgData name="郁儒 廖" userId="189a1d031aa848d3" providerId="LiveId" clId="{BAB41E23-752A-40D8-9750-0FD17BCFECA6}" dt="2021-03-16T11:37:24.956" v="979" actId="1035"/>
          <ac:spMkLst>
            <pc:docMk/>
            <pc:sldMk cId="3686461058" sldId="270"/>
            <ac:spMk id="8" creationId="{85ED199D-8F90-4C81-9EC4-844A2DA9F43D}"/>
          </ac:spMkLst>
        </pc:spChg>
        <pc:cxnChg chg="add mod">
          <ac:chgData name="郁儒 廖" userId="189a1d031aa848d3" providerId="LiveId" clId="{BAB41E23-752A-40D8-9750-0FD17BCFECA6}" dt="2021-03-16T14:05:44.019" v="997" actId="1582"/>
          <ac:cxnSpMkLst>
            <pc:docMk/>
            <pc:sldMk cId="3686461058" sldId="270"/>
            <ac:cxnSpMk id="5" creationId="{14F16CDB-9638-49A4-9340-806A709D0BA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29D3B9-2504-4FB1-8B48-26288F50F7F5}" type="datetimeFigureOut">
              <a:rPr lang="zh-TW" altLang="en-US" smtClean="0"/>
              <a:t>2021/3/13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1C595D-56CD-4D50-A6EA-3FD3EA29439E}" type="slidenum">
              <a:rPr lang="zh-TW" altLang="en-US" smtClean="0"/>
              <a:t>‹#›</a:t>
            </a:fld>
            <a:endParaRPr lang="zh-TW" altLang="en-US"/>
          </a:p>
        </p:txBody>
      </p:sp>
    </p:spTree>
    <p:extLst>
      <p:ext uri="{BB962C8B-B14F-4D97-AF65-F5344CB8AC3E}">
        <p14:creationId xmlns:p14="http://schemas.microsoft.com/office/powerpoint/2010/main" val="1196406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61C595D-56CD-4D50-A6EA-3FD3EA29439E}" type="slidenum">
              <a:rPr lang="zh-TW" altLang="en-US" smtClean="0"/>
              <a:t>2</a:t>
            </a:fld>
            <a:endParaRPr lang="zh-TW" altLang="en-US"/>
          </a:p>
        </p:txBody>
      </p:sp>
    </p:spTree>
    <p:extLst>
      <p:ext uri="{BB962C8B-B14F-4D97-AF65-F5344CB8AC3E}">
        <p14:creationId xmlns:p14="http://schemas.microsoft.com/office/powerpoint/2010/main" val="1588887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兩次溝通</a:t>
            </a:r>
          </a:p>
        </p:txBody>
      </p:sp>
      <p:sp>
        <p:nvSpPr>
          <p:cNvPr id="4" name="投影片編號版面配置區 3"/>
          <p:cNvSpPr>
            <a:spLocks noGrp="1"/>
          </p:cNvSpPr>
          <p:nvPr>
            <p:ph type="sldNum" sz="quarter" idx="5"/>
          </p:nvPr>
        </p:nvSpPr>
        <p:spPr/>
        <p:txBody>
          <a:bodyPr/>
          <a:lstStyle/>
          <a:p>
            <a:fld id="{261C595D-56CD-4D50-A6EA-3FD3EA29439E}" type="slidenum">
              <a:rPr lang="zh-TW" altLang="en-US" smtClean="0"/>
              <a:t>8</a:t>
            </a:fld>
            <a:endParaRPr lang="zh-TW" altLang="en-US"/>
          </a:p>
        </p:txBody>
      </p:sp>
    </p:spTree>
    <p:extLst>
      <p:ext uri="{BB962C8B-B14F-4D97-AF65-F5344CB8AC3E}">
        <p14:creationId xmlns:p14="http://schemas.microsoft.com/office/powerpoint/2010/main" val="2928506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兩次溝通</a:t>
            </a:r>
          </a:p>
        </p:txBody>
      </p:sp>
      <p:sp>
        <p:nvSpPr>
          <p:cNvPr id="4" name="投影片編號版面配置區 3"/>
          <p:cNvSpPr>
            <a:spLocks noGrp="1"/>
          </p:cNvSpPr>
          <p:nvPr>
            <p:ph type="sldNum" sz="quarter" idx="5"/>
          </p:nvPr>
        </p:nvSpPr>
        <p:spPr/>
        <p:txBody>
          <a:bodyPr/>
          <a:lstStyle/>
          <a:p>
            <a:fld id="{261C595D-56CD-4D50-A6EA-3FD3EA29439E}" type="slidenum">
              <a:rPr lang="zh-TW" altLang="en-US" smtClean="0"/>
              <a:t>9</a:t>
            </a:fld>
            <a:endParaRPr lang="zh-TW" altLang="en-US"/>
          </a:p>
        </p:txBody>
      </p:sp>
    </p:spTree>
    <p:extLst>
      <p:ext uri="{BB962C8B-B14F-4D97-AF65-F5344CB8AC3E}">
        <p14:creationId xmlns:p14="http://schemas.microsoft.com/office/powerpoint/2010/main" val="218240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兩次溝通</a:t>
            </a:r>
          </a:p>
        </p:txBody>
      </p:sp>
      <p:sp>
        <p:nvSpPr>
          <p:cNvPr id="4" name="投影片編號版面配置區 3"/>
          <p:cNvSpPr>
            <a:spLocks noGrp="1"/>
          </p:cNvSpPr>
          <p:nvPr>
            <p:ph type="sldNum" sz="quarter" idx="5"/>
          </p:nvPr>
        </p:nvSpPr>
        <p:spPr/>
        <p:txBody>
          <a:bodyPr/>
          <a:lstStyle/>
          <a:p>
            <a:fld id="{261C595D-56CD-4D50-A6EA-3FD3EA29439E}" type="slidenum">
              <a:rPr lang="zh-TW" altLang="en-US" smtClean="0"/>
              <a:t>10</a:t>
            </a:fld>
            <a:endParaRPr lang="zh-TW" altLang="en-US"/>
          </a:p>
        </p:txBody>
      </p:sp>
    </p:spTree>
    <p:extLst>
      <p:ext uri="{BB962C8B-B14F-4D97-AF65-F5344CB8AC3E}">
        <p14:creationId xmlns:p14="http://schemas.microsoft.com/office/powerpoint/2010/main" val="2987204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兩次溝通</a:t>
            </a:r>
          </a:p>
        </p:txBody>
      </p:sp>
      <p:sp>
        <p:nvSpPr>
          <p:cNvPr id="4" name="投影片編號版面配置區 3"/>
          <p:cNvSpPr>
            <a:spLocks noGrp="1"/>
          </p:cNvSpPr>
          <p:nvPr>
            <p:ph type="sldNum" sz="quarter" idx="5"/>
          </p:nvPr>
        </p:nvSpPr>
        <p:spPr/>
        <p:txBody>
          <a:bodyPr/>
          <a:lstStyle/>
          <a:p>
            <a:fld id="{261C595D-56CD-4D50-A6EA-3FD3EA29439E}" type="slidenum">
              <a:rPr lang="zh-TW" altLang="en-US" smtClean="0"/>
              <a:t>11</a:t>
            </a:fld>
            <a:endParaRPr lang="zh-TW" altLang="en-US"/>
          </a:p>
        </p:txBody>
      </p:sp>
    </p:spTree>
    <p:extLst>
      <p:ext uri="{BB962C8B-B14F-4D97-AF65-F5344CB8AC3E}">
        <p14:creationId xmlns:p14="http://schemas.microsoft.com/office/powerpoint/2010/main" val="3467653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兩次溝通</a:t>
            </a:r>
          </a:p>
        </p:txBody>
      </p:sp>
      <p:sp>
        <p:nvSpPr>
          <p:cNvPr id="4" name="投影片編號版面配置區 3"/>
          <p:cNvSpPr>
            <a:spLocks noGrp="1"/>
          </p:cNvSpPr>
          <p:nvPr>
            <p:ph type="sldNum" sz="quarter" idx="5"/>
          </p:nvPr>
        </p:nvSpPr>
        <p:spPr/>
        <p:txBody>
          <a:bodyPr/>
          <a:lstStyle/>
          <a:p>
            <a:fld id="{261C595D-56CD-4D50-A6EA-3FD3EA29439E}" type="slidenum">
              <a:rPr lang="zh-TW" altLang="en-US" smtClean="0"/>
              <a:t>12</a:t>
            </a:fld>
            <a:endParaRPr lang="zh-TW" altLang="en-US"/>
          </a:p>
        </p:txBody>
      </p:sp>
    </p:spTree>
    <p:extLst>
      <p:ext uri="{BB962C8B-B14F-4D97-AF65-F5344CB8AC3E}">
        <p14:creationId xmlns:p14="http://schemas.microsoft.com/office/powerpoint/2010/main" val="3095596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NODE </a:t>
            </a:r>
            <a:r>
              <a:rPr lang="zh-TW" altLang="en-US" dirty="0"/>
              <a:t>太少</a:t>
            </a:r>
          </a:p>
        </p:txBody>
      </p:sp>
      <p:sp>
        <p:nvSpPr>
          <p:cNvPr id="4" name="投影片編號版面配置區 3"/>
          <p:cNvSpPr>
            <a:spLocks noGrp="1"/>
          </p:cNvSpPr>
          <p:nvPr>
            <p:ph type="sldNum" sz="quarter" idx="5"/>
          </p:nvPr>
        </p:nvSpPr>
        <p:spPr/>
        <p:txBody>
          <a:bodyPr/>
          <a:lstStyle/>
          <a:p>
            <a:fld id="{261C595D-56CD-4D50-A6EA-3FD3EA29439E}" type="slidenum">
              <a:rPr lang="zh-TW" altLang="en-US" smtClean="0"/>
              <a:t>13</a:t>
            </a:fld>
            <a:endParaRPr lang="zh-TW" altLang="en-US"/>
          </a:p>
        </p:txBody>
      </p:sp>
    </p:spTree>
    <p:extLst>
      <p:ext uri="{BB962C8B-B14F-4D97-AF65-F5344CB8AC3E}">
        <p14:creationId xmlns:p14="http://schemas.microsoft.com/office/powerpoint/2010/main" val="2130206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NODE </a:t>
            </a:r>
            <a:r>
              <a:rPr lang="zh-TW" altLang="en-US" dirty="0"/>
              <a:t>太少</a:t>
            </a:r>
          </a:p>
        </p:txBody>
      </p:sp>
      <p:sp>
        <p:nvSpPr>
          <p:cNvPr id="4" name="投影片編號版面配置區 3"/>
          <p:cNvSpPr>
            <a:spLocks noGrp="1"/>
          </p:cNvSpPr>
          <p:nvPr>
            <p:ph type="sldNum" sz="quarter" idx="5"/>
          </p:nvPr>
        </p:nvSpPr>
        <p:spPr/>
        <p:txBody>
          <a:bodyPr/>
          <a:lstStyle/>
          <a:p>
            <a:fld id="{261C595D-56CD-4D50-A6EA-3FD3EA29439E}" type="slidenum">
              <a:rPr lang="zh-TW" altLang="en-US" smtClean="0"/>
              <a:t>14</a:t>
            </a:fld>
            <a:endParaRPr lang="zh-TW" altLang="en-US"/>
          </a:p>
        </p:txBody>
      </p:sp>
    </p:spTree>
    <p:extLst>
      <p:ext uri="{BB962C8B-B14F-4D97-AF65-F5344CB8AC3E}">
        <p14:creationId xmlns:p14="http://schemas.microsoft.com/office/powerpoint/2010/main" val="2833212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D45068-9E5B-4922-8D6B-34CCD52357A2}"/>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5539CD9-D195-45DA-B394-3B0D01BC6B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BEA754F2-A568-4AD6-BD7A-572A521832E4}"/>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5" name="頁尾版面配置區 4">
            <a:extLst>
              <a:ext uri="{FF2B5EF4-FFF2-40B4-BE49-F238E27FC236}">
                <a16:creationId xmlns:a16="http://schemas.microsoft.com/office/drawing/2014/main" id="{98C983CE-D041-4FDA-BF5F-E597F7C4998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C7318C7-5352-4D1A-9912-924F22617211}"/>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13470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B375CB-F28E-4276-8BA9-B800D07FA0D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A6962F0-33F7-4D91-94BD-313B8FBDBCC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504DE2D-C5CA-4187-8918-573B0665BACF}"/>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5" name="頁尾版面配置區 4">
            <a:extLst>
              <a:ext uri="{FF2B5EF4-FFF2-40B4-BE49-F238E27FC236}">
                <a16:creationId xmlns:a16="http://schemas.microsoft.com/office/drawing/2014/main" id="{5C5A8D90-031F-4F00-B736-E9836D4CDC6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3B1A3D7-A26A-4B16-8FD5-4C852FCA878A}"/>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3217142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2709B6-B6AC-4E3F-9FDA-789BB0A5E8C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369EBF3D-DE76-4D04-874E-EF33C1F94F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0BB1E300-6180-4F49-A6D9-39FCDDA607F2}"/>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5" name="頁尾版面配置區 4">
            <a:extLst>
              <a:ext uri="{FF2B5EF4-FFF2-40B4-BE49-F238E27FC236}">
                <a16:creationId xmlns:a16="http://schemas.microsoft.com/office/drawing/2014/main" id="{8C906AC0-FCF9-4F65-9783-A7D0D8F063D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00CD427-BFB7-40B9-993C-E8AC0604B149}"/>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2087019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2E756F-7D5E-4806-8644-1524F34D511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C8EECBF-2132-4D8E-AFEC-5F53499449C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EE646C8-1219-4824-94C6-F6AF50148334}"/>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C2E9A14-361E-4CA2-B8B3-8554914A05F1}"/>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6" name="頁尾版面配置區 5">
            <a:extLst>
              <a:ext uri="{FF2B5EF4-FFF2-40B4-BE49-F238E27FC236}">
                <a16:creationId xmlns:a16="http://schemas.microsoft.com/office/drawing/2014/main" id="{D37E42F1-C637-401E-BD91-53755D05DD5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94FC661-2A76-43BE-A30D-6556CF5CA613}"/>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2390959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500ECD-5036-4AA5-858A-ACDFFA13C6A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770E05-77E7-4399-9F74-10C7E84473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355FFAD-07DD-44A2-A7C8-AAA7B62F273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612A066B-1BAD-40A6-8E42-9BB580E790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28DBBAC8-0B4A-4D2F-9F31-1F17BFDCEF1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CE242F9-D47B-4BE9-B4B9-059C6BD2C2E8}"/>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8" name="頁尾版面配置區 7">
            <a:extLst>
              <a:ext uri="{FF2B5EF4-FFF2-40B4-BE49-F238E27FC236}">
                <a16:creationId xmlns:a16="http://schemas.microsoft.com/office/drawing/2014/main" id="{AB910071-CDF5-4D2E-94DC-A0DCD9E1FB27}"/>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0633F6E-4052-45FE-B0EA-7909A33DAC51}"/>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1275965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791390-C06C-4AEF-8AC6-ADEC03F0053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E1000441-2AF0-4218-A4DA-46677AD29861}"/>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4" name="頁尾版面配置區 3">
            <a:extLst>
              <a:ext uri="{FF2B5EF4-FFF2-40B4-BE49-F238E27FC236}">
                <a16:creationId xmlns:a16="http://schemas.microsoft.com/office/drawing/2014/main" id="{BE537C61-01AB-4A5A-9CC9-288D9AF233A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C7678301-7882-4892-93D6-ABB2EFBF5343}"/>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180021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7E4B9A1-844F-4A4E-B6C2-C3F411ED7EB4}"/>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3" name="頁尾版面配置區 2">
            <a:extLst>
              <a:ext uri="{FF2B5EF4-FFF2-40B4-BE49-F238E27FC236}">
                <a16:creationId xmlns:a16="http://schemas.microsoft.com/office/drawing/2014/main" id="{A9DD06BD-F03D-4976-A419-F30625AB005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40C585C-263C-41BD-A12C-3DF8390A6AB5}"/>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1320844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1983C2-6010-45FD-AC76-957E3017424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3EBC55B-7587-4D40-B6D0-48F41AA97F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4D99344-285F-43CB-A256-B5600C4EB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8BCCA5F-602E-4034-A8D5-D5F87608DE8D}"/>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6" name="頁尾版面配置區 5">
            <a:extLst>
              <a:ext uri="{FF2B5EF4-FFF2-40B4-BE49-F238E27FC236}">
                <a16:creationId xmlns:a16="http://schemas.microsoft.com/office/drawing/2014/main" id="{A2AEB6B8-64FA-47A0-94DF-036461DD294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B9A6D3E-E4CE-4C88-A153-53DB1F5FFABA}"/>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1116391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23A91A-DD32-439D-8440-88C6456B9F0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F54710D-003C-46B6-921C-AA8A28F570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AA66690-AA3E-4B76-8EF2-0D8BD7A6AF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C24B8B7-431A-466D-835B-7E387A90F27A}"/>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6" name="頁尾版面配置區 5">
            <a:extLst>
              <a:ext uri="{FF2B5EF4-FFF2-40B4-BE49-F238E27FC236}">
                <a16:creationId xmlns:a16="http://schemas.microsoft.com/office/drawing/2014/main" id="{AF9C3D4B-F584-4436-8026-038FCE6CB96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B300990-79A0-45E2-BC1A-C3AFDF2993CF}"/>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1080533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54648-7114-4831-A74F-621FC0B147C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4A199B0-B591-49BF-96BD-C74BF2CFE49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2ACD46D-C260-4800-A6A5-1FBC9060E0E6}"/>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5" name="頁尾版面配置區 4">
            <a:extLst>
              <a:ext uri="{FF2B5EF4-FFF2-40B4-BE49-F238E27FC236}">
                <a16:creationId xmlns:a16="http://schemas.microsoft.com/office/drawing/2014/main" id="{74D7DACE-8308-48DB-9CB2-93A62261AB9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1C865D4-9E90-4BC6-AA79-B1629BA14EAA}"/>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3883157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FCCD4FDE-D86D-45E6-A526-ADD4475B96E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60878D6-4180-475E-BC04-29733713E1A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375FE3D-A68C-4A1C-A221-0C417A817EBE}"/>
              </a:ext>
            </a:extLst>
          </p:cNvPr>
          <p:cNvSpPr>
            <a:spLocks noGrp="1"/>
          </p:cNvSpPr>
          <p:nvPr>
            <p:ph type="dt" sz="half" idx="10"/>
          </p:nvPr>
        </p:nvSpPr>
        <p:spPr/>
        <p:txBody>
          <a:bodyPr/>
          <a:lstStyle/>
          <a:p>
            <a:fld id="{1821A882-8B1B-4635-81BB-B48327D812DE}" type="datetimeFigureOut">
              <a:rPr lang="zh-TW" altLang="en-US" smtClean="0"/>
              <a:t>2021/3/13</a:t>
            </a:fld>
            <a:endParaRPr lang="zh-TW" altLang="en-US"/>
          </a:p>
        </p:txBody>
      </p:sp>
      <p:sp>
        <p:nvSpPr>
          <p:cNvPr id="5" name="頁尾版面配置區 4">
            <a:extLst>
              <a:ext uri="{FF2B5EF4-FFF2-40B4-BE49-F238E27FC236}">
                <a16:creationId xmlns:a16="http://schemas.microsoft.com/office/drawing/2014/main" id="{299C8D74-B763-46CE-BD73-F62B48E574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B2C296F-8BFF-40B6-BEB6-FBA6D3CA533B}"/>
              </a:ext>
            </a:extLst>
          </p:cNvPr>
          <p:cNvSpPr>
            <a:spLocks noGrp="1"/>
          </p:cNvSpPr>
          <p:nvPr>
            <p:ph type="sldNum" sz="quarter" idx="12"/>
          </p:nvPr>
        </p:nvSpPr>
        <p:spPr/>
        <p:txBody>
          <a:body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616287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3548917-52B6-48AA-8329-3D27DD618A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62CA34-62C1-4727-B515-DF43B080E3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062D60-7973-49DF-8442-5B254A5AFA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21A882-8B1B-4635-81BB-B48327D812DE}" type="datetimeFigureOut">
              <a:rPr lang="zh-TW" altLang="en-US" smtClean="0"/>
              <a:t>2021/3/13</a:t>
            </a:fld>
            <a:endParaRPr lang="zh-TW" altLang="en-US"/>
          </a:p>
        </p:txBody>
      </p:sp>
      <p:sp>
        <p:nvSpPr>
          <p:cNvPr id="5" name="頁尾版面配置區 4">
            <a:extLst>
              <a:ext uri="{FF2B5EF4-FFF2-40B4-BE49-F238E27FC236}">
                <a16:creationId xmlns:a16="http://schemas.microsoft.com/office/drawing/2014/main" id="{9F6AD50F-CD13-4F6C-ACC6-E78D8A80B0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2149000-56A3-41F9-9FB0-B034502CA2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F4A96A-E0FE-4CBA-B192-9DDD71F0E07C}" type="slidenum">
              <a:rPr lang="zh-TW" altLang="en-US" smtClean="0"/>
              <a:t>‹#›</a:t>
            </a:fld>
            <a:endParaRPr lang="zh-TW" altLang="en-US"/>
          </a:p>
        </p:txBody>
      </p:sp>
    </p:spTree>
    <p:extLst>
      <p:ext uri="{BB962C8B-B14F-4D97-AF65-F5344CB8AC3E}">
        <p14:creationId xmlns:p14="http://schemas.microsoft.com/office/powerpoint/2010/main" val="37661063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2375CF-A388-49CC-94BE-71F2AA14642C}"/>
              </a:ext>
            </a:extLst>
          </p:cNvPr>
          <p:cNvSpPr>
            <a:spLocks noGrp="1"/>
          </p:cNvSpPr>
          <p:nvPr>
            <p:ph type="ctrTitle"/>
          </p:nvPr>
        </p:nvSpPr>
        <p:spPr/>
        <p:txBody>
          <a:bodyPr>
            <a:normAutofit/>
          </a:bodyPr>
          <a:lstStyle/>
          <a:p>
            <a:r>
              <a:rPr lang="en-US" altLang="zh-TW" sz="3200" dirty="0">
                <a:latin typeface="Times New Roman" panose="02020603050405020304" pitchFamily="18" charset="0"/>
                <a:cs typeface="Times New Roman" panose="02020603050405020304" pitchFamily="18" charset="0"/>
              </a:rPr>
              <a:t>A dominant point-based parallel algorithm that finds all longest common subsequences for a constrained-MLCS problem</a:t>
            </a:r>
            <a:br>
              <a:rPr lang="en-US" altLang="zh-TW" sz="3200" dirty="0">
                <a:latin typeface="Times New Roman" panose="02020603050405020304" pitchFamily="18" charset="0"/>
                <a:cs typeface="Times New Roman" panose="02020603050405020304" pitchFamily="18" charset="0"/>
              </a:rPr>
            </a:br>
            <a:br>
              <a:rPr lang="en-US" altLang="zh-TW" sz="1800" dirty="0">
                <a:latin typeface="Times New Roman" panose="02020603050405020304" pitchFamily="18" charset="0"/>
                <a:cs typeface="Times New Roman" panose="02020603050405020304" pitchFamily="18" charset="0"/>
              </a:rPr>
            </a:br>
            <a:r>
              <a:rPr lang="en-US" altLang="zh-TW" sz="1800" dirty="0">
                <a:latin typeface="Times New Roman" panose="02020603050405020304" pitchFamily="18" charset="0"/>
                <a:cs typeface="Times New Roman" panose="02020603050405020304" pitchFamily="18" charset="0"/>
              </a:rPr>
              <a:t>Armel </a:t>
            </a:r>
            <a:r>
              <a:rPr lang="en-US" altLang="zh-TW" sz="1800" dirty="0" err="1">
                <a:latin typeface="Times New Roman" panose="02020603050405020304" pitchFamily="18" charset="0"/>
                <a:cs typeface="Times New Roman" panose="02020603050405020304" pitchFamily="18" charset="0"/>
              </a:rPr>
              <a:t>Nkonjoh</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Ngomade</a:t>
            </a:r>
            <a:r>
              <a:rPr lang="en-US" altLang="zh-TW" sz="1800" dirty="0">
                <a:latin typeface="Times New Roman" panose="02020603050405020304" pitchFamily="18" charset="0"/>
                <a:cs typeface="Times New Roman" panose="02020603050405020304" pitchFamily="18" charset="0"/>
              </a:rPr>
              <a:t>, Jean Frédéric </a:t>
            </a:r>
            <a:r>
              <a:rPr lang="en-US" altLang="zh-TW" sz="1800" dirty="0" err="1">
                <a:latin typeface="Times New Roman" panose="02020603050405020304" pitchFamily="18" charset="0"/>
                <a:cs typeface="Times New Roman" panose="02020603050405020304" pitchFamily="18" charset="0"/>
              </a:rPr>
              <a:t>Myoupo</a:t>
            </a:r>
            <a:r>
              <a:rPr lang="en-US" altLang="zh-TW" sz="1800" dirty="0">
                <a:latin typeface="Times New Roman" panose="02020603050405020304" pitchFamily="18" charset="0"/>
                <a:cs typeface="Times New Roman" panose="02020603050405020304" pitchFamily="18" charset="0"/>
              </a:rPr>
              <a:t>, Vianney </a:t>
            </a:r>
            <a:r>
              <a:rPr lang="en-US" altLang="zh-TW" sz="1800" dirty="0" err="1">
                <a:latin typeface="Times New Roman" panose="02020603050405020304" pitchFamily="18" charset="0"/>
                <a:cs typeface="Times New Roman" panose="02020603050405020304" pitchFamily="18" charset="0"/>
              </a:rPr>
              <a:t>Kengne</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Tchendji</a:t>
            </a:r>
            <a:endParaRPr lang="zh-TW" altLang="en-US" sz="1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0F9C6238-D1C4-4B44-90D5-329B9E4675E2}"/>
              </a:ext>
            </a:extLst>
          </p:cNvPr>
          <p:cNvSpPr>
            <a:spLocks noGrp="1"/>
          </p:cNvSpPr>
          <p:nvPr>
            <p:ph type="subTitle" idx="1"/>
          </p:nvPr>
        </p:nvSpPr>
        <p:spPr>
          <a:xfrm>
            <a:off x="1524000" y="3977196"/>
            <a:ext cx="9144000" cy="1058662"/>
          </a:xfrm>
        </p:spPr>
        <p:txBody>
          <a:bodyPr/>
          <a:lstStyle/>
          <a:p>
            <a:r>
              <a:rPr lang="en-US" altLang="zh-TW" sz="1800" dirty="0">
                <a:latin typeface="Times New Roman" panose="02020603050405020304" pitchFamily="18" charset="0"/>
                <a:ea typeface="+mj-ea"/>
                <a:cs typeface="Times New Roman" panose="02020603050405020304" pitchFamily="18" charset="0"/>
              </a:rPr>
              <a:t>Journal of Computational Science 40 (2020) 101070</a:t>
            </a:r>
            <a:endParaRPr lang="zh-TW" altLang="en-US" sz="1800"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id="{2EF3AD86-AA11-49CD-812B-94F481F99250}"/>
              </a:ext>
            </a:extLst>
          </p:cNvPr>
          <p:cNvSpPr txBox="1">
            <a:spLocks/>
          </p:cNvSpPr>
          <p:nvPr/>
        </p:nvSpPr>
        <p:spPr>
          <a:xfrm>
            <a:off x="8783273" y="5308917"/>
            <a:ext cx="2471956" cy="820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600" dirty="0">
                <a:latin typeface="微軟正黑體" pitchFamily="34" charset="-120"/>
                <a:ea typeface="微軟正黑體" pitchFamily="34" charset="-120"/>
              </a:rPr>
              <a:t>Presenter :</a:t>
            </a:r>
            <a:r>
              <a:rPr lang="zh-TW" altLang="en-US" sz="1600" dirty="0">
                <a:latin typeface="微軟正黑體" pitchFamily="34" charset="-120"/>
                <a:ea typeface="微軟正黑體" pitchFamily="34" charset="-120"/>
              </a:rPr>
              <a:t> </a:t>
            </a:r>
            <a:r>
              <a:rPr lang="en-US" altLang="zh-TW" sz="1600" dirty="0"/>
              <a:t>Yu-Ju, Liao</a:t>
            </a:r>
          </a:p>
          <a:p>
            <a:r>
              <a:rPr lang="en-US" altLang="zh-TW" sz="1600" dirty="0">
                <a:latin typeface="微軟正黑體" pitchFamily="34" charset="-120"/>
                <a:ea typeface="微軟正黑體" pitchFamily="34" charset="-120"/>
              </a:rPr>
              <a:t>Date :Mar. </a:t>
            </a:r>
            <a:r>
              <a:rPr lang="en-US" altLang="zh-TW" sz="1600" dirty="0">
                <a:latin typeface="Times New Roman" panose="02020603050405020304" pitchFamily="18" charset="0"/>
                <a:ea typeface="微軟正黑體" pitchFamily="34" charset="-120"/>
                <a:cs typeface="Times New Roman" panose="02020603050405020304" pitchFamily="18" charset="0"/>
              </a:rPr>
              <a:t>17</a:t>
            </a:r>
            <a:r>
              <a:rPr lang="en-US" altLang="zh-TW" sz="1600" dirty="0">
                <a:latin typeface="Times New Roman" panose="02020603050405020304" pitchFamily="18" charset="0"/>
                <a:cs typeface="Times New Roman" panose="02020603050405020304" pitchFamily="18" charset="0"/>
              </a:rPr>
              <a:t>, 2021</a:t>
            </a:r>
            <a:endParaRPr lang="zh-TW" altLang="en-US" sz="1600" dirty="0"/>
          </a:p>
        </p:txBody>
      </p:sp>
    </p:spTree>
    <p:extLst>
      <p:ext uri="{BB962C8B-B14F-4D97-AF65-F5344CB8AC3E}">
        <p14:creationId xmlns:p14="http://schemas.microsoft.com/office/powerpoint/2010/main" val="199466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C92FE-E474-4CD1-ACE9-2167D7EEA573}"/>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A</a:t>
            </a:r>
            <a:r>
              <a:rPr lang="pt-BR" altLang="zh-TW" sz="4000" dirty="0">
                <a:latin typeface="Times New Roman" panose="02020603050405020304" pitchFamily="18" charset="0"/>
                <a:cs typeface="Times New Roman" panose="02020603050405020304" pitchFamily="18" charset="0"/>
              </a:rPr>
              <a:t>bstract</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內容版面配置區 3">
                <a:extLst>
                  <a:ext uri="{FF2B5EF4-FFF2-40B4-BE49-F238E27FC236}">
                    <a16:creationId xmlns:a16="http://schemas.microsoft.com/office/drawing/2014/main" id="{3D935510-B98D-4E46-9F27-304EFD151C05}"/>
                  </a:ext>
                </a:extLst>
              </p:cNvPr>
              <p:cNvSpPr>
                <a:spLocks noGrp="1"/>
              </p:cNvSpPr>
              <p:nvPr>
                <p:ph idx="1"/>
              </p:nvPr>
            </p:nvSpPr>
            <p:spPr>
              <a:xfrm>
                <a:off x="838200" y="1760728"/>
                <a:ext cx="10515600" cy="4351338"/>
              </a:xfrm>
            </p:spPr>
            <p:txBody>
              <a:bodyPr>
                <a:noAutofit/>
              </a:bodyPr>
              <a:lstStyle/>
              <a:p>
                <a:pPr marL="0" indent="0">
                  <a:lnSpc>
                    <a:spcPct val="120000"/>
                  </a:lnSpc>
                  <a:buNone/>
                </a:pPr>
                <a:r>
                  <a:rPr lang="en-US" altLang="zh-TW" sz="2000" dirty="0">
                    <a:latin typeface="Times New Roman" panose="02020603050405020304" pitchFamily="18" charset="0"/>
                    <a:cs typeface="Times New Roman" panose="02020603050405020304" pitchFamily="18" charset="0"/>
                  </a:rPr>
                  <a:t>The work presented in this paper consists of searching for all the longest common subsequences among r sequences of equal length n which exclude a particular string. This problem is named the constrained-multiple longest common subsequence (constrained-MLCS) and is a general case of the constrained-LCS. Due to its importance, particularly in bioinformatics, the constrained-MLCS is widely studied. Thus, the solution proposed here is a coarse-grained multicomputer-based algorithm that uses an existing serial algorithm for local computation and a master-slave paradigm. This solution requires </a:t>
                </a:r>
                <a:r>
                  <a:rPr lang="en-US" altLang="zh-TW" sz="2000" dirty="0">
                    <a:solidFill>
                      <a:schemeClr val="tx1"/>
                    </a:solidFill>
                    <a:latin typeface="Times New Roman" panose="02020603050405020304" pitchFamily="18" charset="0"/>
                    <a:cs typeface="Times New Roman" panose="02020603050405020304" pitchFamily="18" charset="0"/>
                  </a:rPr>
                  <a:t>O (</a:t>
                </a:r>
                <a14:m>
                  <m:oMath xmlns:m="http://schemas.openxmlformats.org/officeDocument/2006/math">
                    <m:f>
                      <m:fPr>
                        <m:ctrlPr>
                          <a:rPr lang="en-US" altLang="zh-TW" sz="2000" i="1" smtClean="0">
                            <a:solidFill>
                              <a:schemeClr val="tx1"/>
                            </a:solidFill>
                            <a:latin typeface="Cambria Math" panose="02040503050406030204" pitchFamily="18" charset="0"/>
                          </a:rPr>
                        </m:ctrlPr>
                      </m:fPr>
                      <m:num>
                        <m:d>
                          <m:dPr>
                            <m:begChr m:val="|"/>
                            <m:endChr m:val="|"/>
                            <m:ctrlPr>
                              <a:rPr lang="en-US" altLang="zh-TW" sz="2000" i="1">
                                <a:solidFill>
                                  <a:schemeClr val="tx1"/>
                                </a:solidFill>
                                <a:latin typeface="Cambria Math" panose="02040503050406030204" pitchFamily="18" charset="0"/>
                              </a:rPr>
                            </m:ctrlPr>
                          </m:dPr>
                          <m:e>
                            <m:r>
                              <a:rPr lang="en-US" altLang="zh-TW" sz="2000" b="0" i="1" smtClean="0">
                                <a:solidFill>
                                  <a:schemeClr val="tx1"/>
                                </a:solidFill>
                                <a:latin typeface="Cambria Math" panose="02040503050406030204" pitchFamily="18" charset="0"/>
                              </a:rPr>
                              <m:t>𝐷</m:t>
                            </m:r>
                          </m:e>
                        </m:d>
                        <m:r>
                          <a:rPr lang="en-US" altLang="zh-TW" sz="2000" i="1">
                            <a:solidFill>
                              <a:schemeClr val="tx1"/>
                            </a:solidFill>
                            <a:latin typeface="Cambria Math" panose="02040503050406030204" pitchFamily="18" charset="0"/>
                          </a:rPr>
                          <m:t>∗</m:t>
                        </m:r>
                        <m:d>
                          <m:dPr>
                            <m:begChr m:val="|"/>
                            <m:endChr m:val="|"/>
                            <m:ctrlPr>
                              <a:rPr lang="en-US" altLang="zh-TW" sz="2000" i="1">
                                <a:solidFill>
                                  <a:schemeClr val="tx1"/>
                                </a:solidFill>
                                <a:latin typeface="Cambria Math" panose="02040503050406030204" pitchFamily="18" charset="0"/>
                              </a:rPr>
                            </m:ctrlPr>
                          </m:dPr>
                          <m:e>
                            <m:r>
                              <a:rPr lang="en-US" altLang="zh-TW" sz="2000" i="1">
                                <a:solidFill>
                                  <a:schemeClr val="tx1"/>
                                </a:solidFill>
                                <a:latin typeface="Cambria Math" panose="02040503050406030204" pitchFamily="18" charset="0"/>
                              </a:rPr>
                              <m:t>𝛴</m:t>
                            </m:r>
                          </m:e>
                        </m:d>
                        <m:r>
                          <a:rPr lang="en-US" altLang="zh-TW" sz="2000" b="0" i="1" smtClean="0">
                            <a:solidFill>
                              <a:schemeClr val="tx1"/>
                            </a:solidFill>
                            <a:latin typeface="Cambria Math" panose="02040503050406030204" pitchFamily="18" charset="0"/>
                          </a:rPr>
                          <m:t>+</m:t>
                        </m:r>
                        <m:d>
                          <m:dPr>
                            <m:begChr m:val="|"/>
                            <m:endChr m:val="|"/>
                            <m:ctrlPr>
                              <a:rPr lang="en-US" altLang="zh-TW" sz="2000" i="1">
                                <a:solidFill>
                                  <a:schemeClr val="tx1"/>
                                </a:solidFill>
                                <a:latin typeface="Cambria Math" panose="02040503050406030204" pitchFamily="18" charset="0"/>
                              </a:rPr>
                            </m:ctrlPr>
                          </m:dPr>
                          <m:e>
                            <m:r>
                              <a:rPr lang="en-US" altLang="zh-TW" sz="2000" i="1">
                                <a:solidFill>
                                  <a:schemeClr val="tx1"/>
                                </a:solidFill>
                                <a:latin typeface="Cambria Math" panose="02040503050406030204" pitchFamily="18" charset="0"/>
                              </a:rPr>
                              <m:t>𝑀𝐿𝐶𝑆</m:t>
                            </m:r>
                          </m:e>
                        </m:d>
                        <m:r>
                          <a:rPr lang="en-US" altLang="zh-TW" sz="2000" b="0" i="1" smtClean="0">
                            <a:solidFill>
                              <a:schemeClr val="tx1"/>
                            </a:solidFill>
                            <a:latin typeface="Cambria Math" panose="02040503050406030204" pitchFamily="18" charset="0"/>
                          </a:rPr>
                          <m:t>∗</m:t>
                        </m:r>
                        <m:d>
                          <m:dPr>
                            <m:begChr m:val="|"/>
                            <m:endChr m:val="|"/>
                            <m:ctrlPr>
                              <a:rPr lang="en-US" altLang="zh-TW" sz="2000" i="1" smtClean="0">
                                <a:solidFill>
                                  <a:schemeClr val="tx1"/>
                                </a:solidFill>
                                <a:latin typeface="Cambria Math" panose="02040503050406030204" pitchFamily="18" charset="0"/>
                              </a:rPr>
                            </m:ctrlPr>
                          </m:dPr>
                          <m:e>
                            <m:r>
                              <a:rPr lang="en-US" altLang="zh-TW" sz="2000" b="0" i="1" smtClean="0">
                                <a:solidFill>
                                  <a:schemeClr val="tx1"/>
                                </a:solidFill>
                                <a:latin typeface="Cambria Math" panose="02040503050406030204" pitchFamily="18" charset="0"/>
                              </a:rPr>
                              <m:t>𝐶𝑆𝑆𝑠</m:t>
                            </m:r>
                          </m:e>
                        </m:d>
                      </m:num>
                      <m:den>
                        <m:r>
                          <a:rPr lang="en-US" altLang="zh-TW" sz="2000" i="1" smtClean="0">
                            <a:solidFill>
                              <a:schemeClr val="tx1"/>
                            </a:solidFill>
                            <a:latin typeface="Cambria Math" panose="02040503050406030204" pitchFamily="18" charset="0"/>
                          </a:rPr>
                          <m:t>𝑃</m:t>
                        </m:r>
                      </m:den>
                    </m:f>
                  </m:oMath>
                </a14:m>
                <a:r>
                  <a:rPr lang="en-US" altLang="zh-TW" sz="2000" dirty="0">
                    <a:solidFill>
                      <a:schemeClr val="tx1"/>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local computation time on each processor , O (</a:t>
                </a:r>
                <a14:m>
                  <m:oMath xmlns:m="http://schemas.openxmlformats.org/officeDocument/2006/math">
                    <m:d>
                      <m:dPr>
                        <m:begChr m:val="|"/>
                        <m:endChr m:val="|"/>
                        <m:ctrlPr>
                          <a:rPr lang="en-US" altLang="zh-TW" sz="2000" i="1">
                            <a:latin typeface="Cambria Math" panose="02040503050406030204" pitchFamily="18" charset="0"/>
                          </a:rPr>
                        </m:ctrlPr>
                      </m:dPr>
                      <m:e>
                        <m:r>
                          <a:rPr lang="en-US" altLang="zh-TW" sz="2000" i="1">
                            <a:latin typeface="Cambria Math" panose="02040503050406030204" pitchFamily="18" charset="0"/>
                          </a:rPr>
                          <m:t>𝑀𝐿𝐶𝑆</m:t>
                        </m:r>
                      </m:e>
                    </m:d>
                  </m:oMath>
                </a14:m>
                <a:r>
                  <a:rPr lang="en-US" altLang="zh-TW" sz="2000" dirty="0">
                    <a:latin typeface="Times New Roman" panose="02020603050405020304" pitchFamily="18" charset="0"/>
                    <a:cs typeface="Times New Roman" panose="02020603050405020304" pitchFamily="18" charset="0"/>
                  </a:rPr>
                  <a:t>) communication rounds and O (n</a:t>
                </a:r>
                <a14:m>
                  <m:oMath xmlns:m="http://schemas.openxmlformats.org/officeDocument/2006/math">
                    <m:d>
                      <m:dPr>
                        <m:begChr m:val="|"/>
                        <m:endChr m:val="|"/>
                        <m:ctrlPr>
                          <a:rPr lang="en-US" altLang="zh-TW" sz="2000" i="1">
                            <a:latin typeface="Cambria Math" panose="02040503050406030204" pitchFamily="18" charset="0"/>
                          </a:rPr>
                        </m:ctrlPr>
                      </m:dPr>
                      <m:e>
                        <m:r>
                          <a:rPr lang="en-US" altLang="zh-TW" sz="2000" i="1">
                            <a:latin typeface="Cambria Math" panose="02040503050406030204" pitchFamily="18" charset="0"/>
                          </a:rPr>
                          <m:t>𝛴</m:t>
                        </m:r>
                      </m:e>
                    </m:d>
                    <m:f>
                      <m:fPr>
                        <m:ctrlPr>
                          <a:rPr lang="en-US" altLang="zh-TW" sz="2000" i="1">
                            <a:latin typeface="Cambria Math" panose="02040503050406030204" pitchFamily="18" charset="0"/>
                          </a:rPr>
                        </m:ctrlPr>
                      </m:fPr>
                      <m:num>
                        <m:r>
                          <a:rPr lang="en-US" altLang="zh-TW" sz="2000" i="1">
                            <a:latin typeface="Cambria Math" panose="02040503050406030204" pitchFamily="18" charset="0"/>
                          </a:rPr>
                          <m:t>𝑟</m:t>
                        </m:r>
                      </m:num>
                      <m:den>
                        <m:r>
                          <a:rPr lang="en-US" altLang="zh-TW" sz="2000" i="1">
                            <a:latin typeface="Cambria Math" panose="02040503050406030204" pitchFamily="18" charset="0"/>
                          </a:rPr>
                          <m:t>𝑃</m:t>
                        </m:r>
                      </m:den>
                    </m:f>
                  </m:oMath>
                </a14:m>
                <a:r>
                  <a:rPr lang="en-US" altLang="zh-TW" sz="2000" dirty="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time for preliminary works. </a:t>
                </a:r>
                <a14:m>
                  <m:oMath xmlns:m="http://schemas.openxmlformats.org/officeDocument/2006/math">
                    <m:d>
                      <m:dPr>
                        <m:begChr m:val="|"/>
                        <m:endChr m:val="|"/>
                        <m:ctrlPr>
                          <a:rPr lang="en-US" altLang="zh-TW" sz="2000" i="1" smtClean="0">
                            <a:solidFill>
                              <a:schemeClr val="tx1"/>
                            </a:solidFill>
                            <a:latin typeface="Cambria Math" panose="02040503050406030204" pitchFamily="18" charset="0"/>
                          </a:rPr>
                        </m:ctrlPr>
                      </m:dPr>
                      <m:e>
                        <m:r>
                          <a:rPr lang="en-US" altLang="zh-TW" sz="2000" i="1">
                            <a:solidFill>
                              <a:schemeClr val="tx1"/>
                            </a:solidFill>
                            <a:latin typeface="Cambria Math" panose="02040503050406030204" pitchFamily="18" charset="0"/>
                          </a:rPr>
                          <m:t>𝛴</m:t>
                        </m:r>
                      </m:e>
                    </m:d>
                  </m:oMath>
                </a14:m>
                <a:r>
                  <a:rPr lang="en-US" altLang="zh-TW" sz="2000" dirty="0">
                    <a:latin typeface="Times New Roman" panose="02020603050405020304" pitchFamily="18" charset="0"/>
                    <a:cs typeface="Times New Roman" panose="02020603050405020304" pitchFamily="18" charset="0"/>
                  </a:rPr>
                  <a:t> is the alphabet’s size, p is the number of processors used, |D| is the number of dominants generated during the entire resolution process, </a:t>
                </a:r>
                <a14:m>
                  <m:oMath xmlns:m="http://schemas.openxmlformats.org/officeDocument/2006/math">
                    <m:d>
                      <m:dPr>
                        <m:begChr m:val="|"/>
                        <m:endChr m:val="|"/>
                        <m:ctrlPr>
                          <a:rPr lang="en-US" altLang="zh-TW" sz="2000" i="1">
                            <a:latin typeface="Cambria Math" panose="02040503050406030204" pitchFamily="18" charset="0"/>
                          </a:rPr>
                        </m:ctrlPr>
                      </m:dPr>
                      <m:e>
                        <m:r>
                          <m:rPr>
                            <m:nor/>
                          </m:rPr>
                          <a:rPr lang="en-US" altLang="zh-TW" sz="2000" dirty="0">
                            <a:latin typeface="Times New Roman" panose="02020603050405020304" pitchFamily="18" charset="0"/>
                            <a:cs typeface="Times New Roman" panose="02020603050405020304" pitchFamily="18" charset="0"/>
                          </a:rPr>
                          <m:t>CSSs</m:t>
                        </m:r>
                      </m:e>
                    </m:d>
                  </m:oMath>
                </a14:m>
                <a:r>
                  <a:rPr lang="en-US" altLang="zh-TW" sz="2000" dirty="0">
                    <a:latin typeface="Times New Roman" panose="02020603050405020304" pitchFamily="18" charset="0"/>
                    <a:cs typeface="Times New Roman" panose="02020603050405020304" pitchFamily="18" charset="0"/>
                  </a:rPr>
                  <a:t> and </a:t>
                </a:r>
                <a14:m>
                  <m:oMath xmlns:m="http://schemas.openxmlformats.org/officeDocument/2006/math">
                    <m:d>
                      <m:dPr>
                        <m:begChr m:val="|"/>
                        <m:endChr m:val="|"/>
                        <m:ctrlPr>
                          <a:rPr lang="en-US" altLang="zh-TW" sz="2000" i="1">
                            <a:latin typeface="Cambria Math" panose="02040503050406030204" pitchFamily="18" charset="0"/>
                          </a:rPr>
                        </m:ctrlPr>
                      </m:dPr>
                      <m:e>
                        <m:r>
                          <a:rPr lang="en-US" altLang="zh-TW" sz="2000" i="1">
                            <a:latin typeface="Cambria Math" panose="02040503050406030204" pitchFamily="18" charset="0"/>
                          </a:rPr>
                          <m:t>𝑀𝐿𝐶𝑆</m:t>
                        </m:r>
                      </m:e>
                    </m:d>
                  </m:oMath>
                </a14:m>
                <a:r>
                  <a:rPr lang="en-US" altLang="zh-TW" sz="2000" dirty="0">
                    <a:latin typeface="Times New Roman" panose="02020603050405020304" pitchFamily="18" charset="0"/>
                    <a:cs typeface="Times New Roman" panose="02020603050405020304" pitchFamily="18" charset="0"/>
                  </a:rPr>
                  <a:t>  are the number of all common subsequences, and the length of the longest common subsequences respectively. The experiments performed indicate that our proposed algorithm is scalable both with the number of processors and the number of input sequences.</a:t>
                </a:r>
                <a:endParaRPr lang="zh-TW" altLang="en-US" sz="2000" dirty="0">
                  <a:latin typeface="Times New Roman" panose="02020603050405020304" pitchFamily="18" charset="0"/>
                  <a:cs typeface="Times New Roman" panose="02020603050405020304" pitchFamily="18" charset="0"/>
                </a:endParaRPr>
              </a:p>
            </p:txBody>
          </p:sp>
        </mc:Choice>
        <mc:Fallback>
          <p:sp>
            <p:nvSpPr>
              <p:cNvPr id="4" name="內容版面配置區 3">
                <a:extLst>
                  <a:ext uri="{FF2B5EF4-FFF2-40B4-BE49-F238E27FC236}">
                    <a16:creationId xmlns:a16="http://schemas.microsoft.com/office/drawing/2014/main" id="{3D935510-B98D-4E46-9F27-304EFD151C05}"/>
                  </a:ext>
                </a:extLst>
              </p:cNvPr>
              <p:cNvSpPr>
                <a:spLocks noGrp="1" noRot="1" noChangeAspect="1" noMove="1" noResize="1" noEditPoints="1" noAdjustHandles="1" noChangeArrowheads="1" noChangeShapeType="1" noTextEdit="1"/>
              </p:cNvSpPr>
              <p:nvPr>
                <p:ph idx="1"/>
              </p:nvPr>
            </p:nvSpPr>
            <p:spPr>
              <a:xfrm>
                <a:off x="838200" y="1760728"/>
                <a:ext cx="10515600" cy="4351338"/>
              </a:xfrm>
              <a:blipFill>
                <a:blip r:embed="rId3"/>
                <a:stretch>
                  <a:fillRect l="-638" t="-140" b="-1162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66977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C92FE-E474-4CD1-ACE9-2167D7EEA573}"/>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Algorithm for the constrained-MLCS problem</a:t>
            </a:r>
            <a:endParaRPr lang="zh-TW" altLang="en-US" sz="4000"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692240FC-2A92-411E-937C-6745BAC16D3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600" r="592" b="50491"/>
          <a:stretch/>
        </p:blipFill>
        <p:spPr>
          <a:xfrm>
            <a:off x="222132" y="2917764"/>
            <a:ext cx="6481665" cy="3508309"/>
          </a:xfrm>
        </p:spPr>
      </p:pic>
      <p:pic>
        <p:nvPicPr>
          <p:cNvPr id="7" name="內容版面配置區 4">
            <a:extLst>
              <a:ext uri="{FF2B5EF4-FFF2-40B4-BE49-F238E27FC236}">
                <a16:creationId xmlns:a16="http://schemas.microsoft.com/office/drawing/2014/main" id="{72132B81-9D8F-4282-8EBD-96D562C10CAA}"/>
              </a:ext>
            </a:extLst>
          </p:cNvPr>
          <p:cNvPicPr>
            <a:picLocks noChangeAspect="1"/>
          </p:cNvPicPr>
          <p:nvPr/>
        </p:nvPicPr>
        <p:blipFill rotWithShape="1">
          <a:blip r:embed="rId2">
            <a:extLst>
              <a:ext uri="{28A0092B-C50C-407E-A947-70E740481C1C}">
                <a14:useLocalDpi xmlns:a14="http://schemas.microsoft.com/office/drawing/2010/main" val="0"/>
              </a:ext>
            </a:extLst>
          </a:blip>
          <a:srcRect l="2003" t="51350" r="60651" b="741"/>
          <a:stretch/>
        </p:blipFill>
        <p:spPr>
          <a:xfrm>
            <a:off x="6703797" y="2917764"/>
            <a:ext cx="2435049" cy="3508309"/>
          </a:xfrm>
          <a:prstGeom prst="rect">
            <a:avLst/>
          </a:prstGeom>
        </p:spPr>
      </p:pic>
      <p:pic>
        <p:nvPicPr>
          <p:cNvPr id="8" name="內容版面配置區 4">
            <a:extLst>
              <a:ext uri="{FF2B5EF4-FFF2-40B4-BE49-F238E27FC236}">
                <a16:creationId xmlns:a16="http://schemas.microsoft.com/office/drawing/2014/main" id="{EA839AB7-FB0D-476B-A707-CB90513FAC05}"/>
              </a:ext>
            </a:extLst>
          </p:cNvPr>
          <p:cNvPicPr>
            <a:picLocks noChangeAspect="1"/>
          </p:cNvPicPr>
          <p:nvPr/>
        </p:nvPicPr>
        <p:blipFill rotWithShape="1">
          <a:blip r:embed="rId2">
            <a:extLst>
              <a:ext uri="{28A0092B-C50C-407E-A947-70E740481C1C}">
                <a14:useLocalDpi xmlns:a14="http://schemas.microsoft.com/office/drawing/2010/main" val="0"/>
              </a:ext>
            </a:extLst>
          </a:blip>
          <a:srcRect l="43906" t="51135" r="28761" b="4524"/>
          <a:stretch/>
        </p:blipFill>
        <p:spPr>
          <a:xfrm>
            <a:off x="9315272" y="1690688"/>
            <a:ext cx="1782147" cy="3247052"/>
          </a:xfrm>
          <a:prstGeom prst="rect">
            <a:avLst/>
          </a:prstGeom>
        </p:spPr>
      </p:pic>
      <p:pic>
        <p:nvPicPr>
          <p:cNvPr id="9" name="內容版面配置區 4">
            <a:extLst>
              <a:ext uri="{FF2B5EF4-FFF2-40B4-BE49-F238E27FC236}">
                <a16:creationId xmlns:a16="http://schemas.microsoft.com/office/drawing/2014/main" id="{91FF1E3F-99B1-4D9F-976A-F56EC65DEEB8}"/>
              </a:ext>
            </a:extLst>
          </p:cNvPr>
          <p:cNvPicPr>
            <a:picLocks noChangeAspect="1"/>
          </p:cNvPicPr>
          <p:nvPr/>
        </p:nvPicPr>
        <p:blipFill rotWithShape="1">
          <a:blip r:embed="rId2">
            <a:extLst>
              <a:ext uri="{28A0092B-C50C-407E-A947-70E740481C1C}">
                <a14:useLocalDpi xmlns:a14="http://schemas.microsoft.com/office/drawing/2010/main" val="0"/>
              </a:ext>
            </a:extLst>
          </a:blip>
          <a:srcRect l="74779" t="68896" r="-287" b="18936"/>
          <a:stretch/>
        </p:blipFill>
        <p:spPr>
          <a:xfrm>
            <a:off x="9451910" y="5612323"/>
            <a:ext cx="1663182" cy="891074"/>
          </a:xfrm>
          <a:prstGeom prst="rect">
            <a:avLst/>
          </a:prstGeom>
        </p:spPr>
      </p:pic>
      <p:pic>
        <p:nvPicPr>
          <p:cNvPr id="10" name="內容版面配置區 4">
            <a:extLst>
              <a:ext uri="{FF2B5EF4-FFF2-40B4-BE49-F238E27FC236}">
                <a16:creationId xmlns:a16="http://schemas.microsoft.com/office/drawing/2014/main" id="{EAAAC467-8D91-4C08-B744-ED223666A4CB}"/>
              </a:ext>
            </a:extLst>
          </p:cNvPr>
          <p:cNvPicPr>
            <a:picLocks noChangeAspect="1"/>
          </p:cNvPicPr>
          <p:nvPr/>
        </p:nvPicPr>
        <p:blipFill rotWithShape="1">
          <a:blip r:embed="rId2">
            <a:extLst>
              <a:ext uri="{28A0092B-C50C-407E-A947-70E740481C1C}">
                <a14:useLocalDpi xmlns:a14="http://schemas.microsoft.com/office/drawing/2010/main" val="0"/>
              </a:ext>
            </a:extLst>
          </a:blip>
          <a:srcRect l="74779" t="51458" r="8752" b="44847"/>
          <a:stretch/>
        </p:blipFill>
        <p:spPr>
          <a:xfrm>
            <a:off x="9451910" y="5024533"/>
            <a:ext cx="1073799" cy="270588"/>
          </a:xfrm>
          <a:prstGeom prst="rect">
            <a:avLst/>
          </a:prstGeom>
        </p:spPr>
      </p:pic>
      <p:sp>
        <p:nvSpPr>
          <p:cNvPr id="11" name="文字方塊 10">
            <a:extLst>
              <a:ext uri="{FF2B5EF4-FFF2-40B4-BE49-F238E27FC236}">
                <a16:creationId xmlns:a16="http://schemas.microsoft.com/office/drawing/2014/main" id="{BA8C8F34-E88D-4983-9473-650FBAA775F5}"/>
              </a:ext>
            </a:extLst>
          </p:cNvPr>
          <p:cNvSpPr txBox="1"/>
          <p:nvPr/>
        </p:nvSpPr>
        <p:spPr>
          <a:xfrm>
            <a:off x="1446214" y="1506629"/>
            <a:ext cx="4404169" cy="830997"/>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S1 = ACTAGCTA</a:t>
            </a:r>
          </a:p>
          <a:p>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S2 = TCAGGTAT</a:t>
            </a:r>
            <a:endParaRPr lang="zh-TW" altLang="en-US" sz="2400" dirty="0">
              <a:latin typeface="Times New Roman" panose="02020603050405020304" pitchFamily="18" charset="0"/>
              <a:cs typeface="Times New Roman" panose="02020603050405020304" pitchFamily="18" charset="0"/>
            </a:endParaRPr>
          </a:p>
        </p:txBody>
      </p:sp>
      <p:sp>
        <p:nvSpPr>
          <p:cNvPr id="12" name="橢圓 11">
            <a:extLst>
              <a:ext uri="{FF2B5EF4-FFF2-40B4-BE49-F238E27FC236}">
                <a16:creationId xmlns:a16="http://schemas.microsoft.com/office/drawing/2014/main" id="{6186A2F2-1341-4F60-99DE-EAC77522C84B}"/>
              </a:ext>
            </a:extLst>
          </p:cNvPr>
          <p:cNvSpPr/>
          <p:nvPr/>
        </p:nvSpPr>
        <p:spPr>
          <a:xfrm>
            <a:off x="2467992" y="1580225"/>
            <a:ext cx="301841" cy="31959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33DD9F3D-F71B-4D29-B73F-0C4940959C3D}"/>
              </a:ext>
            </a:extLst>
          </p:cNvPr>
          <p:cNvSpPr/>
          <p:nvPr/>
        </p:nvSpPr>
        <p:spPr>
          <a:xfrm>
            <a:off x="2947738" y="1984630"/>
            <a:ext cx="301841" cy="31959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81388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C92FE-E474-4CD1-ACE9-2167D7EEA573}"/>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Successor table</a:t>
            </a:r>
            <a:endParaRPr lang="zh-TW" altLang="en-US" sz="40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45161AAE-CDB5-4D4D-8B6B-8658B07765F3}"/>
              </a:ext>
            </a:extLst>
          </p:cNvPr>
          <p:cNvSpPr txBox="1"/>
          <p:nvPr/>
        </p:nvSpPr>
        <p:spPr>
          <a:xfrm>
            <a:off x="1250906" y="1604283"/>
            <a:ext cx="3267828" cy="830997"/>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S1 = ACTAGCTA</a:t>
            </a:r>
          </a:p>
          <a:p>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6" name="表格 6">
                <a:extLst>
                  <a:ext uri="{FF2B5EF4-FFF2-40B4-BE49-F238E27FC236}">
                    <a16:creationId xmlns:a16="http://schemas.microsoft.com/office/drawing/2014/main" id="{AC08FD77-19B8-4FAC-8280-76718F8BF073}"/>
                  </a:ext>
                </a:extLst>
              </p:cNvPr>
              <p:cNvGraphicFramePr>
                <a:graphicFrameLocks noGrp="1"/>
              </p:cNvGraphicFramePr>
              <p:nvPr>
                <p:extLst>
                  <p:ext uri="{D42A27DB-BD31-4B8C-83A1-F6EECF244321}">
                    <p14:modId xmlns:p14="http://schemas.microsoft.com/office/powerpoint/2010/main" val="1626929810"/>
                  </p:ext>
                </p:extLst>
              </p:nvPr>
            </p:nvGraphicFramePr>
            <p:xfrm>
              <a:off x="1925468" y="2501899"/>
              <a:ext cx="8949680" cy="3268585"/>
            </p:xfrm>
            <a:graphic>
              <a:graphicData uri="http://schemas.openxmlformats.org/drawingml/2006/table">
                <a:tbl>
                  <a:tblPr firstRow="1" bandRow="1">
                    <a:tableStyleId>{5C22544A-7EE6-4342-B048-85BDC9FD1C3A}</a:tableStyleId>
                  </a:tblPr>
                  <a:tblGrid>
                    <a:gridCol w="894968">
                      <a:extLst>
                        <a:ext uri="{9D8B030D-6E8A-4147-A177-3AD203B41FA5}">
                          <a16:colId xmlns:a16="http://schemas.microsoft.com/office/drawing/2014/main" val="2923979684"/>
                        </a:ext>
                      </a:extLst>
                    </a:gridCol>
                    <a:gridCol w="894968">
                      <a:extLst>
                        <a:ext uri="{9D8B030D-6E8A-4147-A177-3AD203B41FA5}">
                          <a16:colId xmlns:a16="http://schemas.microsoft.com/office/drawing/2014/main" val="576591709"/>
                        </a:ext>
                      </a:extLst>
                    </a:gridCol>
                    <a:gridCol w="894968">
                      <a:extLst>
                        <a:ext uri="{9D8B030D-6E8A-4147-A177-3AD203B41FA5}">
                          <a16:colId xmlns:a16="http://schemas.microsoft.com/office/drawing/2014/main" val="1143289539"/>
                        </a:ext>
                      </a:extLst>
                    </a:gridCol>
                    <a:gridCol w="894968">
                      <a:extLst>
                        <a:ext uri="{9D8B030D-6E8A-4147-A177-3AD203B41FA5}">
                          <a16:colId xmlns:a16="http://schemas.microsoft.com/office/drawing/2014/main" val="2368017622"/>
                        </a:ext>
                      </a:extLst>
                    </a:gridCol>
                    <a:gridCol w="894968">
                      <a:extLst>
                        <a:ext uri="{9D8B030D-6E8A-4147-A177-3AD203B41FA5}">
                          <a16:colId xmlns:a16="http://schemas.microsoft.com/office/drawing/2014/main" val="2628930482"/>
                        </a:ext>
                      </a:extLst>
                    </a:gridCol>
                    <a:gridCol w="894968">
                      <a:extLst>
                        <a:ext uri="{9D8B030D-6E8A-4147-A177-3AD203B41FA5}">
                          <a16:colId xmlns:a16="http://schemas.microsoft.com/office/drawing/2014/main" val="2892524925"/>
                        </a:ext>
                      </a:extLst>
                    </a:gridCol>
                    <a:gridCol w="894968">
                      <a:extLst>
                        <a:ext uri="{9D8B030D-6E8A-4147-A177-3AD203B41FA5}">
                          <a16:colId xmlns:a16="http://schemas.microsoft.com/office/drawing/2014/main" val="4205305908"/>
                        </a:ext>
                      </a:extLst>
                    </a:gridCol>
                    <a:gridCol w="894968">
                      <a:extLst>
                        <a:ext uri="{9D8B030D-6E8A-4147-A177-3AD203B41FA5}">
                          <a16:colId xmlns:a16="http://schemas.microsoft.com/office/drawing/2014/main" val="957451237"/>
                        </a:ext>
                      </a:extLst>
                    </a:gridCol>
                    <a:gridCol w="894968">
                      <a:extLst>
                        <a:ext uri="{9D8B030D-6E8A-4147-A177-3AD203B41FA5}">
                          <a16:colId xmlns:a16="http://schemas.microsoft.com/office/drawing/2014/main" val="2594269673"/>
                        </a:ext>
                      </a:extLst>
                    </a:gridCol>
                    <a:gridCol w="894968">
                      <a:extLst>
                        <a:ext uri="{9D8B030D-6E8A-4147-A177-3AD203B41FA5}">
                          <a16:colId xmlns:a16="http://schemas.microsoft.com/office/drawing/2014/main" val="1810986587"/>
                        </a:ext>
                      </a:extLst>
                    </a:gridCol>
                  </a:tblGrid>
                  <a:tr h="653717">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2035065021"/>
                      </a:ext>
                    </a:extLst>
                  </a:tr>
                  <a:tr h="653717">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txBody>
                      <a:tcPr/>
                    </a:tc>
                    <a:extLst>
                      <a:ext uri="{0D108BD9-81ED-4DB2-BD59-A6C34878D82A}">
                        <a16:rowId xmlns:a16="http://schemas.microsoft.com/office/drawing/2014/main" val="2267647658"/>
                      </a:ext>
                    </a:extLst>
                  </a:tr>
                  <a:tr h="653717">
                    <a:tc>
                      <a:txBody>
                        <a:bodyPr/>
                        <a:lstStyle/>
                        <a:p>
                          <a:pPr algn="ctr"/>
                          <a:r>
                            <a:rPr lang="en-US" altLang="zh-TW" dirty="0"/>
                            <a:t>T</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extLst>
                      <a:ext uri="{0D108BD9-81ED-4DB2-BD59-A6C34878D82A}">
                        <a16:rowId xmlns:a16="http://schemas.microsoft.com/office/drawing/2014/main" val="3601702753"/>
                      </a:ext>
                    </a:extLst>
                  </a:tr>
                  <a:tr h="653717">
                    <a:tc>
                      <a:txBody>
                        <a:bodyPr/>
                        <a:lstStyle/>
                        <a:p>
                          <a:pPr algn="ctr"/>
                          <a:r>
                            <a:rPr lang="en-US" altLang="zh-TW" dirty="0"/>
                            <a:t>C</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extLst>
                      <a:ext uri="{0D108BD9-81ED-4DB2-BD59-A6C34878D82A}">
                        <a16:rowId xmlns:a16="http://schemas.microsoft.com/office/drawing/2014/main" val="453088307"/>
                      </a:ext>
                    </a:extLst>
                  </a:tr>
                  <a:tr h="653717">
                    <a:tc>
                      <a:txBody>
                        <a:bodyPr/>
                        <a:lstStyle/>
                        <a:p>
                          <a:pPr algn="ctr"/>
                          <a:r>
                            <a:rPr lang="en-US" altLang="zh-TW" dirty="0"/>
                            <a:t>G</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extLst>
                      <a:ext uri="{0D108BD9-81ED-4DB2-BD59-A6C34878D82A}">
                        <a16:rowId xmlns:a16="http://schemas.microsoft.com/office/drawing/2014/main" val="1524560452"/>
                      </a:ext>
                    </a:extLst>
                  </a:tr>
                </a:tbl>
              </a:graphicData>
            </a:graphic>
          </p:graphicFrame>
        </mc:Choice>
        <mc:Fallback>
          <p:graphicFrame>
            <p:nvGraphicFramePr>
              <p:cNvPr id="6" name="表格 6">
                <a:extLst>
                  <a:ext uri="{FF2B5EF4-FFF2-40B4-BE49-F238E27FC236}">
                    <a16:creationId xmlns:a16="http://schemas.microsoft.com/office/drawing/2014/main" id="{AC08FD77-19B8-4FAC-8280-76718F8BF073}"/>
                  </a:ext>
                </a:extLst>
              </p:cNvPr>
              <p:cNvGraphicFramePr>
                <a:graphicFrameLocks noGrp="1"/>
              </p:cNvGraphicFramePr>
              <p:nvPr>
                <p:extLst>
                  <p:ext uri="{D42A27DB-BD31-4B8C-83A1-F6EECF244321}">
                    <p14:modId xmlns:p14="http://schemas.microsoft.com/office/powerpoint/2010/main" val="1626929810"/>
                  </p:ext>
                </p:extLst>
              </p:nvPr>
            </p:nvGraphicFramePr>
            <p:xfrm>
              <a:off x="1925468" y="2501899"/>
              <a:ext cx="8949680" cy="3268585"/>
            </p:xfrm>
            <a:graphic>
              <a:graphicData uri="http://schemas.openxmlformats.org/drawingml/2006/table">
                <a:tbl>
                  <a:tblPr firstRow="1" bandRow="1">
                    <a:tableStyleId>{5C22544A-7EE6-4342-B048-85BDC9FD1C3A}</a:tableStyleId>
                  </a:tblPr>
                  <a:tblGrid>
                    <a:gridCol w="894968">
                      <a:extLst>
                        <a:ext uri="{9D8B030D-6E8A-4147-A177-3AD203B41FA5}">
                          <a16:colId xmlns:a16="http://schemas.microsoft.com/office/drawing/2014/main" val="2923979684"/>
                        </a:ext>
                      </a:extLst>
                    </a:gridCol>
                    <a:gridCol w="894968">
                      <a:extLst>
                        <a:ext uri="{9D8B030D-6E8A-4147-A177-3AD203B41FA5}">
                          <a16:colId xmlns:a16="http://schemas.microsoft.com/office/drawing/2014/main" val="576591709"/>
                        </a:ext>
                      </a:extLst>
                    </a:gridCol>
                    <a:gridCol w="894968">
                      <a:extLst>
                        <a:ext uri="{9D8B030D-6E8A-4147-A177-3AD203B41FA5}">
                          <a16:colId xmlns:a16="http://schemas.microsoft.com/office/drawing/2014/main" val="1143289539"/>
                        </a:ext>
                      </a:extLst>
                    </a:gridCol>
                    <a:gridCol w="894968">
                      <a:extLst>
                        <a:ext uri="{9D8B030D-6E8A-4147-A177-3AD203B41FA5}">
                          <a16:colId xmlns:a16="http://schemas.microsoft.com/office/drawing/2014/main" val="2368017622"/>
                        </a:ext>
                      </a:extLst>
                    </a:gridCol>
                    <a:gridCol w="894968">
                      <a:extLst>
                        <a:ext uri="{9D8B030D-6E8A-4147-A177-3AD203B41FA5}">
                          <a16:colId xmlns:a16="http://schemas.microsoft.com/office/drawing/2014/main" val="2628930482"/>
                        </a:ext>
                      </a:extLst>
                    </a:gridCol>
                    <a:gridCol w="894968">
                      <a:extLst>
                        <a:ext uri="{9D8B030D-6E8A-4147-A177-3AD203B41FA5}">
                          <a16:colId xmlns:a16="http://schemas.microsoft.com/office/drawing/2014/main" val="2892524925"/>
                        </a:ext>
                      </a:extLst>
                    </a:gridCol>
                    <a:gridCol w="894968">
                      <a:extLst>
                        <a:ext uri="{9D8B030D-6E8A-4147-A177-3AD203B41FA5}">
                          <a16:colId xmlns:a16="http://schemas.microsoft.com/office/drawing/2014/main" val="4205305908"/>
                        </a:ext>
                      </a:extLst>
                    </a:gridCol>
                    <a:gridCol w="894968">
                      <a:extLst>
                        <a:ext uri="{9D8B030D-6E8A-4147-A177-3AD203B41FA5}">
                          <a16:colId xmlns:a16="http://schemas.microsoft.com/office/drawing/2014/main" val="957451237"/>
                        </a:ext>
                      </a:extLst>
                    </a:gridCol>
                    <a:gridCol w="894968">
                      <a:extLst>
                        <a:ext uri="{9D8B030D-6E8A-4147-A177-3AD203B41FA5}">
                          <a16:colId xmlns:a16="http://schemas.microsoft.com/office/drawing/2014/main" val="2594269673"/>
                        </a:ext>
                      </a:extLst>
                    </a:gridCol>
                    <a:gridCol w="894968">
                      <a:extLst>
                        <a:ext uri="{9D8B030D-6E8A-4147-A177-3AD203B41FA5}">
                          <a16:colId xmlns:a16="http://schemas.microsoft.com/office/drawing/2014/main" val="1810986587"/>
                        </a:ext>
                      </a:extLst>
                    </a:gridCol>
                  </a:tblGrid>
                  <a:tr h="653717">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2035065021"/>
                      </a:ext>
                    </a:extLst>
                  </a:tr>
                  <a:tr h="653717">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endParaRPr lang="zh-TW"/>
                        </a:p>
                      </a:txBody>
                      <a:tcPr>
                        <a:blipFill>
                          <a:blip r:embed="rId2"/>
                          <a:stretch>
                            <a:fillRect l="-900000" t="-103704" r="-3401" b="-300000"/>
                          </a:stretch>
                        </a:blipFill>
                      </a:tcPr>
                    </a:tc>
                    <a:extLst>
                      <a:ext uri="{0D108BD9-81ED-4DB2-BD59-A6C34878D82A}">
                        <a16:rowId xmlns:a16="http://schemas.microsoft.com/office/drawing/2014/main" val="2267647658"/>
                      </a:ext>
                    </a:extLst>
                  </a:tr>
                  <a:tr h="653717">
                    <a:tc>
                      <a:txBody>
                        <a:bodyPr/>
                        <a:lstStyle/>
                        <a:p>
                          <a:pPr algn="ctr"/>
                          <a:r>
                            <a:rPr lang="en-US" altLang="zh-TW" dirty="0"/>
                            <a:t>T</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endParaRPr lang="zh-TW"/>
                        </a:p>
                      </a:txBody>
                      <a:tcPr>
                        <a:blipFill>
                          <a:blip r:embed="rId2"/>
                          <a:stretch>
                            <a:fillRect l="-800000" t="-205607" r="-103401" b="-202804"/>
                          </a:stretch>
                        </a:blipFill>
                      </a:tcPr>
                    </a:tc>
                    <a:tc>
                      <a:txBody>
                        <a:bodyPr/>
                        <a:lstStyle/>
                        <a:p>
                          <a:endParaRPr lang="zh-TW"/>
                        </a:p>
                      </a:txBody>
                      <a:tcPr>
                        <a:blipFill>
                          <a:blip r:embed="rId2"/>
                          <a:stretch>
                            <a:fillRect l="-900000" t="-205607" r="-3401" b="-202804"/>
                          </a:stretch>
                        </a:blipFill>
                      </a:tcPr>
                    </a:tc>
                    <a:extLst>
                      <a:ext uri="{0D108BD9-81ED-4DB2-BD59-A6C34878D82A}">
                        <a16:rowId xmlns:a16="http://schemas.microsoft.com/office/drawing/2014/main" val="3601702753"/>
                      </a:ext>
                    </a:extLst>
                  </a:tr>
                  <a:tr h="653717">
                    <a:tc>
                      <a:txBody>
                        <a:bodyPr/>
                        <a:lstStyle/>
                        <a:p>
                          <a:pPr algn="ctr"/>
                          <a:r>
                            <a:rPr lang="en-US" altLang="zh-TW" dirty="0"/>
                            <a:t>C</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endParaRPr lang="zh-TW"/>
                        </a:p>
                      </a:txBody>
                      <a:tcPr>
                        <a:blipFill>
                          <a:blip r:embed="rId2"/>
                          <a:stretch>
                            <a:fillRect l="-700000" t="-302778" r="-203401" b="-100926"/>
                          </a:stretch>
                        </a:blipFill>
                      </a:tcPr>
                    </a:tc>
                    <a:tc>
                      <a:txBody>
                        <a:bodyPr/>
                        <a:lstStyle/>
                        <a:p>
                          <a:endParaRPr lang="zh-TW"/>
                        </a:p>
                      </a:txBody>
                      <a:tcPr>
                        <a:blipFill>
                          <a:blip r:embed="rId2"/>
                          <a:stretch>
                            <a:fillRect l="-800000" t="-302778" r="-103401" b="-100926"/>
                          </a:stretch>
                        </a:blipFill>
                      </a:tcPr>
                    </a:tc>
                    <a:tc>
                      <a:txBody>
                        <a:bodyPr/>
                        <a:lstStyle/>
                        <a:p>
                          <a:endParaRPr lang="zh-TW"/>
                        </a:p>
                      </a:txBody>
                      <a:tcPr>
                        <a:blipFill>
                          <a:blip r:embed="rId2"/>
                          <a:stretch>
                            <a:fillRect l="-900000" t="-302778" r="-3401" b="-100926"/>
                          </a:stretch>
                        </a:blipFill>
                      </a:tcPr>
                    </a:tc>
                    <a:extLst>
                      <a:ext uri="{0D108BD9-81ED-4DB2-BD59-A6C34878D82A}">
                        <a16:rowId xmlns:a16="http://schemas.microsoft.com/office/drawing/2014/main" val="453088307"/>
                      </a:ext>
                    </a:extLst>
                  </a:tr>
                  <a:tr h="653717">
                    <a:tc>
                      <a:txBody>
                        <a:bodyPr/>
                        <a:lstStyle/>
                        <a:p>
                          <a:pPr algn="ctr"/>
                          <a:r>
                            <a:rPr lang="en-US" altLang="zh-TW" dirty="0"/>
                            <a:t>G</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endParaRPr lang="zh-TW"/>
                        </a:p>
                      </a:txBody>
                      <a:tcPr>
                        <a:blipFill>
                          <a:blip r:embed="rId2"/>
                          <a:stretch>
                            <a:fillRect l="-600000" t="-406542" r="-303401" b="-1869"/>
                          </a:stretch>
                        </a:blipFill>
                      </a:tcPr>
                    </a:tc>
                    <a:tc>
                      <a:txBody>
                        <a:bodyPr/>
                        <a:lstStyle/>
                        <a:p>
                          <a:endParaRPr lang="zh-TW"/>
                        </a:p>
                      </a:txBody>
                      <a:tcPr>
                        <a:blipFill>
                          <a:blip r:embed="rId2"/>
                          <a:stretch>
                            <a:fillRect l="-700000" t="-406542" r="-203401" b="-1869"/>
                          </a:stretch>
                        </a:blipFill>
                      </a:tcPr>
                    </a:tc>
                    <a:tc>
                      <a:txBody>
                        <a:bodyPr/>
                        <a:lstStyle/>
                        <a:p>
                          <a:endParaRPr lang="zh-TW"/>
                        </a:p>
                      </a:txBody>
                      <a:tcPr>
                        <a:blipFill>
                          <a:blip r:embed="rId2"/>
                          <a:stretch>
                            <a:fillRect l="-800000" t="-406542" r="-103401" b="-1869"/>
                          </a:stretch>
                        </a:blipFill>
                      </a:tcPr>
                    </a:tc>
                    <a:tc>
                      <a:txBody>
                        <a:bodyPr/>
                        <a:lstStyle/>
                        <a:p>
                          <a:endParaRPr lang="zh-TW"/>
                        </a:p>
                      </a:txBody>
                      <a:tcPr>
                        <a:blipFill>
                          <a:blip r:embed="rId2"/>
                          <a:stretch>
                            <a:fillRect l="-900000" t="-406542" r="-3401" b="-1869"/>
                          </a:stretch>
                        </a:blipFill>
                      </a:tcPr>
                    </a:tc>
                    <a:extLst>
                      <a:ext uri="{0D108BD9-81ED-4DB2-BD59-A6C34878D82A}">
                        <a16:rowId xmlns:a16="http://schemas.microsoft.com/office/drawing/2014/main" val="1524560452"/>
                      </a:ext>
                    </a:extLst>
                  </a:tr>
                </a:tbl>
              </a:graphicData>
            </a:graphic>
          </p:graphicFrame>
        </mc:Fallback>
      </mc:AlternateContent>
      <p:sp>
        <p:nvSpPr>
          <p:cNvPr id="8" name="橢圓 7">
            <a:extLst>
              <a:ext uri="{FF2B5EF4-FFF2-40B4-BE49-F238E27FC236}">
                <a16:creationId xmlns:a16="http://schemas.microsoft.com/office/drawing/2014/main" id="{85ED199D-8F90-4C81-9EC4-844A2DA9F43D}"/>
              </a:ext>
            </a:extLst>
          </p:cNvPr>
          <p:cNvSpPr/>
          <p:nvPr/>
        </p:nvSpPr>
        <p:spPr>
          <a:xfrm>
            <a:off x="2272683" y="1700185"/>
            <a:ext cx="301841" cy="31959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a:extLst>
              <a:ext uri="{FF2B5EF4-FFF2-40B4-BE49-F238E27FC236}">
                <a16:creationId xmlns:a16="http://schemas.microsoft.com/office/drawing/2014/main" id="{8F030564-BCCD-42B1-8F72-320BBFA15324}"/>
              </a:ext>
            </a:extLst>
          </p:cNvPr>
          <p:cNvSpPr/>
          <p:nvPr/>
        </p:nvSpPr>
        <p:spPr>
          <a:xfrm>
            <a:off x="3116061" y="3178485"/>
            <a:ext cx="258932" cy="31356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直線單箭頭接點 10">
            <a:extLst>
              <a:ext uri="{FF2B5EF4-FFF2-40B4-BE49-F238E27FC236}">
                <a16:creationId xmlns:a16="http://schemas.microsoft.com/office/drawing/2014/main" id="{EB523AA9-E57C-41A5-B020-576DE2C67E61}"/>
              </a:ext>
            </a:extLst>
          </p:cNvPr>
          <p:cNvCxnSpPr/>
          <p:nvPr/>
        </p:nvCxnSpPr>
        <p:spPr>
          <a:xfrm>
            <a:off x="2272686" y="1313895"/>
            <a:ext cx="0" cy="37679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570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C92FE-E474-4CD1-ACE9-2167D7EEA573}"/>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Successor table</a:t>
            </a:r>
            <a:endParaRPr lang="zh-TW" altLang="en-US" sz="40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45161AAE-CDB5-4D4D-8B6B-8658B07765F3}"/>
              </a:ext>
            </a:extLst>
          </p:cNvPr>
          <p:cNvSpPr txBox="1"/>
          <p:nvPr/>
        </p:nvSpPr>
        <p:spPr>
          <a:xfrm>
            <a:off x="1250906" y="1604283"/>
            <a:ext cx="3267828" cy="830997"/>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S1 = ACTAGCTA</a:t>
            </a:r>
          </a:p>
          <a:p>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6" name="表格 6">
                <a:extLst>
                  <a:ext uri="{FF2B5EF4-FFF2-40B4-BE49-F238E27FC236}">
                    <a16:creationId xmlns:a16="http://schemas.microsoft.com/office/drawing/2014/main" id="{AC08FD77-19B8-4FAC-8280-76718F8BF073}"/>
                  </a:ext>
                </a:extLst>
              </p:cNvPr>
              <p:cNvGraphicFramePr>
                <a:graphicFrameLocks noGrp="1"/>
              </p:cNvGraphicFramePr>
              <p:nvPr/>
            </p:nvGraphicFramePr>
            <p:xfrm>
              <a:off x="1925468" y="2501899"/>
              <a:ext cx="8949680" cy="3268585"/>
            </p:xfrm>
            <a:graphic>
              <a:graphicData uri="http://schemas.openxmlformats.org/drawingml/2006/table">
                <a:tbl>
                  <a:tblPr firstRow="1" bandRow="1">
                    <a:tableStyleId>{5C22544A-7EE6-4342-B048-85BDC9FD1C3A}</a:tableStyleId>
                  </a:tblPr>
                  <a:tblGrid>
                    <a:gridCol w="894968">
                      <a:extLst>
                        <a:ext uri="{9D8B030D-6E8A-4147-A177-3AD203B41FA5}">
                          <a16:colId xmlns:a16="http://schemas.microsoft.com/office/drawing/2014/main" val="2923979684"/>
                        </a:ext>
                      </a:extLst>
                    </a:gridCol>
                    <a:gridCol w="894968">
                      <a:extLst>
                        <a:ext uri="{9D8B030D-6E8A-4147-A177-3AD203B41FA5}">
                          <a16:colId xmlns:a16="http://schemas.microsoft.com/office/drawing/2014/main" val="576591709"/>
                        </a:ext>
                      </a:extLst>
                    </a:gridCol>
                    <a:gridCol w="894968">
                      <a:extLst>
                        <a:ext uri="{9D8B030D-6E8A-4147-A177-3AD203B41FA5}">
                          <a16:colId xmlns:a16="http://schemas.microsoft.com/office/drawing/2014/main" val="1143289539"/>
                        </a:ext>
                      </a:extLst>
                    </a:gridCol>
                    <a:gridCol w="894968">
                      <a:extLst>
                        <a:ext uri="{9D8B030D-6E8A-4147-A177-3AD203B41FA5}">
                          <a16:colId xmlns:a16="http://schemas.microsoft.com/office/drawing/2014/main" val="2368017622"/>
                        </a:ext>
                      </a:extLst>
                    </a:gridCol>
                    <a:gridCol w="894968">
                      <a:extLst>
                        <a:ext uri="{9D8B030D-6E8A-4147-A177-3AD203B41FA5}">
                          <a16:colId xmlns:a16="http://schemas.microsoft.com/office/drawing/2014/main" val="2628930482"/>
                        </a:ext>
                      </a:extLst>
                    </a:gridCol>
                    <a:gridCol w="894968">
                      <a:extLst>
                        <a:ext uri="{9D8B030D-6E8A-4147-A177-3AD203B41FA5}">
                          <a16:colId xmlns:a16="http://schemas.microsoft.com/office/drawing/2014/main" val="2892524925"/>
                        </a:ext>
                      </a:extLst>
                    </a:gridCol>
                    <a:gridCol w="894968">
                      <a:extLst>
                        <a:ext uri="{9D8B030D-6E8A-4147-A177-3AD203B41FA5}">
                          <a16:colId xmlns:a16="http://schemas.microsoft.com/office/drawing/2014/main" val="4205305908"/>
                        </a:ext>
                      </a:extLst>
                    </a:gridCol>
                    <a:gridCol w="894968">
                      <a:extLst>
                        <a:ext uri="{9D8B030D-6E8A-4147-A177-3AD203B41FA5}">
                          <a16:colId xmlns:a16="http://schemas.microsoft.com/office/drawing/2014/main" val="957451237"/>
                        </a:ext>
                      </a:extLst>
                    </a:gridCol>
                    <a:gridCol w="894968">
                      <a:extLst>
                        <a:ext uri="{9D8B030D-6E8A-4147-A177-3AD203B41FA5}">
                          <a16:colId xmlns:a16="http://schemas.microsoft.com/office/drawing/2014/main" val="2594269673"/>
                        </a:ext>
                      </a:extLst>
                    </a:gridCol>
                    <a:gridCol w="894968">
                      <a:extLst>
                        <a:ext uri="{9D8B030D-6E8A-4147-A177-3AD203B41FA5}">
                          <a16:colId xmlns:a16="http://schemas.microsoft.com/office/drawing/2014/main" val="1810986587"/>
                        </a:ext>
                      </a:extLst>
                    </a:gridCol>
                  </a:tblGrid>
                  <a:tr h="653717">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2035065021"/>
                      </a:ext>
                    </a:extLst>
                  </a:tr>
                  <a:tr h="653717">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txBody>
                      <a:tcPr/>
                    </a:tc>
                    <a:extLst>
                      <a:ext uri="{0D108BD9-81ED-4DB2-BD59-A6C34878D82A}">
                        <a16:rowId xmlns:a16="http://schemas.microsoft.com/office/drawing/2014/main" val="2267647658"/>
                      </a:ext>
                    </a:extLst>
                  </a:tr>
                  <a:tr h="653717">
                    <a:tc>
                      <a:txBody>
                        <a:bodyPr/>
                        <a:lstStyle/>
                        <a:p>
                          <a:pPr algn="ctr"/>
                          <a:r>
                            <a:rPr lang="en-US" altLang="zh-TW" dirty="0"/>
                            <a:t>T</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extLst>
                      <a:ext uri="{0D108BD9-81ED-4DB2-BD59-A6C34878D82A}">
                        <a16:rowId xmlns:a16="http://schemas.microsoft.com/office/drawing/2014/main" val="3601702753"/>
                      </a:ext>
                    </a:extLst>
                  </a:tr>
                  <a:tr h="653717">
                    <a:tc>
                      <a:txBody>
                        <a:bodyPr/>
                        <a:lstStyle/>
                        <a:p>
                          <a:pPr algn="ctr"/>
                          <a:r>
                            <a:rPr lang="en-US" altLang="zh-TW" dirty="0"/>
                            <a:t>C</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extLst>
                      <a:ext uri="{0D108BD9-81ED-4DB2-BD59-A6C34878D82A}">
                        <a16:rowId xmlns:a16="http://schemas.microsoft.com/office/drawing/2014/main" val="453088307"/>
                      </a:ext>
                    </a:extLst>
                  </a:tr>
                  <a:tr h="653717">
                    <a:tc>
                      <a:txBody>
                        <a:bodyPr/>
                        <a:lstStyle/>
                        <a:p>
                          <a:pPr algn="ctr"/>
                          <a:r>
                            <a:rPr lang="en-US" altLang="zh-TW" dirty="0"/>
                            <a:t>G</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dirty="0" smtClean="0">
                                    <a:latin typeface="Cambria Math" panose="02040503050406030204" pitchFamily="18" charset="0"/>
                                  </a:rPr>
                                  <m:t>∞</m:t>
                                </m:r>
                              </m:oMath>
                            </m:oMathPara>
                          </a14:m>
                          <a:endParaRPr lang="zh-TW" altLang="en-US" dirty="0"/>
                        </a:p>
                        <a:p>
                          <a:pPr algn="ctr"/>
                          <a:endParaRPr lang="zh-TW" altLang="en-US" dirty="0"/>
                        </a:p>
                      </a:txBody>
                      <a:tcPr/>
                    </a:tc>
                    <a:extLst>
                      <a:ext uri="{0D108BD9-81ED-4DB2-BD59-A6C34878D82A}">
                        <a16:rowId xmlns:a16="http://schemas.microsoft.com/office/drawing/2014/main" val="1524560452"/>
                      </a:ext>
                    </a:extLst>
                  </a:tr>
                </a:tbl>
              </a:graphicData>
            </a:graphic>
          </p:graphicFrame>
        </mc:Choice>
        <mc:Fallback>
          <p:graphicFrame>
            <p:nvGraphicFramePr>
              <p:cNvPr id="6" name="表格 6">
                <a:extLst>
                  <a:ext uri="{FF2B5EF4-FFF2-40B4-BE49-F238E27FC236}">
                    <a16:creationId xmlns:a16="http://schemas.microsoft.com/office/drawing/2014/main" id="{AC08FD77-19B8-4FAC-8280-76718F8BF073}"/>
                  </a:ext>
                </a:extLst>
              </p:cNvPr>
              <p:cNvGraphicFramePr>
                <a:graphicFrameLocks noGrp="1"/>
              </p:cNvGraphicFramePr>
              <p:nvPr/>
            </p:nvGraphicFramePr>
            <p:xfrm>
              <a:off x="1925468" y="2501899"/>
              <a:ext cx="8949680" cy="3268585"/>
            </p:xfrm>
            <a:graphic>
              <a:graphicData uri="http://schemas.openxmlformats.org/drawingml/2006/table">
                <a:tbl>
                  <a:tblPr firstRow="1" bandRow="1">
                    <a:tableStyleId>{5C22544A-7EE6-4342-B048-85BDC9FD1C3A}</a:tableStyleId>
                  </a:tblPr>
                  <a:tblGrid>
                    <a:gridCol w="894968">
                      <a:extLst>
                        <a:ext uri="{9D8B030D-6E8A-4147-A177-3AD203B41FA5}">
                          <a16:colId xmlns:a16="http://schemas.microsoft.com/office/drawing/2014/main" val="2923979684"/>
                        </a:ext>
                      </a:extLst>
                    </a:gridCol>
                    <a:gridCol w="894968">
                      <a:extLst>
                        <a:ext uri="{9D8B030D-6E8A-4147-A177-3AD203B41FA5}">
                          <a16:colId xmlns:a16="http://schemas.microsoft.com/office/drawing/2014/main" val="576591709"/>
                        </a:ext>
                      </a:extLst>
                    </a:gridCol>
                    <a:gridCol w="894968">
                      <a:extLst>
                        <a:ext uri="{9D8B030D-6E8A-4147-A177-3AD203B41FA5}">
                          <a16:colId xmlns:a16="http://schemas.microsoft.com/office/drawing/2014/main" val="1143289539"/>
                        </a:ext>
                      </a:extLst>
                    </a:gridCol>
                    <a:gridCol w="894968">
                      <a:extLst>
                        <a:ext uri="{9D8B030D-6E8A-4147-A177-3AD203B41FA5}">
                          <a16:colId xmlns:a16="http://schemas.microsoft.com/office/drawing/2014/main" val="2368017622"/>
                        </a:ext>
                      </a:extLst>
                    </a:gridCol>
                    <a:gridCol w="894968">
                      <a:extLst>
                        <a:ext uri="{9D8B030D-6E8A-4147-A177-3AD203B41FA5}">
                          <a16:colId xmlns:a16="http://schemas.microsoft.com/office/drawing/2014/main" val="2628930482"/>
                        </a:ext>
                      </a:extLst>
                    </a:gridCol>
                    <a:gridCol w="894968">
                      <a:extLst>
                        <a:ext uri="{9D8B030D-6E8A-4147-A177-3AD203B41FA5}">
                          <a16:colId xmlns:a16="http://schemas.microsoft.com/office/drawing/2014/main" val="2892524925"/>
                        </a:ext>
                      </a:extLst>
                    </a:gridCol>
                    <a:gridCol w="894968">
                      <a:extLst>
                        <a:ext uri="{9D8B030D-6E8A-4147-A177-3AD203B41FA5}">
                          <a16:colId xmlns:a16="http://schemas.microsoft.com/office/drawing/2014/main" val="4205305908"/>
                        </a:ext>
                      </a:extLst>
                    </a:gridCol>
                    <a:gridCol w="894968">
                      <a:extLst>
                        <a:ext uri="{9D8B030D-6E8A-4147-A177-3AD203B41FA5}">
                          <a16:colId xmlns:a16="http://schemas.microsoft.com/office/drawing/2014/main" val="957451237"/>
                        </a:ext>
                      </a:extLst>
                    </a:gridCol>
                    <a:gridCol w="894968">
                      <a:extLst>
                        <a:ext uri="{9D8B030D-6E8A-4147-A177-3AD203B41FA5}">
                          <a16:colId xmlns:a16="http://schemas.microsoft.com/office/drawing/2014/main" val="2594269673"/>
                        </a:ext>
                      </a:extLst>
                    </a:gridCol>
                    <a:gridCol w="894968">
                      <a:extLst>
                        <a:ext uri="{9D8B030D-6E8A-4147-A177-3AD203B41FA5}">
                          <a16:colId xmlns:a16="http://schemas.microsoft.com/office/drawing/2014/main" val="1810986587"/>
                        </a:ext>
                      </a:extLst>
                    </a:gridCol>
                  </a:tblGrid>
                  <a:tr h="653717">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extLst>
                      <a:ext uri="{0D108BD9-81ED-4DB2-BD59-A6C34878D82A}">
                        <a16:rowId xmlns:a16="http://schemas.microsoft.com/office/drawing/2014/main" val="2035065021"/>
                      </a:ext>
                    </a:extLst>
                  </a:tr>
                  <a:tr h="653717">
                    <a:tc>
                      <a:txBody>
                        <a:bodyPr/>
                        <a:lstStyle/>
                        <a:p>
                          <a:pPr algn="ctr"/>
                          <a:r>
                            <a:rPr lang="en-US" altLang="zh-TW" dirty="0"/>
                            <a:t>A</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8</a:t>
                          </a:r>
                          <a:endParaRPr lang="zh-TW" altLang="en-US" dirty="0"/>
                        </a:p>
                      </a:txBody>
                      <a:tcPr/>
                    </a:tc>
                    <a:tc>
                      <a:txBody>
                        <a:bodyPr/>
                        <a:lstStyle/>
                        <a:p>
                          <a:endParaRPr lang="zh-TW"/>
                        </a:p>
                      </a:txBody>
                      <a:tcPr>
                        <a:blipFill>
                          <a:blip r:embed="rId2"/>
                          <a:stretch>
                            <a:fillRect l="-900000" t="-103704" r="-3401" b="-300000"/>
                          </a:stretch>
                        </a:blipFill>
                      </a:tcPr>
                    </a:tc>
                    <a:extLst>
                      <a:ext uri="{0D108BD9-81ED-4DB2-BD59-A6C34878D82A}">
                        <a16:rowId xmlns:a16="http://schemas.microsoft.com/office/drawing/2014/main" val="2267647658"/>
                      </a:ext>
                    </a:extLst>
                  </a:tr>
                  <a:tr h="653717">
                    <a:tc>
                      <a:txBody>
                        <a:bodyPr/>
                        <a:lstStyle/>
                        <a:p>
                          <a:pPr algn="ctr"/>
                          <a:r>
                            <a:rPr lang="en-US" altLang="zh-TW" dirty="0"/>
                            <a:t>T</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7</a:t>
                          </a:r>
                          <a:endParaRPr lang="zh-TW" altLang="en-US" dirty="0"/>
                        </a:p>
                      </a:txBody>
                      <a:tcPr/>
                    </a:tc>
                    <a:tc>
                      <a:txBody>
                        <a:bodyPr/>
                        <a:lstStyle/>
                        <a:p>
                          <a:endParaRPr lang="zh-TW"/>
                        </a:p>
                      </a:txBody>
                      <a:tcPr>
                        <a:blipFill>
                          <a:blip r:embed="rId2"/>
                          <a:stretch>
                            <a:fillRect l="-800000" t="-205607" r="-103401" b="-202804"/>
                          </a:stretch>
                        </a:blipFill>
                      </a:tcPr>
                    </a:tc>
                    <a:tc>
                      <a:txBody>
                        <a:bodyPr/>
                        <a:lstStyle/>
                        <a:p>
                          <a:endParaRPr lang="zh-TW"/>
                        </a:p>
                      </a:txBody>
                      <a:tcPr>
                        <a:blipFill>
                          <a:blip r:embed="rId2"/>
                          <a:stretch>
                            <a:fillRect l="-900000" t="-205607" r="-3401" b="-202804"/>
                          </a:stretch>
                        </a:blipFill>
                      </a:tcPr>
                    </a:tc>
                    <a:extLst>
                      <a:ext uri="{0D108BD9-81ED-4DB2-BD59-A6C34878D82A}">
                        <a16:rowId xmlns:a16="http://schemas.microsoft.com/office/drawing/2014/main" val="3601702753"/>
                      </a:ext>
                    </a:extLst>
                  </a:tr>
                  <a:tr h="653717">
                    <a:tc>
                      <a:txBody>
                        <a:bodyPr/>
                        <a:lstStyle/>
                        <a:p>
                          <a:pPr algn="ctr"/>
                          <a:r>
                            <a:rPr lang="en-US" altLang="zh-TW" dirty="0"/>
                            <a:t>C</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6</a:t>
                          </a:r>
                          <a:endParaRPr lang="zh-TW" altLang="en-US" dirty="0"/>
                        </a:p>
                      </a:txBody>
                      <a:tcPr/>
                    </a:tc>
                    <a:tc>
                      <a:txBody>
                        <a:bodyPr/>
                        <a:lstStyle/>
                        <a:p>
                          <a:endParaRPr lang="zh-TW"/>
                        </a:p>
                      </a:txBody>
                      <a:tcPr>
                        <a:blipFill>
                          <a:blip r:embed="rId2"/>
                          <a:stretch>
                            <a:fillRect l="-700000" t="-302778" r="-203401" b="-100926"/>
                          </a:stretch>
                        </a:blipFill>
                      </a:tcPr>
                    </a:tc>
                    <a:tc>
                      <a:txBody>
                        <a:bodyPr/>
                        <a:lstStyle/>
                        <a:p>
                          <a:endParaRPr lang="zh-TW"/>
                        </a:p>
                      </a:txBody>
                      <a:tcPr>
                        <a:blipFill>
                          <a:blip r:embed="rId2"/>
                          <a:stretch>
                            <a:fillRect l="-800000" t="-302778" r="-103401" b="-100926"/>
                          </a:stretch>
                        </a:blipFill>
                      </a:tcPr>
                    </a:tc>
                    <a:tc>
                      <a:txBody>
                        <a:bodyPr/>
                        <a:lstStyle/>
                        <a:p>
                          <a:endParaRPr lang="zh-TW"/>
                        </a:p>
                      </a:txBody>
                      <a:tcPr>
                        <a:blipFill>
                          <a:blip r:embed="rId2"/>
                          <a:stretch>
                            <a:fillRect l="-900000" t="-302778" r="-3401" b="-100926"/>
                          </a:stretch>
                        </a:blipFill>
                      </a:tcPr>
                    </a:tc>
                    <a:extLst>
                      <a:ext uri="{0D108BD9-81ED-4DB2-BD59-A6C34878D82A}">
                        <a16:rowId xmlns:a16="http://schemas.microsoft.com/office/drawing/2014/main" val="453088307"/>
                      </a:ext>
                    </a:extLst>
                  </a:tr>
                  <a:tr h="653717">
                    <a:tc>
                      <a:txBody>
                        <a:bodyPr/>
                        <a:lstStyle/>
                        <a:p>
                          <a:pPr algn="ctr"/>
                          <a:r>
                            <a:rPr lang="en-US" altLang="zh-TW" dirty="0"/>
                            <a:t>G</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5</a:t>
                          </a:r>
                          <a:endParaRPr lang="zh-TW" altLang="en-US" dirty="0"/>
                        </a:p>
                      </a:txBody>
                      <a:tcPr/>
                    </a:tc>
                    <a:tc>
                      <a:txBody>
                        <a:bodyPr/>
                        <a:lstStyle/>
                        <a:p>
                          <a:endParaRPr lang="zh-TW"/>
                        </a:p>
                      </a:txBody>
                      <a:tcPr>
                        <a:blipFill>
                          <a:blip r:embed="rId2"/>
                          <a:stretch>
                            <a:fillRect l="-600000" t="-406542" r="-303401" b="-1869"/>
                          </a:stretch>
                        </a:blipFill>
                      </a:tcPr>
                    </a:tc>
                    <a:tc>
                      <a:txBody>
                        <a:bodyPr/>
                        <a:lstStyle/>
                        <a:p>
                          <a:endParaRPr lang="zh-TW"/>
                        </a:p>
                      </a:txBody>
                      <a:tcPr>
                        <a:blipFill>
                          <a:blip r:embed="rId2"/>
                          <a:stretch>
                            <a:fillRect l="-700000" t="-406542" r="-203401" b="-1869"/>
                          </a:stretch>
                        </a:blipFill>
                      </a:tcPr>
                    </a:tc>
                    <a:tc>
                      <a:txBody>
                        <a:bodyPr/>
                        <a:lstStyle/>
                        <a:p>
                          <a:endParaRPr lang="zh-TW"/>
                        </a:p>
                      </a:txBody>
                      <a:tcPr>
                        <a:blipFill>
                          <a:blip r:embed="rId2"/>
                          <a:stretch>
                            <a:fillRect l="-800000" t="-406542" r="-103401" b="-1869"/>
                          </a:stretch>
                        </a:blipFill>
                      </a:tcPr>
                    </a:tc>
                    <a:tc>
                      <a:txBody>
                        <a:bodyPr/>
                        <a:lstStyle/>
                        <a:p>
                          <a:endParaRPr lang="zh-TW"/>
                        </a:p>
                      </a:txBody>
                      <a:tcPr>
                        <a:blipFill>
                          <a:blip r:embed="rId2"/>
                          <a:stretch>
                            <a:fillRect l="-900000" t="-406542" r="-3401" b="-1869"/>
                          </a:stretch>
                        </a:blipFill>
                      </a:tcPr>
                    </a:tc>
                    <a:extLst>
                      <a:ext uri="{0D108BD9-81ED-4DB2-BD59-A6C34878D82A}">
                        <a16:rowId xmlns:a16="http://schemas.microsoft.com/office/drawing/2014/main" val="1524560452"/>
                      </a:ext>
                    </a:extLst>
                  </a:tr>
                </a:tbl>
              </a:graphicData>
            </a:graphic>
          </p:graphicFrame>
        </mc:Fallback>
      </mc:AlternateContent>
      <p:sp>
        <p:nvSpPr>
          <p:cNvPr id="8" name="橢圓 7">
            <a:extLst>
              <a:ext uri="{FF2B5EF4-FFF2-40B4-BE49-F238E27FC236}">
                <a16:creationId xmlns:a16="http://schemas.microsoft.com/office/drawing/2014/main" id="{85ED199D-8F90-4C81-9EC4-844A2DA9F43D}"/>
              </a:ext>
            </a:extLst>
          </p:cNvPr>
          <p:cNvSpPr/>
          <p:nvPr/>
        </p:nvSpPr>
        <p:spPr>
          <a:xfrm>
            <a:off x="2858610" y="1682429"/>
            <a:ext cx="301841" cy="31959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a:extLst>
              <a:ext uri="{FF2B5EF4-FFF2-40B4-BE49-F238E27FC236}">
                <a16:creationId xmlns:a16="http://schemas.microsoft.com/office/drawing/2014/main" id="{5F3C716E-D9F2-4F00-9304-081BEF506775}"/>
              </a:ext>
            </a:extLst>
          </p:cNvPr>
          <p:cNvSpPr/>
          <p:nvPr/>
        </p:nvSpPr>
        <p:spPr>
          <a:xfrm>
            <a:off x="4012706" y="3246491"/>
            <a:ext cx="258932" cy="24556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 name="直線單箭頭接點 4">
            <a:extLst>
              <a:ext uri="{FF2B5EF4-FFF2-40B4-BE49-F238E27FC236}">
                <a16:creationId xmlns:a16="http://schemas.microsoft.com/office/drawing/2014/main" id="{14F16CDB-9638-49A4-9340-806A709D0BA3}"/>
              </a:ext>
            </a:extLst>
          </p:cNvPr>
          <p:cNvCxnSpPr/>
          <p:nvPr/>
        </p:nvCxnSpPr>
        <p:spPr>
          <a:xfrm>
            <a:off x="2414729" y="1313895"/>
            <a:ext cx="0" cy="37679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6461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C92FE-E474-4CD1-ACE9-2167D7EEA573}"/>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Successor table</a:t>
            </a:r>
            <a:endParaRPr lang="zh-TW" altLang="en-US" sz="4000"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A134A208-0D1D-4A42-91A1-FD33FE0FD6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4080" y="1833329"/>
            <a:ext cx="8079609" cy="3830624"/>
          </a:xfrm>
        </p:spPr>
      </p:pic>
    </p:spTree>
    <p:extLst>
      <p:ext uri="{BB962C8B-B14F-4D97-AF65-F5344CB8AC3E}">
        <p14:creationId xmlns:p14="http://schemas.microsoft.com/office/powerpoint/2010/main" val="1606515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C92FE-E474-4CD1-ACE9-2167D7EEA573}"/>
              </a:ext>
            </a:extLst>
          </p:cNvPr>
          <p:cNvSpPr>
            <a:spLocks noGrp="1"/>
          </p:cNvSpPr>
          <p:nvPr>
            <p:ph type="title"/>
          </p:nvPr>
        </p:nvSpPr>
        <p:spPr>
          <a:xfrm>
            <a:off x="838200" y="296762"/>
            <a:ext cx="10515600" cy="1325563"/>
          </a:xfrm>
        </p:spPr>
        <p:txBody>
          <a:bodyPr>
            <a:normAutofit/>
          </a:bodyPr>
          <a:lstStyle/>
          <a:p>
            <a:r>
              <a:rPr lang="en-US" altLang="zh-TW" sz="4000" dirty="0">
                <a:latin typeface="Times New Roman" panose="02020603050405020304" pitchFamily="18" charset="0"/>
                <a:cs typeface="Times New Roman" panose="02020603050405020304" pitchFamily="18" charset="0"/>
              </a:rPr>
              <a:t>Parallel solution _ algorithm 1</a:t>
            </a:r>
            <a:endParaRPr lang="zh-TW" altLang="en-US" sz="4000"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FD647523-F7AC-4349-96FB-8494721B9E7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61701"/>
          <a:stretch/>
        </p:blipFill>
        <p:spPr>
          <a:xfrm>
            <a:off x="1813913" y="2843645"/>
            <a:ext cx="2086938" cy="3296110"/>
          </a:xfrm>
        </p:spPr>
      </p:pic>
      <p:pic>
        <p:nvPicPr>
          <p:cNvPr id="8" name="內容版面配置區 6">
            <a:extLst>
              <a:ext uri="{FF2B5EF4-FFF2-40B4-BE49-F238E27FC236}">
                <a16:creationId xmlns:a16="http://schemas.microsoft.com/office/drawing/2014/main" id="{91AAB10A-3C4A-4A35-80F3-502BC9CF14B2}"/>
              </a:ext>
            </a:extLst>
          </p:cNvPr>
          <p:cNvPicPr>
            <a:picLocks noChangeAspect="1"/>
          </p:cNvPicPr>
          <p:nvPr/>
        </p:nvPicPr>
        <p:blipFill rotWithShape="1">
          <a:blip r:embed="rId2">
            <a:extLst>
              <a:ext uri="{28A0092B-C50C-407E-A947-70E740481C1C}">
                <a14:useLocalDpi xmlns:a14="http://schemas.microsoft.com/office/drawing/2010/main" val="0"/>
              </a:ext>
            </a:extLst>
          </a:blip>
          <a:srcRect l="37957"/>
          <a:stretch/>
        </p:blipFill>
        <p:spPr>
          <a:xfrm>
            <a:off x="5496017" y="2614571"/>
            <a:ext cx="3380775" cy="3296110"/>
          </a:xfrm>
          <a:prstGeom prst="rect">
            <a:avLst/>
          </a:prstGeom>
        </p:spPr>
      </p:pic>
      <p:pic>
        <p:nvPicPr>
          <p:cNvPr id="10" name="圖片 9">
            <a:extLst>
              <a:ext uri="{FF2B5EF4-FFF2-40B4-BE49-F238E27FC236}">
                <a16:creationId xmlns:a16="http://schemas.microsoft.com/office/drawing/2014/main" id="{707070F9-7EED-4207-96A9-A612C5D157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2748" y="1773245"/>
            <a:ext cx="1943371" cy="4286848"/>
          </a:xfrm>
          <a:prstGeom prst="rect">
            <a:avLst/>
          </a:prstGeom>
        </p:spPr>
      </p:pic>
      <p:sp>
        <p:nvSpPr>
          <p:cNvPr id="11" name="文字方塊 10">
            <a:extLst>
              <a:ext uri="{FF2B5EF4-FFF2-40B4-BE49-F238E27FC236}">
                <a16:creationId xmlns:a16="http://schemas.microsoft.com/office/drawing/2014/main" id="{75D10A50-401C-4B22-AC6A-9E66F75D8ADB}"/>
              </a:ext>
            </a:extLst>
          </p:cNvPr>
          <p:cNvSpPr txBox="1"/>
          <p:nvPr/>
        </p:nvSpPr>
        <p:spPr>
          <a:xfrm>
            <a:off x="1233996" y="1393794"/>
            <a:ext cx="4110361" cy="1200329"/>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S1  = ACTAGCTA</a:t>
            </a: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S2 = TCAGGTAT</a:t>
            </a:r>
          </a:p>
          <a:p>
            <a:r>
              <a:rPr lang="en-US" altLang="zh-TW" sz="2400" dirty="0">
                <a:latin typeface="Times New Roman" panose="02020603050405020304" pitchFamily="18" charset="0"/>
                <a:cs typeface="Times New Roman" panose="02020603050405020304" pitchFamily="18" charset="0"/>
              </a:rPr>
              <a:t>    S3 = CTAAGTTA</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A73D98CB-5B69-4F03-9D86-8C08652980EA}"/>
              </a:ext>
            </a:extLst>
          </p:cNvPr>
          <p:cNvSpPr txBox="1"/>
          <p:nvPr/>
        </p:nvSpPr>
        <p:spPr>
          <a:xfrm>
            <a:off x="1447060" y="2719357"/>
            <a:ext cx="4882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7649E072-6E1D-4008-A13E-9F8D896C3EDD}"/>
              </a:ext>
            </a:extLst>
          </p:cNvPr>
          <p:cNvSpPr txBox="1"/>
          <p:nvPr/>
        </p:nvSpPr>
        <p:spPr>
          <a:xfrm>
            <a:off x="5100221" y="2195075"/>
            <a:ext cx="4882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243B7E57-6B98-4B85-985E-36FCA0D8BB0C}"/>
              </a:ext>
            </a:extLst>
          </p:cNvPr>
          <p:cNvSpPr txBox="1"/>
          <p:nvPr/>
        </p:nvSpPr>
        <p:spPr>
          <a:xfrm>
            <a:off x="9184476" y="1004686"/>
            <a:ext cx="4882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9985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11FF8282-A067-4623-BF4D-2963B4BCD942}"/>
              </a:ext>
            </a:extLst>
          </p:cNvPr>
          <p:cNvPicPr>
            <a:picLocks noChangeAspect="1"/>
          </p:cNvPicPr>
          <p:nvPr/>
        </p:nvPicPr>
        <p:blipFill rotWithShape="1">
          <a:blip r:embed="rId3">
            <a:extLst>
              <a:ext uri="{28A0092B-C50C-407E-A947-70E740481C1C}">
                <a14:useLocalDpi xmlns:a14="http://schemas.microsoft.com/office/drawing/2010/main" val="0"/>
              </a:ext>
            </a:extLst>
          </a:blip>
          <a:srcRect r="33544" b="32910"/>
          <a:stretch/>
        </p:blipFill>
        <p:spPr>
          <a:xfrm>
            <a:off x="1592291" y="2476681"/>
            <a:ext cx="3033749" cy="2907944"/>
          </a:xfrm>
          <a:prstGeom prst="rect">
            <a:avLst/>
          </a:prstGeom>
        </p:spPr>
      </p:pic>
      <p:pic>
        <p:nvPicPr>
          <p:cNvPr id="6" name="內容版面配置區 5">
            <a:extLst>
              <a:ext uri="{FF2B5EF4-FFF2-40B4-BE49-F238E27FC236}">
                <a16:creationId xmlns:a16="http://schemas.microsoft.com/office/drawing/2014/main" id="{4EBEBEE3-96E6-4150-8807-5BAB216C865E}"/>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b="9885"/>
          <a:stretch/>
        </p:blipFill>
        <p:spPr>
          <a:xfrm>
            <a:off x="8641837" y="1204058"/>
            <a:ext cx="1581297" cy="4915774"/>
          </a:xfrm>
        </p:spPr>
      </p:pic>
      <p:sp>
        <p:nvSpPr>
          <p:cNvPr id="12" name="矩形: 圓角 11">
            <a:extLst>
              <a:ext uri="{FF2B5EF4-FFF2-40B4-BE49-F238E27FC236}">
                <a16:creationId xmlns:a16="http://schemas.microsoft.com/office/drawing/2014/main" id="{7A6BF8D4-80C4-4EF0-B1B1-5C4B02D4F5F2}"/>
              </a:ext>
            </a:extLst>
          </p:cNvPr>
          <p:cNvSpPr/>
          <p:nvPr/>
        </p:nvSpPr>
        <p:spPr>
          <a:xfrm>
            <a:off x="9166155" y="1051173"/>
            <a:ext cx="532660" cy="30577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9" name="圖片 18">
            <a:extLst>
              <a:ext uri="{FF2B5EF4-FFF2-40B4-BE49-F238E27FC236}">
                <a16:creationId xmlns:a16="http://schemas.microsoft.com/office/drawing/2014/main" id="{4E0F7300-0E67-48E0-925E-45742D71E721}"/>
              </a:ext>
            </a:extLst>
          </p:cNvPr>
          <p:cNvPicPr>
            <a:picLocks noChangeAspect="1"/>
          </p:cNvPicPr>
          <p:nvPr/>
        </p:nvPicPr>
        <p:blipFill rotWithShape="1">
          <a:blip r:embed="rId3">
            <a:extLst>
              <a:ext uri="{28A0092B-C50C-407E-A947-70E740481C1C}">
                <a14:useLocalDpi xmlns:a14="http://schemas.microsoft.com/office/drawing/2010/main" val="0"/>
              </a:ext>
            </a:extLst>
          </a:blip>
          <a:srcRect l="66456" b="62891"/>
          <a:stretch/>
        </p:blipFill>
        <p:spPr>
          <a:xfrm>
            <a:off x="5043157" y="3212305"/>
            <a:ext cx="1531301" cy="1608466"/>
          </a:xfrm>
          <a:prstGeom prst="rect">
            <a:avLst/>
          </a:prstGeom>
        </p:spPr>
      </p:pic>
      <p:sp>
        <p:nvSpPr>
          <p:cNvPr id="21" name="矩形: 圓角 20">
            <a:extLst>
              <a:ext uri="{FF2B5EF4-FFF2-40B4-BE49-F238E27FC236}">
                <a16:creationId xmlns:a16="http://schemas.microsoft.com/office/drawing/2014/main" id="{2C304737-BCBF-44D0-94F3-B72C4EF732D4}"/>
              </a:ext>
            </a:extLst>
          </p:cNvPr>
          <p:cNvSpPr/>
          <p:nvPr/>
        </p:nvSpPr>
        <p:spPr>
          <a:xfrm>
            <a:off x="8251712" y="3819778"/>
            <a:ext cx="532660" cy="30577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標題 1">
            <a:extLst>
              <a:ext uri="{FF2B5EF4-FFF2-40B4-BE49-F238E27FC236}">
                <a16:creationId xmlns:a16="http://schemas.microsoft.com/office/drawing/2014/main" id="{1969F32E-DF40-4F08-ACE8-41031386A20B}"/>
              </a:ext>
            </a:extLst>
          </p:cNvPr>
          <p:cNvSpPr>
            <a:spLocks noGrp="1"/>
          </p:cNvSpPr>
          <p:nvPr>
            <p:ph type="title"/>
          </p:nvPr>
        </p:nvSpPr>
        <p:spPr>
          <a:xfrm>
            <a:off x="838200" y="296762"/>
            <a:ext cx="10515600" cy="1325563"/>
          </a:xfrm>
        </p:spPr>
        <p:txBody>
          <a:bodyPr>
            <a:normAutofit/>
          </a:bodyPr>
          <a:lstStyle/>
          <a:p>
            <a:r>
              <a:rPr lang="en-US" altLang="zh-TW" sz="4000" dirty="0">
                <a:latin typeface="Times New Roman" panose="02020603050405020304" pitchFamily="18" charset="0"/>
                <a:cs typeface="Times New Roman" panose="02020603050405020304" pitchFamily="18" charset="0"/>
              </a:rPr>
              <a:t>Parallel solution _ algorithm 1</a:t>
            </a:r>
            <a:endParaRPr lang="zh-TW" altLang="en-US" sz="4000"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3B5023C4-7A39-479E-BC06-8C3E747C1F15}"/>
              </a:ext>
            </a:extLst>
          </p:cNvPr>
          <p:cNvSpPr txBox="1"/>
          <p:nvPr/>
        </p:nvSpPr>
        <p:spPr>
          <a:xfrm>
            <a:off x="1175174" y="2015016"/>
            <a:ext cx="4882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E773DCFF-8C11-4E5D-B2AA-304766D5BC95}"/>
              </a:ext>
            </a:extLst>
          </p:cNvPr>
          <p:cNvSpPr txBox="1"/>
          <p:nvPr/>
        </p:nvSpPr>
        <p:spPr>
          <a:xfrm>
            <a:off x="8251712" y="820340"/>
            <a:ext cx="4882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2785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C92FE-E474-4CD1-ACE9-2167D7EEA573}"/>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Parallel solution _ algorithm 1</a:t>
            </a:r>
            <a:endParaRPr lang="zh-TW" altLang="en-US" sz="4000" dirty="0">
              <a:latin typeface="Times New Roman" panose="02020603050405020304" pitchFamily="18" charset="0"/>
              <a:cs typeface="Times New Roman" panose="02020603050405020304" pitchFamily="18" charset="0"/>
            </a:endParaRPr>
          </a:p>
        </p:txBody>
      </p:sp>
      <p:sp>
        <p:nvSpPr>
          <p:cNvPr id="12" name="矩形: 圓角 11">
            <a:extLst>
              <a:ext uri="{FF2B5EF4-FFF2-40B4-BE49-F238E27FC236}">
                <a16:creationId xmlns:a16="http://schemas.microsoft.com/office/drawing/2014/main" id="{7A6BF8D4-80C4-4EF0-B1B1-5C4B02D4F5F2}"/>
              </a:ext>
            </a:extLst>
          </p:cNvPr>
          <p:cNvSpPr/>
          <p:nvPr/>
        </p:nvSpPr>
        <p:spPr>
          <a:xfrm>
            <a:off x="8984202" y="727969"/>
            <a:ext cx="532660" cy="44388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內容版面配置區 6">
            <a:extLst>
              <a:ext uri="{FF2B5EF4-FFF2-40B4-BE49-F238E27FC236}">
                <a16:creationId xmlns:a16="http://schemas.microsoft.com/office/drawing/2014/main" id="{A8CA8A3E-3687-4A2F-9C9C-26AEB0EE6E6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290958" y="1583597"/>
            <a:ext cx="2410161" cy="2867425"/>
          </a:xfrm>
        </p:spPr>
      </p:pic>
      <p:pic>
        <p:nvPicPr>
          <p:cNvPr id="9" name="圖片 8">
            <a:extLst>
              <a:ext uri="{FF2B5EF4-FFF2-40B4-BE49-F238E27FC236}">
                <a16:creationId xmlns:a16="http://schemas.microsoft.com/office/drawing/2014/main" id="{9E81D279-161D-4CB1-9B06-936086294B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7953" y="5177639"/>
            <a:ext cx="2267266" cy="1209844"/>
          </a:xfrm>
          <a:prstGeom prst="rect">
            <a:avLst/>
          </a:prstGeom>
        </p:spPr>
      </p:pic>
      <p:pic>
        <p:nvPicPr>
          <p:cNvPr id="13" name="圖片 12">
            <a:extLst>
              <a:ext uri="{FF2B5EF4-FFF2-40B4-BE49-F238E27FC236}">
                <a16:creationId xmlns:a16="http://schemas.microsoft.com/office/drawing/2014/main" id="{C3F82E79-83B0-4A2B-9A66-B1E21FA6EA71}"/>
              </a:ext>
            </a:extLst>
          </p:cNvPr>
          <p:cNvPicPr>
            <a:picLocks noChangeAspect="1"/>
          </p:cNvPicPr>
          <p:nvPr/>
        </p:nvPicPr>
        <p:blipFill rotWithShape="1">
          <a:blip r:embed="rId5">
            <a:extLst>
              <a:ext uri="{28A0092B-C50C-407E-A947-70E740481C1C}">
                <a14:useLocalDpi xmlns:a14="http://schemas.microsoft.com/office/drawing/2010/main" val="0"/>
              </a:ext>
            </a:extLst>
          </a:blip>
          <a:srcRect r="35511"/>
          <a:stretch/>
        </p:blipFill>
        <p:spPr>
          <a:xfrm>
            <a:off x="1114257" y="1820296"/>
            <a:ext cx="2874641" cy="2394029"/>
          </a:xfrm>
          <a:prstGeom prst="rect">
            <a:avLst/>
          </a:prstGeom>
        </p:spPr>
      </p:pic>
      <p:pic>
        <p:nvPicPr>
          <p:cNvPr id="14" name="圖片 13">
            <a:extLst>
              <a:ext uri="{FF2B5EF4-FFF2-40B4-BE49-F238E27FC236}">
                <a16:creationId xmlns:a16="http://schemas.microsoft.com/office/drawing/2014/main" id="{7F415CB0-114E-4CB5-B3F0-4056A70759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94883" y="1400101"/>
            <a:ext cx="1602233" cy="5322673"/>
          </a:xfrm>
          <a:prstGeom prst="rect">
            <a:avLst/>
          </a:prstGeom>
        </p:spPr>
      </p:pic>
      <p:pic>
        <p:nvPicPr>
          <p:cNvPr id="15" name="圖片 14">
            <a:extLst>
              <a:ext uri="{FF2B5EF4-FFF2-40B4-BE49-F238E27FC236}">
                <a16:creationId xmlns:a16="http://schemas.microsoft.com/office/drawing/2014/main" id="{F403CBDF-4E5B-4C98-A72E-2A13BFAAE380}"/>
              </a:ext>
            </a:extLst>
          </p:cNvPr>
          <p:cNvPicPr>
            <a:picLocks noChangeAspect="1"/>
          </p:cNvPicPr>
          <p:nvPr/>
        </p:nvPicPr>
        <p:blipFill rotWithShape="1">
          <a:blip r:embed="rId5">
            <a:extLst>
              <a:ext uri="{28A0092B-C50C-407E-A947-70E740481C1C}">
                <a14:useLocalDpi xmlns:a14="http://schemas.microsoft.com/office/drawing/2010/main" val="0"/>
              </a:ext>
            </a:extLst>
          </a:blip>
          <a:srcRect l="64490" r="791" b="27885"/>
          <a:stretch/>
        </p:blipFill>
        <p:spPr>
          <a:xfrm>
            <a:off x="1490881" y="4345313"/>
            <a:ext cx="1547572" cy="1726436"/>
          </a:xfrm>
          <a:prstGeom prst="rect">
            <a:avLst/>
          </a:prstGeom>
        </p:spPr>
      </p:pic>
      <p:sp>
        <p:nvSpPr>
          <p:cNvPr id="16" name="矩形: 圓角 15">
            <a:extLst>
              <a:ext uri="{FF2B5EF4-FFF2-40B4-BE49-F238E27FC236}">
                <a16:creationId xmlns:a16="http://schemas.microsoft.com/office/drawing/2014/main" id="{E8A9A8F1-9732-4060-B6EA-02245C207867}"/>
              </a:ext>
            </a:extLst>
          </p:cNvPr>
          <p:cNvSpPr/>
          <p:nvPr/>
        </p:nvSpPr>
        <p:spPr>
          <a:xfrm>
            <a:off x="3022764" y="3908554"/>
            <a:ext cx="532660" cy="30577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文字方塊 16">
            <a:extLst>
              <a:ext uri="{FF2B5EF4-FFF2-40B4-BE49-F238E27FC236}">
                <a16:creationId xmlns:a16="http://schemas.microsoft.com/office/drawing/2014/main" id="{3D6670CF-D185-425F-AE90-BCAF3AC3C084}"/>
              </a:ext>
            </a:extLst>
          </p:cNvPr>
          <p:cNvSpPr txBox="1"/>
          <p:nvPr/>
        </p:nvSpPr>
        <p:spPr>
          <a:xfrm>
            <a:off x="625985" y="1409933"/>
            <a:ext cx="4882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0E7EC46D-7FF2-49D9-B5F9-3F3E1F73286B}"/>
              </a:ext>
            </a:extLst>
          </p:cNvPr>
          <p:cNvSpPr txBox="1"/>
          <p:nvPr/>
        </p:nvSpPr>
        <p:spPr>
          <a:xfrm>
            <a:off x="4741044" y="1415502"/>
            <a:ext cx="4882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9D00614A-2F77-4233-A853-52539D5DB7F2}"/>
              </a:ext>
            </a:extLst>
          </p:cNvPr>
          <p:cNvSpPr txBox="1"/>
          <p:nvPr/>
        </p:nvSpPr>
        <p:spPr>
          <a:xfrm>
            <a:off x="7884104" y="1671029"/>
            <a:ext cx="4882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5423539A-E3AA-449E-9DCE-3BA05CA0C2CD}"/>
              </a:ext>
            </a:extLst>
          </p:cNvPr>
          <p:cNvSpPr txBox="1"/>
          <p:nvPr/>
        </p:nvSpPr>
        <p:spPr>
          <a:xfrm>
            <a:off x="8984202" y="4977699"/>
            <a:ext cx="48827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5750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C92FE-E474-4CD1-ACE9-2167D7EEA573}"/>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Parallel solution _ algorithm 1</a:t>
            </a:r>
            <a:endParaRPr lang="zh-TW" altLang="en-US" sz="4000" dirty="0">
              <a:latin typeface="Times New Roman" panose="02020603050405020304" pitchFamily="18" charset="0"/>
              <a:cs typeface="Times New Roman" panose="02020603050405020304" pitchFamily="18" charset="0"/>
            </a:endParaRPr>
          </a:p>
        </p:txBody>
      </p:sp>
      <p:sp>
        <p:nvSpPr>
          <p:cNvPr id="12" name="矩形: 圓角 11">
            <a:extLst>
              <a:ext uri="{FF2B5EF4-FFF2-40B4-BE49-F238E27FC236}">
                <a16:creationId xmlns:a16="http://schemas.microsoft.com/office/drawing/2014/main" id="{7A6BF8D4-80C4-4EF0-B1B1-5C4B02D4F5F2}"/>
              </a:ext>
            </a:extLst>
          </p:cNvPr>
          <p:cNvSpPr/>
          <p:nvPr/>
        </p:nvSpPr>
        <p:spPr>
          <a:xfrm>
            <a:off x="8984202" y="727969"/>
            <a:ext cx="532660" cy="44388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E8A9A8F1-9732-4060-B6EA-02245C207867}"/>
              </a:ext>
            </a:extLst>
          </p:cNvPr>
          <p:cNvSpPr/>
          <p:nvPr/>
        </p:nvSpPr>
        <p:spPr>
          <a:xfrm>
            <a:off x="3022764" y="3908554"/>
            <a:ext cx="532660" cy="30577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6" name="內容版面配置區 5">
            <a:extLst>
              <a:ext uri="{FF2B5EF4-FFF2-40B4-BE49-F238E27FC236}">
                <a16:creationId xmlns:a16="http://schemas.microsoft.com/office/drawing/2014/main" id="{14F1B8E0-4653-475C-84A8-CA69685745D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19833" y="1377352"/>
            <a:ext cx="7503561" cy="5327113"/>
          </a:xfrm>
        </p:spPr>
      </p:pic>
    </p:spTree>
    <p:extLst>
      <p:ext uri="{BB962C8B-B14F-4D97-AF65-F5344CB8AC3E}">
        <p14:creationId xmlns:p14="http://schemas.microsoft.com/office/powerpoint/2010/main" val="1414799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C92FE-E474-4CD1-ACE9-2167D7EEA573}"/>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Parallel solution _ algorithm 2</a:t>
            </a:r>
            <a:endParaRPr lang="zh-TW" altLang="en-US" sz="4000" dirty="0">
              <a:latin typeface="Times New Roman" panose="02020603050405020304" pitchFamily="18" charset="0"/>
              <a:cs typeface="Times New Roman" panose="02020603050405020304" pitchFamily="18" charset="0"/>
            </a:endParaRPr>
          </a:p>
        </p:txBody>
      </p:sp>
      <p:sp>
        <p:nvSpPr>
          <p:cNvPr id="12" name="矩形: 圓角 11">
            <a:extLst>
              <a:ext uri="{FF2B5EF4-FFF2-40B4-BE49-F238E27FC236}">
                <a16:creationId xmlns:a16="http://schemas.microsoft.com/office/drawing/2014/main" id="{7A6BF8D4-80C4-4EF0-B1B1-5C4B02D4F5F2}"/>
              </a:ext>
            </a:extLst>
          </p:cNvPr>
          <p:cNvSpPr/>
          <p:nvPr/>
        </p:nvSpPr>
        <p:spPr>
          <a:xfrm>
            <a:off x="8984202" y="727969"/>
            <a:ext cx="532660" cy="44388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E8A9A8F1-9732-4060-B6EA-02245C207867}"/>
              </a:ext>
            </a:extLst>
          </p:cNvPr>
          <p:cNvSpPr/>
          <p:nvPr/>
        </p:nvSpPr>
        <p:spPr>
          <a:xfrm>
            <a:off x="3022764" y="3908554"/>
            <a:ext cx="532660" cy="30577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6" name="內容版面配置區 5">
            <a:extLst>
              <a:ext uri="{FF2B5EF4-FFF2-40B4-BE49-F238E27FC236}">
                <a16:creationId xmlns:a16="http://schemas.microsoft.com/office/drawing/2014/main" id="{14F1B8E0-4653-475C-84A8-CA69685745D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05699" y="1377353"/>
            <a:ext cx="7611489" cy="5403736"/>
          </a:xfrm>
        </p:spPr>
      </p:pic>
      <p:sp>
        <p:nvSpPr>
          <p:cNvPr id="3" name="文字方塊 2">
            <a:extLst>
              <a:ext uri="{FF2B5EF4-FFF2-40B4-BE49-F238E27FC236}">
                <a16:creationId xmlns:a16="http://schemas.microsoft.com/office/drawing/2014/main" id="{06C1EAC3-8A04-46E5-BB6B-C7C36BF9CD63}"/>
              </a:ext>
            </a:extLst>
          </p:cNvPr>
          <p:cNvSpPr txBox="1"/>
          <p:nvPr/>
        </p:nvSpPr>
        <p:spPr>
          <a:xfrm>
            <a:off x="1536023" y="1540330"/>
            <a:ext cx="941033" cy="523220"/>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TA</a:t>
            </a:r>
            <a:endParaRPr lang="zh-TW" altLang="en-US" sz="28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73D9A333-AC73-49AD-9733-E76FDBEA0CBE}"/>
              </a:ext>
            </a:extLst>
          </p:cNvPr>
          <p:cNvSpPr txBox="1"/>
          <p:nvPr/>
        </p:nvSpPr>
        <p:spPr>
          <a:xfrm>
            <a:off x="10524207" y="5432763"/>
            <a:ext cx="240152" cy="369332"/>
          </a:xfrm>
          <a:prstGeom prst="rect">
            <a:avLst/>
          </a:prstGeom>
          <a:noFill/>
        </p:spPr>
        <p:txBody>
          <a:bodyPr wrap="square" rtlCol="0">
            <a:spAutoFit/>
          </a:bodyPr>
          <a:lstStyle/>
          <a:p>
            <a:r>
              <a:rPr lang="en-US" altLang="zh-TW" dirty="0">
                <a:solidFill>
                  <a:srgbClr val="FF0000"/>
                </a:solidFill>
              </a:rPr>
              <a:t>X</a:t>
            </a:r>
            <a:endParaRPr lang="zh-TW" altLang="en-US" dirty="0">
              <a:solidFill>
                <a:srgbClr val="FF0000"/>
              </a:solidFill>
            </a:endParaRPr>
          </a:p>
        </p:txBody>
      </p:sp>
      <p:sp>
        <p:nvSpPr>
          <p:cNvPr id="9" name="文字方塊 8">
            <a:extLst>
              <a:ext uri="{FF2B5EF4-FFF2-40B4-BE49-F238E27FC236}">
                <a16:creationId xmlns:a16="http://schemas.microsoft.com/office/drawing/2014/main" id="{ED112D6B-5628-4628-B395-1AAE31D8D9C5}"/>
              </a:ext>
            </a:extLst>
          </p:cNvPr>
          <p:cNvSpPr txBox="1"/>
          <p:nvPr/>
        </p:nvSpPr>
        <p:spPr>
          <a:xfrm>
            <a:off x="10524207" y="6123543"/>
            <a:ext cx="240152" cy="369332"/>
          </a:xfrm>
          <a:prstGeom prst="rect">
            <a:avLst/>
          </a:prstGeom>
          <a:noFill/>
        </p:spPr>
        <p:txBody>
          <a:bodyPr wrap="square" rtlCol="0">
            <a:spAutoFit/>
          </a:bodyPr>
          <a:lstStyle/>
          <a:p>
            <a:r>
              <a:rPr lang="en-US" altLang="zh-TW" dirty="0">
                <a:solidFill>
                  <a:srgbClr val="FF0000"/>
                </a:solidFill>
              </a:rPr>
              <a:t>X</a:t>
            </a:r>
            <a:endParaRPr lang="zh-TW" altLang="en-US" dirty="0">
              <a:solidFill>
                <a:srgbClr val="FF0000"/>
              </a:solidFill>
            </a:endParaRPr>
          </a:p>
        </p:txBody>
      </p:sp>
      <p:sp>
        <p:nvSpPr>
          <p:cNvPr id="4" name="橢圓 3">
            <a:extLst>
              <a:ext uri="{FF2B5EF4-FFF2-40B4-BE49-F238E27FC236}">
                <a16:creationId xmlns:a16="http://schemas.microsoft.com/office/drawing/2014/main" id="{C63925B3-8AE7-47CC-89E6-3E3706FE5510}"/>
              </a:ext>
            </a:extLst>
          </p:cNvPr>
          <p:cNvSpPr/>
          <p:nvPr/>
        </p:nvSpPr>
        <p:spPr>
          <a:xfrm>
            <a:off x="8144893" y="4722920"/>
            <a:ext cx="523782" cy="1686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a:extLst>
              <a:ext uri="{FF2B5EF4-FFF2-40B4-BE49-F238E27FC236}">
                <a16:creationId xmlns:a16="http://schemas.microsoft.com/office/drawing/2014/main" id="{9A985B76-8BFD-4068-A36A-F4C86E3FF91D}"/>
              </a:ext>
            </a:extLst>
          </p:cNvPr>
          <p:cNvSpPr/>
          <p:nvPr/>
        </p:nvSpPr>
        <p:spPr>
          <a:xfrm>
            <a:off x="7320749" y="4909351"/>
            <a:ext cx="523782" cy="1686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單箭頭接點 9">
            <a:extLst>
              <a:ext uri="{FF2B5EF4-FFF2-40B4-BE49-F238E27FC236}">
                <a16:creationId xmlns:a16="http://schemas.microsoft.com/office/drawing/2014/main" id="{B0F31AFA-0F83-463F-BAB5-9429C28FD211}"/>
              </a:ext>
            </a:extLst>
          </p:cNvPr>
          <p:cNvCxnSpPr/>
          <p:nvPr/>
        </p:nvCxnSpPr>
        <p:spPr>
          <a:xfrm flipV="1">
            <a:off x="11523215" y="2039295"/>
            <a:ext cx="0" cy="435005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121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圓角 11">
            <a:extLst>
              <a:ext uri="{FF2B5EF4-FFF2-40B4-BE49-F238E27FC236}">
                <a16:creationId xmlns:a16="http://schemas.microsoft.com/office/drawing/2014/main" id="{7A6BF8D4-80C4-4EF0-B1B1-5C4B02D4F5F2}"/>
              </a:ext>
            </a:extLst>
          </p:cNvPr>
          <p:cNvSpPr/>
          <p:nvPr/>
        </p:nvSpPr>
        <p:spPr>
          <a:xfrm>
            <a:off x="8984202" y="727969"/>
            <a:ext cx="532660" cy="44388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E8A9A8F1-9732-4060-B6EA-02245C207867}"/>
              </a:ext>
            </a:extLst>
          </p:cNvPr>
          <p:cNvSpPr/>
          <p:nvPr/>
        </p:nvSpPr>
        <p:spPr>
          <a:xfrm>
            <a:off x="3022764" y="3908554"/>
            <a:ext cx="532660" cy="30577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 name="標題 4">
            <a:extLst>
              <a:ext uri="{FF2B5EF4-FFF2-40B4-BE49-F238E27FC236}">
                <a16:creationId xmlns:a16="http://schemas.microsoft.com/office/drawing/2014/main" id="{BC2930E1-F459-42B2-9083-9E6824867C17}"/>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Time complexity</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內容版面配置區 7">
                <a:extLst>
                  <a:ext uri="{FF2B5EF4-FFF2-40B4-BE49-F238E27FC236}">
                    <a16:creationId xmlns:a16="http://schemas.microsoft.com/office/drawing/2014/main" id="{60FEB15F-FC4B-4893-9013-75CBD8E1521C}"/>
                  </a:ext>
                </a:extLst>
              </p:cNvPr>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S</a:t>
                </a:r>
                <a:r>
                  <a:rPr lang="en-US" altLang="zh-TW" dirty="0">
                    <a:solidFill>
                      <a:schemeClr val="tx1"/>
                    </a:solidFill>
                    <a:latin typeface="Times New Roman" panose="02020603050405020304" pitchFamily="18" charset="0"/>
                    <a:cs typeface="Times New Roman" panose="02020603050405020304" pitchFamily="18" charset="0"/>
                  </a:rPr>
                  <a:t>uccessor table:  O (n</a:t>
                </a:r>
                <a14:m>
                  <m:oMath xmlns:m="http://schemas.openxmlformats.org/officeDocument/2006/math">
                    <m:d>
                      <m:dPr>
                        <m:begChr m:val="|"/>
                        <m:endChr m:val="|"/>
                        <m:ctrlPr>
                          <a:rPr lang="en-US" altLang="zh-TW" smtClean="0">
                            <a:solidFill>
                              <a:schemeClr val="tx1"/>
                            </a:solidFill>
                            <a:latin typeface="Cambria Math" panose="02040503050406030204" pitchFamily="18" charset="0"/>
                          </a:rPr>
                        </m:ctrlPr>
                      </m:dPr>
                      <m:e>
                        <m:r>
                          <a:rPr lang="en-US" altLang="zh-TW" i="1" smtClean="0">
                            <a:solidFill>
                              <a:schemeClr val="tx1"/>
                            </a:solidFill>
                            <a:latin typeface="Cambria Math" panose="02040503050406030204" pitchFamily="18" charset="0"/>
                          </a:rPr>
                          <m:t>𝛴</m:t>
                        </m:r>
                      </m:e>
                    </m:d>
                    <m:f>
                      <m:fPr>
                        <m:ctrlPr>
                          <a:rPr lang="en-US" altLang="zh-TW" smtClean="0">
                            <a:solidFill>
                              <a:schemeClr val="tx1"/>
                            </a:solidFill>
                            <a:latin typeface="Cambria Math" panose="02040503050406030204" pitchFamily="18" charset="0"/>
                          </a:rPr>
                        </m:ctrlPr>
                      </m:fPr>
                      <m:num>
                        <m:r>
                          <a:rPr lang="en-US" altLang="zh-TW" i="1" smtClean="0">
                            <a:solidFill>
                              <a:schemeClr val="tx1"/>
                            </a:solidFill>
                            <a:latin typeface="Cambria Math" panose="02040503050406030204" pitchFamily="18" charset="0"/>
                          </a:rPr>
                          <m:t>𝑟</m:t>
                        </m:r>
                      </m:num>
                      <m:den>
                        <m:r>
                          <a:rPr lang="en-US" altLang="zh-TW" i="1" smtClean="0">
                            <a:solidFill>
                              <a:schemeClr val="tx1"/>
                            </a:solidFill>
                            <a:latin typeface="Cambria Math" panose="02040503050406030204" pitchFamily="18" charset="0"/>
                          </a:rPr>
                          <m:t>𝑃</m:t>
                        </m:r>
                      </m:den>
                    </m:f>
                  </m:oMath>
                </a14:m>
                <a:r>
                  <a:rPr lang="en-US" altLang="zh-TW" dirty="0">
                    <a:solidFill>
                      <a:schemeClr val="tx1"/>
                    </a:solidFill>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Algorithm </a:t>
                </a:r>
                <a:r>
                  <a:rPr lang="en-US" altLang="zh-TW" dirty="0">
                    <a:solidFill>
                      <a:schemeClr val="tx1"/>
                    </a:solidFill>
                    <a:latin typeface="Times New Roman" panose="02020603050405020304" pitchFamily="18" charset="0"/>
                    <a:cs typeface="Times New Roman" panose="02020603050405020304" pitchFamily="18" charset="0"/>
                  </a:rPr>
                  <a:t>1</a:t>
                </a:r>
              </a:p>
              <a:p>
                <a:pPr lvl="1"/>
                <a:r>
                  <a:rPr lang="en-US" altLang="zh-TW" dirty="0">
                    <a:solidFill>
                      <a:schemeClr val="tx1"/>
                    </a:solidFill>
                    <a:latin typeface="Times New Roman" panose="02020603050405020304" pitchFamily="18" charset="0"/>
                    <a:cs typeface="Times New Roman" panose="02020603050405020304" pitchFamily="18" charset="0"/>
                  </a:rPr>
                  <a:t>local computation: O (</a:t>
                </a:r>
                <a14:m>
                  <m:oMath xmlns:m="http://schemas.openxmlformats.org/officeDocument/2006/math">
                    <m:d>
                      <m:dPr>
                        <m:begChr m:val="|"/>
                        <m:endChr m:val="|"/>
                        <m:ctrlPr>
                          <a:rPr lang="en-US" altLang="zh-TW" i="1" smtClean="0">
                            <a:solidFill>
                              <a:schemeClr val="tx1"/>
                            </a:solidFill>
                            <a:latin typeface="Cambria Math" panose="02040503050406030204" pitchFamily="18" charset="0"/>
                          </a:rPr>
                        </m:ctrlPr>
                      </m:dPr>
                      <m:e>
                        <m:r>
                          <a:rPr lang="en-US" altLang="zh-TW" i="1" smtClean="0">
                            <a:solidFill>
                              <a:schemeClr val="tx1"/>
                            </a:solidFill>
                            <a:latin typeface="Cambria Math" panose="02040503050406030204" pitchFamily="18" charset="0"/>
                          </a:rPr>
                          <m:t>𝛴</m:t>
                        </m:r>
                      </m:e>
                    </m:d>
                    <m:f>
                      <m:fPr>
                        <m:ctrlPr>
                          <a:rPr lang="en-US" altLang="zh-TW" i="1" smtClean="0">
                            <a:solidFill>
                              <a:schemeClr val="tx1"/>
                            </a:solidFill>
                            <a:latin typeface="Cambria Math" panose="02040503050406030204" pitchFamily="18" charset="0"/>
                          </a:rPr>
                        </m:ctrlPr>
                      </m:fPr>
                      <m:num>
                        <m:d>
                          <m:dPr>
                            <m:begChr m:val="|"/>
                            <m:endChr m:val="|"/>
                            <m:ctrlPr>
                              <a:rPr lang="en-US" altLang="zh-TW" i="1" smtClean="0">
                                <a:solidFill>
                                  <a:schemeClr val="tx1"/>
                                </a:solidFill>
                                <a:latin typeface="Cambria Math" panose="02040503050406030204" pitchFamily="18" charset="0"/>
                              </a:rPr>
                            </m:ctrlPr>
                          </m:dPr>
                          <m:e>
                            <m:r>
                              <a:rPr lang="en-US" altLang="zh-TW" i="1" smtClean="0">
                                <a:solidFill>
                                  <a:schemeClr val="tx1"/>
                                </a:solidFill>
                                <a:latin typeface="Cambria Math" panose="02040503050406030204" pitchFamily="18" charset="0"/>
                              </a:rPr>
                              <m:t>𝐷</m:t>
                            </m:r>
                          </m:e>
                        </m:d>
                      </m:num>
                      <m:den>
                        <m:r>
                          <a:rPr lang="en-US" altLang="zh-TW" i="1" smtClean="0">
                            <a:solidFill>
                              <a:schemeClr val="tx1"/>
                            </a:solidFill>
                            <a:latin typeface="Cambria Math" panose="02040503050406030204" pitchFamily="18" charset="0"/>
                          </a:rPr>
                          <m:t>𝑃</m:t>
                        </m:r>
                      </m:den>
                    </m:f>
                  </m:oMath>
                </a14:m>
                <a:r>
                  <a:rPr lang="en-US" altLang="zh-TW" dirty="0">
                    <a:solidFill>
                      <a:schemeClr val="tx1"/>
                    </a:solidFill>
                    <a:latin typeface="Times New Roman" panose="02020603050405020304" pitchFamily="18" charset="0"/>
                    <a:cs typeface="Times New Roman" panose="02020603050405020304" pitchFamily="18" charset="0"/>
                  </a:rPr>
                  <a:t>)</a:t>
                </a:r>
              </a:p>
              <a:p>
                <a:pPr lvl="1"/>
                <a:r>
                  <a:rPr lang="en-US" altLang="zh-TW" dirty="0">
                    <a:solidFill>
                      <a:schemeClr val="tx1"/>
                    </a:solidFill>
                    <a:latin typeface="Times New Roman" panose="02020603050405020304" pitchFamily="18" charset="0"/>
                    <a:cs typeface="Times New Roman" panose="02020603050405020304" pitchFamily="18" charset="0"/>
                  </a:rPr>
                  <a:t>Communication: O (</a:t>
                </a:r>
                <a14:m>
                  <m:oMath xmlns:m="http://schemas.openxmlformats.org/officeDocument/2006/math">
                    <m:d>
                      <m:dPr>
                        <m:begChr m:val="|"/>
                        <m:endChr m:val="|"/>
                        <m:ctrlPr>
                          <a:rPr lang="en-US" altLang="zh-TW"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𝑀𝐿𝐶𝑆</m:t>
                        </m:r>
                      </m:e>
                    </m:d>
                  </m:oMath>
                </a14:m>
                <a:r>
                  <a:rPr lang="en-US" altLang="zh-TW" dirty="0">
                    <a:solidFill>
                      <a:schemeClr val="tx1"/>
                    </a:solidFill>
                    <a:latin typeface="Times New Roman" panose="02020603050405020304" pitchFamily="18" charset="0"/>
                    <a:cs typeface="Times New Roman" panose="02020603050405020304" pitchFamily="18" charset="0"/>
                  </a:rPr>
                  <a:t>)</a:t>
                </a:r>
              </a:p>
              <a:p>
                <a:r>
                  <a:rPr lang="en-US" altLang="zh-TW" dirty="0">
                    <a:solidFill>
                      <a:schemeClr val="tx1"/>
                    </a:solidFill>
                    <a:latin typeface="Times New Roman" panose="02020603050405020304" pitchFamily="18" charset="0"/>
                    <a:cs typeface="Times New Roman" panose="02020603050405020304" pitchFamily="18" charset="0"/>
                  </a:rPr>
                  <a:t>Algorithm 2</a:t>
                </a:r>
              </a:p>
              <a:p>
                <a:pPr lvl="1"/>
                <a:r>
                  <a:rPr lang="en-US" altLang="zh-TW" dirty="0">
                    <a:solidFill>
                      <a:schemeClr val="tx1"/>
                    </a:solidFill>
                    <a:latin typeface="Times New Roman" panose="02020603050405020304" pitchFamily="18" charset="0"/>
                    <a:cs typeface="Times New Roman" panose="02020603050405020304" pitchFamily="18" charset="0"/>
                  </a:rPr>
                  <a:t>local computation: O (</a:t>
                </a:r>
                <a14:m>
                  <m:oMath xmlns:m="http://schemas.openxmlformats.org/officeDocument/2006/math">
                    <m:d>
                      <m:dPr>
                        <m:begChr m:val="|"/>
                        <m:endChr m:val="|"/>
                        <m:ctrlPr>
                          <a:rPr lang="en-US" altLang="zh-TW"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𝑀𝐿𝐶𝑆</m:t>
                        </m:r>
                      </m:e>
                    </m:d>
                    <m:f>
                      <m:fPr>
                        <m:ctrlPr>
                          <a:rPr lang="en-US" altLang="zh-TW" i="1" smtClean="0">
                            <a:solidFill>
                              <a:schemeClr val="tx1"/>
                            </a:solidFill>
                            <a:latin typeface="Cambria Math" panose="02040503050406030204" pitchFamily="18" charset="0"/>
                          </a:rPr>
                        </m:ctrlPr>
                      </m:fPr>
                      <m:num>
                        <m:d>
                          <m:dPr>
                            <m:begChr m:val="|"/>
                            <m:endChr m:val="|"/>
                            <m:ctrlPr>
                              <a:rPr lang="en-US" altLang="zh-TW"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𝐶𝑆𝑆𝑠</m:t>
                            </m:r>
                          </m:e>
                        </m:d>
                      </m:num>
                      <m:den>
                        <m:r>
                          <a:rPr lang="en-US" altLang="zh-TW" i="1" smtClean="0">
                            <a:solidFill>
                              <a:schemeClr val="tx1"/>
                            </a:solidFill>
                            <a:latin typeface="Cambria Math" panose="02040503050406030204" pitchFamily="18" charset="0"/>
                          </a:rPr>
                          <m:t>𝑃</m:t>
                        </m:r>
                      </m:den>
                    </m:f>
                  </m:oMath>
                </a14:m>
                <a:r>
                  <a:rPr lang="en-US" altLang="zh-TW" dirty="0">
                    <a:solidFill>
                      <a:schemeClr val="tx1"/>
                    </a:solidFill>
                    <a:latin typeface="Times New Roman" panose="02020603050405020304" pitchFamily="18" charset="0"/>
                    <a:cs typeface="Times New Roman" panose="02020603050405020304" pitchFamily="18" charset="0"/>
                  </a:rPr>
                  <a:t>)</a:t>
                </a:r>
              </a:p>
              <a:p>
                <a:pPr lvl="1"/>
                <a:r>
                  <a:rPr lang="en-US" altLang="zh-TW" dirty="0">
                    <a:solidFill>
                      <a:schemeClr val="tx1"/>
                    </a:solidFill>
                    <a:latin typeface="Times New Roman" panose="02020603050405020304" pitchFamily="18" charset="0"/>
                    <a:cs typeface="Times New Roman" panose="02020603050405020304" pitchFamily="18" charset="0"/>
                  </a:rPr>
                  <a:t>Communication: O (</a:t>
                </a:r>
                <a14:m>
                  <m:oMath xmlns:m="http://schemas.openxmlformats.org/officeDocument/2006/math">
                    <m:d>
                      <m:dPr>
                        <m:begChr m:val="|"/>
                        <m:endChr m:val="|"/>
                        <m:ctrlPr>
                          <a:rPr lang="en-US" altLang="zh-TW" i="1" smtClean="0">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𝑀𝐿𝐶𝑆</m:t>
                        </m:r>
                      </m:e>
                    </m:d>
                  </m:oMath>
                </a14:m>
                <a:r>
                  <a:rPr lang="en-US" altLang="zh-TW" dirty="0">
                    <a:solidFill>
                      <a:schemeClr val="tx1"/>
                    </a:solidFill>
                    <a:latin typeface="Times New Roman" panose="02020603050405020304" pitchFamily="18" charset="0"/>
                    <a:cs typeface="Times New Roman" panose="02020603050405020304" pitchFamily="18" charset="0"/>
                  </a:rPr>
                  <a:t>)</a:t>
                </a:r>
              </a:p>
              <a:p>
                <a:pPr marL="457200" lvl="1" indent="0">
                  <a:buNone/>
                </a:pPr>
                <a:endParaRPr lang="en-US" altLang="zh-TW" dirty="0">
                  <a:solidFill>
                    <a:schemeClr val="tx1"/>
                  </a:solidFill>
                  <a:latin typeface="Times New Roman" panose="02020603050405020304" pitchFamily="18" charset="0"/>
                  <a:cs typeface="Times New Roman" panose="02020603050405020304" pitchFamily="18" charset="0"/>
                </a:endParaRPr>
              </a:p>
            </p:txBody>
          </p:sp>
        </mc:Choice>
        <mc:Fallback>
          <p:sp>
            <p:nvSpPr>
              <p:cNvPr id="8" name="內容版面配置區 7">
                <a:extLst>
                  <a:ext uri="{FF2B5EF4-FFF2-40B4-BE49-F238E27FC236}">
                    <a16:creationId xmlns:a16="http://schemas.microsoft.com/office/drawing/2014/main" id="{60FEB15F-FC4B-4893-9013-75CBD8E1521C}"/>
                  </a:ext>
                </a:extLst>
              </p:cNvPr>
              <p:cNvSpPr>
                <a:spLocks noGrp="1" noRot="1" noChangeAspect="1" noMove="1" noResize="1" noEditPoints="1" noAdjustHandles="1" noChangeArrowheads="1" noChangeShapeType="1" noTextEdit="1"/>
              </p:cNvSpPr>
              <p:nvPr>
                <p:ph idx="1"/>
              </p:nvPr>
            </p:nvSpPr>
            <p:spPr>
              <a:blipFill>
                <a:blip r:embed="rId3"/>
                <a:stretch>
                  <a:fillRect l="-1043" t="-126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05743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圓角 11">
            <a:extLst>
              <a:ext uri="{FF2B5EF4-FFF2-40B4-BE49-F238E27FC236}">
                <a16:creationId xmlns:a16="http://schemas.microsoft.com/office/drawing/2014/main" id="{7A6BF8D4-80C4-4EF0-B1B1-5C4B02D4F5F2}"/>
              </a:ext>
            </a:extLst>
          </p:cNvPr>
          <p:cNvSpPr/>
          <p:nvPr/>
        </p:nvSpPr>
        <p:spPr>
          <a:xfrm>
            <a:off x="8984202" y="727969"/>
            <a:ext cx="532660" cy="44388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E8A9A8F1-9732-4060-B6EA-02245C207867}"/>
              </a:ext>
            </a:extLst>
          </p:cNvPr>
          <p:cNvSpPr/>
          <p:nvPr/>
        </p:nvSpPr>
        <p:spPr>
          <a:xfrm>
            <a:off x="3022764" y="3908554"/>
            <a:ext cx="532660" cy="30577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 name="標題 4">
            <a:extLst>
              <a:ext uri="{FF2B5EF4-FFF2-40B4-BE49-F238E27FC236}">
                <a16:creationId xmlns:a16="http://schemas.microsoft.com/office/drawing/2014/main" id="{BC2930E1-F459-42B2-9083-9E6824867C17}"/>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Results</a:t>
            </a:r>
            <a:endParaRPr lang="zh-TW" altLang="en-US" sz="4000" dirty="0">
              <a:latin typeface="Times New Roman" panose="02020603050405020304" pitchFamily="18" charset="0"/>
              <a:cs typeface="Times New Roman" panose="02020603050405020304" pitchFamily="18" charset="0"/>
            </a:endParaRPr>
          </a:p>
        </p:txBody>
      </p:sp>
      <p:pic>
        <p:nvPicPr>
          <p:cNvPr id="3" name="內容版面配置區 2">
            <a:extLst>
              <a:ext uri="{FF2B5EF4-FFF2-40B4-BE49-F238E27FC236}">
                <a16:creationId xmlns:a16="http://schemas.microsoft.com/office/drawing/2014/main" id="{E8E10A98-4202-4674-B485-5D3A4474EF0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82250" y="2357287"/>
            <a:ext cx="5474152" cy="3102479"/>
          </a:xfrm>
        </p:spPr>
      </p:pic>
    </p:spTree>
    <p:extLst>
      <p:ext uri="{BB962C8B-B14F-4D97-AF65-F5344CB8AC3E}">
        <p14:creationId xmlns:p14="http://schemas.microsoft.com/office/powerpoint/2010/main" val="486734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圓角 11">
            <a:extLst>
              <a:ext uri="{FF2B5EF4-FFF2-40B4-BE49-F238E27FC236}">
                <a16:creationId xmlns:a16="http://schemas.microsoft.com/office/drawing/2014/main" id="{7A6BF8D4-80C4-4EF0-B1B1-5C4B02D4F5F2}"/>
              </a:ext>
            </a:extLst>
          </p:cNvPr>
          <p:cNvSpPr/>
          <p:nvPr/>
        </p:nvSpPr>
        <p:spPr>
          <a:xfrm>
            <a:off x="8984202" y="727969"/>
            <a:ext cx="532660" cy="44388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E8A9A8F1-9732-4060-B6EA-02245C207867}"/>
              </a:ext>
            </a:extLst>
          </p:cNvPr>
          <p:cNvSpPr/>
          <p:nvPr/>
        </p:nvSpPr>
        <p:spPr>
          <a:xfrm>
            <a:off x="3022764" y="3908554"/>
            <a:ext cx="532660" cy="30577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 name="標題 4">
            <a:extLst>
              <a:ext uri="{FF2B5EF4-FFF2-40B4-BE49-F238E27FC236}">
                <a16:creationId xmlns:a16="http://schemas.microsoft.com/office/drawing/2014/main" id="{BC2930E1-F459-42B2-9083-9E6824867C17}"/>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Results</a:t>
            </a:r>
            <a:endParaRPr lang="zh-TW" altLang="en-US" sz="4000"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7C913F66-9A6D-4E75-A229-17809DCEEAC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906255" y="2053531"/>
            <a:ext cx="5122460" cy="2873575"/>
          </a:xfrm>
        </p:spPr>
      </p:pic>
      <p:pic>
        <p:nvPicPr>
          <p:cNvPr id="9" name="圖片 8">
            <a:extLst>
              <a:ext uri="{FF2B5EF4-FFF2-40B4-BE49-F238E27FC236}">
                <a16:creationId xmlns:a16="http://schemas.microsoft.com/office/drawing/2014/main" id="{2D5F9382-A5BA-43FE-B330-38445D99F0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933" y="2177797"/>
            <a:ext cx="4922347" cy="2749310"/>
          </a:xfrm>
          <a:prstGeom prst="rect">
            <a:avLst/>
          </a:prstGeom>
        </p:spPr>
      </p:pic>
    </p:spTree>
    <p:extLst>
      <p:ext uri="{BB962C8B-B14F-4D97-AF65-F5344CB8AC3E}">
        <p14:creationId xmlns:p14="http://schemas.microsoft.com/office/powerpoint/2010/main" val="198796221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6615</TotalTime>
  <Words>489</Words>
  <Application>Microsoft Office PowerPoint</Application>
  <PresentationFormat>寬螢幕</PresentationFormat>
  <Paragraphs>156</Paragraphs>
  <Slides>14</Slides>
  <Notes>8</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14</vt:i4>
      </vt:variant>
    </vt:vector>
  </HeadingPairs>
  <TitlesOfParts>
    <vt:vector size="21" baseType="lpstr">
      <vt:lpstr>微軟正黑體</vt:lpstr>
      <vt:lpstr>Arial</vt:lpstr>
      <vt:lpstr>Calibri</vt:lpstr>
      <vt:lpstr>Calibri Light</vt:lpstr>
      <vt:lpstr>Cambria Math</vt:lpstr>
      <vt:lpstr>Times New Roman</vt:lpstr>
      <vt:lpstr>Office 佈景主題</vt:lpstr>
      <vt:lpstr>A dominant point-based parallel algorithm that finds all longest common subsequences for a constrained-MLCS problem  Armel Nkonjoh Ngomade, Jean Frédéric Myoupo, Vianney Kengne Tchendji</vt:lpstr>
      <vt:lpstr>Abstract</vt:lpstr>
      <vt:lpstr>Algorithm for the constrained-MLCS problem</vt:lpstr>
      <vt:lpstr>Successor table</vt:lpstr>
      <vt:lpstr>Successor table</vt:lpstr>
      <vt:lpstr>Successor table</vt:lpstr>
      <vt:lpstr>Parallel solution _ algorithm 1</vt:lpstr>
      <vt:lpstr>Parallel solution _ algorithm 1</vt:lpstr>
      <vt:lpstr>Parallel solution _ algorithm 1</vt:lpstr>
      <vt:lpstr>Parallel solution _ algorithm 1</vt:lpstr>
      <vt:lpstr>Parallel solution _ algorithm 2</vt:lpstr>
      <vt:lpstr>Time complexity</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dominant point-based parallel algorithm that finds all longest common subsequences for a constrained-MLCS problem  Armel Nkonjoh Ngomade, Jean Frédéric Myoupo, Vianney Kengne Tchendji</dc:title>
  <dc:creator>郁儒 廖</dc:creator>
  <cp:lastModifiedBy>郁儒 廖</cp:lastModifiedBy>
  <cp:revision>1</cp:revision>
  <dcterms:created xsi:type="dcterms:W3CDTF">2021-03-12T16:05:18Z</dcterms:created>
  <dcterms:modified xsi:type="dcterms:W3CDTF">2021-03-17T08:06:29Z</dcterms:modified>
</cp:coreProperties>
</file>