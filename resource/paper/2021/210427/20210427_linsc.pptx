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4/27/2021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4/27/2021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Improvised Divide and Conquer Approach for the LIS Problem</a:t>
            </a:r>
            <a:endParaRPr lang="en-US" sz="32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Seema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Rani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and Dr.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Dharmveer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Singh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Rajpoot</a:t>
            </a:r>
            <a:endParaRPr lang="en-US" sz="24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0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Journal of Discrete Algorithms</a:t>
            </a: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Volume 48, January 2018, Pages 17-26</a:t>
            </a: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Apr. 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27,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There exist many optimal (using single and multiple processors) and approximate solutions to the longest increasing subsequence (LIS) problem. Through this paper, we present the enhancement to the divide-and-conquer approach presented in paper[6]. An improved D&amp;C algorithmic solution is proposed which outputs optimal solution in all cases. The proposed algorithm takes O(n log n) time in best and average cases and o(n log</a:t>
            </a:r>
            <a:r>
              <a:rPr lang="en-US" sz="2800" spc="-1" baseline="30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n) time in worst case. The portion of the proposed solution can run in parallel using multiprocessors.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500042"/>
            <a:ext cx="8970583" cy="5567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Divide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X=&lt;4, 2, 5, 1, 3&gt;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>
                <a:solidFill>
                  <a:srgbClr val="000000"/>
                </a:solidFill>
                <a:latin typeface="Times New Roman"/>
              </a:rPr>
              <a:t>sorted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=&lt;1, 2, 3, 4, 5&gt;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>
                <a:solidFill>
                  <a:srgbClr val="000000"/>
                </a:solidFill>
                <a:latin typeface="Times New Roman"/>
              </a:rPr>
              <a:t>sorted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[5/2]=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>
                <a:solidFill>
                  <a:srgbClr val="000000"/>
                </a:solidFill>
                <a:latin typeface="Times New Roman"/>
              </a:rPr>
              <a:t>sorted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[2]= 2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</a:rPr>
              <a:t>=&lt;(2,2), (1,4)&gt;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=&lt;(4,1), (5,3), (3,5)&gt;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Shape 2"/>
          <p:cNvSpPr txBox="1"/>
          <p:nvPr/>
        </p:nvSpPr>
        <p:spPr>
          <a:xfrm>
            <a:off x="6643702" y="1285860"/>
            <a:ext cx="2185974" cy="400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Pair&lt;value, index&gt;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Divide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X=&lt;4, 2, 2, 1, 3, 2&gt;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>
                <a:solidFill>
                  <a:srgbClr val="000000"/>
                </a:solidFill>
                <a:latin typeface="Times New Roman"/>
              </a:rPr>
              <a:t>sorted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=&lt;1, 2, 2, 2, 3, 4&gt;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>
                <a:solidFill>
                  <a:srgbClr val="000000"/>
                </a:solidFill>
                <a:latin typeface="Times New Roman"/>
              </a:rPr>
              <a:t>sorted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[6/2]=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>
                <a:solidFill>
                  <a:srgbClr val="000000"/>
                </a:solidFill>
                <a:latin typeface="Times New Roman"/>
              </a:rPr>
              <a:t>sorted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[3]= 2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</a:rPr>
              <a:t>=&lt;(2,2), (2,3), (1,4)&gt;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=&lt;(4,1), (3,5), </a:t>
            </a:r>
            <a:r>
              <a:rPr lang="en-US" sz="2800" spc="-1" dirty="0">
                <a:solidFill>
                  <a:srgbClr val="FF0000"/>
                </a:solidFill>
                <a:latin typeface="Times New Roman"/>
              </a:rPr>
              <a:t>(2,6)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&gt;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Shape 2"/>
          <p:cNvSpPr txBox="1"/>
          <p:nvPr/>
        </p:nvSpPr>
        <p:spPr>
          <a:xfrm>
            <a:off x="6643702" y="1285860"/>
            <a:ext cx="2185974" cy="400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Pair&lt;value, index&gt;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spc="-1" dirty="0">
                <a:solidFill>
                  <a:srgbClr val="000000"/>
                </a:solidFill>
                <a:latin typeface="Times New Roman"/>
              </a:rPr>
              <a:t>Merge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&lt;(2,4), (1,9)&gt; and &lt;(5,3), (3,5), (4,8)&gt;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[4,9]=[0,0] and </a:t>
            </a: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[3,5,8]=[0,0,5]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[3,4,5,8,9]=[0,0,0,5,0]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&lt;(5,3), (2,4), (3,5), (4,8), (1,9)&gt;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1.&lt;(5,3)&gt;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2.&lt;(2,4)&gt;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3.&lt;(2,4), (3,5)&gt;,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[5]=4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4.&lt;(2,4), (3,5), (4,8)&gt;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5.&lt;(1,9), (3,5), (4,8)&gt; 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[3,4,5,8,9</a:t>
            </a:r>
            <a:r>
              <a:rPr lang="en-US" sz="2800" spc="-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]=[0,0,</a:t>
            </a:r>
            <a:r>
              <a:rPr lang="en-US" sz="2800" spc="-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spc="-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,5,0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Shape 2"/>
          <p:cNvSpPr txBox="1"/>
          <p:nvPr/>
        </p:nvSpPr>
        <p:spPr>
          <a:xfrm>
            <a:off x="6643702" y="1285860"/>
            <a:ext cx="2185974" cy="400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Pair&lt;value, index&gt;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spc="-1" dirty="0">
                <a:solidFill>
                  <a:srgbClr val="000000"/>
                </a:solidFill>
                <a:latin typeface="Times New Roman"/>
              </a:rPr>
              <a:t>Merge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&lt;(7,6), (6,10)&gt; and &lt;(8,1), (9,2), (10,7)&gt;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[6,10]=[0,0] and </a:t>
            </a: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[1,2,7]=[0,1,2]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[1,2,6,7,10]=[0,1,0,2,0]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&lt;(8,1), (9,2), (7,6), (10,7), (6,10)&gt;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1.&lt;(8,1)&gt;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2.&lt;(8,1), (9,2)&gt;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3.&lt;(7,6), (9,2)&gt;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4.&lt;(7,6), (9,2), (10,7)&gt;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5.&lt;(6,10), (9,2), (10,7)&gt; 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</a:t>
            </a:r>
            <a:r>
              <a:rPr lang="en-US" sz="28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[1,2,6,7,10]=[0,1,0,2,0]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Shape 2"/>
          <p:cNvSpPr txBox="1"/>
          <p:nvPr/>
        </p:nvSpPr>
        <p:spPr>
          <a:xfrm>
            <a:off x="6643702" y="1285860"/>
            <a:ext cx="2185974" cy="400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Pair&lt;value, index&gt;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>
                <a:solidFill>
                  <a:srgbClr val="000000"/>
                </a:solidFill>
                <a:latin typeface="Times New Roman"/>
              </a:rPr>
              <a:t>Time complexity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T(n)=2T(n/2)+O(n </a:t>
            </a:r>
            <a:r>
              <a:rPr lang="en-US" sz="2800" spc="-1" dirty="0" err="1">
                <a:solidFill>
                  <a:srgbClr val="000000"/>
                </a:solidFill>
                <a:latin typeface="Times New Roman"/>
              </a:rPr>
              <a:t>logn</a:t>
            </a:r>
            <a:r>
              <a:rPr lang="en-US" sz="2800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</a:rPr>
              <a:t>O(n log</a:t>
            </a:r>
            <a:r>
              <a:rPr lang="en-US" sz="2800" b="0" strike="noStrike" spc="-1" baseline="30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/>
              </a:rPr>
              <a:t>n)</a:t>
            </a:r>
            <a:endParaRPr lang="en-US" sz="2800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0308" y="2786058"/>
            <a:ext cx="6330848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6715</TotalTime>
  <Words>492</Words>
  <Application>Microsoft Office PowerPoint</Application>
  <PresentationFormat>如螢幕大小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pplab</cp:lastModifiedBy>
  <cp:revision>1278</cp:revision>
  <dcterms:created xsi:type="dcterms:W3CDTF">2020-09-11T11:13:53Z</dcterms:created>
  <dcterms:modified xsi:type="dcterms:W3CDTF">2021-04-27T12:01:51Z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