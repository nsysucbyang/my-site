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60" r:id="rId4"/>
    <p:sldId id="403" r:id="rId5"/>
    <p:sldId id="516" r:id="rId6"/>
    <p:sldId id="517" r:id="rId7"/>
    <p:sldId id="513" r:id="rId8"/>
    <p:sldId id="518" r:id="rId9"/>
    <p:sldId id="503" r:id="rId10"/>
    <p:sldId id="515" r:id="rId11"/>
    <p:sldId id="509" r:id="rId12"/>
    <p:sldId id="519" r:id="rId13"/>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73300" autoAdjust="0"/>
  </p:normalViewPr>
  <p:slideViewPr>
    <p:cSldViewPr>
      <p:cViewPr varScale="1">
        <p:scale>
          <a:sx n="85" d="100"/>
          <a:sy n="85" d="100"/>
        </p:scale>
        <p:origin x="1267" y="72"/>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2021/7/20</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3</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2021/7/20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a:ea typeface="新細明體"/>
                <a:cs typeface="Times New Roman"/>
              </a:rPr>
              <a:t>Neural Networks and the Estimation of Hands’ Strength in Contract Bridge</a:t>
            </a:r>
            <a:br>
              <a:rPr lang="en-US" altLang="zh-TW" sz="3200" dirty="0">
                <a:latin typeface="Times New Roman"/>
                <a:ea typeface="新細明體"/>
                <a:cs typeface="Times New Roman"/>
              </a:rPr>
            </a:br>
            <a:endParaRPr lang="en-US" altLang="zh-TW" sz="3200" dirty="0">
              <a:latin typeface="Times New Roman"/>
              <a:ea typeface="新細明體"/>
              <a:cs typeface="Times New Roman"/>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Jacek </a:t>
            </a:r>
            <a:r>
              <a:rPr lang="en-US" altLang="zh-TW" sz="2000" dirty="0" err="1">
                <a:solidFill>
                  <a:schemeClr val="tx1"/>
                </a:solidFill>
                <a:latin typeface="Times New Roman"/>
                <a:ea typeface="新細明體"/>
                <a:cs typeface="Times New Roman"/>
              </a:rPr>
              <a:t>Ma’ndziuk</a:t>
            </a:r>
            <a:r>
              <a:rPr lang="en-US" altLang="zh-TW" sz="2000" dirty="0">
                <a:solidFill>
                  <a:schemeClr val="tx1"/>
                </a:solidFill>
                <a:latin typeface="Times New Roman"/>
                <a:ea typeface="新細明體"/>
                <a:cs typeface="Times New Roman"/>
              </a:rPr>
              <a:t> and Jakub </a:t>
            </a:r>
            <a:r>
              <a:rPr lang="en-US" altLang="zh-TW" sz="2000" dirty="0" err="1">
                <a:solidFill>
                  <a:schemeClr val="tx1"/>
                </a:solidFill>
                <a:latin typeface="Times New Roman"/>
                <a:ea typeface="新細明體"/>
                <a:cs typeface="Times New Roman"/>
              </a:rPr>
              <a:t>Suchan</a:t>
            </a:r>
            <a:endParaRPr lang="en-US" altLang="zh-TW" sz="2000" dirty="0">
              <a:solidFill>
                <a:schemeClr val="tx1"/>
              </a:solidFill>
              <a:latin typeface="Times New Roman"/>
              <a:ea typeface="新細明體"/>
              <a:cs typeface="Times New Roman"/>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25th International Conference, ICONIP 2018, </a:t>
            </a:r>
            <a:r>
              <a:rPr lang="en-US" altLang="zh-TW" sz="2200" dirty="0" err="1">
                <a:latin typeface="Times New Roman"/>
                <a:ea typeface="+mn-lt"/>
                <a:cs typeface="+mn-lt"/>
              </a:rPr>
              <a:t>Siem</a:t>
            </a:r>
            <a:r>
              <a:rPr lang="en-US" altLang="zh-TW" sz="2200" dirty="0">
                <a:latin typeface="Times New Roman"/>
                <a:ea typeface="+mn-lt"/>
                <a:cs typeface="+mn-lt"/>
              </a:rPr>
              <a:t> Reap, Cambodia, December 13-16, 2018</a:t>
            </a:r>
          </a:p>
          <a:p>
            <a:pPr algn="ctr"/>
            <a:endParaRPr lang="en-US" altLang="zh-TW" sz="2200" dirty="0">
              <a:latin typeface="Times New Roman"/>
              <a:ea typeface="+mn-lt"/>
              <a:cs typeface="+mn-lt"/>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593980"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July 20,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400" dirty="0">
                <a:latin typeface="Times New Roman"/>
                <a:ea typeface="+mn-lt"/>
                <a:cs typeface="+mn-lt"/>
              </a:rPr>
              <a:t>This paper presents a new approach to solving the Double Dummy Bridge Problem (DDBP). The DDBP is a hard classification task utilized by bridge playing programs which rely on Monte Carlo simulations. The proposed method employs shallow autoencoders (AEs) during an unsupervised pretraining phase and Multilayer Perceptron networks (MLPs) with three hidden layers, built on top of these trained AEs, in the final fine-tuning training. The results are compared with our previous study in which MLPs with similar architectures, but with no use of AEs and pretraining, were employed to solve this task. Several conclusions concerning efficient weight topologies and fine-tuning schemes of the proposed model, as well as interesting weight patterns discovered in the trained networks are presented and explained.</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Double Dummy Bridge problem</a:t>
            </a:r>
          </a:p>
        </p:txBody>
      </p:sp>
      <p:pic>
        <p:nvPicPr>
          <p:cNvPr id="5" name="內容版面配置區 4">
            <a:extLst>
              <a:ext uri="{FF2B5EF4-FFF2-40B4-BE49-F238E27FC236}">
                <a16:creationId xmlns:a16="http://schemas.microsoft.com/office/drawing/2014/main" id="{CA5D26AE-2421-46D9-99A2-978A0A9C4E30}"/>
              </a:ext>
            </a:extLst>
          </p:cNvPr>
          <p:cNvPicPr>
            <a:picLocks noGrp="1" noChangeAspect="1"/>
          </p:cNvPicPr>
          <p:nvPr>
            <p:ph sz="half" idx="1"/>
          </p:nvPr>
        </p:nvPicPr>
        <p:blipFill>
          <a:blip r:embed="rId2"/>
          <a:stretch>
            <a:fillRect/>
          </a:stretch>
        </p:blipFill>
        <p:spPr>
          <a:xfrm>
            <a:off x="2182019" y="2229644"/>
            <a:ext cx="4781550" cy="3267075"/>
          </a:xfrm>
        </p:spPr>
      </p:pic>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Related work- Point count methods</a:t>
            </a:r>
            <a:endParaRPr lang="zh-TW" altLang="en-US" dirty="0"/>
          </a:p>
        </p:txBody>
      </p:sp>
      <p:pic>
        <p:nvPicPr>
          <p:cNvPr id="6" name="內容版面配置區 5" descr="一張含有 桌 的圖片&#10;&#10;自動產生的描述">
            <a:extLst>
              <a:ext uri="{FF2B5EF4-FFF2-40B4-BE49-F238E27FC236}">
                <a16:creationId xmlns:a16="http://schemas.microsoft.com/office/drawing/2014/main" id="{D5E3A09F-5580-40E3-A84C-291C4B0B7FB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2794339"/>
            <a:ext cx="4038600" cy="2137684"/>
          </a:xfrm>
        </p:spPr>
      </p:pic>
      <p:pic>
        <p:nvPicPr>
          <p:cNvPr id="8" name="內容版面配置區 7" descr="一張含有 文字 的圖片&#10;&#10;自動產生的描述">
            <a:extLst>
              <a:ext uri="{FF2B5EF4-FFF2-40B4-BE49-F238E27FC236}">
                <a16:creationId xmlns:a16="http://schemas.microsoft.com/office/drawing/2014/main" id="{5755B9A4-211E-48F5-B59F-FCBDC58E5CB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947839"/>
            <a:ext cx="4038600" cy="1830684"/>
          </a:xfrm>
        </p:spPr>
      </p:pic>
    </p:spTree>
    <p:extLst>
      <p:ext uri="{BB962C8B-B14F-4D97-AF65-F5344CB8AC3E}">
        <p14:creationId xmlns:p14="http://schemas.microsoft.com/office/powerpoint/2010/main" val="367767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descr="Distribution Point methods&#10;">
            <a:extLst>
              <a:ext uri="{FF2B5EF4-FFF2-40B4-BE49-F238E27FC236}">
                <a16:creationId xmlns:a16="http://schemas.microsoft.com/office/drawing/2014/main" id="{5E67FF01-B4C6-47FE-AA74-80A9B3DB2721}"/>
              </a:ext>
            </a:extLst>
          </p:cNvPr>
          <p:cNvSpPr>
            <a:spLocks noGrp="1"/>
          </p:cNvSpPr>
          <p:nvPr>
            <p:ph type="title"/>
          </p:nvPr>
        </p:nvSpPr>
        <p:spPr>
          <a:xfrm>
            <a:off x="457200" y="274638"/>
            <a:ext cx="8229600" cy="1143000"/>
          </a:xfrm>
        </p:spPr>
        <p:txBody>
          <a:bodyPr anchor="ctr">
            <a:normAutofit fontScale="90000"/>
          </a:bodyPr>
          <a:lstStyle/>
          <a:p>
            <a:pPr algn="l"/>
            <a:r>
              <a:rPr lang="en-US" altLang="zh-TW" dirty="0">
                <a:latin typeface="Times New Roman" panose="02020603050405020304" pitchFamily="18" charset="0"/>
                <a:cs typeface="Times New Roman" panose="02020603050405020304" pitchFamily="18" charset="0"/>
              </a:rPr>
              <a:t>Related work- Distribution Point methods</a:t>
            </a:r>
            <a:endParaRPr lang="zh-TW" altLang="en-US" dirty="0">
              <a:latin typeface="Times New Roman" panose="02020603050405020304" pitchFamily="18" charset="0"/>
              <a:cs typeface="Times New Roman" panose="02020603050405020304" pitchFamily="18" charset="0"/>
            </a:endParaRPr>
          </a:p>
        </p:txBody>
      </p:sp>
      <p:pic>
        <p:nvPicPr>
          <p:cNvPr id="10" name="內容版面配置區 9" descr="一張含有 桌 的圖片&#10;&#10;自動產生的描述">
            <a:extLst>
              <a:ext uri="{FF2B5EF4-FFF2-40B4-BE49-F238E27FC236}">
                <a16:creationId xmlns:a16="http://schemas.microsoft.com/office/drawing/2014/main" id="{29E24150-939E-4DD3-8B9E-38295EF4D3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3768" y="1052736"/>
            <a:ext cx="4569319" cy="5641135"/>
          </a:xfrm>
          <a:noFill/>
        </p:spPr>
      </p:pic>
    </p:spTree>
    <p:extLst>
      <p:ext uri="{BB962C8B-B14F-4D97-AF65-F5344CB8AC3E}">
        <p14:creationId xmlns:p14="http://schemas.microsoft.com/office/powerpoint/2010/main" val="1187607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Related work</a:t>
            </a:r>
          </a:p>
        </p:txBody>
      </p:sp>
      <p:pic>
        <p:nvPicPr>
          <p:cNvPr id="4" name="內容版面配置區 3" descr="一張含有 桌 的圖片&#10;&#10;自動產生的描述">
            <a:extLst>
              <a:ext uri="{FF2B5EF4-FFF2-40B4-BE49-F238E27FC236}">
                <a16:creationId xmlns:a16="http://schemas.microsoft.com/office/drawing/2014/main" id="{797385FB-90AB-4EA8-B4DE-D2F32BA6B5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3696" y="1600200"/>
            <a:ext cx="7616608" cy="4525963"/>
          </a:xfrm>
        </p:spPr>
      </p:pic>
    </p:spTree>
    <p:extLst>
      <p:ext uri="{BB962C8B-B14F-4D97-AF65-F5344CB8AC3E}">
        <p14:creationId xmlns:p14="http://schemas.microsoft.com/office/powerpoint/2010/main" val="38899730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Related work</a:t>
            </a:r>
          </a:p>
        </p:txBody>
      </p:sp>
      <p:pic>
        <p:nvPicPr>
          <p:cNvPr id="4" name="內容版面配置區 3">
            <a:extLst>
              <a:ext uri="{FF2B5EF4-FFF2-40B4-BE49-F238E27FC236}">
                <a16:creationId xmlns:a16="http://schemas.microsoft.com/office/drawing/2014/main" id="{797385FB-90AB-4EA8-B4DE-D2F32BA6B5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0" y="4941168"/>
            <a:ext cx="9145016" cy="1265547"/>
          </a:xfrm>
        </p:spPr>
      </p:pic>
      <p:sp>
        <p:nvSpPr>
          <p:cNvPr id="3" name="文字方塊 2">
            <a:extLst>
              <a:ext uri="{FF2B5EF4-FFF2-40B4-BE49-F238E27FC236}">
                <a16:creationId xmlns:a16="http://schemas.microsoft.com/office/drawing/2014/main" id="{BD500FF9-069D-4ADF-92D7-B9C5C7A1D8BE}"/>
              </a:ext>
            </a:extLst>
          </p:cNvPr>
          <p:cNvSpPr txBox="1"/>
          <p:nvPr/>
        </p:nvSpPr>
        <p:spPr>
          <a:xfrm>
            <a:off x="611560" y="1653227"/>
            <a:ext cx="7560840" cy="3108543"/>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Roman"/>
              </a:rPr>
              <a:t>DDBP-4:</a:t>
            </a:r>
            <a:r>
              <a:rPr lang="zh-TW" altLang="en-US" sz="2800" dirty="0">
                <a:latin typeface="Times-Roman"/>
              </a:rPr>
              <a:t> </a:t>
            </a:r>
            <a:r>
              <a:rPr lang="en-US" altLang="zh-TW" sz="2800" dirty="0">
                <a:latin typeface="Times-Roman"/>
              </a:rPr>
              <a:t>fully uncovered version</a:t>
            </a:r>
            <a:r>
              <a:rPr lang="zh-TW" altLang="en-US" sz="2800" dirty="0">
                <a:latin typeface="Times-Roman"/>
              </a:rPr>
              <a:t> </a:t>
            </a:r>
            <a:r>
              <a:rPr lang="en-US" altLang="zh-TW" sz="2800" dirty="0">
                <a:latin typeface="Times-Roman"/>
              </a:rPr>
              <a:t>of the problem</a:t>
            </a:r>
          </a:p>
          <a:p>
            <a:pPr marL="285750" indent="-285750">
              <a:buFont typeface="Arial" panose="020B0604020202020204" pitchFamily="34" charset="0"/>
              <a:buChar char="•"/>
            </a:pPr>
            <a:r>
              <a:rPr lang="en-US" altLang="zh-TW" sz="2800" dirty="0">
                <a:latin typeface="Times-Roman"/>
              </a:rPr>
              <a:t>DDBP-2:opponents’ hands being hidden</a:t>
            </a:r>
          </a:p>
          <a:p>
            <a:pPr marL="285750" indent="-285750">
              <a:buFont typeface="Arial" panose="020B0604020202020204" pitchFamily="34" charset="0"/>
              <a:buChar char="•"/>
            </a:pPr>
            <a:r>
              <a:rPr lang="en-US" altLang="zh-TW" sz="2800" dirty="0">
                <a:latin typeface="Times-Roman"/>
              </a:rPr>
              <a:t>Group1:four Grand Masters, three International Masters, and three Masters, playing in the First or the Second Polish Bridge League</a:t>
            </a:r>
          </a:p>
          <a:p>
            <a:pPr marL="285750" indent="-285750">
              <a:buFont typeface="Arial" panose="020B0604020202020204" pitchFamily="34" charset="0"/>
              <a:buChar char="•"/>
            </a:pPr>
            <a:r>
              <a:rPr lang="en-US" altLang="zh-TW" sz="2800" dirty="0">
                <a:latin typeface="Times-Roman"/>
              </a:rPr>
              <a:t>Group2:the lower ranked bridge teams, each having a professional bridge title</a:t>
            </a:r>
            <a:endParaRPr lang="zh-TW" altLang="en-US" sz="2800" dirty="0">
              <a:latin typeface="Times-Roman"/>
            </a:endParaRPr>
          </a:p>
        </p:txBody>
      </p:sp>
    </p:spTree>
    <p:extLst>
      <p:ext uri="{BB962C8B-B14F-4D97-AF65-F5344CB8AC3E}">
        <p14:creationId xmlns:p14="http://schemas.microsoft.com/office/powerpoint/2010/main" val="35602475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Autoencoder</a:t>
            </a:r>
            <a:endParaRPr lang="en-US" dirty="0">
              <a:latin typeface="Times New Roman" panose="02020603050405020304" pitchFamily="18" charset="0"/>
              <a:cs typeface="Times New Roman" panose="02020603050405020304" pitchFamily="18" charset="0"/>
            </a:endParaRPr>
          </a:p>
        </p:txBody>
      </p:sp>
      <p:grpSp>
        <p:nvGrpSpPr>
          <p:cNvPr id="480" name="群組 479">
            <a:extLst>
              <a:ext uri="{FF2B5EF4-FFF2-40B4-BE49-F238E27FC236}">
                <a16:creationId xmlns:a16="http://schemas.microsoft.com/office/drawing/2014/main" id="{801930E7-7970-40D7-A8CE-7E136954F711}"/>
              </a:ext>
            </a:extLst>
          </p:cNvPr>
          <p:cNvGrpSpPr/>
          <p:nvPr/>
        </p:nvGrpSpPr>
        <p:grpSpPr>
          <a:xfrm>
            <a:off x="2051720" y="1973081"/>
            <a:ext cx="5410943" cy="4180903"/>
            <a:chOff x="2253600" y="1629000"/>
            <a:chExt cx="5410943" cy="4180903"/>
          </a:xfrm>
        </p:grpSpPr>
        <p:grpSp>
          <p:nvGrpSpPr>
            <p:cNvPr id="478" name="群組 477">
              <a:extLst>
                <a:ext uri="{FF2B5EF4-FFF2-40B4-BE49-F238E27FC236}">
                  <a16:creationId xmlns:a16="http://schemas.microsoft.com/office/drawing/2014/main" id="{ECA12A5E-7754-478F-A318-B5646F232D83}"/>
                </a:ext>
              </a:extLst>
            </p:cNvPr>
            <p:cNvGrpSpPr/>
            <p:nvPr/>
          </p:nvGrpSpPr>
          <p:grpSpPr>
            <a:xfrm>
              <a:off x="2253600" y="1629000"/>
              <a:ext cx="2854585" cy="4180903"/>
              <a:chOff x="2987824" y="1556792"/>
              <a:chExt cx="2854585" cy="4180903"/>
            </a:xfrm>
          </p:grpSpPr>
          <p:sp>
            <p:nvSpPr>
              <p:cNvPr id="8" name="橢圓 7">
                <a:extLst>
                  <a:ext uri="{FF2B5EF4-FFF2-40B4-BE49-F238E27FC236}">
                    <a16:creationId xmlns:a16="http://schemas.microsoft.com/office/drawing/2014/main" id="{64F540E1-6EEB-4A5F-A916-5CE7617BC1D8}"/>
                  </a:ext>
                </a:extLst>
              </p:cNvPr>
              <p:cNvSpPr/>
              <p:nvPr/>
            </p:nvSpPr>
            <p:spPr>
              <a:xfrm>
                <a:off x="2987824" y="15567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AC603396-F5C1-493E-8055-DD58B0E3616D}"/>
                  </a:ext>
                </a:extLst>
              </p:cNvPr>
              <p:cNvSpPr/>
              <p:nvPr/>
            </p:nvSpPr>
            <p:spPr>
              <a:xfrm>
                <a:off x="2987824" y="19517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B83C5FFD-6383-4945-99C8-45C6B3F0CDC0}"/>
                  </a:ext>
                </a:extLst>
              </p:cNvPr>
              <p:cNvSpPr/>
              <p:nvPr/>
            </p:nvSpPr>
            <p:spPr>
              <a:xfrm>
                <a:off x="2987824" y="23404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3D6ABDCD-EEA3-4AD3-B7DA-1E4D99B05E4A}"/>
                  </a:ext>
                </a:extLst>
              </p:cNvPr>
              <p:cNvSpPr/>
              <p:nvPr/>
            </p:nvSpPr>
            <p:spPr>
              <a:xfrm>
                <a:off x="2987824" y="27354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0547BB8C-A252-4F1D-A122-B18AB4A64D97}"/>
                  </a:ext>
                </a:extLst>
              </p:cNvPr>
              <p:cNvSpPr/>
              <p:nvPr/>
            </p:nvSpPr>
            <p:spPr>
              <a:xfrm>
                <a:off x="2987824" y="31646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7D7A6921-41C6-4655-956C-BB0AAB9ABA58}"/>
                  </a:ext>
                </a:extLst>
              </p:cNvPr>
              <p:cNvSpPr/>
              <p:nvPr/>
            </p:nvSpPr>
            <p:spPr>
              <a:xfrm>
                <a:off x="2987824" y="35595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85B7B58C-85D2-4C9B-A496-96657488DBA4}"/>
                  </a:ext>
                </a:extLst>
              </p:cNvPr>
              <p:cNvSpPr/>
              <p:nvPr/>
            </p:nvSpPr>
            <p:spPr>
              <a:xfrm>
                <a:off x="2987824" y="39482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80C81DAD-4F31-4160-9BAD-154C62318FD4}"/>
                  </a:ext>
                </a:extLst>
              </p:cNvPr>
              <p:cNvSpPr/>
              <p:nvPr/>
            </p:nvSpPr>
            <p:spPr>
              <a:xfrm>
                <a:off x="2987824" y="43432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4AF0303C-28D0-4EFE-97C6-629CD4878F47}"/>
                  </a:ext>
                </a:extLst>
              </p:cNvPr>
              <p:cNvSpPr/>
              <p:nvPr/>
            </p:nvSpPr>
            <p:spPr>
              <a:xfrm>
                <a:off x="3098786" y="48385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FF9007EF-FB20-43B4-82A9-818C9AF20003}"/>
                  </a:ext>
                </a:extLst>
              </p:cNvPr>
              <p:cNvSpPr/>
              <p:nvPr/>
            </p:nvSpPr>
            <p:spPr>
              <a:xfrm>
                <a:off x="3102034" y="50163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87550E8C-E9A4-4FFF-9FB7-4383D3E94AD7}"/>
                  </a:ext>
                </a:extLst>
              </p:cNvPr>
              <p:cNvSpPr/>
              <p:nvPr/>
            </p:nvSpPr>
            <p:spPr>
              <a:xfrm>
                <a:off x="3098786" y="52004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FA272884-9E0C-44D9-9B9D-BED77D5230C8}"/>
                  </a:ext>
                </a:extLst>
              </p:cNvPr>
              <p:cNvSpPr/>
              <p:nvPr/>
            </p:nvSpPr>
            <p:spPr>
              <a:xfrm>
                <a:off x="5554377" y="19801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0429F848-2F91-4932-9597-DA81663BB0E0}"/>
                  </a:ext>
                </a:extLst>
              </p:cNvPr>
              <p:cNvSpPr/>
              <p:nvPr/>
            </p:nvSpPr>
            <p:spPr>
              <a:xfrm>
                <a:off x="5554377" y="24093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F5F51266-A03C-445F-95DB-E4F36C390DBE}"/>
                  </a:ext>
                </a:extLst>
              </p:cNvPr>
              <p:cNvSpPr/>
              <p:nvPr/>
            </p:nvSpPr>
            <p:spPr>
              <a:xfrm>
                <a:off x="5554377" y="28042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76B324DA-1163-4C9D-9215-A8AA47D46F5E}"/>
                  </a:ext>
                </a:extLst>
              </p:cNvPr>
              <p:cNvSpPr/>
              <p:nvPr/>
            </p:nvSpPr>
            <p:spPr>
              <a:xfrm>
                <a:off x="5554377"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A2C71828-1A02-4749-913D-B9D47D23711D}"/>
                  </a:ext>
                </a:extLst>
              </p:cNvPr>
              <p:cNvSpPr/>
              <p:nvPr/>
            </p:nvSpPr>
            <p:spPr>
              <a:xfrm>
                <a:off x="5554377" y="35879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FFC66488-6D46-4054-A294-D53F3FDDC462}"/>
                  </a:ext>
                </a:extLst>
              </p:cNvPr>
              <p:cNvSpPr/>
              <p:nvPr/>
            </p:nvSpPr>
            <p:spPr>
              <a:xfrm>
                <a:off x="5665339" y="40832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430D3A84-E7C1-41C0-A28C-42D0349BE402}"/>
                  </a:ext>
                </a:extLst>
              </p:cNvPr>
              <p:cNvSpPr/>
              <p:nvPr/>
            </p:nvSpPr>
            <p:spPr>
              <a:xfrm>
                <a:off x="5668587" y="42610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9BB15B6E-0F51-4D54-8343-C19C4ACE9971}"/>
                  </a:ext>
                </a:extLst>
              </p:cNvPr>
              <p:cNvSpPr/>
              <p:nvPr/>
            </p:nvSpPr>
            <p:spPr>
              <a:xfrm>
                <a:off x="5665339" y="44451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F36BD509-3657-401C-A506-603386039841}"/>
                  </a:ext>
                </a:extLst>
              </p:cNvPr>
              <p:cNvSpPr/>
              <p:nvPr/>
            </p:nvSpPr>
            <p:spPr>
              <a:xfrm>
                <a:off x="5544182" y="46945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2" name="直線接點 41">
                <a:extLst>
                  <a:ext uri="{FF2B5EF4-FFF2-40B4-BE49-F238E27FC236}">
                    <a16:creationId xmlns:a16="http://schemas.microsoft.com/office/drawing/2014/main" id="{FE789A3C-D999-4698-8701-8229557F13DC}"/>
                  </a:ext>
                </a:extLst>
              </p:cNvPr>
              <p:cNvCxnSpPr>
                <a:cxnSpLocks/>
                <a:stCxn id="8" idx="6"/>
                <a:endCxn id="25" idx="2"/>
              </p:cNvCxnSpPr>
              <p:nvPr/>
            </p:nvCxnSpPr>
            <p:spPr>
              <a:xfrm>
                <a:off x="3275856" y="17008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74034FE-8EAE-483F-8B9F-E87BBF4F3E88}"/>
                  </a:ext>
                </a:extLst>
              </p:cNvPr>
              <p:cNvCxnSpPr>
                <a:cxnSpLocks/>
                <a:stCxn id="8" idx="6"/>
                <a:endCxn id="26" idx="2"/>
              </p:cNvCxnSpPr>
              <p:nvPr/>
            </p:nvCxnSpPr>
            <p:spPr>
              <a:xfrm>
                <a:off x="3275856" y="17008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86CF3AF9-5532-4418-9975-3260E27DC557}"/>
                  </a:ext>
                </a:extLst>
              </p:cNvPr>
              <p:cNvCxnSpPr>
                <a:cxnSpLocks/>
                <a:stCxn id="8" idx="6"/>
                <a:endCxn id="27" idx="2"/>
              </p:cNvCxnSpPr>
              <p:nvPr/>
            </p:nvCxnSpPr>
            <p:spPr>
              <a:xfrm>
                <a:off x="3275856" y="17008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7E62B562-9FF6-4BDD-B5F3-7E09514D952B}"/>
                  </a:ext>
                </a:extLst>
              </p:cNvPr>
              <p:cNvCxnSpPr>
                <a:cxnSpLocks/>
                <a:stCxn id="8" idx="6"/>
                <a:endCxn id="28" idx="2"/>
              </p:cNvCxnSpPr>
              <p:nvPr/>
            </p:nvCxnSpPr>
            <p:spPr>
              <a:xfrm>
                <a:off x="3275856" y="17008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59946C9C-B426-482E-89F7-2ACD53F7C2C9}"/>
                  </a:ext>
                </a:extLst>
              </p:cNvPr>
              <p:cNvCxnSpPr>
                <a:cxnSpLocks/>
                <a:stCxn id="8" idx="6"/>
                <a:endCxn id="29" idx="2"/>
              </p:cNvCxnSpPr>
              <p:nvPr/>
            </p:nvCxnSpPr>
            <p:spPr>
              <a:xfrm>
                <a:off x="3275856" y="17008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673D5CA0-154C-4AEB-B573-404DCE3F84ED}"/>
                  </a:ext>
                </a:extLst>
              </p:cNvPr>
              <p:cNvCxnSpPr>
                <a:cxnSpLocks/>
                <a:stCxn id="8" idx="6"/>
                <a:endCxn id="33" idx="2"/>
              </p:cNvCxnSpPr>
              <p:nvPr/>
            </p:nvCxnSpPr>
            <p:spPr>
              <a:xfrm>
                <a:off x="3275856" y="17008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348CE3C6-95B4-4E17-93C1-5824664E0059}"/>
                  </a:ext>
                </a:extLst>
              </p:cNvPr>
              <p:cNvCxnSpPr>
                <a:cxnSpLocks/>
                <a:stCxn id="9" idx="6"/>
                <a:endCxn id="25" idx="2"/>
              </p:cNvCxnSpPr>
              <p:nvPr/>
            </p:nvCxnSpPr>
            <p:spPr>
              <a:xfrm>
                <a:off x="3275856" y="20957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A3A6CDCD-1036-465A-96F3-71DD346B4785}"/>
                  </a:ext>
                </a:extLst>
              </p:cNvPr>
              <p:cNvCxnSpPr>
                <a:cxnSpLocks/>
                <a:stCxn id="9" idx="6"/>
                <a:endCxn id="26" idx="2"/>
              </p:cNvCxnSpPr>
              <p:nvPr/>
            </p:nvCxnSpPr>
            <p:spPr>
              <a:xfrm>
                <a:off x="3275856" y="20957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D0951891-CD38-46D7-92A7-87EB6E6C5183}"/>
                  </a:ext>
                </a:extLst>
              </p:cNvPr>
              <p:cNvCxnSpPr>
                <a:cxnSpLocks/>
                <a:stCxn id="9" idx="6"/>
                <a:endCxn id="27" idx="2"/>
              </p:cNvCxnSpPr>
              <p:nvPr/>
            </p:nvCxnSpPr>
            <p:spPr>
              <a:xfrm>
                <a:off x="3275856" y="20957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5F17558B-FD7E-4AD2-AD01-B1543B808315}"/>
                  </a:ext>
                </a:extLst>
              </p:cNvPr>
              <p:cNvCxnSpPr>
                <a:cxnSpLocks/>
                <a:stCxn id="9" idx="6"/>
                <a:endCxn id="28" idx="2"/>
              </p:cNvCxnSpPr>
              <p:nvPr/>
            </p:nvCxnSpPr>
            <p:spPr>
              <a:xfrm>
                <a:off x="3275856" y="20957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F39C09B2-B5D2-4E56-9796-022976EB8764}"/>
                  </a:ext>
                </a:extLst>
              </p:cNvPr>
              <p:cNvCxnSpPr>
                <a:cxnSpLocks/>
                <a:stCxn id="9" idx="6"/>
                <a:endCxn id="29" idx="2"/>
              </p:cNvCxnSpPr>
              <p:nvPr/>
            </p:nvCxnSpPr>
            <p:spPr>
              <a:xfrm>
                <a:off x="3275856" y="20957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E1EA1F0-8B5F-4FDC-B074-E7743846E9A8}"/>
                  </a:ext>
                </a:extLst>
              </p:cNvPr>
              <p:cNvCxnSpPr>
                <a:cxnSpLocks/>
                <a:stCxn id="9" idx="6"/>
                <a:endCxn id="33" idx="2"/>
              </p:cNvCxnSpPr>
              <p:nvPr/>
            </p:nvCxnSpPr>
            <p:spPr>
              <a:xfrm>
                <a:off x="3275856" y="20957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D3120642-92B9-40D2-94A9-E5B586B65BB0}"/>
                  </a:ext>
                </a:extLst>
              </p:cNvPr>
              <p:cNvCxnSpPr>
                <a:cxnSpLocks/>
                <a:stCxn id="10" idx="6"/>
                <a:endCxn id="25" idx="2"/>
              </p:cNvCxnSpPr>
              <p:nvPr/>
            </p:nvCxnSpPr>
            <p:spPr>
              <a:xfrm flipV="1">
                <a:off x="3275856" y="21241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D6AED879-F048-4ADB-AEE4-90EB4DD710F4}"/>
                  </a:ext>
                </a:extLst>
              </p:cNvPr>
              <p:cNvCxnSpPr>
                <a:cxnSpLocks/>
                <a:stCxn id="10" idx="6"/>
                <a:endCxn id="26" idx="2"/>
              </p:cNvCxnSpPr>
              <p:nvPr/>
            </p:nvCxnSpPr>
            <p:spPr>
              <a:xfrm>
                <a:off x="3275856" y="24844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a:extLst>
                  <a:ext uri="{FF2B5EF4-FFF2-40B4-BE49-F238E27FC236}">
                    <a16:creationId xmlns:a16="http://schemas.microsoft.com/office/drawing/2014/main" id="{9A9D1D3A-B57A-4711-AAAB-14AE9BF222D2}"/>
                  </a:ext>
                </a:extLst>
              </p:cNvPr>
              <p:cNvCxnSpPr>
                <a:cxnSpLocks/>
                <a:stCxn id="10" idx="6"/>
                <a:endCxn id="27" idx="2"/>
              </p:cNvCxnSpPr>
              <p:nvPr/>
            </p:nvCxnSpPr>
            <p:spPr>
              <a:xfrm>
                <a:off x="3275856" y="24844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接點 79">
                <a:extLst>
                  <a:ext uri="{FF2B5EF4-FFF2-40B4-BE49-F238E27FC236}">
                    <a16:creationId xmlns:a16="http://schemas.microsoft.com/office/drawing/2014/main" id="{DBC7B9C5-6052-443C-9E90-109B50E72F1D}"/>
                  </a:ext>
                </a:extLst>
              </p:cNvPr>
              <p:cNvCxnSpPr>
                <a:cxnSpLocks/>
                <a:stCxn id="10" idx="6"/>
                <a:endCxn id="28" idx="2"/>
              </p:cNvCxnSpPr>
              <p:nvPr/>
            </p:nvCxnSpPr>
            <p:spPr>
              <a:xfrm>
                <a:off x="3275856" y="24844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7236711F-32CB-463D-9C56-46CAE864B51E}"/>
                  </a:ext>
                </a:extLst>
              </p:cNvPr>
              <p:cNvCxnSpPr>
                <a:cxnSpLocks/>
                <a:stCxn id="10" idx="6"/>
                <a:endCxn id="29" idx="2"/>
              </p:cNvCxnSpPr>
              <p:nvPr/>
            </p:nvCxnSpPr>
            <p:spPr>
              <a:xfrm>
                <a:off x="3275856" y="24844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AB7B9FE8-CC3F-406F-9C18-4C85577EE6C8}"/>
                  </a:ext>
                </a:extLst>
              </p:cNvPr>
              <p:cNvCxnSpPr>
                <a:cxnSpLocks/>
                <a:stCxn id="10" idx="6"/>
                <a:endCxn id="33" idx="2"/>
              </p:cNvCxnSpPr>
              <p:nvPr/>
            </p:nvCxnSpPr>
            <p:spPr>
              <a:xfrm>
                <a:off x="3275856" y="24844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7CE3677E-65C2-4004-8E30-75C07C413FF9}"/>
                  </a:ext>
                </a:extLst>
              </p:cNvPr>
              <p:cNvCxnSpPr>
                <a:cxnSpLocks/>
                <a:stCxn id="11" idx="6"/>
                <a:endCxn id="25" idx="2"/>
              </p:cNvCxnSpPr>
              <p:nvPr/>
            </p:nvCxnSpPr>
            <p:spPr>
              <a:xfrm flipV="1">
                <a:off x="3275856" y="21241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直線接點 91">
                <a:extLst>
                  <a:ext uri="{FF2B5EF4-FFF2-40B4-BE49-F238E27FC236}">
                    <a16:creationId xmlns:a16="http://schemas.microsoft.com/office/drawing/2014/main" id="{9A27ACDC-05CE-47CA-80F9-5F1424B7D231}"/>
                  </a:ext>
                </a:extLst>
              </p:cNvPr>
              <p:cNvCxnSpPr>
                <a:cxnSpLocks/>
                <a:stCxn id="11" idx="6"/>
                <a:endCxn id="26" idx="2"/>
              </p:cNvCxnSpPr>
              <p:nvPr/>
            </p:nvCxnSpPr>
            <p:spPr>
              <a:xfrm flipV="1">
                <a:off x="3275856" y="25533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8449E251-47C3-4995-9666-474E2C193219}"/>
                  </a:ext>
                </a:extLst>
              </p:cNvPr>
              <p:cNvCxnSpPr>
                <a:cxnSpLocks/>
                <a:stCxn id="11" idx="6"/>
                <a:endCxn id="27" idx="2"/>
              </p:cNvCxnSpPr>
              <p:nvPr/>
            </p:nvCxnSpPr>
            <p:spPr>
              <a:xfrm>
                <a:off x="3275856" y="28794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直線接點 98">
                <a:extLst>
                  <a:ext uri="{FF2B5EF4-FFF2-40B4-BE49-F238E27FC236}">
                    <a16:creationId xmlns:a16="http://schemas.microsoft.com/office/drawing/2014/main" id="{96C74384-5360-4D79-9B71-F64235D80EFE}"/>
                  </a:ext>
                </a:extLst>
              </p:cNvPr>
              <p:cNvCxnSpPr>
                <a:cxnSpLocks/>
                <a:stCxn id="11" idx="6"/>
                <a:endCxn id="28" idx="2"/>
              </p:cNvCxnSpPr>
              <p:nvPr/>
            </p:nvCxnSpPr>
            <p:spPr>
              <a:xfrm>
                <a:off x="3275856" y="28794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2E8D0410-A3EE-4F41-9380-769AB6473370}"/>
                  </a:ext>
                </a:extLst>
              </p:cNvPr>
              <p:cNvCxnSpPr>
                <a:cxnSpLocks/>
                <a:stCxn id="11" idx="6"/>
                <a:endCxn id="33" idx="2"/>
              </p:cNvCxnSpPr>
              <p:nvPr/>
            </p:nvCxnSpPr>
            <p:spPr>
              <a:xfrm>
                <a:off x="3275856" y="28794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線接點 104">
                <a:extLst>
                  <a:ext uri="{FF2B5EF4-FFF2-40B4-BE49-F238E27FC236}">
                    <a16:creationId xmlns:a16="http://schemas.microsoft.com/office/drawing/2014/main" id="{FFC32CDC-FB2E-472E-A8F2-F7E1A3A62E9F}"/>
                  </a:ext>
                </a:extLst>
              </p:cNvPr>
              <p:cNvCxnSpPr>
                <a:cxnSpLocks/>
                <a:stCxn id="12" idx="6"/>
                <a:endCxn id="25" idx="2"/>
              </p:cNvCxnSpPr>
              <p:nvPr/>
            </p:nvCxnSpPr>
            <p:spPr>
              <a:xfrm flipV="1">
                <a:off x="3275856" y="21241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5910EB31-CC79-4DD6-9536-60C94120FD22}"/>
                  </a:ext>
                </a:extLst>
              </p:cNvPr>
              <p:cNvCxnSpPr>
                <a:cxnSpLocks/>
                <a:stCxn id="12" idx="6"/>
                <a:endCxn id="26" idx="2"/>
              </p:cNvCxnSpPr>
              <p:nvPr/>
            </p:nvCxnSpPr>
            <p:spPr>
              <a:xfrm flipV="1">
                <a:off x="3275856" y="25533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線接點 110">
                <a:extLst>
                  <a:ext uri="{FF2B5EF4-FFF2-40B4-BE49-F238E27FC236}">
                    <a16:creationId xmlns:a16="http://schemas.microsoft.com/office/drawing/2014/main" id="{65193D0D-C6E5-457A-A037-BC2443DDF643}"/>
                  </a:ext>
                </a:extLst>
              </p:cNvPr>
              <p:cNvCxnSpPr>
                <a:cxnSpLocks/>
                <a:stCxn id="12" idx="6"/>
                <a:endCxn id="27" idx="2"/>
              </p:cNvCxnSpPr>
              <p:nvPr/>
            </p:nvCxnSpPr>
            <p:spPr>
              <a:xfrm flipV="1">
                <a:off x="3275856" y="29483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線接點 113">
                <a:extLst>
                  <a:ext uri="{FF2B5EF4-FFF2-40B4-BE49-F238E27FC236}">
                    <a16:creationId xmlns:a16="http://schemas.microsoft.com/office/drawing/2014/main" id="{1E82D0EB-F339-48D4-A7A4-6907D9DEC59F}"/>
                  </a:ext>
                </a:extLst>
              </p:cNvPr>
              <p:cNvCxnSpPr>
                <a:cxnSpLocks/>
                <a:stCxn id="12" idx="6"/>
                <a:endCxn id="28" idx="2"/>
              </p:cNvCxnSpPr>
              <p:nvPr/>
            </p:nvCxnSpPr>
            <p:spPr>
              <a:xfrm>
                <a:off x="3275856" y="33086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接點 116">
                <a:extLst>
                  <a:ext uri="{FF2B5EF4-FFF2-40B4-BE49-F238E27FC236}">
                    <a16:creationId xmlns:a16="http://schemas.microsoft.com/office/drawing/2014/main" id="{2E57A37E-8CC9-4E66-8D5A-2D7BF2E40A7E}"/>
                  </a:ext>
                </a:extLst>
              </p:cNvPr>
              <p:cNvCxnSpPr>
                <a:cxnSpLocks/>
                <a:stCxn id="12" idx="6"/>
                <a:endCxn id="29" idx="2"/>
              </p:cNvCxnSpPr>
              <p:nvPr/>
            </p:nvCxnSpPr>
            <p:spPr>
              <a:xfrm>
                <a:off x="3275856" y="33086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43284B0F-2B80-4838-BB71-552D8BBE34A0}"/>
                  </a:ext>
                </a:extLst>
              </p:cNvPr>
              <p:cNvCxnSpPr>
                <a:cxnSpLocks/>
                <a:stCxn id="12" idx="6"/>
                <a:endCxn id="33" idx="2"/>
              </p:cNvCxnSpPr>
              <p:nvPr/>
            </p:nvCxnSpPr>
            <p:spPr>
              <a:xfrm>
                <a:off x="3275856" y="33086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FD55DEFE-B13F-43E0-8626-C242EC00E2C2}"/>
                  </a:ext>
                </a:extLst>
              </p:cNvPr>
              <p:cNvCxnSpPr>
                <a:cxnSpLocks/>
                <a:stCxn id="13" idx="6"/>
                <a:endCxn id="25" idx="2"/>
              </p:cNvCxnSpPr>
              <p:nvPr/>
            </p:nvCxnSpPr>
            <p:spPr>
              <a:xfrm flipV="1">
                <a:off x="3275856" y="21241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3A2CD7AC-1663-4A9E-A4A7-78D9E548E813}"/>
                  </a:ext>
                </a:extLst>
              </p:cNvPr>
              <p:cNvCxnSpPr>
                <a:cxnSpLocks/>
                <a:stCxn id="13" idx="6"/>
                <a:endCxn id="26" idx="2"/>
              </p:cNvCxnSpPr>
              <p:nvPr/>
            </p:nvCxnSpPr>
            <p:spPr>
              <a:xfrm flipV="1">
                <a:off x="3275856" y="25533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B833D631-34A7-4A8E-9D4A-B04F4F27C1CE}"/>
                  </a:ext>
                </a:extLst>
              </p:cNvPr>
              <p:cNvCxnSpPr>
                <a:cxnSpLocks/>
                <a:stCxn id="13" idx="6"/>
                <a:endCxn id="27" idx="2"/>
              </p:cNvCxnSpPr>
              <p:nvPr/>
            </p:nvCxnSpPr>
            <p:spPr>
              <a:xfrm flipV="1">
                <a:off x="3275856" y="29483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D2BD59FA-91B5-4AF8-BAA6-A394ACAE5B81}"/>
                  </a:ext>
                </a:extLst>
              </p:cNvPr>
              <p:cNvCxnSpPr>
                <a:cxnSpLocks/>
                <a:stCxn id="13" idx="6"/>
                <a:endCxn id="28" idx="2"/>
              </p:cNvCxnSpPr>
              <p:nvPr/>
            </p:nvCxnSpPr>
            <p:spPr>
              <a:xfrm flipV="1">
                <a:off x="3275856" y="33369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68070B8D-760C-4197-B601-C59EC79E563B}"/>
                  </a:ext>
                </a:extLst>
              </p:cNvPr>
              <p:cNvCxnSpPr>
                <a:cxnSpLocks/>
                <a:stCxn id="13" idx="6"/>
                <a:endCxn id="29" idx="2"/>
              </p:cNvCxnSpPr>
              <p:nvPr/>
            </p:nvCxnSpPr>
            <p:spPr>
              <a:xfrm>
                <a:off x="3275856" y="37035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a:extLst>
                  <a:ext uri="{FF2B5EF4-FFF2-40B4-BE49-F238E27FC236}">
                    <a16:creationId xmlns:a16="http://schemas.microsoft.com/office/drawing/2014/main" id="{0DCCC5EE-3C68-43D8-84A8-17038E9FC29E}"/>
                  </a:ext>
                </a:extLst>
              </p:cNvPr>
              <p:cNvCxnSpPr>
                <a:cxnSpLocks/>
                <a:stCxn id="13" idx="6"/>
                <a:endCxn id="33" idx="2"/>
              </p:cNvCxnSpPr>
              <p:nvPr/>
            </p:nvCxnSpPr>
            <p:spPr>
              <a:xfrm>
                <a:off x="3275856" y="37035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a:extLst>
                  <a:ext uri="{FF2B5EF4-FFF2-40B4-BE49-F238E27FC236}">
                    <a16:creationId xmlns:a16="http://schemas.microsoft.com/office/drawing/2014/main" id="{2C1015AF-7874-4354-AC1D-8B5C72C6EC99}"/>
                  </a:ext>
                </a:extLst>
              </p:cNvPr>
              <p:cNvCxnSpPr>
                <a:cxnSpLocks/>
                <a:stCxn id="14" idx="6"/>
                <a:endCxn id="25" idx="2"/>
              </p:cNvCxnSpPr>
              <p:nvPr/>
            </p:nvCxnSpPr>
            <p:spPr>
              <a:xfrm flipV="1">
                <a:off x="3275856" y="21241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1297D231-04E5-4E32-A758-A77ECC6DC8D0}"/>
                  </a:ext>
                </a:extLst>
              </p:cNvPr>
              <p:cNvCxnSpPr>
                <a:cxnSpLocks/>
                <a:stCxn id="14" idx="6"/>
                <a:endCxn id="26" idx="2"/>
              </p:cNvCxnSpPr>
              <p:nvPr/>
            </p:nvCxnSpPr>
            <p:spPr>
              <a:xfrm flipV="1">
                <a:off x="3275856" y="25533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5E16495D-C16C-4FC1-A855-FAB96C31E220}"/>
                  </a:ext>
                </a:extLst>
              </p:cNvPr>
              <p:cNvCxnSpPr>
                <a:cxnSpLocks/>
                <a:stCxn id="14" idx="6"/>
                <a:endCxn id="27" idx="2"/>
              </p:cNvCxnSpPr>
              <p:nvPr/>
            </p:nvCxnSpPr>
            <p:spPr>
              <a:xfrm flipV="1">
                <a:off x="3275856" y="29483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A1594486-D0BF-4A4D-8BD0-14B5FBEB14B8}"/>
                  </a:ext>
                </a:extLst>
              </p:cNvPr>
              <p:cNvCxnSpPr>
                <a:cxnSpLocks/>
                <a:stCxn id="14" idx="6"/>
                <a:endCxn id="28" idx="2"/>
              </p:cNvCxnSpPr>
              <p:nvPr/>
            </p:nvCxnSpPr>
            <p:spPr>
              <a:xfrm flipV="1">
                <a:off x="3275856" y="33369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5312247D-77C9-45D1-8ECE-CEF22D848340}"/>
                  </a:ext>
                </a:extLst>
              </p:cNvPr>
              <p:cNvCxnSpPr>
                <a:cxnSpLocks/>
                <a:stCxn id="14" idx="6"/>
                <a:endCxn id="29" idx="2"/>
              </p:cNvCxnSpPr>
              <p:nvPr/>
            </p:nvCxnSpPr>
            <p:spPr>
              <a:xfrm flipV="1">
                <a:off x="3275856" y="37319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805FACD3-FE4D-4E8A-8F03-AB891BA5E980}"/>
                  </a:ext>
                </a:extLst>
              </p:cNvPr>
              <p:cNvCxnSpPr>
                <a:cxnSpLocks/>
                <a:stCxn id="14" idx="6"/>
                <a:endCxn id="33" idx="2"/>
              </p:cNvCxnSpPr>
              <p:nvPr/>
            </p:nvCxnSpPr>
            <p:spPr>
              <a:xfrm>
                <a:off x="3275856" y="40922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直線接點 158">
                <a:extLst>
                  <a:ext uri="{FF2B5EF4-FFF2-40B4-BE49-F238E27FC236}">
                    <a16:creationId xmlns:a16="http://schemas.microsoft.com/office/drawing/2014/main" id="{EBC92B02-7BB6-4EC7-8324-3352DDE413D9}"/>
                  </a:ext>
                </a:extLst>
              </p:cNvPr>
              <p:cNvCxnSpPr>
                <a:cxnSpLocks/>
                <a:stCxn id="15" idx="6"/>
                <a:endCxn id="25" idx="2"/>
              </p:cNvCxnSpPr>
              <p:nvPr/>
            </p:nvCxnSpPr>
            <p:spPr>
              <a:xfrm flipV="1">
                <a:off x="3275856" y="21241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27100B99-9F4F-4722-BEA4-EC8ABF40BB5B}"/>
                  </a:ext>
                </a:extLst>
              </p:cNvPr>
              <p:cNvCxnSpPr>
                <a:cxnSpLocks/>
                <a:stCxn id="15" idx="6"/>
                <a:endCxn id="26" idx="2"/>
              </p:cNvCxnSpPr>
              <p:nvPr/>
            </p:nvCxnSpPr>
            <p:spPr>
              <a:xfrm flipV="1">
                <a:off x="3275856" y="25533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直線接點 164">
                <a:extLst>
                  <a:ext uri="{FF2B5EF4-FFF2-40B4-BE49-F238E27FC236}">
                    <a16:creationId xmlns:a16="http://schemas.microsoft.com/office/drawing/2014/main" id="{D025D6AC-B42D-431C-9237-2B9E1E865D32}"/>
                  </a:ext>
                </a:extLst>
              </p:cNvPr>
              <p:cNvCxnSpPr>
                <a:cxnSpLocks/>
                <a:stCxn id="15" idx="6"/>
                <a:endCxn id="27" idx="2"/>
              </p:cNvCxnSpPr>
              <p:nvPr/>
            </p:nvCxnSpPr>
            <p:spPr>
              <a:xfrm flipV="1">
                <a:off x="3275856" y="29483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C969EAB8-5E67-481A-B428-08138B4D878D}"/>
                  </a:ext>
                </a:extLst>
              </p:cNvPr>
              <p:cNvCxnSpPr>
                <a:cxnSpLocks/>
                <a:stCxn id="15" idx="6"/>
                <a:endCxn id="28" idx="2"/>
              </p:cNvCxnSpPr>
              <p:nvPr/>
            </p:nvCxnSpPr>
            <p:spPr>
              <a:xfrm flipV="1">
                <a:off x="3275856" y="33369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C58F3420-9243-4330-9F69-1D0C03B15FF6}"/>
                  </a:ext>
                </a:extLst>
              </p:cNvPr>
              <p:cNvCxnSpPr>
                <a:cxnSpLocks/>
                <a:stCxn id="15" idx="6"/>
                <a:endCxn id="29" idx="2"/>
              </p:cNvCxnSpPr>
              <p:nvPr/>
            </p:nvCxnSpPr>
            <p:spPr>
              <a:xfrm flipV="1">
                <a:off x="3275856" y="37319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7D265477-1845-403F-9D8C-B2BF78D2E2D6}"/>
                  </a:ext>
                </a:extLst>
              </p:cNvPr>
              <p:cNvCxnSpPr>
                <a:cxnSpLocks/>
                <a:stCxn id="15" idx="6"/>
                <a:endCxn id="33" idx="2"/>
              </p:cNvCxnSpPr>
              <p:nvPr/>
            </p:nvCxnSpPr>
            <p:spPr>
              <a:xfrm>
                <a:off x="3275856" y="44872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83" name="橢圓 182">
                <a:extLst>
                  <a:ext uri="{FF2B5EF4-FFF2-40B4-BE49-F238E27FC236}">
                    <a16:creationId xmlns:a16="http://schemas.microsoft.com/office/drawing/2014/main" id="{3E2CEC85-B144-49B9-8F4D-B4442D0BE383}"/>
                  </a:ext>
                </a:extLst>
              </p:cNvPr>
              <p:cNvSpPr/>
              <p:nvPr/>
            </p:nvSpPr>
            <p:spPr>
              <a:xfrm>
                <a:off x="2987824" y="5449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4" name="直線接點 183">
                <a:extLst>
                  <a:ext uri="{FF2B5EF4-FFF2-40B4-BE49-F238E27FC236}">
                    <a16:creationId xmlns:a16="http://schemas.microsoft.com/office/drawing/2014/main" id="{0A5EF771-E473-4F16-B966-A18B60EF60A8}"/>
                  </a:ext>
                </a:extLst>
              </p:cNvPr>
              <p:cNvCxnSpPr>
                <a:cxnSpLocks/>
                <a:stCxn id="183" idx="6"/>
                <a:endCxn id="25" idx="2"/>
              </p:cNvCxnSpPr>
              <p:nvPr/>
            </p:nvCxnSpPr>
            <p:spPr>
              <a:xfrm flipV="1">
                <a:off x="3275856" y="21241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直線接點 186">
                <a:extLst>
                  <a:ext uri="{FF2B5EF4-FFF2-40B4-BE49-F238E27FC236}">
                    <a16:creationId xmlns:a16="http://schemas.microsoft.com/office/drawing/2014/main" id="{E6D29940-3E4F-4CEC-A548-97F5B1C09AA1}"/>
                  </a:ext>
                </a:extLst>
              </p:cNvPr>
              <p:cNvCxnSpPr>
                <a:cxnSpLocks/>
                <a:stCxn id="183" idx="6"/>
                <a:endCxn id="26" idx="2"/>
              </p:cNvCxnSpPr>
              <p:nvPr/>
            </p:nvCxnSpPr>
            <p:spPr>
              <a:xfrm flipV="1">
                <a:off x="3275856" y="25533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3737546B-D2AC-455E-997B-3328150BA88A}"/>
                  </a:ext>
                </a:extLst>
              </p:cNvPr>
              <p:cNvCxnSpPr>
                <a:cxnSpLocks/>
                <a:stCxn id="183" idx="6"/>
                <a:endCxn id="27" idx="2"/>
              </p:cNvCxnSpPr>
              <p:nvPr/>
            </p:nvCxnSpPr>
            <p:spPr>
              <a:xfrm flipV="1">
                <a:off x="3275856" y="29483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直線接點 192">
                <a:extLst>
                  <a:ext uri="{FF2B5EF4-FFF2-40B4-BE49-F238E27FC236}">
                    <a16:creationId xmlns:a16="http://schemas.microsoft.com/office/drawing/2014/main" id="{FFB75A1E-5021-4B9F-92A8-B04600040594}"/>
                  </a:ext>
                </a:extLst>
              </p:cNvPr>
              <p:cNvCxnSpPr>
                <a:cxnSpLocks/>
                <a:stCxn id="183" idx="6"/>
                <a:endCxn id="28" idx="2"/>
              </p:cNvCxnSpPr>
              <p:nvPr/>
            </p:nvCxnSpPr>
            <p:spPr>
              <a:xfrm flipV="1">
                <a:off x="3275856" y="33369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C1DBDD4A-544D-4A36-B9CE-E48710B3EFCC}"/>
                  </a:ext>
                </a:extLst>
              </p:cNvPr>
              <p:cNvCxnSpPr>
                <a:cxnSpLocks/>
                <a:stCxn id="183" idx="6"/>
                <a:endCxn id="29" idx="2"/>
              </p:cNvCxnSpPr>
              <p:nvPr/>
            </p:nvCxnSpPr>
            <p:spPr>
              <a:xfrm flipV="1">
                <a:off x="3275856" y="37319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直線接點 198">
                <a:extLst>
                  <a:ext uri="{FF2B5EF4-FFF2-40B4-BE49-F238E27FC236}">
                    <a16:creationId xmlns:a16="http://schemas.microsoft.com/office/drawing/2014/main" id="{59B674B8-5529-418B-9A29-C6F4C911E0A2}"/>
                  </a:ext>
                </a:extLst>
              </p:cNvPr>
              <p:cNvCxnSpPr>
                <a:cxnSpLocks/>
                <a:stCxn id="183" idx="6"/>
                <a:endCxn id="33" idx="2"/>
              </p:cNvCxnSpPr>
              <p:nvPr/>
            </p:nvCxnSpPr>
            <p:spPr>
              <a:xfrm flipV="1">
                <a:off x="3275856" y="4838523"/>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7" name="群組 476">
              <a:extLst>
                <a:ext uri="{FF2B5EF4-FFF2-40B4-BE49-F238E27FC236}">
                  <a16:creationId xmlns:a16="http://schemas.microsoft.com/office/drawing/2014/main" id="{F1DC5E6A-9FB2-4E4A-91D1-B8EBEF5BC398}"/>
                </a:ext>
              </a:extLst>
            </p:cNvPr>
            <p:cNvGrpSpPr/>
            <p:nvPr/>
          </p:nvGrpSpPr>
          <p:grpSpPr>
            <a:xfrm flipH="1">
              <a:off x="4809958" y="1629000"/>
              <a:ext cx="2854585" cy="4180903"/>
              <a:chOff x="3445607" y="1709192"/>
              <a:chExt cx="2854585" cy="4180903"/>
            </a:xfrm>
          </p:grpSpPr>
          <p:sp>
            <p:nvSpPr>
              <p:cNvPr id="85" name="橢圓 84">
                <a:extLst>
                  <a:ext uri="{FF2B5EF4-FFF2-40B4-BE49-F238E27FC236}">
                    <a16:creationId xmlns:a16="http://schemas.microsoft.com/office/drawing/2014/main" id="{AE97A569-1A76-46A8-A315-F5653BC0A470}"/>
                  </a:ext>
                </a:extLst>
              </p:cNvPr>
              <p:cNvSpPr/>
              <p:nvPr/>
            </p:nvSpPr>
            <p:spPr>
              <a:xfrm>
                <a:off x="3445607" y="17091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橢圓 86">
                <a:extLst>
                  <a:ext uri="{FF2B5EF4-FFF2-40B4-BE49-F238E27FC236}">
                    <a16:creationId xmlns:a16="http://schemas.microsoft.com/office/drawing/2014/main" id="{4BF74F3C-551D-4B6E-826C-CD6DEB09EFA5}"/>
                  </a:ext>
                </a:extLst>
              </p:cNvPr>
              <p:cNvSpPr/>
              <p:nvPr/>
            </p:nvSpPr>
            <p:spPr>
              <a:xfrm>
                <a:off x="3445607" y="21041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a:extLst>
                  <a:ext uri="{FF2B5EF4-FFF2-40B4-BE49-F238E27FC236}">
                    <a16:creationId xmlns:a16="http://schemas.microsoft.com/office/drawing/2014/main" id="{1D2C381B-9B15-4B20-AA4D-D626D093EC24}"/>
                  </a:ext>
                </a:extLst>
              </p:cNvPr>
              <p:cNvSpPr/>
              <p:nvPr/>
            </p:nvSpPr>
            <p:spPr>
              <a:xfrm>
                <a:off x="3445607" y="24928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A9C10BC8-3723-4819-8E31-26FD5376A324}"/>
                  </a:ext>
                </a:extLst>
              </p:cNvPr>
              <p:cNvSpPr/>
              <p:nvPr/>
            </p:nvSpPr>
            <p:spPr>
              <a:xfrm>
                <a:off x="3445607" y="28878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6AE460D7-BE4A-4B79-9DD3-7887CFDC137F}"/>
                  </a:ext>
                </a:extLst>
              </p:cNvPr>
              <p:cNvSpPr/>
              <p:nvPr/>
            </p:nvSpPr>
            <p:spPr>
              <a:xfrm>
                <a:off x="3445607" y="33170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橢圓 92">
                <a:extLst>
                  <a:ext uri="{FF2B5EF4-FFF2-40B4-BE49-F238E27FC236}">
                    <a16:creationId xmlns:a16="http://schemas.microsoft.com/office/drawing/2014/main" id="{FBC91848-FB60-4CC3-B6C2-9FAE78341C9B}"/>
                  </a:ext>
                </a:extLst>
              </p:cNvPr>
              <p:cNvSpPr/>
              <p:nvPr/>
            </p:nvSpPr>
            <p:spPr>
              <a:xfrm>
                <a:off x="3445607" y="37119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橢圓 93">
                <a:extLst>
                  <a:ext uri="{FF2B5EF4-FFF2-40B4-BE49-F238E27FC236}">
                    <a16:creationId xmlns:a16="http://schemas.microsoft.com/office/drawing/2014/main" id="{34467A87-DE6A-4F0F-86A0-3612313C27C8}"/>
                  </a:ext>
                </a:extLst>
              </p:cNvPr>
              <p:cNvSpPr/>
              <p:nvPr/>
            </p:nvSpPr>
            <p:spPr>
              <a:xfrm>
                <a:off x="3445607" y="41006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B4D17E4F-A3BC-46F5-85F7-FAD1A5238561}"/>
                  </a:ext>
                </a:extLst>
              </p:cNvPr>
              <p:cNvSpPr/>
              <p:nvPr/>
            </p:nvSpPr>
            <p:spPr>
              <a:xfrm>
                <a:off x="3445607" y="44956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橢圓 96">
                <a:extLst>
                  <a:ext uri="{FF2B5EF4-FFF2-40B4-BE49-F238E27FC236}">
                    <a16:creationId xmlns:a16="http://schemas.microsoft.com/office/drawing/2014/main" id="{A3C4B674-C112-4553-8AAA-0D98AC4951A8}"/>
                  </a:ext>
                </a:extLst>
              </p:cNvPr>
              <p:cNvSpPr/>
              <p:nvPr/>
            </p:nvSpPr>
            <p:spPr>
              <a:xfrm>
                <a:off x="3556569" y="49909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橢圓 97">
                <a:extLst>
                  <a:ext uri="{FF2B5EF4-FFF2-40B4-BE49-F238E27FC236}">
                    <a16:creationId xmlns:a16="http://schemas.microsoft.com/office/drawing/2014/main" id="{E72033B4-AE7B-47A0-89F8-4739A69E4248}"/>
                  </a:ext>
                </a:extLst>
              </p:cNvPr>
              <p:cNvSpPr/>
              <p:nvPr/>
            </p:nvSpPr>
            <p:spPr>
              <a:xfrm>
                <a:off x="3559817" y="51687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橢圓 99">
                <a:extLst>
                  <a:ext uri="{FF2B5EF4-FFF2-40B4-BE49-F238E27FC236}">
                    <a16:creationId xmlns:a16="http://schemas.microsoft.com/office/drawing/2014/main" id="{B828B09D-0366-4A4B-91CD-2C15FC5E4113}"/>
                  </a:ext>
                </a:extLst>
              </p:cNvPr>
              <p:cNvSpPr/>
              <p:nvPr/>
            </p:nvSpPr>
            <p:spPr>
              <a:xfrm>
                <a:off x="3556569" y="53528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橢圓 100">
                <a:extLst>
                  <a:ext uri="{FF2B5EF4-FFF2-40B4-BE49-F238E27FC236}">
                    <a16:creationId xmlns:a16="http://schemas.microsoft.com/office/drawing/2014/main" id="{6E7CB946-F0F8-4839-A3FD-0FD80CDC62C5}"/>
                  </a:ext>
                </a:extLst>
              </p:cNvPr>
              <p:cNvSpPr/>
              <p:nvPr/>
            </p:nvSpPr>
            <p:spPr>
              <a:xfrm>
                <a:off x="6012160" y="21325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橢圓 102">
                <a:extLst>
                  <a:ext uri="{FF2B5EF4-FFF2-40B4-BE49-F238E27FC236}">
                    <a16:creationId xmlns:a16="http://schemas.microsoft.com/office/drawing/2014/main" id="{85E4F349-9701-45E0-98A5-A2685EC1ABBE}"/>
                  </a:ext>
                </a:extLst>
              </p:cNvPr>
              <p:cNvSpPr/>
              <p:nvPr/>
            </p:nvSpPr>
            <p:spPr>
              <a:xfrm>
                <a:off x="6012160" y="25617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橢圓 103">
                <a:extLst>
                  <a:ext uri="{FF2B5EF4-FFF2-40B4-BE49-F238E27FC236}">
                    <a16:creationId xmlns:a16="http://schemas.microsoft.com/office/drawing/2014/main" id="{97D43887-7E2E-43C8-B852-DF0C48A4B9BA}"/>
                  </a:ext>
                </a:extLst>
              </p:cNvPr>
              <p:cNvSpPr/>
              <p:nvPr/>
            </p:nvSpPr>
            <p:spPr>
              <a:xfrm>
                <a:off x="6012160" y="29566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a:extLst>
                  <a:ext uri="{FF2B5EF4-FFF2-40B4-BE49-F238E27FC236}">
                    <a16:creationId xmlns:a16="http://schemas.microsoft.com/office/drawing/2014/main" id="{2FF6E6A9-9519-4650-98BF-F333CEB8861E}"/>
                  </a:ext>
                </a:extLst>
              </p:cNvPr>
              <p:cNvSpPr/>
              <p:nvPr/>
            </p:nvSpPr>
            <p:spPr>
              <a:xfrm>
                <a:off x="6012160" y="33453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橢圓 106">
                <a:extLst>
                  <a:ext uri="{FF2B5EF4-FFF2-40B4-BE49-F238E27FC236}">
                    <a16:creationId xmlns:a16="http://schemas.microsoft.com/office/drawing/2014/main" id="{7E339A85-D64E-475B-89C0-8FEC4DD42B6A}"/>
                  </a:ext>
                </a:extLst>
              </p:cNvPr>
              <p:cNvSpPr/>
              <p:nvPr/>
            </p:nvSpPr>
            <p:spPr>
              <a:xfrm>
                <a:off x="6012160" y="37403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橢圓 108">
                <a:extLst>
                  <a:ext uri="{FF2B5EF4-FFF2-40B4-BE49-F238E27FC236}">
                    <a16:creationId xmlns:a16="http://schemas.microsoft.com/office/drawing/2014/main" id="{33EE79E9-0F8E-4D11-8A1F-85A4EB32E3C9}"/>
                  </a:ext>
                </a:extLst>
              </p:cNvPr>
              <p:cNvSpPr/>
              <p:nvPr/>
            </p:nvSpPr>
            <p:spPr>
              <a:xfrm>
                <a:off x="6123122" y="42356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橢圓 109">
                <a:extLst>
                  <a:ext uri="{FF2B5EF4-FFF2-40B4-BE49-F238E27FC236}">
                    <a16:creationId xmlns:a16="http://schemas.microsoft.com/office/drawing/2014/main" id="{C1ADC0A7-41AA-4BDC-8B27-24ED239008B3}"/>
                  </a:ext>
                </a:extLst>
              </p:cNvPr>
              <p:cNvSpPr/>
              <p:nvPr/>
            </p:nvSpPr>
            <p:spPr>
              <a:xfrm>
                <a:off x="6126370" y="44134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橢圓 111">
                <a:extLst>
                  <a:ext uri="{FF2B5EF4-FFF2-40B4-BE49-F238E27FC236}">
                    <a16:creationId xmlns:a16="http://schemas.microsoft.com/office/drawing/2014/main" id="{FE1CD88D-2D39-442F-9CEA-5CACA1041D80}"/>
                  </a:ext>
                </a:extLst>
              </p:cNvPr>
              <p:cNvSpPr/>
              <p:nvPr/>
            </p:nvSpPr>
            <p:spPr>
              <a:xfrm>
                <a:off x="6123122" y="45975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橢圓 112">
                <a:extLst>
                  <a:ext uri="{FF2B5EF4-FFF2-40B4-BE49-F238E27FC236}">
                    <a16:creationId xmlns:a16="http://schemas.microsoft.com/office/drawing/2014/main" id="{054BAC4D-A233-41AE-8EC4-9D3D06A62797}"/>
                  </a:ext>
                </a:extLst>
              </p:cNvPr>
              <p:cNvSpPr/>
              <p:nvPr/>
            </p:nvSpPr>
            <p:spPr>
              <a:xfrm>
                <a:off x="6001965" y="48469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5" name="直線接點 114">
                <a:extLst>
                  <a:ext uri="{FF2B5EF4-FFF2-40B4-BE49-F238E27FC236}">
                    <a16:creationId xmlns:a16="http://schemas.microsoft.com/office/drawing/2014/main" id="{A8262E8C-D1AD-4B4C-9011-AD1CA592AF17}"/>
                  </a:ext>
                </a:extLst>
              </p:cNvPr>
              <p:cNvCxnSpPr>
                <a:cxnSpLocks/>
                <a:stCxn id="85" idx="6"/>
                <a:endCxn id="101" idx="2"/>
              </p:cNvCxnSpPr>
              <p:nvPr/>
            </p:nvCxnSpPr>
            <p:spPr>
              <a:xfrm>
                <a:off x="3733639" y="18532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id="{138C1089-C354-41DF-8B68-1C3CF5D09122}"/>
                  </a:ext>
                </a:extLst>
              </p:cNvPr>
              <p:cNvCxnSpPr>
                <a:cxnSpLocks/>
                <a:stCxn id="85" idx="6"/>
                <a:endCxn id="103" idx="2"/>
              </p:cNvCxnSpPr>
              <p:nvPr/>
            </p:nvCxnSpPr>
            <p:spPr>
              <a:xfrm>
                <a:off x="3733639" y="18532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線接點 117">
                <a:extLst>
                  <a:ext uri="{FF2B5EF4-FFF2-40B4-BE49-F238E27FC236}">
                    <a16:creationId xmlns:a16="http://schemas.microsoft.com/office/drawing/2014/main" id="{CDC19AED-AC2E-4F1C-9263-4AC560EBE86B}"/>
                  </a:ext>
                </a:extLst>
              </p:cNvPr>
              <p:cNvCxnSpPr>
                <a:cxnSpLocks/>
                <a:stCxn id="85" idx="6"/>
                <a:endCxn id="104" idx="2"/>
              </p:cNvCxnSpPr>
              <p:nvPr/>
            </p:nvCxnSpPr>
            <p:spPr>
              <a:xfrm>
                <a:off x="3733639" y="18532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01AC67FF-0156-42D1-9387-A09103D52C07}"/>
                  </a:ext>
                </a:extLst>
              </p:cNvPr>
              <p:cNvCxnSpPr>
                <a:cxnSpLocks/>
                <a:stCxn id="85" idx="6"/>
                <a:endCxn id="106" idx="2"/>
              </p:cNvCxnSpPr>
              <p:nvPr/>
            </p:nvCxnSpPr>
            <p:spPr>
              <a:xfrm>
                <a:off x="3733639" y="18532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a:extLst>
                  <a:ext uri="{FF2B5EF4-FFF2-40B4-BE49-F238E27FC236}">
                    <a16:creationId xmlns:a16="http://schemas.microsoft.com/office/drawing/2014/main" id="{8DD80B62-988E-4530-839A-33550D288764}"/>
                  </a:ext>
                </a:extLst>
              </p:cNvPr>
              <p:cNvCxnSpPr>
                <a:cxnSpLocks/>
                <a:stCxn id="85" idx="6"/>
                <a:endCxn id="107" idx="2"/>
              </p:cNvCxnSpPr>
              <p:nvPr/>
            </p:nvCxnSpPr>
            <p:spPr>
              <a:xfrm>
                <a:off x="3733639" y="18532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77FA7493-4F4E-4054-A795-AFB0E7174CE0}"/>
                  </a:ext>
                </a:extLst>
              </p:cNvPr>
              <p:cNvCxnSpPr>
                <a:cxnSpLocks/>
                <a:stCxn id="85" idx="6"/>
                <a:endCxn id="113" idx="2"/>
              </p:cNvCxnSpPr>
              <p:nvPr/>
            </p:nvCxnSpPr>
            <p:spPr>
              <a:xfrm>
                <a:off x="3733639" y="18532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a:extLst>
                  <a:ext uri="{FF2B5EF4-FFF2-40B4-BE49-F238E27FC236}">
                    <a16:creationId xmlns:a16="http://schemas.microsoft.com/office/drawing/2014/main" id="{F92A57EF-BAC2-4DA5-8964-6EB3602A9C76}"/>
                  </a:ext>
                </a:extLst>
              </p:cNvPr>
              <p:cNvCxnSpPr>
                <a:cxnSpLocks/>
                <a:stCxn id="87" idx="6"/>
                <a:endCxn id="101" idx="2"/>
              </p:cNvCxnSpPr>
              <p:nvPr/>
            </p:nvCxnSpPr>
            <p:spPr>
              <a:xfrm>
                <a:off x="3733639" y="22481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4228C775-F02C-49D7-8168-9F9989E1BFC5}"/>
                  </a:ext>
                </a:extLst>
              </p:cNvPr>
              <p:cNvCxnSpPr>
                <a:cxnSpLocks/>
                <a:stCxn id="87" idx="6"/>
                <a:endCxn id="103" idx="2"/>
              </p:cNvCxnSpPr>
              <p:nvPr/>
            </p:nvCxnSpPr>
            <p:spPr>
              <a:xfrm>
                <a:off x="3733639" y="22481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B1028D5C-A376-43CB-807C-C2D41EBE28CC}"/>
                  </a:ext>
                </a:extLst>
              </p:cNvPr>
              <p:cNvCxnSpPr>
                <a:cxnSpLocks/>
                <a:stCxn id="87" idx="6"/>
                <a:endCxn id="104" idx="2"/>
              </p:cNvCxnSpPr>
              <p:nvPr/>
            </p:nvCxnSpPr>
            <p:spPr>
              <a:xfrm>
                <a:off x="3733639" y="22481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F67F0934-12DA-4032-9804-FD108241359D}"/>
                  </a:ext>
                </a:extLst>
              </p:cNvPr>
              <p:cNvCxnSpPr>
                <a:cxnSpLocks/>
                <a:stCxn id="87" idx="6"/>
                <a:endCxn id="106" idx="2"/>
              </p:cNvCxnSpPr>
              <p:nvPr/>
            </p:nvCxnSpPr>
            <p:spPr>
              <a:xfrm>
                <a:off x="3733639" y="22481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F3B66F40-6AA1-4F32-994C-2DAB3A33CA58}"/>
                  </a:ext>
                </a:extLst>
              </p:cNvPr>
              <p:cNvCxnSpPr>
                <a:cxnSpLocks/>
                <a:stCxn id="87" idx="6"/>
                <a:endCxn id="107" idx="2"/>
              </p:cNvCxnSpPr>
              <p:nvPr/>
            </p:nvCxnSpPr>
            <p:spPr>
              <a:xfrm>
                <a:off x="3733639" y="22481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1130B66A-01EB-4A5E-B70F-3FF9E7B63D93}"/>
                  </a:ext>
                </a:extLst>
              </p:cNvPr>
              <p:cNvCxnSpPr>
                <a:cxnSpLocks/>
                <a:stCxn id="87" idx="6"/>
                <a:endCxn id="113" idx="2"/>
              </p:cNvCxnSpPr>
              <p:nvPr/>
            </p:nvCxnSpPr>
            <p:spPr>
              <a:xfrm>
                <a:off x="3733639" y="22481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76590D35-9972-46AD-93B7-141DB10B81B5}"/>
                  </a:ext>
                </a:extLst>
              </p:cNvPr>
              <p:cNvCxnSpPr>
                <a:cxnSpLocks/>
                <a:stCxn id="88" idx="6"/>
                <a:endCxn id="101" idx="2"/>
              </p:cNvCxnSpPr>
              <p:nvPr/>
            </p:nvCxnSpPr>
            <p:spPr>
              <a:xfrm flipV="1">
                <a:off x="3733639" y="22765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C0247EFC-77A6-4849-8F0A-A43A4BAFD1F8}"/>
                  </a:ext>
                </a:extLst>
              </p:cNvPr>
              <p:cNvCxnSpPr>
                <a:cxnSpLocks/>
                <a:stCxn id="88" idx="6"/>
                <a:endCxn id="103" idx="2"/>
              </p:cNvCxnSpPr>
              <p:nvPr/>
            </p:nvCxnSpPr>
            <p:spPr>
              <a:xfrm>
                <a:off x="3733639" y="26368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線接點 135">
                <a:extLst>
                  <a:ext uri="{FF2B5EF4-FFF2-40B4-BE49-F238E27FC236}">
                    <a16:creationId xmlns:a16="http://schemas.microsoft.com/office/drawing/2014/main" id="{91411D79-DC5E-4364-9546-F64A07C69981}"/>
                  </a:ext>
                </a:extLst>
              </p:cNvPr>
              <p:cNvCxnSpPr>
                <a:cxnSpLocks/>
                <a:stCxn id="88" idx="6"/>
                <a:endCxn id="104" idx="2"/>
              </p:cNvCxnSpPr>
              <p:nvPr/>
            </p:nvCxnSpPr>
            <p:spPr>
              <a:xfrm>
                <a:off x="3733639" y="26368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接點 136">
                <a:extLst>
                  <a:ext uri="{FF2B5EF4-FFF2-40B4-BE49-F238E27FC236}">
                    <a16:creationId xmlns:a16="http://schemas.microsoft.com/office/drawing/2014/main" id="{9CC7B6D7-B998-4898-9C04-09120A0B06BD}"/>
                  </a:ext>
                </a:extLst>
              </p:cNvPr>
              <p:cNvCxnSpPr>
                <a:cxnSpLocks/>
                <a:stCxn id="88" idx="6"/>
                <a:endCxn id="106" idx="2"/>
              </p:cNvCxnSpPr>
              <p:nvPr/>
            </p:nvCxnSpPr>
            <p:spPr>
              <a:xfrm>
                <a:off x="3733639" y="26368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B06D736C-06C8-427D-9CD7-22249D3005CA}"/>
                  </a:ext>
                </a:extLst>
              </p:cNvPr>
              <p:cNvCxnSpPr>
                <a:cxnSpLocks/>
                <a:stCxn id="88" idx="6"/>
                <a:endCxn id="107" idx="2"/>
              </p:cNvCxnSpPr>
              <p:nvPr/>
            </p:nvCxnSpPr>
            <p:spPr>
              <a:xfrm>
                <a:off x="3733639" y="26368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a:extLst>
                  <a:ext uri="{FF2B5EF4-FFF2-40B4-BE49-F238E27FC236}">
                    <a16:creationId xmlns:a16="http://schemas.microsoft.com/office/drawing/2014/main" id="{89E605C5-DDD0-4F89-9D13-B6A35C7543E0}"/>
                  </a:ext>
                </a:extLst>
              </p:cNvPr>
              <p:cNvCxnSpPr>
                <a:cxnSpLocks/>
                <a:stCxn id="88" idx="6"/>
                <a:endCxn id="113" idx="2"/>
              </p:cNvCxnSpPr>
              <p:nvPr/>
            </p:nvCxnSpPr>
            <p:spPr>
              <a:xfrm>
                <a:off x="3733639" y="26368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線接點 141">
                <a:extLst>
                  <a:ext uri="{FF2B5EF4-FFF2-40B4-BE49-F238E27FC236}">
                    <a16:creationId xmlns:a16="http://schemas.microsoft.com/office/drawing/2014/main" id="{15966791-A81D-4E6C-90C9-F6000CA5EEC1}"/>
                  </a:ext>
                </a:extLst>
              </p:cNvPr>
              <p:cNvCxnSpPr>
                <a:cxnSpLocks/>
                <a:stCxn id="90" idx="6"/>
                <a:endCxn id="101" idx="2"/>
              </p:cNvCxnSpPr>
              <p:nvPr/>
            </p:nvCxnSpPr>
            <p:spPr>
              <a:xfrm flipV="1">
                <a:off x="3733639" y="22765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線接點 142">
                <a:extLst>
                  <a:ext uri="{FF2B5EF4-FFF2-40B4-BE49-F238E27FC236}">
                    <a16:creationId xmlns:a16="http://schemas.microsoft.com/office/drawing/2014/main" id="{F100394B-9ABC-41AA-BE6A-A9E32139B765}"/>
                  </a:ext>
                </a:extLst>
              </p:cNvPr>
              <p:cNvCxnSpPr>
                <a:cxnSpLocks/>
                <a:stCxn id="90" idx="6"/>
                <a:endCxn id="103" idx="2"/>
              </p:cNvCxnSpPr>
              <p:nvPr/>
            </p:nvCxnSpPr>
            <p:spPr>
              <a:xfrm flipV="1">
                <a:off x="3733639" y="27057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線接點 144">
                <a:extLst>
                  <a:ext uri="{FF2B5EF4-FFF2-40B4-BE49-F238E27FC236}">
                    <a16:creationId xmlns:a16="http://schemas.microsoft.com/office/drawing/2014/main" id="{4BA38E94-FBAA-488E-85D2-6A3426F99B6A}"/>
                  </a:ext>
                </a:extLst>
              </p:cNvPr>
              <p:cNvCxnSpPr>
                <a:cxnSpLocks/>
                <a:stCxn id="90" idx="6"/>
                <a:endCxn id="104" idx="2"/>
              </p:cNvCxnSpPr>
              <p:nvPr/>
            </p:nvCxnSpPr>
            <p:spPr>
              <a:xfrm>
                <a:off x="3733639" y="30318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57B11099-0C6B-4F1C-A6FD-586C7A952DCE}"/>
                  </a:ext>
                </a:extLst>
              </p:cNvPr>
              <p:cNvCxnSpPr>
                <a:cxnSpLocks/>
                <a:stCxn id="90" idx="6"/>
                <a:endCxn id="106" idx="2"/>
              </p:cNvCxnSpPr>
              <p:nvPr/>
            </p:nvCxnSpPr>
            <p:spPr>
              <a:xfrm>
                <a:off x="3733639" y="30318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6526D631-09E3-4AD7-8C64-A53835763663}"/>
                  </a:ext>
                </a:extLst>
              </p:cNvPr>
              <p:cNvCxnSpPr>
                <a:cxnSpLocks/>
                <a:stCxn id="90" idx="6"/>
                <a:endCxn id="113" idx="2"/>
              </p:cNvCxnSpPr>
              <p:nvPr/>
            </p:nvCxnSpPr>
            <p:spPr>
              <a:xfrm>
                <a:off x="3733639" y="30318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E4A4C703-4942-474E-B2BF-50A7CB35D100}"/>
                  </a:ext>
                </a:extLst>
              </p:cNvPr>
              <p:cNvCxnSpPr>
                <a:cxnSpLocks/>
                <a:stCxn id="91" idx="6"/>
                <a:endCxn id="101" idx="2"/>
              </p:cNvCxnSpPr>
              <p:nvPr/>
            </p:nvCxnSpPr>
            <p:spPr>
              <a:xfrm flipV="1">
                <a:off x="3733639" y="22765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F5B1EE93-3DAF-498A-B675-B21A1ABCF568}"/>
                  </a:ext>
                </a:extLst>
              </p:cNvPr>
              <p:cNvCxnSpPr>
                <a:cxnSpLocks/>
                <a:stCxn id="91" idx="6"/>
                <a:endCxn id="103" idx="2"/>
              </p:cNvCxnSpPr>
              <p:nvPr/>
            </p:nvCxnSpPr>
            <p:spPr>
              <a:xfrm flipV="1">
                <a:off x="3733639" y="27057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81E31A7A-0281-4C24-ACB7-6991855F4FAF}"/>
                  </a:ext>
                </a:extLst>
              </p:cNvPr>
              <p:cNvCxnSpPr>
                <a:cxnSpLocks/>
                <a:stCxn id="91" idx="6"/>
                <a:endCxn id="104" idx="2"/>
              </p:cNvCxnSpPr>
              <p:nvPr/>
            </p:nvCxnSpPr>
            <p:spPr>
              <a:xfrm flipV="1">
                <a:off x="3733639" y="31007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EAB33ED3-447D-4081-B3F6-5C1BB6567006}"/>
                  </a:ext>
                </a:extLst>
              </p:cNvPr>
              <p:cNvCxnSpPr>
                <a:cxnSpLocks/>
                <a:stCxn id="91" idx="6"/>
                <a:endCxn id="106" idx="2"/>
              </p:cNvCxnSpPr>
              <p:nvPr/>
            </p:nvCxnSpPr>
            <p:spPr>
              <a:xfrm>
                <a:off x="3733639" y="34610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09D437B9-4C58-4A2B-A08F-487E0200D488}"/>
                  </a:ext>
                </a:extLst>
              </p:cNvPr>
              <p:cNvCxnSpPr>
                <a:cxnSpLocks/>
                <a:stCxn id="91" idx="6"/>
                <a:endCxn id="107" idx="2"/>
              </p:cNvCxnSpPr>
              <p:nvPr/>
            </p:nvCxnSpPr>
            <p:spPr>
              <a:xfrm>
                <a:off x="3733639" y="34610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F1FC1F02-6C51-4858-B640-900855422C5D}"/>
                  </a:ext>
                </a:extLst>
              </p:cNvPr>
              <p:cNvCxnSpPr>
                <a:cxnSpLocks/>
                <a:stCxn id="91" idx="6"/>
                <a:endCxn id="113" idx="2"/>
              </p:cNvCxnSpPr>
              <p:nvPr/>
            </p:nvCxnSpPr>
            <p:spPr>
              <a:xfrm>
                <a:off x="3733639" y="34610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線接點 157">
                <a:extLst>
                  <a:ext uri="{FF2B5EF4-FFF2-40B4-BE49-F238E27FC236}">
                    <a16:creationId xmlns:a16="http://schemas.microsoft.com/office/drawing/2014/main" id="{D7386FF6-028B-44F0-8049-4EC39A2C59C1}"/>
                  </a:ext>
                </a:extLst>
              </p:cNvPr>
              <p:cNvCxnSpPr>
                <a:cxnSpLocks/>
                <a:stCxn id="93" idx="6"/>
                <a:endCxn id="101" idx="2"/>
              </p:cNvCxnSpPr>
              <p:nvPr/>
            </p:nvCxnSpPr>
            <p:spPr>
              <a:xfrm flipV="1">
                <a:off x="3733639" y="22765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直線接點 159">
                <a:extLst>
                  <a:ext uri="{FF2B5EF4-FFF2-40B4-BE49-F238E27FC236}">
                    <a16:creationId xmlns:a16="http://schemas.microsoft.com/office/drawing/2014/main" id="{69A1540F-EF6F-43E0-8910-F823BCFB05F7}"/>
                  </a:ext>
                </a:extLst>
              </p:cNvPr>
              <p:cNvCxnSpPr>
                <a:cxnSpLocks/>
                <a:stCxn id="93" idx="6"/>
                <a:endCxn id="103" idx="2"/>
              </p:cNvCxnSpPr>
              <p:nvPr/>
            </p:nvCxnSpPr>
            <p:spPr>
              <a:xfrm flipV="1">
                <a:off x="3733639" y="27057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直線接點 160">
                <a:extLst>
                  <a:ext uri="{FF2B5EF4-FFF2-40B4-BE49-F238E27FC236}">
                    <a16:creationId xmlns:a16="http://schemas.microsoft.com/office/drawing/2014/main" id="{9533B63D-33B9-4C0F-9371-3083EE7BCF63}"/>
                  </a:ext>
                </a:extLst>
              </p:cNvPr>
              <p:cNvCxnSpPr>
                <a:cxnSpLocks/>
                <a:stCxn id="93" idx="6"/>
                <a:endCxn id="104" idx="2"/>
              </p:cNvCxnSpPr>
              <p:nvPr/>
            </p:nvCxnSpPr>
            <p:spPr>
              <a:xfrm flipV="1">
                <a:off x="3733639" y="31007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直線接點 162">
                <a:extLst>
                  <a:ext uri="{FF2B5EF4-FFF2-40B4-BE49-F238E27FC236}">
                    <a16:creationId xmlns:a16="http://schemas.microsoft.com/office/drawing/2014/main" id="{E0B5AA22-108A-4EF5-81E2-C01DB4502ED0}"/>
                  </a:ext>
                </a:extLst>
              </p:cNvPr>
              <p:cNvCxnSpPr>
                <a:cxnSpLocks/>
                <a:stCxn id="93" idx="6"/>
                <a:endCxn id="106" idx="2"/>
              </p:cNvCxnSpPr>
              <p:nvPr/>
            </p:nvCxnSpPr>
            <p:spPr>
              <a:xfrm flipV="1">
                <a:off x="3733639" y="34893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74C6E407-62D1-4FD8-B231-2967F1B1EFD2}"/>
                  </a:ext>
                </a:extLst>
              </p:cNvPr>
              <p:cNvCxnSpPr>
                <a:cxnSpLocks/>
                <a:stCxn id="93" idx="6"/>
                <a:endCxn id="107" idx="2"/>
              </p:cNvCxnSpPr>
              <p:nvPr/>
            </p:nvCxnSpPr>
            <p:spPr>
              <a:xfrm>
                <a:off x="3733639" y="38559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直線接點 165">
                <a:extLst>
                  <a:ext uri="{FF2B5EF4-FFF2-40B4-BE49-F238E27FC236}">
                    <a16:creationId xmlns:a16="http://schemas.microsoft.com/office/drawing/2014/main" id="{60FC82BE-6907-48CF-8B87-4387A02F7B18}"/>
                  </a:ext>
                </a:extLst>
              </p:cNvPr>
              <p:cNvCxnSpPr>
                <a:cxnSpLocks/>
                <a:stCxn id="93" idx="6"/>
                <a:endCxn id="113" idx="2"/>
              </p:cNvCxnSpPr>
              <p:nvPr/>
            </p:nvCxnSpPr>
            <p:spPr>
              <a:xfrm>
                <a:off x="3733639" y="38559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4E36D42A-CCAF-4F92-A47A-7B34721EF6DD}"/>
                  </a:ext>
                </a:extLst>
              </p:cNvPr>
              <p:cNvCxnSpPr>
                <a:cxnSpLocks/>
                <a:stCxn id="94" idx="6"/>
                <a:endCxn id="101" idx="2"/>
              </p:cNvCxnSpPr>
              <p:nvPr/>
            </p:nvCxnSpPr>
            <p:spPr>
              <a:xfrm flipV="1">
                <a:off x="3733639" y="22765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直線接點 168">
                <a:extLst>
                  <a:ext uri="{FF2B5EF4-FFF2-40B4-BE49-F238E27FC236}">
                    <a16:creationId xmlns:a16="http://schemas.microsoft.com/office/drawing/2014/main" id="{E270E663-C403-4F82-AA97-F608D0F8AC16}"/>
                  </a:ext>
                </a:extLst>
              </p:cNvPr>
              <p:cNvCxnSpPr>
                <a:cxnSpLocks/>
                <a:stCxn id="94" idx="6"/>
                <a:endCxn id="103" idx="2"/>
              </p:cNvCxnSpPr>
              <p:nvPr/>
            </p:nvCxnSpPr>
            <p:spPr>
              <a:xfrm flipV="1">
                <a:off x="3733639" y="27057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41D2338E-A8CC-4804-AAEC-3F41B682BC9D}"/>
                  </a:ext>
                </a:extLst>
              </p:cNvPr>
              <p:cNvCxnSpPr>
                <a:cxnSpLocks/>
                <a:stCxn id="94" idx="6"/>
                <a:endCxn id="104" idx="2"/>
              </p:cNvCxnSpPr>
              <p:nvPr/>
            </p:nvCxnSpPr>
            <p:spPr>
              <a:xfrm flipV="1">
                <a:off x="3733639" y="31007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ABD994D6-3ED2-4758-BAD5-719DBE343B78}"/>
                  </a:ext>
                </a:extLst>
              </p:cNvPr>
              <p:cNvCxnSpPr>
                <a:cxnSpLocks/>
                <a:stCxn id="94" idx="6"/>
                <a:endCxn id="106" idx="2"/>
              </p:cNvCxnSpPr>
              <p:nvPr/>
            </p:nvCxnSpPr>
            <p:spPr>
              <a:xfrm flipV="1">
                <a:off x="3733639" y="34893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直線接點 172">
                <a:extLst>
                  <a:ext uri="{FF2B5EF4-FFF2-40B4-BE49-F238E27FC236}">
                    <a16:creationId xmlns:a16="http://schemas.microsoft.com/office/drawing/2014/main" id="{E1F884DD-55E7-4E0D-83AB-C5DEF80514DB}"/>
                  </a:ext>
                </a:extLst>
              </p:cNvPr>
              <p:cNvCxnSpPr>
                <a:cxnSpLocks/>
                <a:stCxn id="94" idx="6"/>
                <a:endCxn id="107" idx="2"/>
              </p:cNvCxnSpPr>
              <p:nvPr/>
            </p:nvCxnSpPr>
            <p:spPr>
              <a:xfrm flipV="1">
                <a:off x="3733639" y="38843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直線接點 174">
                <a:extLst>
                  <a:ext uri="{FF2B5EF4-FFF2-40B4-BE49-F238E27FC236}">
                    <a16:creationId xmlns:a16="http://schemas.microsoft.com/office/drawing/2014/main" id="{029AA014-BD7C-4BB3-A73B-5BBE60DEF3B1}"/>
                  </a:ext>
                </a:extLst>
              </p:cNvPr>
              <p:cNvCxnSpPr>
                <a:cxnSpLocks/>
                <a:stCxn id="94" idx="6"/>
                <a:endCxn id="113" idx="2"/>
              </p:cNvCxnSpPr>
              <p:nvPr/>
            </p:nvCxnSpPr>
            <p:spPr>
              <a:xfrm>
                <a:off x="3733639" y="42446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FC300EE8-5C80-4A4E-ADB7-E28D46F6CC3D}"/>
                  </a:ext>
                </a:extLst>
              </p:cNvPr>
              <p:cNvCxnSpPr>
                <a:cxnSpLocks/>
                <a:stCxn id="96" idx="6"/>
                <a:endCxn id="101" idx="2"/>
              </p:cNvCxnSpPr>
              <p:nvPr/>
            </p:nvCxnSpPr>
            <p:spPr>
              <a:xfrm flipV="1">
                <a:off x="3733639" y="22765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D9BC6A05-9369-434A-8F2B-F9DC62AE625F}"/>
                  </a:ext>
                </a:extLst>
              </p:cNvPr>
              <p:cNvCxnSpPr>
                <a:cxnSpLocks/>
                <a:stCxn id="96" idx="6"/>
                <a:endCxn id="103" idx="2"/>
              </p:cNvCxnSpPr>
              <p:nvPr/>
            </p:nvCxnSpPr>
            <p:spPr>
              <a:xfrm flipV="1">
                <a:off x="3733639" y="27057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039E0352-7330-488C-90AA-B10C2A547850}"/>
                  </a:ext>
                </a:extLst>
              </p:cNvPr>
              <p:cNvCxnSpPr>
                <a:cxnSpLocks/>
                <a:stCxn id="96" idx="6"/>
                <a:endCxn id="104" idx="2"/>
              </p:cNvCxnSpPr>
              <p:nvPr/>
            </p:nvCxnSpPr>
            <p:spPr>
              <a:xfrm flipV="1">
                <a:off x="3733639" y="31007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直線接點 178">
                <a:extLst>
                  <a:ext uri="{FF2B5EF4-FFF2-40B4-BE49-F238E27FC236}">
                    <a16:creationId xmlns:a16="http://schemas.microsoft.com/office/drawing/2014/main" id="{C8E3A2B5-024B-45A3-AC5D-8A4D41AA02FD}"/>
                  </a:ext>
                </a:extLst>
              </p:cNvPr>
              <p:cNvCxnSpPr>
                <a:cxnSpLocks/>
                <a:stCxn id="96" idx="6"/>
                <a:endCxn id="106" idx="2"/>
              </p:cNvCxnSpPr>
              <p:nvPr/>
            </p:nvCxnSpPr>
            <p:spPr>
              <a:xfrm flipV="1">
                <a:off x="3733639" y="34893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線接點 179">
                <a:extLst>
                  <a:ext uri="{FF2B5EF4-FFF2-40B4-BE49-F238E27FC236}">
                    <a16:creationId xmlns:a16="http://schemas.microsoft.com/office/drawing/2014/main" id="{E23FF2AA-7893-4655-9F98-0B17C18FAE0C}"/>
                  </a:ext>
                </a:extLst>
              </p:cNvPr>
              <p:cNvCxnSpPr>
                <a:cxnSpLocks/>
                <a:stCxn id="96" idx="6"/>
                <a:endCxn id="107" idx="2"/>
              </p:cNvCxnSpPr>
              <p:nvPr/>
            </p:nvCxnSpPr>
            <p:spPr>
              <a:xfrm flipV="1">
                <a:off x="3733639" y="38843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直線接點 180">
                <a:extLst>
                  <a:ext uri="{FF2B5EF4-FFF2-40B4-BE49-F238E27FC236}">
                    <a16:creationId xmlns:a16="http://schemas.microsoft.com/office/drawing/2014/main" id="{50539F1A-D243-4700-8EBA-00E73256EA86}"/>
                  </a:ext>
                </a:extLst>
              </p:cNvPr>
              <p:cNvCxnSpPr>
                <a:cxnSpLocks/>
                <a:stCxn id="96" idx="6"/>
                <a:endCxn id="113" idx="2"/>
              </p:cNvCxnSpPr>
              <p:nvPr/>
            </p:nvCxnSpPr>
            <p:spPr>
              <a:xfrm>
                <a:off x="3733639" y="46396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82" name="橢圓 181">
                <a:extLst>
                  <a:ext uri="{FF2B5EF4-FFF2-40B4-BE49-F238E27FC236}">
                    <a16:creationId xmlns:a16="http://schemas.microsoft.com/office/drawing/2014/main" id="{E88F538B-50F8-4149-AC84-0C112831BEE8}"/>
                  </a:ext>
                </a:extLst>
              </p:cNvPr>
              <p:cNvSpPr/>
              <p:nvPr/>
            </p:nvSpPr>
            <p:spPr>
              <a:xfrm>
                <a:off x="3445607" y="56020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5" name="直線接點 184">
                <a:extLst>
                  <a:ext uri="{FF2B5EF4-FFF2-40B4-BE49-F238E27FC236}">
                    <a16:creationId xmlns:a16="http://schemas.microsoft.com/office/drawing/2014/main" id="{E60BD996-2B7E-4567-8A75-5CCB0F111681}"/>
                  </a:ext>
                </a:extLst>
              </p:cNvPr>
              <p:cNvCxnSpPr>
                <a:cxnSpLocks/>
                <a:stCxn id="182" idx="6"/>
                <a:endCxn id="101" idx="2"/>
              </p:cNvCxnSpPr>
              <p:nvPr/>
            </p:nvCxnSpPr>
            <p:spPr>
              <a:xfrm flipV="1">
                <a:off x="3733639" y="22765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直線接點 185">
                <a:extLst>
                  <a:ext uri="{FF2B5EF4-FFF2-40B4-BE49-F238E27FC236}">
                    <a16:creationId xmlns:a16="http://schemas.microsoft.com/office/drawing/2014/main" id="{011DB133-58AB-4D3C-8793-BE80A6CC7852}"/>
                  </a:ext>
                </a:extLst>
              </p:cNvPr>
              <p:cNvCxnSpPr>
                <a:cxnSpLocks/>
                <a:stCxn id="182" idx="6"/>
                <a:endCxn id="103" idx="2"/>
              </p:cNvCxnSpPr>
              <p:nvPr/>
            </p:nvCxnSpPr>
            <p:spPr>
              <a:xfrm flipV="1">
                <a:off x="3733639" y="27057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直線接點 187">
                <a:extLst>
                  <a:ext uri="{FF2B5EF4-FFF2-40B4-BE49-F238E27FC236}">
                    <a16:creationId xmlns:a16="http://schemas.microsoft.com/office/drawing/2014/main" id="{E32CC27A-9989-43DA-8D54-323E10071660}"/>
                  </a:ext>
                </a:extLst>
              </p:cNvPr>
              <p:cNvCxnSpPr>
                <a:cxnSpLocks/>
                <a:stCxn id="182" idx="6"/>
                <a:endCxn id="104" idx="2"/>
              </p:cNvCxnSpPr>
              <p:nvPr/>
            </p:nvCxnSpPr>
            <p:spPr>
              <a:xfrm flipV="1">
                <a:off x="3733639" y="31007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直線接點 188">
                <a:extLst>
                  <a:ext uri="{FF2B5EF4-FFF2-40B4-BE49-F238E27FC236}">
                    <a16:creationId xmlns:a16="http://schemas.microsoft.com/office/drawing/2014/main" id="{ACCBFD41-582D-4BE2-9648-921D3E40E76A}"/>
                  </a:ext>
                </a:extLst>
              </p:cNvPr>
              <p:cNvCxnSpPr>
                <a:cxnSpLocks/>
                <a:stCxn id="182" idx="6"/>
                <a:endCxn id="106" idx="2"/>
              </p:cNvCxnSpPr>
              <p:nvPr/>
            </p:nvCxnSpPr>
            <p:spPr>
              <a:xfrm flipV="1">
                <a:off x="3733639" y="34893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直線接點 190">
                <a:extLst>
                  <a:ext uri="{FF2B5EF4-FFF2-40B4-BE49-F238E27FC236}">
                    <a16:creationId xmlns:a16="http://schemas.microsoft.com/office/drawing/2014/main" id="{76AAF7A7-567B-43EE-8DA4-23BF651915DE}"/>
                  </a:ext>
                </a:extLst>
              </p:cNvPr>
              <p:cNvCxnSpPr>
                <a:cxnSpLocks/>
                <a:stCxn id="182" idx="6"/>
                <a:endCxn id="107" idx="2"/>
              </p:cNvCxnSpPr>
              <p:nvPr/>
            </p:nvCxnSpPr>
            <p:spPr>
              <a:xfrm flipV="1">
                <a:off x="3733639" y="38843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直線接點 191">
                <a:extLst>
                  <a:ext uri="{FF2B5EF4-FFF2-40B4-BE49-F238E27FC236}">
                    <a16:creationId xmlns:a16="http://schemas.microsoft.com/office/drawing/2014/main" id="{E2269406-39E0-43F9-83D4-94BC4D85EB5A}"/>
                  </a:ext>
                </a:extLst>
              </p:cNvPr>
              <p:cNvCxnSpPr>
                <a:cxnSpLocks/>
                <a:stCxn id="182" idx="6"/>
                <a:endCxn id="113" idx="2"/>
              </p:cNvCxnSpPr>
              <p:nvPr/>
            </p:nvCxnSpPr>
            <p:spPr>
              <a:xfrm flipV="1">
                <a:off x="3733639" y="4990923"/>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481" name="文字方塊 480">
            <a:extLst>
              <a:ext uri="{FF2B5EF4-FFF2-40B4-BE49-F238E27FC236}">
                <a16:creationId xmlns:a16="http://schemas.microsoft.com/office/drawing/2014/main" id="{1E78B5A7-3D52-4E44-ABEB-28206563A348}"/>
              </a:ext>
            </a:extLst>
          </p:cNvPr>
          <p:cNvSpPr txBox="1"/>
          <p:nvPr/>
        </p:nvSpPr>
        <p:spPr>
          <a:xfrm>
            <a:off x="2969859" y="1530558"/>
            <a:ext cx="1008112" cy="379283"/>
          </a:xfrm>
          <a:prstGeom prst="rect">
            <a:avLst/>
          </a:prstGeom>
          <a:noFill/>
        </p:spPr>
        <p:txBody>
          <a:bodyPr wrap="square" rtlCol="0">
            <a:spAutoFit/>
          </a:bodyPr>
          <a:lstStyle/>
          <a:p>
            <a:r>
              <a:rPr lang="en-US" altLang="zh-TW" dirty="0">
                <a:solidFill>
                  <a:srgbClr val="FF0000"/>
                </a:solidFill>
              </a:rPr>
              <a:t>Encoder</a:t>
            </a:r>
            <a:endParaRPr lang="zh-TW" altLang="en-US" dirty="0">
              <a:solidFill>
                <a:srgbClr val="FF0000"/>
              </a:solidFill>
            </a:endParaRPr>
          </a:p>
        </p:txBody>
      </p:sp>
      <p:sp>
        <p:nvSpPr>
          <p:cNvPr id="485" name="文字方塊 484">
            <a:extLst>
              <a:ext uri="{FF2B5EF4-FFF2-40B4-BE49-F238E27FC236}">
                <a16:creationId xmlns:a16="http://schemas.microsoft.com/office/drawing/2014/main" id="{7FF0B712-81FE-4D26-BA57-14B22C929CB7}"/>
              </a:ext>
            </a:extLst>
          </p:cNvPr>
          <p:cNvSpPr txBox="1"/>
          <p:nvPr/>
        </p:nvSpPr>
        <p:spPr>
          <a:xfrm>
            <a:off x="5531314" y="1532489"/>
            <a:ext cx="1008112" cy="379283"/>
          </a:xfrm>
          <a:prstGeom prst="rect">
            <a:avLst/>
          </a:prstGeom>
          <a:noFill/>
        </p:spPr>
        <p:txBody>
          <a:bodyPr wrap="square" rtlCol="0">
            <a:spAutoFit/>
          </a:bodyPr>
          <a:lstStyle/>
          <a:p>
            <a:r>
              <a:rPr lang="en-US" altLang="zh-TW" dirty="0">
                <a:solidFill>
                  <a:srgbClr val="00B050"/>
                </a:solidFill>
              </a:rPr>
              <a:t>Decoder</a:t>
            </a:r>
            <a:endParaRPr lang="zh-TW" altLang="en-US" dirty="0">
              <a:solidFill>
                <a:srgbClr val="00B050"/>
              </a:solidFill>
            </a:endParaRPr>
          </a:p>
        </p:txBody>
      </p:sp>
      <p:sp>
        <p:nvSpPr>
          <p:cNvPr id="486" name="矩形 485">
            <a:extLst>
              <a:ext uri="{FF2B5EF4-FFF2-40B4-BE49-F238E27FC236}">
                <a16:creationId xmlns:a16="http://schemas.microsoft.com/office/drawing/2014/main" id="{C65459CB-E829-4E00-B450-9B33756536FD}"/>
              </a:ext>
            </a:extLst>
          </p:cNvPr>
          <p:cNvSpPr/>
          <p:nvPr/>
        </p:nvSpPr>
        <p:spPr>
          <a:xfrm>
            <a:off x="1619672" y="1340768"/>
            <a:ext cx="3456384" cy="51125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7" name="矩形 486">
            <a:extLst>
              <a:ext uri="{FF2B5EF4-FFF2-40B4-BE49-F238E27FC236}">
                <a16:creationId xmlns:a16="http://schemas.microsoft.com/office/drawing/2014/main" id="{F6593474-E71F-4773-AB97-255D95B98D2F}"/>
              </a:ext>
            </a:extLst>
          </p:cNvPr>
          <p:cNvSpPr/>
          <p:nvPr/>
        </p:nvSpPr>
        <p:spPr>
          <a:xfrm>
            <a:off x="4355976" y="1340768"/>
            <a:ext cx="3456384" cy="511256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88" name="文字方塊 487">
                <a:extLst>
                  <a:ext uri="{FF2B5EF4-FFF2-40B4-BE49-F238E27FC236}">
                    <a16:creationId xmlns:a16="http://schemas.microsoft.com/office/drawing/2014/main" id="{14A836E4-FCE9-4FFA-8B62-A3430B65BAF0}"/>
                  </a:ext>
                </a:extLst>
              </p:cNvPr>
              <p:cNvSpPr txBox="1"/>
              <p:nvPr/>
            </p:nvSpPr>
            <p:spPr>
              <a:xfrm>
                <a:off x="3473915" y="814875"/>
                <a:ext cx="5256584" cy="3875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𝐻</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𝑧</m:t>
                          </m:r>
                        </m:e>
                      </m:d>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m:rPr>
                              <m:sty m:val="p"/>
                            </m:rPr>
                            <a:rPr lang="en-US" altLang="zh-TW" b="0" i="0" smtClean="0">
                              <a:latin typeface="Cambria Math" panose="02040503050406030204" pitchFamily="18" charset="0"/>
                            </a:rPr>
                            <m:t>Σ</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𝑑</m:t>
                          </m:r>
                        </m:sup>
                      </m:sSub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𝑙𝑜𝑔</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sub>
                          </m:sSub>
                        </m:e>
                      </m:d>
                      <m:r>
                        <m:rPr>
                          <m:sty m:val="p"/>
                        </m:rPr>
                        <a:rPr lang="en-US" altLang="zh-TW" b="0" i="0" smtClean="0">
                          <a:latin typeface="Cambria Math" panose="02040503050406030204" pitchFamily="18" charset="0"/>
                        </a:rPr>
                        <m:t>log</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oMath>
                  </m:oMathPara>
                </a14:m>
                <a:endParaRPr lang="zh-TW" altLang="en-US" dirty="0"/>
              </a:p>
            </p:txBody>
          </p:sp>
        </mc:Choice>
        <mc:Fallback xmlns="">
          <p:sp>
            <p:nvSpPr>
              <p:cNvPr id="488" name="文字方塊 487">
                <a:extLst>
                  <a:ext uri="{FF2B5EF4-FFF2-40B4-BE49-F238E27FC236}">
                    <a16:creationId xmlns:a16="http://schemas.microsoft.com/office/drawing/2014/main" id="{14A836E4-FCE9-4FFA-8B62-A3430B65BAF0}"/>
                  </a:ext>
                </a:extLst>
              </p:cNvPr>
              <p:cNvSpPr txBox="1">
                <a:spLocks noRot="1" noChangeAspect="1" noMove="1" noResize="1" noEditPoints="1" noAdjustHandles="1" noChangeArrowheads="1" noChangeShapeType="1" noTextEdit="1"/>
              </p:cNvSpPr>
              <p:nvPr/>
            </p:nvSpPr>
            <p:spPr>
              <a:xfrm>
                <a:off x="3473915" y="814875"/>
                <a:ext cx="5256584" cy="387542"/>
              </a:xfrm>
              <a:prstGeom prst="rect">
                <a:avLst/>
              </a:prstGeom>
              <a:blipFill>
                <a:blip r:embed="rId2"/>
                <a:stretch>
                  <a:fillRect b="-15873"/>
                </a:stretch>
              </a:blipFill>
            </p:spPr>
            <p:txBody>
              <a:bodyPr/>
              <a:lstStyle/>
              <a:p>
                <a:r>
                  <a:rPr lang="zh-TW" altLang="en-US">
                    <a:noFill/>
                  </a:rPr>
                  <a:t> </a:t>
                </a:r>
              </a:p>
            </p:txBody>
          </p:sp>
        </mc:Fallback>
      </mc:AlternateContent>
      <p:sp>
        <p:nvSpPr>
          <p:cNvPr id="489" name="左大括弧 488">
            <a:extLst>
              <a:ext uri="{FF2B5EF4-FFF2-40B4-BE49-F238E27FC236}">
                <a16:creationId xmlns:a16="http://schemas.microsoft.com/office/drawing/2014/main" id="{C9371DFD-E762-46EC-A22F-D3F603FFF801}"/>
              </a:ext>
            </a:extLst>
          </p:cNvPr>
          <p:cNvSpPr/>
          <p:nvPr/>
        </p:nvSpPr>
        <p:spPr>
          <a:xfrm>
            <a:off x="1089327" y="1955710"/>
            <a:ext cx="808498" cy="4244143"/>
          </a:xfrm>
          <a:prstGeom prst="leftBrace">
            <a:avLst>
              <a:gd name="adj1" fmla="val 8333"/>
              <a:gd name="adj2" fmla="val 4936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90" name="文字方塊 489">
            <a:extLst>
              <a:ext uri="{FF2B5EF4-FFF2-40B4-BE49-F238E27FC236}">
                <a16:creationId xmlns:a16="http://schemas.microsoft.com/office/drawing/2014/main" id="{73A3D892-55E2-475C-B4AA-0099B7F2CD8F}"/>
              </a:ext>
            </a:extLst>
          </p:cNvPr>
          <p:cNvSpPr txBox="1"/>
          <p:nvPr/>
        </p:nvSpPr>
        <p:spPr>
          <a:xfrm>
            <a:off x="591589" y="3897052"/>
            <a:ext cx="767056" cy="369332"/>
          </a:xfrm>
          <a:prstGeom prst="rect">
            <a:avLst/>
          </a:prstGeom>
          <a:noFill/>
        </p:spPr>
        <p:txBody>
          <a:bodyPr wrap="square" rtlCol="0">
            <a:spAutoFit/>
          </a:bodyPr>
          <a:lstStyle/>
          <a:p>
            <a:r>
              <a:rPr lang="en-US" altLang="zh-TW" dirty="0"/>
              <a:t>208</a:t>
            </a:r>
            <a:endParaRPr lang="zh-TW" altLang="en-US" dirty="0"/>
          </a:p>
        </p:txBody>
      </p:sp>
      <p:sp>
        <p:nvSpPr>
          <p:cNvPr id="491" name="右大括弧 490">
            <a:extLst>
              <a:ext uri="{FF2B5EF4-FFF2-40B4-BE49-F238E27FC236}">
                <a16:creationId xmlns:a16="http://schemas.microsoft.com/office/drawing/2014/main" id="{633E0DA2-2FBE-4B5A-A9E6-4B9BE53B7D4F}"/>
              </a:ext>
            </a:extLst>
          </p:cNvPr>
          <p:cNvSpPr/>
          <p:nvPr/>
        </p:nvSpPr>
        <p:spPr>
          <a:xfrm>
            <a:off x="7668344" y="1973081"/>
            <a:ext cx="576064" cy="41809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92" name="文字方塊 491">
            <a:extLst>
              <a:ext uri="{FF2B5EF4-FFF2-40B4-BE49-F238E27FC236}">
                <a16:creationId xmlns:a16="http://schemas.microsoft.com/office/drawing/2014/main" id="{F22B2F98-08F1-4F85-9CE3-7B873679E466}"/>
              </a:ext>
            </a:extLst>
          </p:cNvPr>
          <p:cNvSpPr txBox="1"/>
          <p:nvPr/>
        </p:nvSpPr>
        <p:spPr>
          <a:xfrm>
            <a:off x="8256204" y="3878866"/>
            <a:ext cx="767056" cy="369332"/>
          </a:xfrm>
          <a:prstGeom prst="rect">
            <a:avLst/>
          </a:prstGeom>
          <a:noFill/>
        </p:spPr>
        <p:txBody>
          <a:bodyPr wrap="square" rtlCol="0">
            <a:spAutoFit/>
          </a:bodyPr>
          <a:lstStyle/>
          <a:p>
            <a:r>
              <a:rPr lang="en-US" altLang="zh-TW" dirty="0"/>
              <a:t>208</a:t>
            </a:r>
            <a:endParaRPr lang="zh-TW" altLang="en-US" dirty="0"/>
          </a:p>
        </p:txBody>
      </p:sp>
      <p:sp>
        <p:nvSpPr>
          <p:cNvPr id="493" name="文字方塊 492">
            <a:extLst>
              <a:ext uri="{FF2B5EF4-FFF2-40B4-BE49-F238E27FC236}">
                <a16:creationId xmlns:a16="http://schemas.microsoft.com/office/drawing/2014/main" id="{94BF5C84-11AD-4513-917C-EDC48154E343}"/>
              </a:ext>
            </a:extLst>
          </p:cNvPr>
          <p:cNvSpPr txBox="1"/>
          <p:nvPr/>
        </p:nvSpPr>
        <p:spPr>
          <a:xfrm>
            <a:off x="2084132" y="1586378"/>
            <a:ext cx="243824" cy="369332"/>
          </a:xfrm>
          <a:prstGeom prst="rect">
            <a:avLst/>
          </a:prstGeom>
          <a:noFill/>
        </p:spPr>
        <p:txBody>
          <a:bodyPr wrap="square" rtlCol="0">
            <a:spAutoFit/>
          </a:bodyPr>
          <a:lstStyle/>
          <a:p>
            <a:r>
              <a:rPr lang="en-US" altLang="zh-TW" dirty="0"/>
              <a:t>x</a:t>
            </a:r>
            <a:endParaRPr lang="zh-TW" altLang="en-US" dirty="0"/>
          </a:p>
        </p:txBody>
      </p:sp>
      <p:sp>
        <p:nvSpPr>
          <p:cNvPr id="494" name="文字方塊 493">
            <a:extLst>
              <a:ext uri="{FF2B5EF4-FFF2-40B4-BE49-F238E27FC236}">
                <a16:creationId xmlns:a16="http://schemas.microsoft.com/office/drawing/2014/main" id="{558E718F-2130-43DE-8540-197A6B0A82CE}"/>
              </a:ext>
            </a:extLst>
          </p:cNvPr>
          <p:cNvSpPr txBox="1"/>
          <p:nvPr/>
        </p:nvSpPr>
        <p:spPr>
          <a:xfrm>
            <a:off x="7203681" y="1586378"/>
            <a:ext cx="243824" cy="369332"/>
          </a:xfrm>
          <a:prstGeom prst="rect">
            <a:avLst/>
          </a:prstGeom>
          <a:noFill/>
        </p:spPr>
        <p:txBody>
          <a:bodyPr wrap="square" rtlCol="0">
            <a:spAutoFit/>
          </a:bodyPr>
          <a:lstStyle/>
          <a:p>
            <a:r>
              <a:rPr lang="en-US" altLang="zh-TW" dirty="0"/>
              <a:t>z</a:t>
            </a:r>
            <a:endParaRPr lang="zh-TW" altLang="en-US" dirty="0"/>
          </a:p>
        </p:txBody>
      </p:sp>
    </p:spTree>
    <p:extLst>
      <p:ext uri="{BB962C8B-B14F-4D97-AF65-F5344CB8AC3E}">
        <p14:creationId xmlns:p14="http://schemas.microsoft.com/office/powerpoint/2010/main" val="19955709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a:latin typeface="Times New Roman" panose="02020603050405020304" pitchFamily="18" charset="0"/>
                <a:cs typeface="Times New Roman" panose="02020603050405020304" pitchFamily="18" charset="0"/>
              </a:rPr>
              <a:t>Neural Network</a:t>
            </a:r>
            <a:endParaRPr lang="en-US"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id="{ECBD674A-73EB-4117-99A4-B672DB8906E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46726" y="1600200"/>
            <a:ext cx="7250547" cy="4525963"/>
          </a:xfrm>
        </p:spPr>
      </p:pic>
    </p:spTree>
    <p:extLst>
      <p:ext uri="{BB962C8B-B14F-4D97-AF65-F5344CB8AC3E}">
        <p14:creationId xmlns:p14="http://schemas.microsoft.com/office/powerpoint/2010/main" val="37015977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Results-Suit contract</a:t>
            </a:r>
          </a:p>
        </p:txBody>
      </p:sp>
      <p:pic>
        <p:nvPicPr>
          <p:cNvPr id="7" name="內容版面配置區 6" descr="一張含有 桌 的圖片&#10;&#10;自動產生的描述">
            <a:extLst>
              <a:ext uri="{FF2B5EF4-FFF2-40B4-BE49-F238E27FC236}">
                <a16:creationId xmlns:a16="http://schemas.microsoft.com/office/drawing/2014/main" id="{EC545C30-586A-4719-AE43-F4597627A3F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55576" y="3547158"/>
            <a:ext cx="7499176" cy="2765812"/>
          </a:xfrm>
        </p:spPr>
      </p:pic>
      <p:graphicFrame>
        <p:nvGraphicFramePr>
          <p:cNvPr id="12" name="表格 12">
            <a:extLst>
              <a:ext uri="{FF2B5EF4-FFF2-40B4-BE49-F238E27FC236}">
                <a16:creationId xmlns:a16="http://schemas.microsoft.com/office/drawing/2014/main" id="{126F33E5-392F-4EF4-9876-154DF200E148}"/>
              </a:ext>
            </a:extLst>
          </p:cNvPr>
          <p:cNvGraphicFramePr>
            <a:graphicFrameLocks noGrp="1"/>
          </p:cNvGraphicFramePr>
          <p:nvPr>
            <p:extLst>
              <p:ext uri="{D42A27DB-BD31-4B8C-83A1-F6EECF244321}">
                <p14:modId xmlns:p14="http://schemas.microsoft.com/office/powerpoint/2010/main" val="220820850"/>
              </p:ext>
            </p:extLst>
          </p:nvPr>
        </p:nvGraphicFramePr>
        <p:xfrm>
          <a:off x="1475656" y="1417638"/>
          <a:ext cx="3696072" cy="1752600"/>
        </p:xfrm>
        <a:graphic>
          <a:graphicData uri="http://schemas.openxmlformats.org/drawingml/2006/table">
            <a:tbl>
              <a:tblPr firstRow="1" bandRow="1">
                <a:tableStyleId>{5C22544A-7EE6-4342-B048-85BDC9FD1C3A}</a:tableStyleId>
              </a:tblPr>
              <a:tblGrid>
                <a:gridCol w="1247800">
                  <a:extLst>
                    <a:ext uri="{9D8B030D-6E8A-4147-A177-3AD203B41FA5}">
                      <a16:colId xmlns:a16="http://schemas.microsoft.com/office/drawing/2014/main" val="2886016138"/>
                    </a:ext>
                  </a:extLst>
                </a:gridCol>
                <a:gridCol w="2448272">
                  <a:extLst>
                    <a:ext uri="{9D8B030D-6E8A-4147-A177-3AD203B41FA5}">
                      <a16:colId xmlns:a16="http://schemas.microsoft.com/office/drawing/2014/main" val="714230891"/>
                    </a:ext>
                  </a:extLst>
                </a:gridCol>
              </a:tblGrid>
              <a:tr h="370840">
                <a:tc>
                  <a:txBody>
                    <a:bodyPr/>
                    <a:lstStyle/>
                    <a:p>
                      <a:r>
                        <a:rPr lang="en-US" altLang="zh-TW" dirty="0"/>
                        <a:t>Previous work</a:t>
                      </a:r>
                      <a:endParaRPr lang="zh-TW" altLang="en-US" dirty="0"/>
                    </a:p>
                  </a:txBody>
                  <a:tcPr/>
                </a:tc>
                <a:tc>
                  <a:txBody>
                    <a:bodyPr/>
                    <a:lstStyle/>
                    <a:p>
                      <a:r>
                        <a:rPr lang="en-US" altLang="zh-TW" dirty="0"/>
                        <a:t>52*4-26*4-26-13-1</a:t>
                      </a:r>
                      <a:endParaRPr lang="zh-TW" altLang="en-US" dirty="0"/>
                    </a:p>
                  </a:txBody>
                  <a:tcPr/>
                </a:tc>
                <a:extLst>
                  <a:ext uri="{0D108BD9-81ED-4DB2-BD59-A6C34878D82A}">
                    <a16:rowId xmlns:a16="http://schemas.microsoft.com/office/drawing/2014/main" val="2738574065"/>
                  </a:ext>
                </a:extLst>
              </a:tr>
              <a:tr h="370840">
                <a:tc>
                  <a:txBody>
                    <a:bodyPr/>
                    <a:lstStyle/>
                    <a:p>
                      <a:r>
                        <a:rPr lang="en-US" altLang="zh-TW" dirty="0"/>
                        <a:t>Exact</a:t>
                      </a:r>
                      <a:endParaRPr lang="zh-TW" altLang="en-US" dirty="0"/>
                    </a:p>
                  </a:txBody>
                  <a:tcPr/>
                </a:tc>
                <a:tc>
                  <a:txBody>
                    <a:bodyPr/>
                    <a:lstStyle/>
                    <a:p>
                      <a:r>
                        <a:rPr lang="en-US" altLang="zh-TW" dirty="0"/>
                        <a:t>53.11%</a:t>
                      </a:r>
                      <a:endParaRPr lang="zh-TW" altLang="en-US" dirty="0"/>
                    </a:p>
                  </a:txBody>
                  <a:tcPr/>
                </a:tc>
                <a:extLst>
                  <a:ext uri="{0D108BD9-81ED-4DB2-BD59-A6C34878D82A}">
                    <a16:rowId xmlns:a16="http://schemas.microsoft.com/office/drawing/2014/main" val="2714201337"/>
                  </a:ext>
                </a:extLst>
              </a:tr>
              <a:tr h="370840">
                <a:tc>
                  <a:txBody>
                    <a:bodyPr/>
                    <a:lstStyle/>
                    <a:p>
                      <a:r>
                        <a:rPr lang="en-US" altLang="zh-TW" dirty="0"/>
                        <a:t>Off by 1</a:t>
                      </a:r>
                      <a:endParaRPr lang="zh-TW" altLang="en-US" dirty="0"/>
                    </a:p>
                  </a:txBody>
                  <a:tcPr/>
                </a:tc>
                <a:tc>
                  <a:txBody>
                    <a:bodyPr/>
                    <a:lstStyle/>
                    <a:p>
                      <a:r>
                        <a:rPr lang="en-US" altLang="zh-TW" dirty="0"/>
                        <a:t>96.48%</a:t>
                      </a:r>
                      <a:endParaRPr lang="zh-TW" altLang="en-US" dirty="0"/>
                    </a:p>
                  </a:txBody>
                  <a:tcPr/>
                </a:tc>
                <a:extLst>
                  <a:ext uri="{0D108BD9-81ED-4DB2-BD59-A6C34878D82A}">
                    <a16:rowId xmlns:a16="http://schemas.microsoft.com/office/drawing/2014/main" val="567875377"/>
                  </a:ext>
                </a:extLst>
              </a:tr>
              <a:tr h="370840">
                <a:tc>
                  <a:txBody>
                    <a:bodyPr/>
                    <a:lstStyle/>
                    <a:p>
                      <a:r>
                        <a:rPr lang="en-US" altLang="zh-TW" dirty="0"/>
                        <a:t>Off by 2</a:t>
                      </a:r>
                      <a:endParaRPr lang="zh-TW" altLang="en-US" dirty="0"/>
                    </a:p>
                  </a:txBody>
                  <a:tcPr/>
                </a:tc>
                <a:tc>
                  <a:txBody>
                    <a:bodyPr/>
                    <a:lstStyle/>
                    <a:p>
                      <a:r>
                        <a:rPr lang="en-US" altLang="zh-TW" dirty="0"/>
                        <a:t>99.88%</a:t>
                      </a:r>
                      <a:endParaRPr lang="zh-TW" altLang="en-US" dirty="0"/>
                    </a:p>
                  </a:txBody>
                  <a:tcPr/>
                </a:tc>
                <a:extLst>
                  <a:ext uri="{0D108BD9-81ED-4DB2-BD59-A6C34878D82A}">
                    <a16:rowId xmlns:a16="http://schemas.microsoft.com/office/drawing/2014/main" val="1700770092"/>
                  </a:ext>
                </a:extLst>
              </a:tr>
            </a:tbl>
          </a:graphicData>
        </a:graphic>
      </p:graphicFrame>
      <p:sp>
        <p:nvSpPr>
          <p:cNvPr id="13" name="矩形 12">
            <a:extLst>
              <a:ext uri="{FF2B5EF4-FFF2-40B4-BE49-F238E27FC236}">
                <a16:creationId xmlns:a16="http://schemas.microsoft.com/office/drawing/2014/main" id="{FB2A75A3-CFBE-46AD-A223-9D799826528C}"/>
              </a:ext>
            </a:extLst>
          </p:cNvPr>
          <p:cNvSpPr/>
          <p:nvPr/>
        </p:nvSpPr>
        <p:spPr>
          <a:xfrm>
            <a:off x="5405264" y="4720282"/>
            <a:ext cx="720080" cy="9822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內容版面配置區 3">
            <a:extLst>
              <a:ext uri="{FF2B5EF4-FFF2-40B4-BE49-F238E27FC236}">
                <a16:creationId xmlns:a16="http://schemas.microsoft.com/office/drawing/2014/main" id="{B7BE6501-5EA5-4CBB-97A0-9E002C54622B}"/>
              </a:ext>
            </a:extLst>
          </p:cNvPr>
          <p:cNvPicPr>
            <a:picLocks noChangeAspect="1"/>
          </p:cNvPicPr>
          <p:nvPr/>
        </p:nvPicPr>
        <p:blipFill rotWithShape="1">
          <a:blip r:embed="rId3">
            <a:extLst>
              <a:ext uri="{28A0092B-C50C-407E-A947-70E740481C1C}">
                <a14:useLocalDpi xmlns:a14="http://schemas.microsoft.com/office/drawing/2010/main" val="0"/>
              </a:ext>
            </a:extLst>
          </a:blip>
          <a:srcRect l="15240" t="88137" r="57945" b="7186"/>
          <a:stretch/>
        </p:blipFill>
        <p:spPr>
          <a:xfrm>
            <a:off x="2699792" y="3335490"/>
            <a:ext cx="1944216" cy="211668"/>
          </a:xfrm>
          <a:prstGeom prst="rect">
            <a:avLst/>
          </a:prstGeom>
        </p:spPr>
      </p:pic>
      <p:pic>
        <p:nvPicPr>
          <p:cNvPr id="15" name="內容版面配置區 3">
            <a:extLst>
              <a:ext uri="{FF2B5EF4-FFF2-40B4-BE49-F238E27FC236}">
                <a16:creationId xmlns:a16="http://schemas.microsoft.com/office/drawing/2014/main" id="{9C2A73C5-AACB-4A3F-BEC0-56C5251F3191}"/>
              </a:ext>
            </a:extLst>
          </p:cNvPr>
          <p:cNvPicPr>
            <a:picLocks noChangeAspect="1"/>
          </p:cNvPicPr>
          <p:nvPr/>
        </p:nvPicPr>
        <p:blipFill rotWithShape="1">
          <a:blip r:embed="rId3">
            <a:extLst>
              <a:ext uri="{28A0092B-C50C-407E-A947-70E740481C1C}">
                <a14:useLocalDpi xmlns:a14="http://schemas.microsoft.com/office/drawing/2010/main" val="0"/>
              </a:ext>
            </a:extLst>
          </a:blip>
          <a:srcRect l="54966" t="94501" r="16233" b="2317"/>
          <a:stretch/>
        </p:blipFill>
        <p:spPr>
          <a:xfrm>
            <a:off x="5405264" y="3429000"/>
            <a:ext cx="2088232" cy="144016"/>
          </a:xfrm>
          <a:prstGeom prst="rect">
            <a:avLst/>
          </a:prstGeom>
        </p:spPr>
      </p:pic>
    </p:spTree>
    <p:extLst>
      <p:ext uri="{BB962C8B-B14F-4D97-AF65-F5344CB8AC3E}">
        <p14:creationId xmlns:p14="http://schemas.microsoft.com/office/powerpoint/2010/main" val="22204960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Results-NT contract</a:t>
            </a:r>
          </a:p>
        </p:txBody>
      </p:sp>
      <p:graphicFrame>
        <p:nvGraphicFramePr>
          <p:cNvPr id="12" name="表格 12">
            <a:extLst>
              <a:ext uri="{FF2B5EF4-FFF2-40B4-BE49-F238E27FC236}">
                <a16:creationId xmlns:a16="http://schemas.microsoft.com/office/drawing/2014/main" id="{126F33E5-392F-4EF4-9876-154DF200E148}"/>
              </a:ext>
            </a:extLst>
          </p:cNvPr>
          <p:cNvGraphicFramePr>
            <a:graphicFrameLocks noGrp="1"/>
          </p:cNvGraphicFramePr>
          <p:nvPr>
            <p:extLst>
              <p:ext uri="{D42A27DB-BD31-4B8C-83A1-F6EECF244321}">
                <p14:modId xmlns:p14="http://schemas.microsoft.com/office/powerpoint/2010/main" val="2876975590"/>
              </p:ext>
            </p:extLst>
          </p:nvPr>
        </p:nvGraphicFramePr>
        <p:xfrm>
          <a:off x="1475656" y="1417638"/>
          <a:ext cx="3696072" cy="1752600"/>
        </p:xfrm>
        <a:graphic>
          <a:graphicData uri="http://schemas.openxmlformats.org/drawingml/2006/table">
            <a:tbl>
              <a:tblPr firstRow="1" bandRow="1">
                <a:tableStyleId>{5C22544A-7EE6-4342-B048-85BDC9FD1C3A}</a:tableStyleId>
              </a:tblPr>
              <a:tblGrid>
                <a:gridCol w="1247800">
                  <a:extLst>
                    <a:ext uri="{9D8B030D-6E8A-4147-A177-3AD203B41FA5}">
                      <a16:colId xmlns:a16="http://schemas.microsoft.com/office/drawing/2014/main" val="2886016138"/>
                    </a:ext>
                  </a:extLst>
                </a:gridCol>
                <a:gridCol w="2448272">
                  <a:extLst>
                    <a:ext uri="{9D8B030D-6E8A-4147-A177-3AD203B41FA5}">
                      <a16:colId xmlns:a16="http://schemas.microsoft.com/office/drawing/2014/main" val="7142308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Previous work</a:t>
                      </a:r>
                      <a:endParaRPr lang="zh-TW" altLang="en-US" dirty="0"/>
                    </a:p>
                  </a:txBody>
                  <a:tcPr/>
                </a:tc>
                <a:tc>
                  <a:txBody>
                    <a:bodyPr/>
                    <a:lstStyle/>
                    <a:p>
                      <a:r>
                        <a:rPr lang="en-US" altLang="zh-TW" dirty="0"/>
                        <a:t>52*4-26*4-26-13-1</a:t>
                      </a:r>
                      <a:endParaRPr lang="zh-TW" altLang="en-US" dirty="0"/>
                    </a:p>
                  </a:txBody>
                  <a:tcPr/>
                </a:tc>
                <a:extLst>
                  <a:ext uri="{0D108BD9-81ED-4DB2-BD59-A6C34878D82A}">
                    <a16:rowId xmlns:a16="http://schemas.microsoft.com/office/drawing/2014/main" val="2738574065"/>
                  </a:ext>
                </a:extLst>
              </a:tr>
              <a:tr h="370840">
                <a:tc>
                  <a:txBody>
                    <a:bodyPr/>
                    <a:lstStyle/>
                    <a:p>
                      <a:r>
                        <a:rPr lang="en-US" altLang="zh-TW" dirty="0"/>
                        <a:t>Exact</a:t>
                      </a:r>
                      <a:endParaRPr lang="zh-TW" altLang="en-US" dirty="0"/>
                    </a:p>
                  </a:txBody>
                  <a:tcPr/>
                </a:tc>
                <a:tc>
                  <a:txBody>
                    <a:bodyPr/>
                    <a:lstStyle/>
                    <a:p>
                      <a:r>
                        <a:rPr lang="en-US" altLang="zh-TW" dirty="0"/>
                        <a:t>37.31%</a:t>
                      </a:r>
                      <a:endParaRPr lang="zh-TW" altLang="en-US" dirty="0"/>
                    </a:p>
                  </a:txBody>
                  <a:tcPr/>
                </a:tc>
                <a:extLst>
                  <a:ext uri="{0D108BD9-81ED-4DB2-BD59-A6C34878D82A}">
                    <a16:rowId xmlns:a16="http://schemas.microsoft.com/office/drawing/2014/main" val="2714201337"/>
                  </a:ext>
                </a:extLst>
              </a:tr>
              <a:tr h="370840">
                <a:tc>
                  <a:txBody>
                    <a:bodyPr/>
                    <a:lstStyle/>
                    <a:p>
                      <a:r>
                        <a:rPr lang="en-US" altLang="zh-TW" dirty="0"/>
                        <a:t>Off by 1</a:t>
                      </a:r>
                      <a:endParaRPr lang="zh-TW" altLang="en-US" dirty="0"/>
                    </a:p>
                  </a:txBody>
                  <a:tcPr/>
                </a:tc>
                <a:tc>
                  <a:txBody>
                    <a:bodyPr/>
                    <a:lstStyle/>
                    <a:p>
                      <a:r>
                        <a:rPr lang="en-US" altLang="zh-TW" dirty="0"/>
                        <a:t>83.64%</a:t>
                      </a:r>
                      <a:endParaRPr lang="zh-TW" altLang="en-US" dirty="0"/>
                    </a:p>
                  </a:txBody>
                  <a:tcPr/>
                </a:tc>
                <a:extLst>
                  <a:ext uri="{0D108BD9-81ED-4DB2-BD59-A6C34878D82A}">
                    <a16:rowId xmlns:a16="http://schemas.microsoft.com/office/drawing/2014/main" val="567875377"/>
                  </a:ext>
                </a:extLst>
              </a:tr>
              <a:tr h="370840">
                <a:tc>
                  <a:txBody>
                    <a:bodyPr/>
                    <a:lstStyle/>
                    <a:p>
                      <a:r>
                        <a:rPr lang="en-US" altLang="zh-TW" dirty="0"/>
                        <a:t>Off by 2</a:t>
                      </a:r>
                      <a:endParaRPr lang="zh-TW" altLang="en-US" dirty="0"/>
                    </a:p>
                  </a:txBody>
                  <a:tcPr/>
                </a:tc>
                <a:tc>
                  <a:txBody>
                    <a:bodyPr/>
                    <a:lstStyle/>
                    <a:p>
                      <a:r>
                        <a:rPr lang="en-US" altLang="zh-TW" dirty="0"/>
                        <a:t>96.89%</a:t>
                      </a:r>
                      <a:endParaRPr lang="zh-TW" altLang="en-US" dirty="0"/>
                    </a:p>
                  </a:txBody>
                  <a:tcPr/>
                </a:tc>
                <a:extLst>
                  <a:ext uri="{0D108BD9-81ED-4DB2-BD59-A6C34878D82A}">
                    <a16:rowId xmlns:a16="http://schemas.microsoft.com/office/drawing/2014/main" val="1700770092"/>
                  </a:ext>
                </a:extLst>
              </a:tr>
            </a:tbl>
          </a:graphicData>
        </a:graphic>
      </p:graphicFrame>
      <p:pic>
        <p:nvPicPr>
          <p:cNvPr id="8" name="內容版面配置區 6">
            <a:extLst>
              <a:ext uri="{FF2B5EF4-FFF2-40B4-BE49-F238E27FC236}">
                <a16:creationId xmlns:a16="http://schemas.microsoft.com/office/drawing/2014/main" id="{82393AAE-2FA5-4C9E-8393-ADAC1C646F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5525" y="3547158"/>
            <a:ext cx="7379277" cy="2765812"/>
          </a:xfrm>
          <a:prstGeom prst="rect">
            <a:avLst/>
          </a:prstGeom>
        </p:spPr>
      </p:pic>
      <p:sp>
        <p:nvSpPr>
          <p:cNvPr id="9" name="矩形 8">
            <a:extLst>
              <a:ext uri="{FF2B5EF4-FFF2-40B4-BE49-F238E27FC236}">
                <a16:creationId xmlns:a16="http://schemas.microsoft.com/office/drawing/2014/main" id="{DC05F25D-14BE-4EF7-909C-441A8DF3398B}"/>
              </a:ext>
            </a:extLst>
          </p:cNvPr>
          <p:cNvSpPr/>
          <p:nvPr/>
        </p:nvSpPr>
        <p:spPr>
          <a:xfrm>
            <a:off x="5405264" y="4720282"/>
            <a:ext cx="720080" cy="9822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內容版面配置區 3">
            <a:extLst>
              <a:ext uri="{FF2B5EF4-FFF2-40B4-BE49-F238E27FC236}">
                <a16:creationId xmlns:a16="http://schemas.microsoft.com/office/drawing/2014/main" id="{D8D35FE1-6FA1-4765-9D54-0075B39377DB}"/>
              </a:ext>
            </a:extLst>
          </p:cNvPr>
          <p:cNvPicPr>
            <a:picLocks noChangeAspect="1"/>
          </p:cNvPicPr>
          <p:nvPr/>
        </p:nvPicPr>
        <p:blipFill rotWithShape="1">
          <a:blip r:embed="rId3">
            <a:extLst>
              <a:ext uri="{28A0092B-C50C-407E-A947-70E740481C1C}">
                <a14:useLocalDpi xmlns:a14="http://schemas.microsoft.com/office/drawing/2010/main" val="0"/>
              </a:ext>
            </a:extLst>
          </a:blip>
          <a:srcRect l="15240" t="88137" r="57945" b="7186"/>
          <a:stretch/>
        </p:blipFill>
        <p:spPr>
          <a:xfrm>
            <a:off x="2699792" y="3335490"/>
            <a:ext cx="1944216" cy="211668"/>
          </a:xfrm>
          <a:prstGeom prst="rect">
            <a:avLst/>
          </a:prstGeom>
        </p:spPr>
      </p:pic>
      <p:pic>
        <p:nvPicPr>
          <p:cNvPr id="11" name="內容版面配置區 3">
            <a:extLst>
              <a:ext uri="{FF2B5EF4-FFF2-40B4-BE49-F238E27FC236}">
                <a16:creationId xmlns:a16="http://schemas.microsoft.com/office/drawing/2014/main" id="{73128776-5D0A-4012-811F-2DAF921301B7}"/>
              </a:ext>
            </a:extLst>
          </p:cNvPr>
          <p:cNvPicPr>
            <a:picLocks noChangeAspect="1"/>
          </p:cNvPicPr>
          <p:nvPr/>
        </p:nvPicPr>
        <p:blipFill rotWithShape="1">
          <a:blip r:embed="rId3">
            <a:extLst>
              <a:ext uri="{28A0092B-C50C-407E-A947-70E740481C1C}">
                <a14:useLocalDpi xmlns:a14="http://schemas.microsoft.com/office/drawing/2010/main" val="0"/>
              </a:ext>
            </a:extLst>
          </a:blip>
          <a:srcRect l="54966" t="94501" r="16233" b="2317"/>
          <a:stretch/>
        </p:blipFill>
        <p:spPr>
          <a:xfrm>
            <a:off x="5405264" y="3429000"/>
            <a:ext cx="2088232" cy="144016"/>
          </a:xfrm>
          <a:prstGeom prst="rect">
            <a:avLst/>
          </a:prstGeom>
        </p:spPr>
      </p:pic>
    </p:spTree>
    <p:extLst>
      <p:ext uri="{BB962C8B-B14F-4D97-AF65-F5344CB8AC3E}">
        <p14:creationId xmlns:p14="http://schemas.microsoft.com/office/powerpoint/2010/main" val="4523122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9019</TotalTime>
  <Words>340</Words>
  <Application>Microsoft Office PowerPoint</Application>
  <PresentationFormat>如螢幕大小 (4:3)</PresentationFormat>
  <Paragraphs>49</Paragraphs>
  <Slides>12</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Times-Roman</vt:lpstr>
      <vt:lpstr>Arial</vt:lpstr>
      <vt:lpstr>Calibri</vt:lpstr>
      <vt:lpstr>Cambria Math</vt:lpstr>
      <vt:lpstr>Times New Roman</vt:lpstr>
      <vt:lpstr>Office 佈景主題</vt:lpstr>
      <vt:lpstr>Neural Networks and the Estimation of Hands’ Strength in Contract Bridge </vt:lpstr>
      <vt:lpstr>Abstract</vt:lpstr>
      <vt:lpstr>Introduction</vt:lpstr>
      <vt:lpstr>Double Dummy Bridge problem</vt:lpstr>
      <vt:lpstr>Related work- Point count methods</vt:lpstr>
      <vt:lpstr>Related work- Distribution Point methods</vt:lpstr>
      <vt:lpstr>Related work</vt:lpstr>
      <vt:lpstr>Related work</vt:lpstr>
      <vt:lpstr>Autoencoder</vt:lpstr>
      <vt:lpstr>Neural Network</vt:lpstr>
      <vt:lpstr>Results-Suit contract</vt:lpstr>
      <vt:lpstr>Results-NT contract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349</cp:revision>
  <dcterms:created xsi:type="dcterms:W3CDTF">2020-10-30T08:30:28Z</dcterms:created>
  <dcterms:modified xsi:type="dcterms:W3CDTF">2021-07-19T23:05:39Z</dcterms:modified>
</cp:coreProperties>
</file>