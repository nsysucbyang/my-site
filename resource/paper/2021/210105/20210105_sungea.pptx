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29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79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2021/1/5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99561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STR-EC-LCS Computation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Kohei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Yamada ,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Yuto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Nakashima 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Shunsuke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Inenaga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 Hideo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Bannai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Masayuki Takeda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 Science and Technology Agency, Kawaguchi(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川口市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Japan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 Sung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Jan 5, 2021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common subsequence (LCS) problem is a central problem in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stringology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finds the longest common subsequence of given two strings A and B. More recently, a set of four constrained LCS problems (called generalized constrained LCS problem) were proposed by Chen and Chao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[J. Comb.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2011]. In this paper, we consider the substring-excluding constrained LCS (STR-ECLCS) problem. A string Z is said to be an STR-EC-LCS of two given strings A and B excluding P if, Z is one of the longest common subsequences of A and B that does not contain P as a substring. </a:t>
            </a: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917CB-E866-4639-B43C-F8CAC9CB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A89037-A1F3-4D32-B1B1-AAEC724AD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 et al. proposed a dynamic programming solution which computes an STR-EC-LCS in O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 space where m = |A|, n = |B|, r = |P| [Inf. Process. Lett., 2013]. In this paper, we show a new solution for the STR-EC-LCS problem. Our algorithm computes an STR-EC-LCS in O (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n|Σ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+ ( L + 1)( m − L + 1) r) time where |Σ| ≤ min {m, n} denotes the set of distinct characters occurring in both A and B, and L is the length of the STR-EC-LCS. This algorithm is faster than the O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 algorithm for short/long STR-EC-LCS (namely, L ∈ O(1) or m − L ∈ O(1)), and is at least as efficient as the O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 algorithm for all cases.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8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STR-EC-LCS(X,Y,P) 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bcaac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904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450114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內容版面配置區 2"/>
          <p:cNvSpPr txBox="1">
            <a:spLocks/>
          </p:cNvSpPr>
          <p:nvPr/>
        </p:nvSpPr>
        <p:spPr>
          <a:xfrm>
            <a:off x="838200" y="1825625"/>
            <a:ext cx="39974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0020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997411" cy="435133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633969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62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997411" cy="435133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926134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8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997411" cy="435133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035942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98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997411" cy="435133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486516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84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997411" cy="435133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80513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向右箭號 6"/>
          <p:cNvSpPr/>
          <p:nvPr/>
        </p:nvSpPr>
        <p:spPr>
          <a:xfrm>
            <a:off x="7117492" y="2734963"/>
            <a:ext cx="337752" cy="741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326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997411" cy="435133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640696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向右箭號 6"/>
          <p:cNvSpPr/>
          <p:nvPr/>
        </p:nvSpPr>
        <p:spPr>
          <a:xfrm>
            <a:off x="7727092" y="3270422"/>
            <a:ext cx="337752" cy="741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679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997411" cy="435133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616823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2446638" y="2615174"/>
            <a:ext cx="7372865" cy="22286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469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997411" cy="435133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31590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2603157" y="2615174"/>
            <a:ext cx="7842422" cy="27806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050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997411" cy="435133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bcaac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abcaac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791906"/>
              </p:ext>
            </p:extLst>
          </p:nvPr>
        </p:nvGraphicFramePr>
        <p:xfrm>
          <a:off x="5467179" y="1533606"/>
          <a:ext cx="5423247" cy="464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5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6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7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96000" y="1031997"/>
            <a:ext cx="864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587794" y="1968843"/>
            <a:ext cx="83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 flipH="1" flipV="1">
            <a:off x="10083114" y="4975656"/>
            <a:ext cx="403654" cy="337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 flipV="1">
            <a:off x="9494108" y="4477267"/>
            <a:ext cx="403654" cy="337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8872151" y="4312509"/>
            <a:ext cx="432487" cy="41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 flipV="1">
            <a:off x="7669427" y="3402488"/>
            <a:ext cx="403654" cy="337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H="1" flipV="1">
            <a:off x="7092778" y="2898627"/>
            <a:ext cx="403654" cy="337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H="1" flipV="1">
            <a:off x="8305112" y="3958284"/>
            <a:ext cx="403654" cy="3377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546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STR-EC-LCS(X,Y,P) 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bcaac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227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96511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 0 : 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bcababb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 1 : suffix = a (ex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bcab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 2 : suffix = ab (ex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bcab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bcab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(k=1,length=5) →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bcab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(k=2,length=6) →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bcababb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(k=0,length=7)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6F213A2-0C40-41E3-B414-B94C8522AF20}"/>
              </a:ext>
            </a:extLst>
          </p:cNvPr>
          <p:cNvSpPr txBox="1"/>
          <p:nvPr/>
        </p:nvSpPr>
        <p:spPr>
          <a:xfrm>
            <a:off x="4221759" y="4169220"/>
            <a:ext cx="274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39DF358-0244-4096-ABEE-D1D36264DE98}"/>
              </a:ext>
            </a:extLst>
          </p:cNvPr>
          <p:cNvSpPr txBox="1"/>
          <p:nvPr/>
        </p:nvSpPr>
        <p:spPr>
          <a:xfrm>
            <a:off x="8012534" y="4195677"/>
            <a:ext cx="274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912660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696276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614571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009479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543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36296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402131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436166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1433395" y="3501081"/>
            <a:ext cx="4110670" cy="4118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930983" y="1805845"/>
            <a:ext cx="36693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 = …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2089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187442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369643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911706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0983" y="1805845"/>
            <a:ext cx="36693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 = …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7" name="向右箭號 16"/>
          <p:cNvSpPr/>
          <p:nvPr/>
        </p:nvSpPr>
        <p:spPr>
          <a:xfrm>
            <a:off x="1342896" y="3800946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右箭號 17"/>
          <p:cNvSpPr/>
          <p:nvPr/>
        </p:nvSpPr>
        <p:spPr>
          <a:xfrm>
            <a:off x="9267838" y="3800945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5F83C45-E3E2-4759-85C1-E6F1EA49226B}"/>
              </a:ext>
            </a:extLst>
          </p:cNvPr>
          <p:cNvCxnSpPr/>
          <p:nvPr/>
        </p:nvCxnSpPr>
        <p:spPr>
          <a:xfrm>
            <a:off x="1433395" y="3501081"/>
            <a:ext cx="4110670" cy="4118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864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000133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023730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375741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0984" y="1805845"/>
            <a:ext cx="1572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…a + b = …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</p:txBody>
      </p:sp>
      <p:cxnSp>
        <p:nvCxnSpPr>
          <p:cNvPr id="22" name="直線單箭頭接點 21"/>
          <p:cNvCxnSpPr/>
          <p:nvPr/>
        </p:nvCxnSpPr>
        <p:spPr>
          <a:xfrm>
            <a:off x="5618907" y="3855308"/>
            <a:ext cx="4184120" cy="3657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604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7290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094587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866552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0984" y="1805845"/>
            <a:ext cx="1572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…a + b = …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</p:txBody>
      </p:sp>
      <p:sp>
        <p:nvSpPr>
          <p:cNvPr id="16" name="向右箭號 15"/>
          <p:cNvSpPr/>
          <p:nvPr/>
        </p:nvSpPr>
        <p:spPr>
          <a:xfrm>
            <a:off x="1688885" y="4196362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右箭號 16"/>
          <p:cNvSpPr/>
          <p:nvPr/>
        </p:nvSpPr>
        <p:spPr>
          <a:xfrm>
            <a:off x="5618907" y="4188124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5618907" y="3855308"/>
            <a:ext cx="4184120" cy="3657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224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557877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796661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969501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0984" y="1805845"/>
            <a:ext cx="1778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…ab + c = …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18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97324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208212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959868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0984" y="1805845"/>
            <a:ext cx="1778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…ab + c = …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向右箭號 15"/>
          <p:cNvSpPr/>
          <p:nvPr/>
        </p:nvSpPr>
        <p:spPr>
          <a:xfrm>
            <a:off x="5972561" y="4594118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右箭號 16"/>
          <p:cNvSpPr/>
          <p:nvPr/>
        </p:nvSpPr>
        <p:spPr>
          <a:xfrm>
            <a:off x="9887880" y="4585879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右箭號 17"/>
          <p:cNvSpPr/>
          <p:nvPr/>
        </p:nvSpPr>
        <p:spPr>
          <a:xfrm>
            <a:off x="2028590" y="4588348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20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219695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139181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677130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593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 = …b</a:t>
            </a:r>
          </a:p>
        </p:txBody>
      </p:sp>
      <p:cxnSp>
        <p:nvCxnSpPr>
          <p:cNvPr id="23" name="直線單箭頭接點 22"/>
          <p:cNvCxnSpPr/>
          <p:nvPr/>
        </p:nvCxnSpPr>
        <p:spPr>
          <a:xfrm>
            <a:off x="1696994" y="3534032"/>
            <a:ext cx="205946" cy="2471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567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425726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942707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055375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593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 = …b</a:t>
            </a: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1696994" y="3534032"/>
            <a:ext cx="205946" cy="2471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向右箭號 12"/>
          <p:cNvSpPr/>
          <p:nvPr/>
        </p:nvSpPr>
        <p:spPr>
          <a:xfrm>
            <a:off x="5645588" y="3814119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右箭號 13"/>
          <p:cNvSpPr/>
          <p:nvPr/>
        </p:nvSpPr>
        <p:spPr>
          <a:xfrm>
            <a:off x="9628583" y="3812181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600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54631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441092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316941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593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 = …c</a:t>
            </a:r>
          </a:p>
        </p:txBody>
      </p:sp>
      <p:cxnSp>
        <p:nvCxnSpPr>
          <p:cNvPr id="10" name="直線單箭頭接點 9"/>
          <p:cNvCxnSpPr/>
          <p:nvPr/>
        </p:nvCxnSpPr>
        <p:spPr>
          <a:xfrm>
            <a:off x="2028590" y="3929449"/>
            <a:ext cx="228578" cy="280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52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57947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68978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365698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593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 = …c</a:t>
            </a: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2028590" y="3918615"/>
            <a:ext cx="212102" cy="2965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向右箭號 14"/>
          <p:cNvSpPr/>
          <p:nvPr/>
        </p:nvSpPr>
        <p:spPr>
          <a:xfrm>
            <a:off x="5989037" y="4215178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向右箭號 15"/>
          <p:cNvSpPr/>
          <p:nvPr/>
        </p:nvSpPr>
        <p:spPr>
          <a:xfrm>
            <a:off x="9950536" y="4215178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533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014079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155535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788389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8357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 = …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+ a = …ab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10" name="直線單箭頭接點 9"/>
          <p:cNvCxnSpPr/>
          <p:nvPr/>
        </p:nvCxnSpPr>
        <p:spPr>
          <a:xfrm>
            <a:off x="2388973" y="4283676"/>
            <a:ext cx="4102443" cy="387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>
            <a:off x="6614984" y="4275438"/>
            <a:ext cx="3484605" cy="395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10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267280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418218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649254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8357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 = …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+ a = …ab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向右箭號 12"/>
          <p:cNvSpPr/>
          <p:nvPr/>
        </p:nvSpPr>
        <p:spPr>
          <a:xfrm>
            <a:off x="2349865" y="4587251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右箭號 13"/>
          <p:cNvSpPr/>
          <p:nvPr/>
        </p:nvSpPr>
        <p:spPr>
          <a:xfrm>
            <a:off x="10266428" y="4587251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388973" y="4283676"/>
            <a:ext cx="4102443" cy="387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6614984" y="4275438"/>
            <a:ext cx="3484605" cy="395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515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845705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194203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926749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630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b = …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</p:txBody>
      </p:sp>
      <p:cxnSp>
        <p:nvCxnSpPr>
          <p:cNvPr id="10" name="直線單箭頭接點 9"/>
          <p:cNvCxnSpPr/>
          <p:nvPr/>
        </p:nvCxnSpPr>
        <p:spPr>
          <a:xfrm>
            <a:off x="6647935" y="4720281"/>
            <a:ext cx="4135395" cy="3295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6041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47327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73657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300394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630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b = …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</p:txBody>
      </p:sp>
      <p:sp>
        <p:nvSpPr>
          <p:cNvPr id="12" name="向右箭號 11"/>
          <p:cNvSpPr/>
          <p:nvPr/>
        </p:nvSpPr>
        <p:spPr>
          <a:xfrm>
            <a:off x="2662903" y="5023856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右箭號 12"/>
          <p:cNvSpPr/>
          <p:nvPr/>
        </p:nvSpPr>
        <p:spPr>
          <a:xfrm>
            <a:off x="6674729" y="5023856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6647935" y="4720281"/>
            <a:ext cx="4135395" cy="3295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519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486089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960811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856221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acbcaacb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835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+ a = …ab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3295136" y="5041557"/>
            <a:ext cx="7488194" cy="3624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328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067812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664152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552758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acbcaacb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0984" y="1805845"/>
            <a:ext cx="1835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+ a = …ab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" name="向右箭號 11"/>
          <p:cNvSpPr/>
          <p:nvPr/>
        </p:nvSpPr>
        <p:spPr>
          <a:xfrm>
            <a:off x="3037186" y="5402796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右箭號 12"/>
          <p:cNvSpPr/>
          <p:nvPr/>
        </p:nvSpPr>
        <p:spPr>
          <a:xfrm>
            <a:off x="10958404" y="5402796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>
            <a:cxnSpLocks/>
          </p:cNvCxnSpPr>
          <p:nvPr/>
        </p:nvCxnSpPr>
        <p:spPr>
          <a:xfrm flipH="1">
            <a:off x="7275443" y="5041557"/>
            <a:ext cx="3507887" cy="361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216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056576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78332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262729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abcaba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acbcaacbaa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向右箭號 14"/>
          <p:cNvSpPr/>
          <p:nvPr/>
        </p:nvSpPr>
        <p:spPr>
          <a:xfrm>
            <a:off x="3297216" y="5773499"/>
            <a:ext cx="213926" cy="46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3217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172631"/>
              </p:ext>
            </p:extLst>
          </p:nvPr>
        </p:nvGraphicFramePr>
        <p:xfrm>
          <a:off x="83820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77326"/>
              </p:ext>
            </p:extLst>
          </p:nvPr>
        </p:nvGraphicFramePr>
        <p:xfrm>
          <a:off x="4796480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118071"/>
              </p:ext>
            </p:extLst>
          </p:nvPr>
        </p:nvGraphicFramePr>
        <p:xfrm>
          <a:off x="8754761" y="2852228"/>
          <a:ext cx="29017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7537">
                <a:tc>
                  <a:txBody>
                    <a:bodyPr/>
                    <a:lstStyle/>
                    <a:p>
                      <a:pPr algn="ctr"/>
                      <a:endParaRPr lang="zh-TW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bg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8200" y="6438166"/>
            <a:ext cx="1190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96480" y="6435972"/>
            <a:ext cx="1124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8754760" y="6435972"/>
            <a:ext cx="1240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= ab 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0682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aba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3352800" y="5066270"/>
            <a:ext cx="7422292" cy="3542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 flipV="1">
            <a:off x="6656173" y="4679092"/>
            <a:ext cx="4118919" cy="280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6656173" y="4291914"/>
            <a:ext cx="3468130" cy="280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9910119" y="4168346"/>
            <a:ext cx="2141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5692346" y="3847750"/>
            <a:ext cx="4102444" cy="3249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681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6872" y="2048946"/>
            <a:ext cx="3991532" cy="3410426"/>
          </a:xfrm>
          <a:prstGeom prst="rect">
            <a:avLst/>
          </a:prstGeom>
        </p:spPr>
      </p:pic>
      <p:sp>
        <p:nvSpPr>
          <p:cNvPr id="6" name="內容版面配置區 2"/>
          <p:cNvSpPr txBox="1">
            <a:spLocks/>
          </p:cNvSpPr>
          <p:nvPr/>
        </p:nvSpPr>
        <p:spPr>
          <a:xfrm>
            <a:off x="838200" y="1825624"/>
            <a:ext cx="10515600" cy="1006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O((L + 1)*(m − L + 1)*r)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: P’s length</a:t>
            </a:r>
          </a:p>
        </p:txBody>
      </p:sp>
    </p:spTree>
    <p:extLst>
      <p:ext uri="{BB962C8B-B14F-4D97-AF65-F5344CB8AC3E}">
        <p14:creationId xmlns:p14="http://schemas.microsoft.com/office/powerpoint/2010/main" val="129767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2988</Words>
  <Application>Microsoft Office PowerPoint</Application>
  <PresentationFormat>寬螢幕</PresentationFormat>
  <Paragraphs>2155</Paragraphs>
  <Slides>36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Office 佈景主題</vt:lpstr>
      <vt:lpstr>Faster STR-EC-LCS Computation</vt:lpstr>
      <vt:lpstr>Abstract(1/2)</vt:lpstr>
      <vt:lpstr>Abstract(2/2)</vt:lpstr>
      <vt:lpstr>STR-EC-LCS</vt:lpstr>
      <vt:lpstr>LCS by Nakatsu</vt:lpstr>
      <vt:lpstr>LCS by Nakatsu</vt:lpstr>
      <vt:lpstr>LCS by Nakatsu</vt:lpstr>
      <vt:lpstr>LCS by Nakatsu</vt:lpstr>
      <vt:lpstr>LCS by Nakatsu</vt:lpstr>
      <vt:lpstr>LCS by Nakatsu</vt:lpstr>
      <vt:lpstr>LCS by Nakatsu</vt:lpstr>
      <vt:lpstr>LCS by Nakatsu</vt:lpstr>
      <vt:lpstr>LCS by Nakatsu</vt:lpstr>
      <vt:lpstr>LCS by Nakatsu</vt:lpstr>
      <vt:lpstr>STR-EC-LCS 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pplab</cp:lastModifiedBy>
  <cp:revision>32</cp:revision>
  <dcterms:created xsi:type="dcterms:W3CDTF">2021-01-03T09:53:04Z</dcterms:created>
  <dcterms:modified xsi:type="dcterms:W3CDTF">2021-01-05T11:03:29Z</dcterms:modified>
</cp:coreProperties>
</file>