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7" r:id="rId2"/>
    <p:sldId id="535" r:id="rId3"/>
    <p:sldId id="537" r:id="rId4"/>
    <p:sldId id="260" r:id="rId5"/>
    <p:sldId id="538" r:id="rId6"/>
    <p:sldId id="539" r:id="rId7"/>
    <p:sldId id="516" r:id="rId8"/>
    <p:sldId id="540" r:id="rId9"/>
    <p:sldId id="542" r:id="rId10"/>
    <p:sldId id="543" r:id="rId11"/>
    <p:sldId id="541" r:id="rId12"/>
    <p:sldId id="544" r:id="rId13"/>
    <p:sldId id="545" r:id="rId14"/>
    <p:sldId id="546" r:id="rId15"/>
    <p:sldId id="547" r:id="rId16"/>
    <p:sldId id="548" r:id="rId17"/>
    <p:sldId id="549" r:id="rId18"/>
    <p:sldId id="550" r:id="rId19"/>
    <p:sldId id="551" r:id="rId20"/>
    <p:sldId id="552" r:id="rId21"/>
    <p:sldId id="553" r:id="rId22"/>
    <p:sldId id="554" r:id="rId23"/>
    <p:sldId id="555" r:id="rId24"/>
  </p:sldIdLst>
  <p:sldSz cx="9144000" cy="6858000" type="screen4x3"/>
  <p:notesSz cx="6807200" cy="9939338"/>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CCCC"/>
    <a:srgbClr val="FF16FF"/>
    <a:srgbClr val="FAEBD7"/>
    <a:srgbClr val="00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234" autoAdjust="0"/>
    <p:restoredTop sz="73300" autoAdjust="0"/>
  </p:normalViewPr>
  <p:slideViewPr>
    <p:cSldViewPr>
      <p:cViewPr varScale="1">
        <p:scale>
          <a:sx n="85" d="100"/>
          <a:sy n="85" d="100"/>
        </p:scale>
        <p:origin x="1258" y="72"/>
      </p:cViewPr>
      <p:guideLst>
        <p:guide orient="horz" pos="2160"/>
        <p:guide pos="2880"/>
      </p:guideLst>
    </p:cSldViewPr>
  </p:slideViewPr>
  <p:outlineViewPr>
    <p:cViewPr>
      <p:scale>
        <a:sx n="33" d="100"/>
        <a:sy n="33" d="100"/>
      </p:scale>
      <p:origin x="0" y="-5275"/>
    </p:cViewPr>
  </p:outlineViewPr>
  <p:notesTextViewPr>
    <p:cViewPr>
      <p:scale>
        <a:sx n="115" d="100"/>
        <a:sy n="115"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49787" cy="496967"/>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55838" y="0"/>
            <a:ext cx="2949787" cy="496967"/>
          </a:xfrm>
          <a:prstGeom prst="rect">
            <a:avLst/>
          </a:prstGeom>
        </p:spPr>
        <p:txBody>
          <a:bodyPr vert="horz" lIns="91440" tIns="45720" rIns="91440" bIns="45720" rtlCol="0"/>
          <a:lstStyle>
            <a:lvl1pPr algn="r">
              <a:defRPr sz="1200"/>
            </a:lvl1pPr>
          </a:lstStyle>
          <a:p>
            <a:fld id="{48EC598C-8F50-4D8A-A257-9F9A3D6EE20F}" type="datetimeFigureOut">
              <a:rPr lang="zh-TW" altLang="en-US" smtClean="0"/>
              <a:pPr/>
              <a:t>2021/9/28</a:t>
            </a:fld>
            <a:endParaRPr lang="zh-TW" altLang="en-US"/>
          </a:p>
        </p:txBody>
      </p:sp>
      <p:sp>
        <p:nvSpPr>
          <p:cNvPr id="4" name="投影片圖像版面配置區 3"/>
          <p:cNvSpPr>
            <a:spLocks noGrp="1" noRot="1" noChangeAspect="1"/>
          </p:cNvSpPr>
          <p:nvPr>
            <p:ph type="sldImg" idx="2"/>
          </p:nvPr>
        </p:nvSpPr>
        <p:spPr>
          <a:xfrm>
            <a:off x="920750" y="746125"/>
            <a:ext cx="4965700" cy="3725863"/>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0720" y="4721186"/>
            <a:ext cx="5445760" cy="4472702"/>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9440646"/>
            <a:ext cx="2949787" cy="49696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55838" y="9440646"/>
            <a:ext cx="2949787" cy="496967"/>
          </a:xfrm>
          <a:prstGeom prst="rect">
            <a:avLst/>
          </a:prstGeom>
        </p:spPr>
        <p:txBody>
          <a:bodyPr vert="horz" lIns="91440" tIns="45720" rIns="91440" bIns="45720" rtlCol="0" anchor="b"/>
          <a:lstStyle>
            <a:lvl1pPr algn="r">
              <a:defRPr sz="1200"/>
            </a:lvl1pPr>
          </a:lstStyle>
          <a:p>
            <a:fld id="{65A18BCC-D1EA-4D8A-929C-D092EA2B4393}"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58745C38-81A3-45D4-9959-4EF52C41C41F}" type="slidenum">
              <a:rPr lang="zh-TW" altLang="en-US" smtClean="0"/>
              <a:pPr/>
              <a:t>1</a:t>
            </a:fld>
            <a:endParaRPr lang="zh-TW" altLang="en-US"/>
          </a:p>
        </p:txBody>
      </p:sp>
    </p:spTree>
    <p:extLst>
      <p:ext uri="{BB962C8B-B14F-4D97-AF65-F5344CB8AC3E}">
        <p14:creationId xmlns:p14="http://schemas.microsoft.com/office/powerpoint/2010/main" val="27038194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168400" y="1243013"/>
            <a:ext cx="4470400" cy="3354387"/>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pPr/>
              <a:t>2</a:t>
            </a:fld>
            <a:endParaRPr lang="zh-TW" altLang="en-US"/>
          </a:p>
        </p:txBody>
      </p:sp>
    </p:spTree>
    <p:extLst>
      <p:ext uri="{BB962C8B-B14F-4D97-AF65-F5344CB8AC3E}">
        <p14:creationId xmlns:p14="http://schemas.microsoft.com/office/powerpoint/2010/main" val="29529447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168400" y="1243013"/>
            <a:ext cx="4470400" cy="3354387"/>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pPr/>
              <a:t>3</a:t>
            </a:fld>
            <a:endParaRPr lang="zh-TW" altLang="en-US"/>
          </a:p>
        </p:txBody>
      </p:sp>
    </p:spTree>
    <p:extLst>
      <p:ext uri="{BB962C8B-B14F-4D97-AF65-F5344CB8AC3E}">
        <p14:creationId xmlns:p14="http://schemas.microsoft.com/office/powerpoint/2010/main" val="32579885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65A18BCC-D1EA-4D8A-929C-D092EA2B4393}" type="slidenum">
              <a:rPr lang="zh-TW" altLang="en-US" smtClean="0"/>
              <a:pPr/>
              <a:t>4</a:t>
            </a:fld>
            <a:endParaRPr lang="zh-TW" altLang="en-US"/>
          </a:p>
        </p:txBody>
      </p:sp>
    </p:spTree>
    <p:extLst>
      <p:ext uri="{BB962C8B-B14F-4D97-AF65-F5344CB8AC3E}">
        <p14:creationId xmlns:p14="http://schemas.microsoft.com/office/powerpoint/2010/main" val="29918177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2 club </a:t>
            </a:r>
            <a:r>
              <a:rPr lang="zh-TW" altLang="en-US" dirty="0"/>
              <a:t>開叫代表手上有至少</a:t>
            </a:r>
            <a:r>
              <a:rPr lang="en-US" altLang="zh-TW" dirty="0"/>
              <a:t>22</a:t>
            </a:r>
            <a:r>
              <a:rPr lang="zh-TW" altLang="en-US" dirty="0"/>
              <a:t>點</a:t>
            </a:r>
          </a:p>
        </p:txBody>
      </p:sp>
      <p:sp>
        <p:nvSpPr>
          <p:cNvPr id="4" name="投影片編號版面配置區 3"/>
          <p:cNvSpPr>
            <a:spLocks noGrp="1"/>
          </p:cNvSpPr>
          <p:nvPr>
            <p:ph type="sldNum" sz="quarter" idx="5"/>
          </p:nvPr>
        </p:nvSpPr>
        <p:spPr/>
        <p:txBody>
          <a:bodyPr/>
          <a:lstStyle/>
          <a:p>
            <a:fld id="{65A18BCC-D1EA-4D8A-929C-D092EA2B4393}" type="slidenum">
              <a:rPr lang="zh-TW" altLang="en-US" smtClean="0"/>
              <a:pPr/>
              <a:t>8</a:t>
            </a:fld>
            <a:endParaRPr lang="zh-TW" altLang="en-US"/>
          </a:p>
        </p:txBody>
      </p:sp>
    </p:spTree>
    <p:extLst>
      <p:ext uri="{BB962C8B-B14F-4D97-AF65-F5344CB8AC3E}">
        <p14:creationId xmlns:p14="http://schemas.microsoft.com/office/powerpoint/2010/main" val="30852759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a:t>按一下以編輯母片標題樣式</a:t>
            </a:r>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a:t>按一下以編輯母片副標題樣式</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2021/9/28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2021/9/28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a:t>按一下以編輯母片標題樣式</a:t>
            </a:r>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按一下以編輯母片文字樣式</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2021/9/28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fld id="{25BD1462-57C0-4459-9390-560953396E85}" type="datetimeFigureOut">
              <a:rPr lang="zh-TW" altLang="en-US" smtClean="0"/>
              <a:pPr/>
              <a:t>2021/9/28</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a:t>按一下以編輯母片標題樣式</a:t>
            </a:r>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fld id="{25BD1462-57C0-4459-9390-560953396E85}" type="datetimeFigureOut">
              <a:rPr lang="zh-TW" altLang="en-US" smtClean="0"/>
              <a:pPr/>
              <a:t>2021/9/28</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25BD1462-57C0-4459-9390-560953396E85}" type="datetimeFigureOut">
              <a:rPr lang="zh-TW" altLang="en-US" smtClean="0"/>
              <a:pPr/>
              <a:t>2021/9/28</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25BD1462-57C0-4459-9390-560953396E85}" type="datetimeFigureOut">
              <a:rPr lang="zh-TW" altLang="en-US" smtClean="0"/>
              <a:pPr/>
              <a:t>2021/9/28</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a:t>按一下以編輯母片標題樣式</a:t>
            </a:r>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25BD1462-57C0-4459-9390-560953396E85}" type="datetimeFigureOut">
              <a:rPr lang="zh-TW" altLang="en-US" smtClean="0"/>
              <a:pPr/>
              <a:t>2021/9/28</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a:t>按一下以編輯母片標題樣式</a:t>
            </a:r>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25BD1462-57C0-4459-9390-560953396E85}" type="datetimeFigureOut">
              <a:rPr lang="zh-TW" altLang="en-US" smtClean="0"/>
              <a:pPr/>
              <a:t>2021/9/28</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2021/9/28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2021/9/28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5BD1462-57C0-4459-9390-560953396E85}" type="datetimeFigureOut">
              <a:rPr lang="zh-TW" altLang="en-US" smtClean="0"/>
              <a:pPr/>
              <a:t>2021/9/28</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689265B-D561-4CD1-972E-9E84754BEC82}"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0B6A882-00D3-47EF-9E00-5F5448FB3E79}"/>
              </a:ext>
            </a:extLst>
          </p:cNvPr>
          <p:cNvSpPr>
            <a:spLocks noGrp="1"/>
          </p:cNvSpPr>
          <p:nvPr>
            <p:ph type="ctrTitle"/>
          </p:nvPr>
        </p:nvSpPr>
        <p:spPr>
          <a:xfrm>
            <a:off x="1497046" y="1700808"/>
            <a:ext cx="6149906" cy="649317"/>
          </a:xfrm>
        </p:spPr>
        <p:txBody>
          <a:bodyPr>
            <a:noAutofit/>
          </a:bodyPr>
          <a:lstStyle/>
          <a:p>
            <a:br>
              <a:rPr lang="en-US" altLang="zh-TW" sz="3200" dirty="0">
                <a:latin typeface="Times New Roman"/>
                <a:ea typeface="新細明體"/>
                <a:cs typeface="Times New Roman"/>
              </a:rPr>
            </a:br>
            <a:r>
              <a:rPr lang="en-US" altLang="zh-TW" sz="3200" dirty="0">
                <a:latin typeface="Times New Roman"/>
                <a:ea typeface="新細明體"/>
                <a:cs typeface="Times New Roman"/>
              </a:rPr>
              <a:t>Competitive Bridge Bidding with Deep Neural Networks</a:t>
            </a:r>
          </a:p>
        </p:txBody>
      </p:sp>
      <p:sp>
        <p:nvSpPr>
          <p:cNvPr id="3" name="副標題 2">
            <a:extLst>
              <a:ext uri="{FF2B5EF4-FFF2-40B4-BE49-F238E27FC236}">
                <a16:creationId xmlns:a16="http://schemas.microsoft.com/office/drawing/2014/main" id="{7DA53B5D-3737-4D8B-A009-A9D02CAEE169}"/>
              </a:ext>
            </a:extLst>
          </p:cNvPr>
          <p:cNvSpPr>
            <a:spLocks noGrp="1"/>
          </p:cNvSpPr>
          <p:nvPr>
            <p:ph type="subTitle" idx="1"/>
          </p:nvPr>
        </p:nvSpPr>
        <p:spPr>
          <a:xfrm>
            <a:off x="1142999" y="3003984"/>
            <a:ext cx="6858000" cy="425017"/>
          </a:xfrm>
        </p:spPr>
        <p:txBody>
          <a:bodyPr vert="horz" lIns="91440" tIns="45720" rIns="91440" bIns="45720" rtlCol="0" anchor="t">
            <a:noAutofit/>
          </a:bodyPr>
          <a:lstStyle/>
          <a:p>
            <a:pPr fontAlgn="ctr"/>
            <a:r>
              <a:rPr lang="en-US" altLang="zh-TW" sz="2000" dirty="0">
                <a:solidFill>
                  <a:schemeClr val="tx1"/>
                </a:solidFill>
                <a:latin typeface="Times New Roman"/>
                <a:ea typeface="新細明體"/>
                <a:cs typeface="Times New Roman"/>
              </a:rPr>
              <a:t>Jiang Rong, Tao Qin, Bo An</a:t>
            </a:r>
          </a:p>
        </p:txBody>
      </p:sp>
      <p:sp>
        <p:nvSpPr>
          <p:cNvPr id="8" name="文字方塊 7">
            <a:extLst>
              <a:ext uri="{FF2B5EF4-FFF2-40B4-BE49-F238E27FC236}">
                <a16:creationId xmlns:a16="http://schemas.microsoft.com/office/drawing/2014/main" id="{8F2527E8-BB8F-41FB-8AF1-03DCC96BC069}"/>
              </a:ext>
            </a:extLst>
          </p:cNvPr>
          <p:cNvSpPr txBox="1"/>
          <p:nvPr/>
        </p:nvSpPr>
        <p:spPr>
          <a:xfrm>
            <a:off x="750472" y="3847691"/>
            <a:ext cx="7643054" cy="1107996"/>
          </a:xfrm>
          <a:prstGeom prst="rect">
            <a:avLst/>
          </a:prstGeom>
          <a:noFill/>
        </p:spPr>
        <p:txBody>
          <a:bodyPr wrap="square" lIns="91440" tIns="45720" rIns="91440" bIns="45720" rtlCol="0" anchor="t">
            <a:spAutoFit/>
          </a:bodyPr>
          <a:lstStyle/>
          <a:p>
            <a:pPr algn="ctr"/>
            <a:r>
              <a:rPr lang="en-US" altLang="zh-TW" sz="2200" dirty="0">
                <a:latin typeface="Times New Roman"/>
                <a:ea typeface="+mn-lt"/>
                <a:cs typeface="+mn-lt"/>
              </a:rPr>
              <a:t>18th International Conference on Autonomous Agents and Multiagent Systems, AAMAS '19, Montreal, QC, Canada, May 13-17, 2019</a:t>
            </a:r>
          </a:p>
        </p:txBody>
      </p:sp>
      <p:sp>
        <p:nvSpPr>
          <p:cNvPr id="9" name="文字方塊 8">
            <a:extLst>
              <a:ext uri="{FF2B5EF4-FFF2-40B4-BE49-F238E27FC236}">
                <a16:creationId xmlns:a16="http://schemas.microsoft.com/office/drawing/2014/main" id="{6BC92671-3184-4146-A361-F82079153C2E}"/>
              </a:ext>
            </a:extLst>
          </p:cNvPr>
          <p:cNvSpPr txBox="1"/>
          <p:nvPr/>
        </p:nvSpPr>
        <p:spPr>
          <a:xfrm>
            <a:off x="5652120" y="5377328"/>
            <a:ext cx="3158237"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Presenter: Jing-Ping Jan</a:t>
            </a:r>
            <a:endParaRPr lang="zh-TW" altLang="en-US" sz="2400" dirty="0">
              <a:latin typeface="Times New Roman" panose="02020603050405020304" pitchFamily="18" charset="0"/>
              <a:cs typeface="Times New Roman" panose="02020603050405020304" pitchFamily="18" charset="0"/>
            </a:endParaRPr>
          </a:p>
        </p:txBody>
      </p:sp>
      <p:sp>
        <p:nvSpPr>
          <p:cNvPr id="10" name="文字方塊 9">
            <a:extLst>
              <a:ext uri="{FF2B5EF4-FFF2-40B4-BE49-F238E27FC236}">
                <a16:creationId xmlns:a16="http://schemas.microsoft.com/office/drawing/2014/main" id="{52A0654C-2F84-4026-9FCF-04C8DF590D5F}"/>
              </a:ext>
            </a:extLst>
          </p:cNvPr>
          <p:cNvSpPr txBox="1"/>
          <p:nvPr/>
        </p:nvSpPr>
        <p:spPr>
          <a:xfrm>
            <a:off x="5652120" y="5805264"/>
            <a:ext cx="2619628" cy="461665"/>
          </a:xfrm>
          <a:prstGeom prst="rect">
            <a:avLst/>
          </a:prstGeom>
          <a:noFill/>
        </p:spPr>
        <p:txBody>
          <a:bodyPr wrap="none" lIns="91440" tIns="45720" rIns="91440" bIns="45720" rtlCol="0" anchor="t">
            <a:spAutoFit/>
          </a:bodyPr>
          <a:lstStyle>
            <a:defPPr>
              <a:defRPr lang="zh-TW"/>
            </a:defPPr>
            <a:lvl1pPr>
              <a:defRPr sz="2400">
                <a:latin typeface="Times New Roman" panose="02020603050405020304" pitchFamily="18" charset="0"/>
                <a:cs typeface="Times New Roman" panose="02020603050405020304" pitchFamily="18" charset="0"/>
              </a:defRPr>
            </a:lvl1pPr>
          </a:lstStyle>
          <a:p>
            <a:r>
              <a:rPr lang="en-US" altLang="zh-TW" dirty="0">
                <a:latin typeface="Times New Roman"/>
                <a:ea typeface="新細明體"/>
                <a:cs typeface="Times New Roman"/>
              </a:rPr>
              <a:t>Date: Sep. 28, 2021</a:t>
            </a:r>
            <a:endParaRPr lang="zh-TW" altLang="en-US" dirty="0">
              <a:latin typeface="Times New Roman"/>
              <a:ea typeface="新細明體"/>
              <a:cs typeface="Times New Roman"/>
            </a:endParaRPr>
          </a:p>
        </p:txBody>
      </p:sp>
    </p:spTree>
    <p:extLst>
      <p:ext uri="{BB962C8B-B14F-4D97-AF65-F5344CB8AC3E}">
        <p14:creationId xmlns:p14="http://schemas.microsoft.com/office/powerpoint/2010/main" val="355704993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628649" y="260648"/>
            <a:ext cx="7886700" cy="583367"/>
          </a:xfrm>
        </p:spPr>
        <p:txBody>
          <a:bodyPr>
            <a:normAutofit/>
          </a:bodyPr>
          <a:lstStyle/>
          <a:p>
            <a:pPr algn="l"/>
            <a:r>
              <a:rPr lang="en-US" altLang="zh-TW" sz="3200" b="1" dirty="0">
                <a:latin typeface="Times New Roman" panose="02020603050405020304" pitchFamily="18" charset="0"/>
                <a:cs typeface="Times New Roman" panose="02020603050405020304" pitchFamily="18" charset="0"/>
              </a:rPr>
              <a:t>Abstract</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5E26DCC3-1991-4383-BF81-99FF895536EE}"/>
              </a:ext>
            </a:extLst>
          </p:cNvPr>
          <p:cNvSpPr>
            <a:spLocks noGrp="1"/>
          </p:cNvSpPr>
          <p:nvPr>
            <p:ph idx="1"/>
          </p:nvPr>
        </p:nvSpPr>
        <p:spPr>
          <a:xfrm>
            <a:off x="69502" y="1052736"/>
            <a:ext cx="9004993" cy="5347657"/>
          </a:xfrm>
        </p:spPr>
        <p:txBody>
          <a:bodyPr vert="horz" lIns="91440" tIns="45720" rIns="91440" bIns="45720" rtlCol="0" anchor="t">
            <a:noAutofit/>
          </a:bodyPr>
          <a:lstStyle/>
          <a:p>
            <a:pPr marL="0" indent="0" algn="just">
              <a:lnSpc>
                <a:spcPts val="3200"/>
              </a:lnSpc>
              <a:buNone/>
            </a:pPr>
            <a:r>
              <a:rPr lang="en-US" sz="2200" dirty="0">
                <a:latin typeface="Times New Roman"/>
                <a:ea typeface="+mn-lt"/>
                <a:cs typeface="+mn-lt"/>
              </a:rPr>
              <a:t>The game of bridge consists of two stages: bidding and playing. While playing is proved to be relatively easy for computer programs, bidding is very challenging. During the bidding stage, each player knowing only his/her own cards needs to exchange information with his/her partner and interfere with opponents at the same time. Existing methods for solving perfect-information games cannot be directly applied to bidding. Most bridge programs are based on human-designed rules, which, however, cannot cover all situations and are usually ambiguous and even conflicting with each other. In this paper, we, for the first time, propose a competitive bidding system based on deep learning techniques, which exhibits two novelties. </a:t>
            </a:r>
          </a:p>
        </p:txBody>
      </p:sp>
    </p:spTree>
    <p:extLst>
      <p:ext uri="{BB962C8B-B14F-4D97-AF65-F5344CB8AC3E}">
        <p14:creationId xmlns:p14="http://schemas.microsoft.com/office/powerpoint/2010/main" val="692731459"/>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628649" y="260648"/>
            <a:ext cx="7886700" cy="583367"/>
          </a:xfrm>
        </p:spPr>
        <p:txBody>
          <a:bodyPr>
            <a:normAutofit/>
          </a:bodyPr>
          <a:lstStyle/>
          <a:p>
            <a:pPr algn="l"/>
            <a:r>
              <a:rPr lang="en-US" altLang="zh-TW" sz="3200" b="1" dirty="0">
                <a:latin typeface="Times New Roman" panose="02020603050405020304" pitchFamily="18" charset="0"/>
                <a:cs typeface="Times New Roman" panose="02020603050405020304" pitchFamily="18" charset="0"/>
              </a:rPr>
              <a:t>Abstract</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5E26DCC3-1991-4383-BF81-99FF895536EE}"/>
              </a:ext>
            </a:extLst>
          </p:cNvPr>
          <p:cNvSpPr>
            <a:spLocks noGrp="1"/>
          </p:cNvSpPr>
          <p:nvPr>
            <p:ph idx="1"/>
          </p:nvPr>
        </p:nvSpPr>
        <p:spPr>
          <a:xfrm>
            <a:off x="69502" y="1052736"/>
            <a:ext cx="9004993" cy="5347657"/>
          </a:xfrm>
        </p:spPr>
        <p:txBody>
          <a:bodyPr vert="horz" lIns="91440" tIns="45720" rIns="91440" bIns="45720" rtlCol="0" anchor="t">
            <a:noAutofit/>
          </a:bodyPr>
          <a:lstStyle/>
          <a:p>
            <a:pPr marL="0" indent="0" algn="just">
              <a:lnSpc>
                <a:spcPts val="3200"/>
              </a:lnSpc>
              <a:buNone/>
            </a:pPr>
            <a:r>
              <a:rPr lang="en-US" sz="2200" dirty="0">
                <a:latin typeface="Times New Roman"/>
                <a:ea typeface="+mn-lt"/>
                <a:cs typeface="+mn-lt"/>
              </a:rPr>
              <a:t>First, we design a compact representation to encode the private and public information available to a player for bidding. Second, based on the analysis of the impact of other players’ unknown cards on one’s final rewards, we design two neural networks to deal with imperfect information, the first one inferring the cards of the partner and the second one taking the outputs of the first one as part of its input to select a bid. Experimental results show that our bidding system outperforms the top rule-based program.</a:t>
            </a:r>
          </a:p>
        </p:txBody>
      </p:sp>
    </p:spTree>
    <p:extLst>
      <p:ext uri="{BB962C8B-B14F-4D97-AF65-F5344CB8AC3E}">
        <p14:creationId xmlns:p14="http://schemas.microsoft.com/office/powerpoint/2010/main" val="1172517085"/>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p:spPr>
        <p:txBody>
          <a:bodyPr anchor="ctr">
            <a:normAutofit/>
          </a:bodyPr>
          <a:lstStyle/>
          <a:p>
            <a:pPr algn="l"/>
            <a:r>
              <a:rPr lang="en-US" dirty="0">
                <a:latin typeface="Times New Roman"/>
                <a:cs typeface="Times New Roman"/>
              </a:rPr>
              <a:t>Introduction</a:t>
            </a:r>
            <a:endParaRPr lang="zh-TW" altLang="en-US" dirty="0">
              <a:latin typeface="Times New Roman"/>
              <a:cs typeface="Times New Roman"/>
            </a:endParaRPr>
          </a:p>
        </p:txBody>
      </p:sp>
      <p:sp>
        <p:nvSpPr>
          <p:cNvPr id="3" name="內容版面配置區 2"/>
          <p:cNvSpPr>
            <a:spLocks noGrp="1"/>
          </p:cNvSpPr>
          <p:nvPr>
            <p:ph sz="half" idx="1"/>
          </p:nvPr>
        </p:nvSpPr>
        <p:spPr>
          <a:xfrm>
            <a:off x="457200" y="1600200"/>
            <a:ext cx="4038600" cy="4525963"/>
          </a:xfrm>
        </p:spPr>
        <p:txBody>
          <a:bodyPr vert="horz" lIns="91440" tIns="45720" rIns="91440" bIns="45720" rtlCol="0" anchor="t">
            <a:normAutofit/>
          </a:bodyPr>
          <a:lstStyle/>
          <a:p>
            <a:r>
              <a:rPr lang="en-US" altLang="zh-TW" dirty="0">
                <a:latin typeface="Times New Roman"/>
                <a:ea typeface="新細明體"/>
                <a:cs typeface="Times New Roman"/>
              </a:rPr>
              <a:t>Bidding stage</a:t>
            </a:r>
            <a:br>
              <a:rPr lang="en-US" altLang="zh-TW" dirty="0">
                <a:latin typeface="Times New Roman"/>
              </a:rPr>
            </a:br>
            <a:r>
              <a:rPr lang="en-US" altLang="zh-TW" dirty="0">
                <a:latin typeface="Times New Roman"/>
                <a:ea typeface="新細明體"/>
                <a:cs typeface="Times New Roman"/>
              </a:rPr>
              <a:t>Find the most profitable contract for the playing stage</a:t>
            </a:r>
          </a:p>
          <a:p>
            <a:r>
              <a:rPr lang="en-US" altLang="zh-TW" dirty="0">
                <a:latin typeface="Times New Roman"/>
                <a:ea typeface="新細明體"/>
                <a:cs typeface="Times New Roman"/>
              </a:rPr>
              <a:t>Playing stage</a:t>
            </a:r>
            <a:br>
              <a:rPr lang="en-US" altLang="zh-TW" dirty="0">
                <a:latin typeface="Times New Roman"/>
              </a:rPr>
            </a:br>
            <a:r>
              <a:rPr lang="en-US" altLang="zh-TW" dirty="0">
                <a:latin typeface="Times New Roman"/>
                <a:ea typeface="新細明體"/>
                <a:cs typeface="Times New Roman"/>
              </a:rPr>
              <a:t>13 rounds of a card-strength competition</a:t>
            </a:r>
          </a:p>
        </p:txBody>
      </p:sp>
      <p:pic>
        <p:nvPicPr>
          <p:cNvPr id="4" name="Picture 4">
            <a:extLst>
              <a:ext uri="{FF2B5EF4-FFF2-40B4-BE49-F238E27FC236}">
                <a16:creationId xmlns:a16="http://schemas.microsoft.com/office/drawing/2014/main" id="{10CA24D7-37B0-4AD3-AD31-66F21D408E09}"/>
              </a:ext>
            </a:extLst>
          </p:cNvPr>
          <p:cNvPicPr>
            <a:picLocks noChangeAspect="1"/>
          </p:cNvPicPr>
          <p:nvPr/>
        </p:nvPicPr>
        <p:blipFill>
          <a:blip r:embed="rId3"/>
          <a:stretch>
            <a:fillRect/>
          </a:stretch>
        </p:blipFill>
        <p:spPr>
          <a:xfrm>
            <a:off x="4612895" y="1571995"/>
            <a:ext cx="4947704" cy="3708571"/>
          </a:xfrm>
          <a:prstGeom prst="rect">
            <a:avLst/>
          </a:prstGeom>
          <a:noFill/>
        </p:spPr>
      </p:pic>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D5194-3DE2-48E0-9A75-9A77ECFE98A3}"/>
              </a:ext>
            </a:extLst>
          </p:cNvPr>
          <p:cNvSpPr>
            <a:spLocks noGrp="1"/>
          </p:cNvSpPr>
          <p:nvPr>
            <p:ph type="title"/>
          </p:nvPr>
        </p:nvSpPr>
        <p:spPr/>
        <p:txBody>
          <a:bodyPr/>
          <a:lstStyle/>
          <a:p>
            <a:pPr algn="l"/>
            <a:r>
              <a:rPr lang="en-US" dirty="0">
                <a:latin typeface="Times New Roman" panose="02020603050405020304" pitchFamily="18" charset="0"/>
                <a:cs typeface="Times New Roman" panose="02020603050405020304" pitchFamily="18" charset="0"/>
              </a:rPr>
              <a:t>Bidding stage</a:t>
            </a:r>
          </a:p>
        </p:txBody>
      </p:sp>
      <p:sp>
        <p:nvSpPr>
          <p:cNvPr id="3" name="Content Placeholder 2">
            <a:extLst>
              <a:ext uri="{FF2B5EF4-FFF2-40B4-BE49-F238E27FC236}">
                <a16:creationId xmlns:a16="http://schemas.microsoft.com/office/drawing/2014/main" id="{89D7D1A2-A981-4863-A7DD-8BD8969C78A9}"/>
              </a:ext>
            </a:extLst>
          </p:cNvPr>
          <p:cNvSpPr>
            <a:spLocks noGrp="1"/>
          </p:cNvSpPr>
          <p:nvPr>
            <p:ph sz="half" idx="1"/>
          </p:nvPr>
        </p:nvSpPr>
        <p:spPr>
          <a:xfrm>
            <a:off x="457200" y="1600200"/>
            <a:ext cx="8231071" cy="4525963"/>
          </a:xfrm>
        </p:spPr>
        <p:txBody>
          <a:bodyPr vert="horz" lIns="91440" tIns="45720" rIns="91440" bIns="45720" rtlCol="0" anchor="t">
            <a:normAutofit fontScale="92500" lnSpcReduction="20000"/>
          </a:bodyPr>
          <a:lstStyle/>
          <a:p>
            <a:r>
              <a:rPr lang="en-US" altLang="zh-TW" dirty="0">
                <a:latin typeface="Times New Roman" panose="02020603050405020304" pitchFamily="18" charset="0"/>
                <a:cs typeface="Times New Roman" panose="02020603050405020304" pitchFamily="18" charset="0"/>
              </a:rPr>
              <a:t>Asserting</a:t>
            </a:r>
            <a:br>
              <a:rPr lang="en-US" altLang="zh-TW" dirty="0">
                <a:latin typeface="Times New Roman" panose="02020603050405020304" pitchFamily="18" charset="0"/>
                <a:cs typeface="Times New Roman" panose="02020603050405020304" pitchFamily="18" charset="0"/>
              </a:rPr>
            </a:br>
            <a:r>
              <a:rPr lang="en-US" altLang="zh-TW" dirty="0">
                <a:latin typeface="Times New Roman" panose="02020603050405020304" pitchFamily="18" charset="0"/>
                <a:cs typeface="Times New Roman" panose="02020603050405020304" pitchFamily="18" charset="0"/>
              </a:rPr>
              <a:t>By making this bid, I assert that my hand has these properties</a:t>
            </a:r>
          </a:p>
          <a:p>
            <a:r>
              <a:rPr lang="en-US" dirty="0">
                <a:latin typeface="Times New Roman" panose="02020603050405020304" pitchFamily="18" charset="0"/>
                <a:cs typeface="Times New Roman" panose="02020603050405020304" pitchFamily="18" charset="0"/>
              </a:rPr>
              <a:t>Denying</a:t>
            </a:r>
            <a:br>
              <a:rPr lang="en-US" dirty="0">
                <a:latin typeface="Times New Roman" panose="02020603050405020304" pitchFamily="18" charset="0"/>
                <a:cs typeface="Times New Roman" panose="02020603050405020304" pitchFamily="18" charset="0"/>
              </a:rPr>
            </a:br>
            <a:r>
              <a:rPr lang="en-US" altLang="zh-TW" dirty="0">
                <a:latin typeface="Times New Roman" panose="02020603050405020304" pitchFamily="18" charset="0"/>
                <a:cs typeface="Times New Roman" panose="02020603050405020304" pitchFamily="18" charset="0"/>
              </a:rPr>
              <a:t>By making this bid, I deny that my hand has these properties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Asking and Answering Questions</a:t>
            </a:r>
            <a:br>
              <a:rPr lang="en-US" dirty="0">
                <a:latin typeface="Times New Roman" panose="02020603050405020304" pitchFamily="18" charset="0"/>
                <a:cs typeface="Times New Roman" panose="02020603050405020304" pitchFamily="18" charset="0"/>
              </a:rPr>
            </a:br>
            <a:r>
              <a:rPr lang="en-US" altLang="zh-TW" dirty="0">
                <a:latin typeface="Times New Roman" panose="02020603050405020304" pitchFamily="18" charset="0"/>
                <a:cs typeface="Times New Roman" panose="02020603050405020304" pitchFamily="18" charset="0"/>
              </a:rPr>
              <a:t>If your hand is of type 1, make bid 1; if it is of type 2, make bid 2, etc.</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Interrupting</a:t>
            </a:r>
            <a:br>
              <a:rPr lang="en-US" dirty="0">
                <a:latin typeface="Times New Roman" panose="02020603050405020304" pitchFamily="18" charset="0"/>
                <a:cs typeface="Times New Roman" panose="02020603050405020304" pitchFamily="18" charset="0"/>
              </a:rPr>
            </a:br>
            <a:r>
              <a:rPr lang="en-US" altLang="zh-TW" dirty="0">
                <a:latin typeface="Times New Roman" panose="02020603050405020304" pitchFamily="18" charset="0"/>
                <a:cs typeface="Times New Roman" panose="02020603050405020304" pitchFamily="18" charset="0"/>
              </a:rPr>
              <a:t>The primary purpose of this bid is to stop the opponents communicating</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66667978"/>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D5194-3DE2-48E0-9A75-9A77ECFE98A3}"/>
              </a:ext>
            </a:extLst>
          </p:cNvPr>
          <p:cNvSpPr>
            <a:spLocks noGrp="1"/>
          </p:cNvSpPr>
          <p:nvPr>
            <p:ph type="title"/>
          </p:nvPr>
        </p:nvSpPr>
        <p:spPr/>
        <p:txBody>
          <a:bodyPr/>
          <a:lstStyle/>
          <a:p>
            <a:pPr algn="l"/>
            <a:r>
              <a:rPr lang="en-US" dirty="0">
                <a:latin typeface="Times New Roman" panose="02020603050405020304" pitchFamily="18" charset="0"/>
                <a:cs typeface="Times New Roman" panose="02020603050405020304" pitchFamily="18" charset="0"/>
              </a:rPr>
              <a:t>Bidding stage</a:t>
            </a:r>
          </a:p>
        </p:txBody>
      </p:sp>
      <p:sp>
        <p:nvSpPr>
          <p:cNvPr id="3" name="Content Placeholder 2">
            <a:extLst>
              <a:ext uri="{FF2B5EF4-FFF2-40B4-BE49-F238E27FC236}">
                <a16:creationId xmlns:a16="http://schemas.microsoft.com/office/drawing/2014/main" id="{89D7D1A2-A981-4863-A7DD-8BD8969C78A9}"/>
              </a:ext>
            </a:extLst>
          </p:cNvPr>
          <p:cNvSpPr>
            <a:spLocks noGrp="1"/>
          </p:cNvSpPr>
          <p:nvPr>
            <p:ph sz="half" idx="1"/>
          </p:nvPr>
        </p:nvSpPr>
        <p:spPr>
          <a:xfrm>
            <a:off x="457200" y="1600200"/>
            <a:ext cx="8231071" cy="4525963"/>
          </a:xfrm>
        </p:spPr>
        <p:txBody>
          <a:bodyPr vert="horz" lIns="91440" tIns="45720" rIns="91440" bIns="45720" rtlCol="0" anchor="t">
            <a:normAutofit/>
          </a:bodyPr>
          <a:lstStyle/>
          <a:p>
            <a:r>
              <a:rPr lang="en-US" altLang="zh-TW" dirty="0">
                <a:latin typeface="Times New Roman" panose="02020603050405020304" pitchFamily="18" charset="0"/>
                <a:cs typeface="Times New Roman" panose="02020603050405020304" pitchFamily="18" charset="0"/>
              </a:rPr>
              <a:t>{1♣,1♦,1♥,1♠,1NT, 2♣,2♦,…,7NT}</a:t>
            </a:r>
          </a:p>
          <a:p>
            <a:r>
              <a:rPr lang="en-US" dirty="0">
                <a:latin typeface="Times New Roman" panose="02020603050405020304" pitchFamily="18" charset="0"/>
                <a:cs typeface="Times New Roman" panose="02020603050405020304" pitchFamily="18" charset="0"/>
              </a:rPr>
              <a:t>Pass</a:t>
            </a:r>
          </a:p>
          <a:p>
            <a:r>
              <a:rPr lang="en-US" dirty="0">
                <a:latin typeface="Times New Roman" panose="02020603050405020304" pitchFamily="18" charset="0"/>
                <a:cs typeface="Times New Roman" panose="02020603050405020304" pitchFamily="18" charset="0"/>
              </a:rPr>
              <a:t>Double</a:t>
            </a:r>
          </a:p>
          <a:p>
            <a:r>
              <a:rPr lang="en-US" dirty="0">
                <a:latin typeface="Times New Roman" panose="02020603050405020304" pitchFamily="18" charset="0"/>
                <a:cs typeface="Times New Roman" panose="02020603050405020304" pitchFamily="18" charset="0"/>
              </a:rPr>
              <a:t>Redouble </a:t>
            </a:r>
          </a:p>
        </p:txBody>
      </p:sp>
    </p:spTree>
    <p:extLst>
      <p:ext uri="{BB962C8B-B14F-4D97-AF65-F5344CB8AC3E}">
        <p14:creationId xmlns:p14="http://schemas.microsoft.com/office/powerpoint/2010/main" val="3800449064"/>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E67FF01-B4C6-47FE-AA74-80A9B3DB2721}"/>
              </a:ext>
            </a:extLst>
          </p:cNvPr>
          <p:cNvSpPr>
            <a:spLocks noGrp="1"/>
          </p:cNvSpPr>
          <p:nvPr>
            <p:ph type="title"/>
          </p:nvPr>
        </p:nvSpPr>
        <p:spPr/>
        <p:txBody>
          <a:bodyPr>
            <a:normAutofit/>
          </a:bodyPr>
          <a:lstStyle/>
          <a:p>
            <a:pPr algn="l"/>
            <a:r>
              <a:rPr lang="en-US" altLang="zh-TW" dirty="0">
                <a:latin typeface="Times New Roman" panose="02020603050405020304" pitchFamily="18" charset="0"/>
                <a:cs typeface="Times New Roman" panose="02020603050405020304" pitchFamily="18" charset="0"/>
              </a:rPr>
              <a:t>Definition</a:t>
            </a:r>
            <a:endParaRPr lang="zh-TW" altLang="en-US" dirty="0"/>
          </a:p>
        </p:txBody>
      </p:sp>
      <mc:AlternateContent xmlns:mc="http://schemas.openxmlformats.org/markup-compatibility/2006" xmlns:a14="http://schemas.microsoft.com/office/drawing/2010/main">
        <mc:Choice Requires="a14">
          <p:sp>
            <p:nvSpPr>
              <p:cNvPr id="7" name="內容版面配置區 6">
                <a:extLst>
                  <a:ext uri="{FF2B5EF4-FFF2-40B4-BE49-F238E27FC236}">
                    <a16:creationId xmlns:a16="http://schemas.microsoft.com/office/drawing/2014/main" id="{201DC7AB-B21E-4097-9556-E6A77AC9802E}"/>
                  </a:ext>
                </a:extLst>
              </p:cNvPr>
              <p:cNvSpPr>
                <a:spLocks noGrp="1"/>
              </p:cNvSpPr>
              <p:nvPr>
                <p:ph sz="half" idx="1"/>
              </p:nvPr>
            </p:nvSpPr>
            <p:spPr>
              <a:xfrm>
                <a:off x="457200" y="1600200"/>
                <a:ext cx="8229600" cy="4525963"/>
              </a:xfrm>
            </p:spPr>
            <p:txBody>
              <a:bodyPr/>
              <a:lstStyle/>
              <a:p>
                <a14:m>
                  <m:oMath xmlns:m="http://schemas.openxmlformats.org/officeDocument/2006/math">
                    <m:r>
                      <a:rPr lang="en-US" altLang="zh-TW" b="0" i="1" smtClean="0">
                        <a:latin typeface="Cambria Math" panose="02040503050406030204" pitchFamily="18" charset="0"/>
                      </a:rPr>
                      <m:t>𝑝</m:t>
                    </m:r>
                    <m:r>
                      <a:rPr lang="en-US" altLang="zh-TW" b="0" i="1" smtClean="0">
                        <a:latin typeface="Cambria Math" panose="02040503050406030204" pitchFamily="18" charset="0"/>
                      </a:rPr>
                      <m:t>=</m:t>
                    </m:r>
                    <m:r>
                      <a:rPr lang="en-US" altLang="zh-TW" b="0" i="1" smtClean="0">
                        <a:latin typeface="Cambria Math" panose="02040503050406030204" pitchFamily="18" charset="0"/>
                      </a:rPr>
                      <m:t>𝑝𝑙𝑎𝑦𝑒𝑟</m:t>
                    </m:r>
                  </m:oMath>
                </a14:m>
                <a:endParaRPr lang="en-US" altLang="zh-TW" b="0" dirty="0"/>
              </a:p>
              <a:p>
                <a14:m>
                  <m:oMath xmlns:m="http://schemas.openxmlformats.org/officeDocument/2006/math">
                    <m:r>
                      <a:rPr lang="en-US" altLang="zh-TW" b="0" i="1" smtClean="0">
                        <a:latin typeface="Cambria Math" panose="02040503050406030204" pitchFamily="18" charset="0"/>
                      </a:rPr>
                      <m:t>𝐶</m:t>
                    </m:r>
                    <m:r>
                      <a:rPr lang="en-US" altLang="zh-TW" b="0" i="1" smtClean="0">
                        <a:latin typeface="Cambria Math" panose="02040503050406030204" pitchFamily="18" charset="0"/>
                      </a:rPr>
                      <m:t>=52 </m:t>
                    </m:r>
                    <m:r>
                      <a:rPr lang="en-US" altLang="zh-TW" b="0" i="1" smtClean="0">
                        <a:latin typeface="Cambria Math" panose="02040503050406030204" pitchFamily="18" charset="0"/>
                      </a:rPr>
                      <m:t>𝑐𝑎𝑟𝑑𝑠</m:t>
                    </m:r>
                  </m:oMath>
                </a14:m>
                <a:endParaRPr lang="en-US" altLang="zh-TW" b="0" dirty="0"/>
              </a:p>
              <a:p>
                <a14:m>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𝑐</m:t>
                        </m:r>
                      </m:e>
                      <m:sub>
                        <m:r>
                          <a:rPr lang="en-US" altLang="zh-TW" b="0" i="1" smtClean="0">
                            <a:latin typeface="Cambria Math" panose="02040503050406030204" pitchFamily="18" charset="0"/>
                          </a:rPr>
                          <m:t>𝑝</m:t>
                        </m:r>
                      </m:sub>
                    </m:sSub>
                    <m:r>
                      <a:rPr lang="en-US" altLang="zh-TW" b="0" i="1" smtClean="0">
                        <a:latin typeface="Cambria Math" panose="02040503050406030204" pitchFamily="18" charset="0"/>
                      </a:rPr>
                      <m:t>∈</m:t>
                    </m:r>
                    <m:r>
                      <a:rPr lang="en-US" altLang="zh-TW" b="0" i="1" smtClean="0">
                        <a:latin typeface="Cambria Math" panose="02040503050406030204" pitchFamily="18" charset="0"/>
                      </a:rPr>
                      <m:t>𝐶</m:t>
                    </m:r>
                  </m:oMath>
                </a14:m>
                <a:r>
                  <a:rPr lang="en-US" altLang="zh-TW" b="0" dirty="0"/>
                  <a:t>, </a:t>
                </a:r>
                <a14:m>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𝑐</m:t>
                        </m:r>
                      </m:e>
                      <m:sub>
                        <m:r>
                          <a:rPr lang="en-US" altLang="zh-TW" b="0" i="1" smtClean="0">
                            <a:latin typeface="Cambria Math" panose="02040503050406030204" pitchFamily="18" charset="0"/>
                          </a:rPr>
                          <m:t>𝑝</m:t>
                        </m:r>
                      </m:sub>
                    </m:sSub>
                    <m:r>
                      <a:rPr lang="en-US" altLang="zh-TW" b="0" i="1" smtClean="0">
                        <a:latin typeface="Cambria Math" panose="02040503050406030204" pitchFamily="18" charset="0"/>
                      </a:rPr>
                      <m:t>=</m:t>
                    </m:r>
                    <m:r>
                      <a:rPr lang="en-US" altLang="zh-TW" b="0" i="1" smtClean="0">
                        <a:latin typeface="Cambria Math" panose="02040503050406030204" pitchFamily="18" charset="0"/>
                      </a:rPr>
                      <m:t>𝑐𝑎𝑟𝑑𝑠</m:t>
                    </m:r>
                    <m:r>
                      <a:rPr lang="en-US" altLang="zh-TW" b="0" i="1" smtClean="0">
                        <a:latin typeface="Cambria Math" panose="02040503050406030204" pitchFamily="18" charset="0"/>
                      </a:rPr>
                      <m:t> </m:t>
                    </m:r>
                    <m:r>
                      <a:rPr lang="en-US" altLang="zh-TW" b="0" i="1" smtClean="0">
                        <a:latin typeface="Cambria Math" panose="02040503050406030204" pitchFamily="18" charset="0"/>
                      </a:rPr>
                      <m:t>𝑜𝑓</m:t>
                    </m:r>
                    <m:r>
                      <a:rPr lang="en-US" altLang="zh-TW" b="0" i="1" smtClean="0">
                        <a:latin typeface="Cambria Math" panose="02040503050406030204" pitchFamily="18" charset="0"/>
                      </a:rPr>
                      <m:t> </m:t>
                    </m:r>
                    <m:r>
                      <a:rPr lang="en-US" altLang="zh-TW" b="0" i="1" smtClean="0">
                        <a:latin typeface="Cambria Math" panose="02040503050406030204" pitchFamily="18" charset="0"/>
                      </a:rPr>
                      <m:t>𝑝𝑙𝑎𝑦𝑒𝑟</m:t>
                    </m:r>
                    <m:r>
                      <a:rPr lang="en-US" altLang="zh-TW" b="0" i="1" smtClean="0">
                        <a:latin typeface="Cambria Math" panose="02040503050406030204" pitchFamily="18" charset="0"/>
                      </a:rPr>
                      <m:t> </m:t>
                    </m:r>
                    <m:r>
                      <a:rPr lang="en-US" altLang="zh-TW" b="0" i="1" smtClean="0">
                        <a:latin typeface="Cambria Math" panose="02040503050406030204" pitchFamily="18" charset="0"/>
                      </a:rPr>
                      <m:t>𝑝</m:t>
                    </m:r>
                  </m:oMath>
                </a14:m>
                <a:endParaRPr lang="en-US" altLang="zh-TW" b="0" dirty="0"/>
              </a:p>
              <a:p>
                <a14:m>
                  <m:oMath xmlns:m="http://schemas.openxmlformats.org/officeDocument/2006/math">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𝑝</m:t>
                        </m:r>
                      </m:e>
                      <m:sup>
                        <m:r>
                          <a:rPr lang="en-US" altLang="zh-TW" b="0" i="1" smtClean="0">
                            <a:latin typeface="Cambria Math" panose="02040503050406030204" pitchFamily="18" charset="0"/>
                          </a:rPr>
                          <m:t>+</m:t>
                        </m:r>
                      </m:sup>
                    </m:sSup>
                    <m:r>
                      <a:rPr lang="en-US" altLang="zh-TW" b="0" i="1" smtClean="0">
                        <a:latin typeface="Cambria Math" panose="02040503050406030204" pitchFamily="18" charset="0"/>
                      </a:rPr>
                      <m:t>=</m:t>
                    </m:r>
                    <m:r>
                      <a:rPr lang="en-US" altLang="zh-TW" b="0" i="1" smtClean="0">
                        <a:latin typeface="Cambria Math" panose="02040503050406030204" pitchFamily="18" charset="0"/>
                      </a:rPr>
                      <m:t>𝑝𝑎𝑟𝑡𝑛𝑒𝑟</m:t>
                    </m:r>
                    <m:r>
                      <a:rPr lang="en-US" altLang="zh-TW" b="0" i="1" smtClean="0">
                        <a:latin typeface="Cambria Math" panose="02040503050406030204" pitchFamily="18" charset="0"/>
                      </a:rPr>
                      <m:t> </m:t>
                    </m:r>
                    <m:r>
                      <a:rPr lang="en-US" altLang="zh-TW" b="0" i="1" smtClean="0">
                        <a:latin typeface="Cambria Math" panose="02040503050406030204" pitchFamily="18" charset="0"/>
                      </a:rPr>
                      <m:t>𝑜𝑓</m:t>
                    </m:r>
                    <m:r>
                      <a:rPr lang="en-US" altLang="zh-TW" b="0" i="1" smtClean="0">
                        <a:latin typeface="Cambria Math" panose="02040503050406030204" pitchFamily="18" charset="0"/>
                      </a:rPr>
                      <m:t> </m:t>
                    </m:r>
                    <m:r>
                      <a:rPr lang="en-US" altLang="zh-TW" b="0" i="1" smtClean="0">
                        <a:latin typeface="Cambria Math" panose="02040503050406030204" pitchFamily="18" charset="0"/>
                      </a:rPr>
                      <m:t>𝑝𝑙𝑎𝑦𝑒𝑟</m:t>
                    </m:r>
                    <m:r>
                      <a:rPr lang="en-US" altLang="zh-TW" b="0" i="1" smtClean="0">
                        <a:latin typeface="Cambria Math" panose="02040503050406030204" pitchFamily="18" charset="0"/>
                      </a:rPr>
                      <m:t> </m:t>
                    </m:r>
                    <m:r>
                      <a:rPr lang="en-US" altLang="zh-TW" b="0" i="1" smtClean="0">
                        <a:latin typeface="Cambria Math" panose="02040503050406030204" pitchFamily="18" charset="0"/>
                      </a:rPr>
                      <m:t>𝑝</m:t>
                    </m:r>
                  </m:oMath>
                </a14:m>
                <a:endParaRPr lang="en-US" altLang="zh-TW" b="0" dirty="0"/>
              </a:p>
              <a:p>
                <a14:m>
                  <m:oMath xmlns:m="http://schemas.openxmlformats.org/officeDocument/2006/math">
                    <m:r>
                      <a:rPr lang="en-US" altLang="zh-TW" b="0" i="1" smtClean="0">
                        <a:latin typeface="Cambria Math" panose="02040503050406030204" pitchFamily="18" charset="0"/>
                      </a:rPr>
                      <m:t>𝐻</m:t>
                    </m:r>
                    <m:r>
                      <a:rPr lang="en-US" altLang="zh-TW" b="0" i="1" smtClean="0">
                        <a:latin typeface="Cambria Math" panose="02040503050406030204" pitchFamily="18" charset="0"/>
                      </a:rPr>
                      <m:t>=</m:t>
                    </m:r>
                    <m:r>
                      <a:rPr lang="en-US" altLang="zh-TW" b="0" i="1" smtClean="0">
                        <a:latin typeface="Cambria Math" panose="02040503050406030204" pitchFamily="18" charset="0"/>
                      </a:rPr>
                      <m:t>𝑏𝑖𝑑𝑑𝑖𝑛𝑔</m:t>
                    </m:r>
                    <m:r>
                      <a:rPr lang="en-US" altLang="zh-TW" b="0" i="1" smtClean="0">
                        <a:latin typeface="Cambria Math" panose="02040503050406030204" pitchFamily="18" charset="0"/>
                      </a:rPr>
                      <m:t> </m:t>
                    </m:r>
                    <m:r>
                      <a:rPr lang="en-US" altLang="zh-TW" b="0" i="1" smtClean="0">
                        <a:latin typeface="Cambria Math" panose="02040503050406030204" pitchFamily="18" charset="0"/>
                      </a:rPr>
                      <m:t>h𝑖𝑠𝑡𝑜𝑟𝑦</m:t>
                    </m:r>
                  </m:oMath>
                </a14:m>
                <a:endParaRPr lang="en-US" altLang="zh-TW" dirty="0"/>
              </a:p>
              <a:p>
                <a14:m>
                  <m:oMath xmlns:m="http://schemas.openxmlformats.org/officeDocument/2006/math">
                    <m:r>
                      <a:rPr lang="en-US" altLang="zh-TW" b="0" i="1" smtClean="0">
                        <a:latin typeface="Cambria Math" panose="02040503050406030204" pitchFamily="18" charset="0"/>
                      </a:rPr>
                      <m:t>𝑉</m:t>
                    </m:r>
                    <m:r>
                      <a:rPr lang="en-US" altLang="zh-TW" b="0" i="1" smtClean="0">
                        <a:latin typeface="Cambria Math" panose="02040503050406030204" pitchFamily="18" charset="0"/>
                      </a:rPr>
                      <m:t>=</m:t>
                    </m:r>
                    <m:r>
                      <a:rPr lang="en-US" altLang="zh-TW" b="0" i="1" smtClean="0">
                        <a:latin typeface="Cambria Math" panose="02040503050406030204" pitchFamily="18" charset="0"/>
                      </a:rPr>
                      <m:t>𝑡h𝑒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𝑠𝑒𝑡</m:t>
                    </m:r>
                    <m:r>
                      <a:rPr lang="en-US" altLang="zh-TW" b="0" i="1" smtClean="0">
                        <a:latin typeface="Cambria Math" panose="02040503050406030204" pitchFamily="18" charset="0"/>
                      </a:rPr>
                      <m:t> </m:t>
                    </m:r>
                    <m:r>
                      <a:rPr lang="en-US" altLang="zh-TW" b="0" i="1" smtClean="0">
                        <a:latin typeface="Cambria Math" panose="02040503050406030204" pitchFamily="18" charset="0"/>
                      </a:rPr>
                      <m:t>𝑜𝑓</m:t>
                    </m:r>
                    <m:r>
                      <a:rPr lang="en-US" altLang="zh-TW" b="0" i="1" smtClean="0">
                        <a:latin typeface="Cambria Math" panose="02040503050406030204" pitchFamily="18" charset="0"/>
                      </a:rPr>
                      <m:t> </m:t>
                    </m:r>
                    <m:r>
                      <a:rPr lang="en-US" altLang="zh-TW" b="0" i="1" smtClean="0">
                        <a:latin typeface="Cambria Math" panose="02040503050406030204" pitchFamily="18" charset="0"/>
                      </a:rPr>
                      <m:t>𝑣𝑢𝑙𝑛𝑒𝑟𝑎𝑏𝑖𝑙𝑖𝑡𝑖𝑒𝑠</m:t>
                    </m:r>
                  </m:oMath>
                </a14:m>
                <a:endParaRPr lang="zh-TW" altLang="en-US" dirty="0"/>
              </a:p>
            </p:txBody>
          </p:sp>
        </mc:Choice>
        <mc:Fallback xmlns="">
          <p:sp>
            <p:nvSpPr>
              <p:cNvPr id="7" name="內容版面配置區 6">
                <a:extLst>
                  <a:ext uri="{FF2B5EF4-FFF2-40B4-BE49-F238E27FC236}">
                    <a16:creationId xmlns:a16="http://schemas.microsoft.com/office/drawing/2014/main" id="{201DC7AB-B21E-4097-9556-E6A77AC9802E}"/>
                  </a:ext>
                </a:extLst>
              </p:cNvPr>
              <p:cNvSpPr>
                <a:spLocks noGrp="1" noRot="1" noChangeAspect="1" noMove="1" noResize="1" noEditPoints="1" noAdjustHandles="1" noChangeArrowheads="1" noChangeShapeType="1" noTextEdit="1"/>
              </p:cNvSpPr>
              <p:nvPr>
                <p:ph sz="half" idx="1"/>
              </p:nvPr>
            </p:nvSpPr>
            <p:spPr>
              <a:xfrm>
                <a:off x="457200" y="1600200"/>
                <a:ext cx="8229600" cy="4525963"/>
              </a:xfrm>
              <a:blipFill>
                <a:blip r:embed="rId2"/>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67767849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5AD5A20-6655-4B38-AF07-DF40D8A2FD5C}"/>
              </a:ext>
            </a:extLst>
          </p:cNvPr>
          <p:cNvSpPr>
            <a:spLocks noGrp="1"/>
          </p:cNvSpPr>
          <p:nvPr>
            <p:ph type="title"/>
          </p:nvPr>
        </p:nvSpPr>
        <p:spPr/>
        <p:txBody>
          <a:bodyPr/>
          <a:lstStyle/>
          <a:p>
            <a:pPr algn="l"/>
            <a:r>
              <a:rPr lang="en-US" altLang="zh-TW" dirty="0">
                <a:latin typeface="Times New Roman" panose="02020603050405020304" pitchFamily="18" charset="0"/>
                <a:cs typeface="Times New Roman" panose="02020603050405020304" pitchFamily="18" charset="0"/>
              </a:rPr>
              <a:t>Estimation neural network (ENN)</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EB5CD2D5-9119-48C2-B605-933EE65694D8}"/>
                  </a:ext>
                </a:extLst>
              </p:cNvPr>
              <p:cNvSpPr>
                <a:spLocks noGrp="1"/>
              </p:cNvSpPr>
              <p:nvPr>
                <p:ph sz="half" idx="1"/>
              </p:nvPr>
            </p:nvSpPr>
            <p:spPr>
              <a:xfrm>
                <a:off x="457200" y="1600200"/>
                <a:ext cx="8229600" cy="4525963"/>
              </a:xfrm>
            </p:spPr>
            <p:txBody>
              <a:bodyPr/>
              <a:lstStyle/>
              <a:p>
                <a14:m>
                  <m:oMath xmlns:m="http://schemas.openxmlformats.org/officeDocument/2006/math">
                    <m:r>
                      <a:rPr lang="en-US" altLang="zh-TW" b="0" i="1" smtClean="0">
                        <a:latin typeface="Cambria Math" panose="02040503050406030204" pitchFamily="18" charset="0"/>
                      </a:rPr>
                      <m:t>𝐷</m:t>
                    </m:r>
                    <m:r>
                      <a:rPr lang="en-US" altLang="zh-TW" b="0" i="1" smtClean="0">
                        <a:latin typeface="Cambria Math" panose="02040503050406030204" pitchFamily="18" charset="0"/>
                      </a:rPr>
                      <m:t>:</m:t>
                    </m:r>
                    <m:r>
                      <a:rPr lang="en-US" altLang="zh-TW" b="0" i="1" smtClean="0">
                        <a:latin typeface="Cambria Math" panose="02040503050406030204" pitchFamily="18" charset="0"/>
                      </a:rPr>
                      <m:t>𝐶</m:t>
                    </m:r>
                    <m:r>
                      <a:rPr lang="en-US" altLang="zh-TW" b="0" i="1" smtClean="0">
                        <a:latin typeface="Cambria Math" panose="02040503050406030204" pitchFamily="18" charset="0"/>
                      </a:rPr>
                      <m:t>×</m:t>
                    </m:r>
                    <m:r>
                      <a:rPr lang="en-US" altLang="zh-TW" b="0" i="1" smtClean="0">
                        <a:latin typeface="Cambria Math" panose="02040503050406030204" pitchFamily="18" charset="0"/>
                      </a:rPr>
                      <m:t>𝑉</m:t>
                    </m:r>
                    <m:r>
                      <a:rPr lang="en-US" altLang="zh-TW" b="0" i="1" smtClean="0">
                        <a:latin typeface="Cambria Math" panose="02040503050406030204" pitchFamily="18" charset="0"/>
                      </a:rPr>
                      <m:t>×</m:t>
                    </m:r>
                    <m:r>
                      <a:rPr lang="en-US" altLang="zh-TW" b="0" i="1" smtClean="0">
                        <a:latin typeface="Cambria Math" panose="02040503050406030204" pitchFamily="18" charset="0"/>
                      </a:rPr>
                      <m:t>𝐻</m:t>
                    </m:r>
                    <m:r>
                      <a:rPr lang="en-US" altLang="zh-TW" b="0" i="1" smtClean="0">
                        <a:latin typeface="Cambria Math" panose="02040503050406030204" pitchFamily="18" charset="0"/>
                      </a:rPr>
                      <m:t>→</m:t>
                    </m:r>
                    <m:sSup>
                      <m:sSupPr>
                        <m:ctrlPr>
                          <a:rPr lang="en-US" altLang="zh-TW" b="0" i="1" smtClean="0">
                            <a:latin typeface="Cambria Math" panose="02040503050406030204" pitchFamily="18" charset="0"/>
                          </a:rPr>
                        </m:ctrlPr>
                      </m:sSupPr>
                      <m:e>
                        <m:d>
                          <m:dPr>
                            <m:begChr m:val="["/>
                            <m:endChr m:val="]"/>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0, 1</m:t>
                            </m:r>
                          </m:e>
                        </m:d>
                      </m:e>
                      <m:sup>
                        <m:r>
                          <a:rPr lang="en-US" altLang="zh-TW" b="0" i="1" smtClean="0">
                            <a:latin typeface="Cambria Math" panose="02040503050406030204" pitchFamily="18" charset="0"/>
                          </a:rPr>
                          <m:t>52</m:t>
                        </m:r>
                      </m:sup>
                    </m:sSup>
                  </m:oMath>
                </a14:m>
                <a:endParaRPr lang="en-US" altLang="zh-TW" b="0" dirty="0"/>
              </a:p>
              <a:p>
                <a14:m>
                  <m:oMath xmlns:m="http://schemas.openxmlformats.org/officeDocument/2006/math">
                    <m:r>
                      <a:rPr lang="en-US" altLang="zh-TW" b="0" i="1" smtClean="0">
                        <a:latin typeface="Cambria Math" panose="02040503050406030204" pitchFamily="18" charset="0"/>
                      </a:rPr>
                      <m:t>𝐷</m:t>
                    </m:r>
                    <m:d>
                      <m:dPr>
                        <m:ctrlPr>
                          <a:rPr lang="en-US" altLang="zh-TW" b="0" i="1" smtClean="0">
                            <a:latin typeface="Cambria Math" panose="02040503050406030204" pitchFamily="18" charset="0"/>
                          </a:rPr>
                        </m:ctrlPr>
                      </m:dPr>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𝑐</m:t>
                            </m:r>
                          </m:e>
                          <m:sub>
                            <m:r>
                              <a:rPr lang="en-US" altLang="zh-TW" b="0" i="1" smtClean="0">
                                <a:latin typeface="Cambria Math" panose="02040503050406030204" pitchFamily="18" charset="0"/>
                              </a:rPr>
                              <m:t>𝑝</m:t>
                            </m:r>
                          </m:sub>
                        </m:sSub>
                        <m:r>
                          <a:rPr lang="en-US" altLang="zh-TW" b="0" i="1" smtClean="0">
                            <a:latin typeface="Cambria Math" panose="02040503050406030204" pitchFamily="18" charset="0"/>
                          </a:rPr>
                          <m:t>,</m:t>
                        </m:r>
                        <m:r>
                          <a:rPr lang="en-US" altLang="zh-TW" b="0" i="1" smtClean="0">
                            <a:latin typeface="Cambria Math" panose="02040503050406030204" pitchFamily="18" charset="0"/>
                          </a:rPr>
                          <m:t>𝑣</m:t>
                        </m:r>
                        <m:r>
                          <a:rPr lang="en-US" altLang="zh-TW" b="0" i="1" smtClean="0">
                            <a:latin typeface="Cambria Math" panose="02040503050406030204" pitchFamily="18" charset="0"/>
                          </a:rPr>
                          <m:t>,</m:t>
                        </m:r>
                        <m:r>
                          <a:rPr lang="en-US" altLang="zh-TW" b="0" i="1" smtClean="0">
                            <a:latin typeface="Cambria Math" panose="02040503050406030204" pitchFamily="18" charset="0"/>
                          </a:rPr>
                          <m:t>h</m:t>
                        </m:r>
                      </m:e>
                    </m:d>
                    <m:r>
                      <a:rPr lang="en-US" altLang="zh-TW" b="0" i="1" smtClean="0">
                        <a:latin typeface="Cambria Math" panose="02040503050406030204" pitchFamily="18" charset="0"/>
                      </a:rPr>
                      <m:t>=</m:t>
                    </m:r>
                    <m:nary>
                      <m:naryPr>
                        <m:chr m:val="∑"/>
                        <m:supHide m:val="on"/>
                        <m:ctrlPr>
                          <a:rPr lang="en-US" altLang="zh-TW" b="0" i="1" smtClean="0">
                            <a:latin typeface="Cambria Math" panose="02040503050406030204" pitchFamily="18" charset="0"/>
                          </a:rPr>
                        </m:ctrlPr>
                      </m:naryPr>
                      <m:sub>
                        <m:sSubSup>
                          <m:sSubSupPr>
                            <m:ctrlPr>
                              <a:rPr lang="en-US" altLang="zh-TW" b="0" i="1" smtClean="0">
                                <a:latin typeface="Cambria Math" panose="02040503050406030204" pitchFamily="18" charset="0"/>
                              </a:rPr>
                            </m:ctrlPr>
                          </m:sSubSupPr>
                          <m:e>
                            <m:r>
                              <a:rPr lang="en-US" altLang="zh-TW" b="0" i="1" smtClean="0">
                                <a:latin typeface="Cambria Math" panose="02040503050406030204" pitchFamily="18" charset="0"/>
                              </a:rPr>
                              <m:t>𝑐</m:t>
                            </m:r>
                          </m:e>
                          <m:sub>
                            <m:r>
                              <a:rPr lang="en-US" altLang="zh-TW" b="0" i="1" smtClean="0">
                                <a:latin typeface="Cambria Math" panose="02040503050406030204" pitchFamily="18" charset="0"/>
                              </a:rPr>
                              <m:t>𝑝</m:t>
                            </m:r>
                          </m:sub>
                          <m:sup>
                            <m:r>
                              <a:rPr lang="en-US" altLang="zh-TW" b="0" i="1" smtClean="0">
                                <a:latin typeface="Cambria Math" panose="02040503050406030204" pitchFamily="18" charset="0"/>
                              </a:rPr>
                              <m:t>+</m:t>
                            </m:r>
                          </m:sup>
                        </m:sSubSup>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𝐶</m:t>
                            </m:r>
                          </m:e>
                          <m: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𝑐</m:t>
                                </m:r>
                              </m:e>
                              <m:sub>
                                <m:r>
                                  <a:rPr lang="en-US" altLang="zh-TW" b="0" i="1" smtClean="0">
                                    <a:latin typeface="Cambria Math" panose="02040503050406030204" pitchFamily="18" charset="0"/>
                                  </a:rPr>
                                  <m:t>𝑝</m:t>
                                </m:r>
                              </m:sub>
                            </m:sSub>
                          </m:sub>
                        </m:sSub>
                      </m:sub>
                      <m:sup/>
                      <m:e>
                        <m:r>
                          <a:rPr lang="en-US" altLang="zh-TW" b="0" i="1" smtClean="0">
                            <a:latin typeface="Cambria Math" panose="02040503050406030204" pitchFamily="18" charset="0"/>
                          </a:rPr>
                          <m:t>𝜋</m:t>
                        </m:r>
                        <m:d>
                          <m:dPr>
                            <m:ctrlPr>
                              <a:rPr lang="en-US" altLang="zh-TW" b="0" i="1" smtClean="0">
                                <a:latin typeface="Cambria Math" panose="02040503050406030204" pitchFamily="18" charset="0"/>
                              </a:rPr>
                            </m:ctrlPr>
                          </m:dPr>
                          <m:e>
                            <m:sSubSup>
                              <m:sSubSupPr>
                                <m:ctrlPr>
                                  <a:rPr lang="en-US" altLang="zh-TW" b="0" i="1" smtClean="0">
                                    <a:latin typeface="Cambria Math" panose="02040503050406030204" pitchFamily="18" charset="0"/>
                                  </a:rPr>
                                </m:ctrlPr>
                              </m:sSubSupPr>
                              <m:e>
                                <m:r>
                                  <a:rPr lang="en-US" altLang="zh-TW" b="0" i="1" smtClean="0">
                                    <a:latin typeface="Cambria Math" panose="02040503050406030204" pitchFamily="18" charset="0"/>
                                  </a:rPr>
                                  <m:t>𝑐</m:t>
                                </m:r>
                              </m:e>
                              <m:sub>
                                <m:r>
                                  <a:rPr lang="en-US" altLang="zh-TW" b="0" i="1" smtClean="0">
                                    <a:latin typeface="Cambria Math" panose="02040503050406030204" pitchFamily="18" charset="0"/>
                                  </a:rPr>
                                  <m:t>𝑝</m:t>
                                </m:r>
                              </m:sub>
                              <m:sup>
                                <m:r>
                                  <a:rPr lang="en-US" altLang="zh-TW" b="0" i="1" smtClean="0">
                                    <a:latin typeface="Cambria Math" panose="02040503050406030204" pitchFamily="18" charset="0"/>
                                  </a:rPr>
                                  <m:t>+</m:t>
                                </m:r>
                              </m:sup>
                            </m:sSubSup>
                          </m:e>
                          <m:e>
                            <m:r>
                              <a:rPr lang="en-US" altLang="zh-TW" b="0" i="1" smtClean="0">
                                <a:latin typeface="Cambria Math" panose="02040503050406030204" pitchFamily="18" charset="0"/>
                              </a:rPr>
                              <m:t>𝑣</m:t>
                            </m:r>
                            <m:r>
                              <a:rPr lang="en-US" altLang="zh-TW" b="0" i="1" smtClean="0">
                                <a:latin typeface="Cambria Math" panose="02040503050406030204" pitchFamily="18" charset="0"/>
                              </a:rPr>
                              <m:t>, </m:t>
                            </m:r>
                            <m:r>
                              <a:rPr lang="en-US" altLang="zh-TW" b="0" i="1" smtClean="0">
                                <a:latin typeface="Cambria Math" panose="02040503050406030204" pitchFamily="18" charset="0"/>
                              </a:rPr>
                              <m:t>𝐵</m:t>
                            </m:r>
                            <m:d>
                              <m:dPr>
                                <m:ctrlPr>
                                  <a:rPr lang="en-US" altLang="zh-TW" b="0" i="1" smtClean="0">
                                    <a:latin typeface="Cambria Math" panose="02040503050406030204" pitchFamily="18" charset="0"/>
                                  </a:rPr>
                                </m:ctrlPr>
                              </m:dPr>
                              <m:e>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𝑝</m:t>
                                    </m:r>
                                  </m:e>
                                  <m:sup>
                                    <m:r>
                                      <a:rPr lang="en-US" altLang="zh-TW" b="0" i="1" smtClean="0">
                                        <a:latin typeface="Cambria Math" panose="02040503050406030204" pitchFamily="18" charset="0"/>
                                      </a:rPr>
                                      <m:t>+</m:t>
                                    </m:r>
                                  </m:sup>
                                </m:sSup>
                                <m:r>
                                  <a:rPr lang="en-US" altLang="zh-TW" b="0" i="1" smtClean="0">
                                    <a:latin typeface="Cambria Math" panose="02040503050406030204" pitchFamily="18" charset="0"/>
                                  </a:rPr>
                                  <m:t>,</m:t>
                                </m:r>
                                <m:r>
                                  <a:rPr lang="en-US" altLang="zh-TW" b="0" i="1" smtClean="0">
                                    <a:latin typeface="Cambria Math" panose="02040503050406030204" pitchFamily="18" charset="0"/>
                                  </a:rPr>
                                  <m:t>h</m:t>
                                </m:r>
                              </m:e>
                            </m:d>
                          </m:e>
                        </m:d>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rPr>
                          <m:t> </m:t>
                        </m:r>
                        <m:sSubSup>
                          <m:sSubSupPr>
                            <m:ctrlPr>
                              <a:rPr lang="en-US" altLang="zh-TW" b="0" i="1" smtClean="0">
                                <a:latin typeface="Cambria Math" panose="02040503050406030204" pitchFamily="18" charset="0"/>
                              </a:rPr>
                            </m:ctrlPr>
                          </m:sSubSupPr>
                          <m:e>
                            <m:r>
                              <a:rPr lang="en-US" altLang="zh-TW" b="0" i="1" smtClean="0">
                                <a:latin typeface="Cambria Math" panose="02040503050406030204" pitchFamily="18" charset="0"/>
                              </a:rPr>
                              <m:t>𝑐</m:t>
                            </m:r>
                          </m:e>
                          <m:sub>
                            <m:r>
                              <a:rPr lang="en-US" altLang="zh-TW" b="0" i="1" smtClean="0">
                                <a:latin typeface="Cambria Math" panose="02040503050406030204" pitchFamily="18" charset="0"/>
                              </a:rPr>
                              <m:t>𝑝</m:t>
                            </m:r>
                          </m:sub>
                          <m:sup>
                            <m:r>
                              <a:rPr lang="en-US" altLang="zh-TW" b="0" i="1" smtClean="0">
                                <a:latin typeface="Cambria Math" panose="02040503050406030204" pitchFamily="18" charset="0"/>
                              </a:rPr>
                              <m:t>+</m:t>
                            </m:r>
                          </m:sup>
                        </m:sSubSup>
                      </m:e>
                    </m:nary>
                  </m:oMath>
                </a14:m>
                <a:endParaRPr lang="en-US" altLang="zh-TW" dirty="0"/>
              </a:p>
              <a:p>
                <a:endParaRPr lang="zh-TW" altLang="en-US" dirty="0"/>
              </a:p>
            </p:txBody>
          </p:sp>
        </mc:Choice>
        <mc:Fallback xmlns="">
          <p:sp>
            <p:nvSpPr>
              <p:cNvPr id="3" name="內容版面配置區 2">
                <a:extLst>
                  <a:ext uri="{FF2B5EF4-FFF2-40B4-BE49-F238E27FC236}">
                    <a16:creationId xmlns:a16="http://schemas.microsoft.com/office/drawing/2014/main" id="{EB5CD2D5-9119-48C2-B605-933EE65694D8}"/>
                  </a:ext>
                </a:extLst>
              </p:cNvPr>
              <p:cNvSpPr>
                <a:spLocks noGrp="1" noRot="1" noChangeAspect="1" noMove="1" noResize="1" noEditPoints="1" noAdjustHandles="1" noChangeArrowheads="1" noChangeShapeType="1" noTextEdit="1"/>
              </p:cNvSpPr>
              <p:nvPr>
                <p:ph sz="half" idx="1"/>
              </p:nvPr>
            </p:nvSpPr>
            <p:spPr>
              <a:xfrm>
                <a:off x="457200" y="1600200"/>
                <a:ext cx="8229600" cy="4525963"/>
              </a:xfrm>
              <a:blipFill>
                <a:blip r:embed="rId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graphicFrame>
            <p:nvGraphicFramePr>
              <p:cNvPr id="7" name="表格 7">
                <a:extLst>
                  <a:ext uri="{FF2B5EF4-FFF2-40B4-BE49-F238E27FC236}">
                    <a16:creationId xmlns:a16="http://schemas.microsoft.com/office/drawing/2014/main" id="{F783E31D-5535-4919-8556-AD70363A7516}"/>
                  </a:ext>
                </a:extLst>
              </p:cNvPr>
              <p:cNvGraphicFramePr>
                <a:graphicFrameLocks noGrp="1"/>
              </p:cNvGraphicFramePr>
              <p:nvPr>
                <p:extLst>
                  <p:ext uri="{D42A27DB-BD31-4B8C-83A1-F6EECF244321}">
                    <p14:modId xmlns:p14="http://schemas.microsoft.com/office/powerpoint/2010/main" val="1257287691"/>
                  </p:ext>
                </p:extLst>
              </p:nvPr>
            </p:nvGraphicFramePr>
            <p:xfrm>
              <a:off x="1305623" y="2927225"/>
              <a:ext cx="6917690" cy="1624838"/>
            </p:xfrm>
            <a:graphic>
              <a:graphicData uri="http://schemas.openxmlformats.org/drawingml/2006/table">
                <a:tbl>
                  <a:tblPr firstRow="1" bandRow="1">
                    <a:tableStyleId>{5C22544A-7EE6-4342-B048-85BDC9FD1C3A}</a:tableStyleId>
                  </a:tblPr>
                  <a:tblGrid>
                    <a:gridCol w="2786380">
                      <a:extLst>
                        <a:ext uri="{9D8B030D-6E8A-4147-A177-3AD203B41FA5}">
                          <a16:colId xmlns:a16="http://schemas.microsoft.com/office/drawing/2014/main" val="2229907473"/>
                        </a:ext>
                      </a:extLst>
                    </a:gridCol>
                    <a:gridCol w="1052830">
                      <a:extLst>
                        <a:ext uri="{9D8B030D-6E8A-4147-A177-3AD203B41FA5}">
                          <a16:colId xmlns:a16="http://schemas.microsoft.com/office/drawing/2014/main" val="951553362"/>
                        </a:ext>
                      </a:extLst>
                    </a:gridCol>
                    <a:gridCol w="1554480">
                      <a:extLst>
                        <a:ext uri="{9D8B030D-6E8A-4147-A177-3AD203B41FA5}">
                          <a16:colId xmlns:a16="http://schemas.microsoft.com/office/drawing/2014/main" val="3394805730"/>
                        </a:ext>
                      </a:extLst>
                    </a:gridCol>
                    <a:gridCol w="1524000">
                      <a:extLst>
                        <a:ext uri="{9D8B030D-6E8A-4147-A177-3AD203B41FA5}">
                          <a16:colId xmlns:a16="http://schemas.microsoft.com/office/drawing/2014/main" val="4108382106"/>
                        </a:ext>
                      </a:extLst>
                    </a:gridCol>
                  </a:tblGrid>
                  <a:tr h="370840">
                    <a:tc>
                      <a:txBody>
                        <a:bodyPr/>
                        <a:lstStyle/>
                        <a:p>
                          <a:r>
                            <a:rPr lang="en-US" altLang="zh-TW" dirty="0">
                              <a:latin typeface="Times New Roman" panose="02020603050405020304" pitchFamily="18" charset="0"/>
                              <a:cs typeface="Times New Roman" panose="02020603050405020304" pitchFamily="18" charset="0"/>
                            </a:rPr>
                            <a:t>Example</a:t>
                          </a:r>
                          <a:endParaRPr lang="zh-TW" altLang="en-US" dirty="0">
                            <a:latin typeface="Times New Roman" panose="02020603050405020304" pitchFamily="18" charset="0"/>
                            <a:cs typeface="Times New Roman" panose="02020603050405020304" pitchFamily="18" charset="0"/>
                          </a:endParaRPr>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TW" b="1" i="1" smtClean="0">
                                        <a:latin typeface="Cambria Math" panose="02040503050406030204" pitchFamily="18" charset="0"/>
                                      </a:rPr>
                                    </m:ctrlPr>
                                  </m:sSubPr>
                                  <m:e>
                                    <m:r>
                                      <a:rPr lang="en-US" altLang="zh-TW" b="1" i="1" smtClean="0">
                                        <a:latin typeface="Cambria Math" panose="02040503050406030204" pitchFamily="18" charset="0"/>
                                      </a:rPr>
                                      <m:t>𝒄</m:t>
                                    </m:r>
                                  </m:e>
                                  <m:sub>
                                    <m:r>
                                      <a:rPr lang="en-US" altLang="zh-TW" b="1" i="1" smtClean="0">
                                        <a:latin typeface="Cambria Math" panose="02040503050406030204" pitchFamily="18" charset="0"/>
                                      </a:rPr>
                                      <m:t>𝒑</m:t>
                                    </m:r>
                                  </m:sub>
                                </m:sSub>
                              </m:oMath>
                            </m:oMathPara>
                          </a14:m>
                          <a:endParaRPr lang="zh-TW" altLang="en-US" dirty="0">
                            <a:latin typeface="Times New Roman" panose="02020603050405020304" pitchFamily="18" charset="0"/>
                            <a:cs typeface="Times New Roman" panose="02020603050405020304" pitchFamily="18" charset="0"/>
                          </a:endParaRPr>
                        </a:p>
                      </a:txBody>
                      <a:tcPr/>
                    </a:tc>
                    <a:tc>
                      <a:txBody>
                        <a:bodyPr/>
                        <a:lstStyle/>
                        <a:p>
                          <a:pPr/>
                          <a14:m>
                            <m:oMathPara xmlns:m="http://schemas.openxmlformats.org/officeDocument/2006/math">
                              <m:oMathParaPr>
                                <m:jc m:val="centerGroup"/>
                              </m:oMathParaPr>
                              <m:oMath xmlns:m="http://schemas.openxmlformats.org/officeDocument/2006/math">
                                <m:r>
                                  <a:rPr lang="en-US" altLang="zh-TW" b="1" i="1" smtClean="0">
                                    <a:latin typeface="Cambria Math" panose="02040503050406030204" pitchFamily="18" charset="0"/>
                                  </a:rPr>
                                  <m:t>𝒗</m:t>
                                </m:r>
                              </m:oMath>
                            </m:oMathPara>
                          </a14:m>
                          <a:endParaRPr lang="zh-TW" altLang="en-US" dirty="0">
                            <a:latin typeface="Times New Roman" panose="02020603050405020304" pitchFamily="18" charset="0"/>
                            <a:cs typeface="Times New Roman" panose="02020603050405020304" pitchFamily="18" charset="0"/>
                          </a:endParaRPr>
                        </a:p>
                      </a:txBody>
                      <a:tcPr/>
                    </a:tc>
                    <a:tc>
                      <a:txBody>
                        <a:bodyPr/>
                        <a:lstStyle/>
                        <a:p>
                          <a:pPr/>
                          <a14:m>
                            <m:oMathPara xmlns:m="http://schemas.openxmlformats.org/officeDocument/2006/math">
                              <m:oMathParaPr>
                                <m:jc m:val="centerGroup"/>
                              </m:oMathParaPr>
                              <m:oMath xmlns:m="http://schemas.openxmlformats.org/officeDocument/2006/math">
                                <m:r>
                                  <a:rPr lang="en-US" altLang="zh-TW" b="1" i="1" smtClean="0">
                                    <a:latin typeface="Cambria Math" panose="02040503050406030204" pitchFamily="18" charset="0"/>
                                  </a:rPr>
                                  <m:t>𝒉</m:t>
                                </m:r>
                              </m:oMath>
                            </m:oMathPara>
                          </a14:m>
                          <a:endParaRPr lang="zh-TW"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556269527"/>
                      </a:ext>
                    </a:extLst>
                  </a:tr>
                  <a:tr h="594360">
                    <a:tc rowSpan="2">
                      <a:txBody>
                        <a:bodyPr/>
                        <a:lstStyle/>
                        <a:p>
                          <a:pPr algn="l"/>
                          <a:r>
                            <a:rPr lang="en-US" altLang="zh-TW" dirty="0">
                              <a:latin typeface="Times New Roman" panose="02020603050405020304" pitchFamily="18" charset="0"/>
                              <a:cs typeface="Times New Roman" panose="02020603050405020304" pitchFamily="18" charset="0"/>
                            </a:rPr>
                            <a:t>Bidding system: BBO basic</a:t>
                          </a:r>
                          <a:endParaRPr lang="zh-TW" altLang="en-US" dirty="0">
                            <a:latin typeface="Times New Roman" panose="02020603050405020304" pitchFamily="18" charset="0"/>
                            <a:cs typeface="Times New Roman" panose="02020603050405020304" pitchFamily="18" charset="0"/>
                          </a:endParaRPr>
                        </a:p>
                      </a:txBody>
                      <a:tcPr/>
                    </a:tc>
                    <a:tc rowSpan="2">
                      <a:txBody>
                        <a:bodyPr/>
                        <a:lstStyle/>
                        <a:p>
                          <a:pPr algn="l"/>
                          <a:r>
                            <a:rPr lang="en-US" altLang="zh-TW" dirty="0">
                              <a:latin typeface="Times New Roman" panose="02020603050405020304" pitchFamily="18" charset="0"/>
                              <a:cs typeface="Times New Roman" panose="02020603050405020304" pitchFamily="18" charset="0"/>
                            </a:rPr>
                            <a:t>23JQKA</a:t>
                          </a:r>
                        </a:p>
                        <a:p>
                          <a:pPr algn="l"/>
                          <a:r>
                            <a:rPr lang="en-US" altLang="zh-TW" dirty="0">
                              <a:latin typeface="Times New Roman" panose="02020603050405020304" pitchFamily="18" charset="0"/>
                              <a:cs typeface="Times New Roman" panose="02020603050405020304" pitchFamily="18" charset="0"/>
                            </a:rPr>
                            <a:t>4JKA</a:t>
                          </a:r>
                        </a:p>
                        <a:p>
                          <a:pPr algn="l"/>
                          <a:r>
                            <a:rPr lang="en-US" altLang="zh-TW" dirty="0">
                              <a:latin typeface="Times New Roman" panose="02020603050405020304" pitchFamily="18" charset="0"/>
                              <a:cs typeface="Times New Roman" panose="02020603050405020304" pitchFamily="18" charset="0"/>
                            </a:rPr>
                            <a:t>5</a:t>
                          </a:r>
                        </a:p>
                        <a:p>
                          <a:pPr algn="l"/>
                          <a:r>
                            <a:rPr lang="en-US" altLang="zh-TW" dirty="0">
                              <a:latin typeface="Times New Roman" panose="02020603050405020304" pitchFamily="18" charset="0"/>
                              <a:cs typeface="Times New Roman" panose="02020603050405020304" pitchFamily="18" charset="0"/>
                            </a:rPr>
                            <a:t>67</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i="0" dirty="0">
                              <a:latin typeface="Times New Roman" panose="02020603050405020304" pitchFamily="18" charset="0"/>
                              <a:cs typeface="Times New Roman" panose="02020603050405020304" pitchFamily="18" charset="0"/>
                            </a:rPr>
                            <a:t>not vulnerable</a:t>
                          </a:r>
                        </a:p>
                        <a:p>
                          <a:endParaRPr lang="zh-TW" altLang="en-US" i="0" dirty="0">
                            <a:latin typeface="Times New Roman" panose="02020603050405020304" pitchFamily="18" charset="0"/>
                            <a:cs typeface="Times New Roman" panose="02020603050405020304" pitchFamily="18" charset="0"/>
                          </a:endParaRPr>
                        </a:p>
                      </a:txBody>
                      <a:tcPr/>
                    </a:tc>
                    <a:tc rowSpan="2">
                      <a:txBody>
                        <a:bodyPr/>
                        <a:lstStyle/>
                        <a:p>
                          <a:r>
                            <a:rPr lang="en-US" altLang="zh-TW" dirty="0">
                              <a:latin typeface="Times New Roman" panose="02020603050405020304" pitchFamily="18" charset="0"/>
                              <a:cs typeface="Times New Roman" panose="02020603050405020304" pitchFamily="18" charset="0"/>
                            </a:rPr>
                            <a:t>2♣, pass</a:t>
                          </a:r>
                          <a:endParaRPr lang="zh-TW"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241099097"/>
                      </a:ext>
                    </a:extLst>
                  </a:tr>
                  <a:tr h="594360">
                    <a:tc vMerge="1">
                      <a:txBody>
                        <a:bodyPr/>
                        <a:lstStyle/>
                        <a:p>
                          <a:endParaRPr lang="zh-TW" altLang="en-US"/>
                        </a:p>
                      </a:txBody>
                      <a:tcPr/>
                    </a:tc>
                    <a:tc vMerge="1">
                      <a:txBody>
                        <a:bodyPr/>
                        <a:lstStyle/>
                        <a:p>
                          <a:endParaRPr lang="zh-TW" altLang="en-US"/>
                        </a:p>
                      </a:txBody>
                      <a:tcPr/>
                    </a:tc>
                    <a:tc>
                      <a:txBody>
                        <a:bodyPr/>
                        <a:lstStyle/>
                        <a:p>
                          <a14:m>
                            <m:oMath xmlns:m="http://schemas.openxmlformats.org/officeDocument/2006/math">
                              <m:r>
                                <a:rPr lang="en-US" altLang="zh-TW" b="0" i="1" smtClean="0">
                                  <a:latin typeface="Cambria Math" panose="02040503050406030204" pitchFamily="18" charset="0"/>
                                  <a:cs typeface="Times New Roman" panose="02020603050405020304" pitchFamily="18" charset="0"/>
                                </a:rPr>
                                <m:t>←</m:t>
                              </m:r>
                            </m:oMath>
                          </a14:m>
                          <a:r>
                            <a:rPr lang="en-US" altLang="zh-TW" i="0" dirty="0">
                              <a:latin typeface="Times New Roman" panose="02020603050405020304" pitchFamily="18" charset="0"/>
                              <a:cs typeface="Times New Roman" panose="02020603050405020304" pitchFamily="18" charset="0"/>
                            </a:rPr>
                            <a:t> HCP=18</a:t>
                          </a:r>
                          <a:endParaRPr lang="zh-TW" altLang="en-US" i="0" dirty="0">
                            <a:latin typeface="Times New Roman" panose="02020603050405020304" pitchFamily="18" charset="0"/>
                            <a:cs typeface="Times New Roman" panose="02020603050405020304" pitchFamily="18" charset="0"/>
                          </a:endParaRPr>
                        </a:p>
                      </a:txBody>
                      <a:tcPr/>
                    </a:tc>
                    <a:tc vMerge="1">
                      <a:txBody>
                        <a:bodyPr/>
                        <a:lstStyle/>
                        <a:p>
                          <a:endParaRPr lang="zh-TW" altLang="en-US"/>
                        </a:p>
                      </a:txBody>
                      <a:tcPr/>
                    </a:tc>
                    <a:extLst>
                      <a:ext uri="{0D108BD9-81ED-4DB2-BD59-A6C34878D82A}">
                        <a16:rowId xmlns:a16="http://schemas.microsoft.com/office/drawing/2014/main" val="1890890125"/>
                      </a:ext>
                    </a:extLst>
                  </a:tr>
                </a:tbl>
              </a:graphicData>
            </a:graphic>
          </p:graphicFrame>
        </mc:Choice>
        <mc:Fallback xmlns="">
          <p:graphicFrame>
            <p:nvGraphicFramePr>
              <p:cNvPr id="7" name="表格 7">
                <a:extLst>
                  <a:ext uri="{FF2B5EF4-FFF2-40B4-BE49-F238E27FC236}">
                    <a16:creationId xmlns:a16="http://schemas.microsoft.com/office/drawing/2014/main" id="{F783E31D-5535-4919-8556-AD70363A7516}"/>
                  </a:ext>
                </a:extLst>
              </p:cNvPr>
              <p:cNvGraphicFramePr>
                <a:graphicFrameLocks noGrp="1"/>
              </p:cNvGraphicFramePr>
              <p:nvPr>
                <p:extLst>
                  <p:ext uri="{D42A27DB-BD31-4B8C-83A1-F6EECF244321}">
                    <p14:modId xmlns:p14="http://schemas.microsoft.com/office/powerpoint/2010/main" val="1257287691"/>
                  </p:ext>
                </p:extLst>
              </p:nvPr>
            </p:nvGraphicFramePr>
            <p:xfrm>
              <a:off x="1305623" y="2927225"/>
              <a:ext cx="6917690" cy="1624838"/>
            </p:xfrm>
            <a:graphic>
              <a:graphicData uri="http://schemas.openxmlformats.org/drawingml/2006/table">
                <a:tbl>
                  <a:tblPr firstRow="1" bandRow="1">
                    <a:tableStyleId>{5C22544A-7EE6-4342-B048-85BDC9FD1C3A}</a:tableStyleId>
                  </a:tblPr>
                  <a:tblGrid>
                    <a:gridCol w="2786380">
                      <a:extLst>
                        <a:ext uri="{9D8B030D-6E8A-4147-A177-3AD203B41FA5}">
                          <a16:colId xmlns:a16="http://schemas.microsoft.com/office/drawing/2014/main" val="2229907473"/>
                        </a:ext>
                      </a:extLst>
                    </a:gridCol>
                    <a:gridCol w="1052830">
                      <a:extLst>
                        <a:ext uri="{9D8B030D-6E8A-4147-A177-3AD203B41FA5}">
                          <a16:colId xmlns:a16="http://schemas.microsoft.com/office/drawing/2014/main" val="951553362"/>
                        </a:ext>
                      </a:extLst>
                    </a:gridCol>
                    <a:gridCol w="1554480">
                      <a:extLst>
                        <a:ext uri="{9D8B030D-6E8A-4147-A177-3AD203B41FA5}">
                          <a16:colId xmlns:a16="http://schemas.microsoft.com/office/drawing/2014/main" val="3394805730"/>
                        </a:ext>
                      </a:extLst>
                    </a:gridCol>
                    <a:gridCol w="1524000">
                      <a:extLst>
                        <a:ext uri="{9D8B030D-6E8A-4147-A177-3AD203B41FA5}">
                          <a16:colId xmlns:a16="http://schemas.microsoft.com/office/drawing/2014/main" val="4108382106"/>
                        </a:ext>
                      </a:extLst>
                    </a:gridCol>
                  </a:tblGrid>
                  <a:tr h="390398">
                    <a:tc>
                      <a:txBody>
                        <a:bodyPr/>
                        <a:lstStyle/>
                        <a:p>
                          <a:r>
                            <a:rPr lang="en-US" altLang="zh-TW" dirty="0">
                              <a:latin typeface="Times New Roman" panose="02020603050405020304" pitchFamily="18" charset="0"/>
                              <a:cs typeface="Times New Roman" panose="02020603050405020304" pitchFamily="18" charset="0"/>
                            </a:rPr>
                            <a:t>Example</a:t>
                          </a:r>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p>
                      </a:txBody>
                      <a:tcPr>
                        <a:blipFill>
                          <a:blip r:embed="rId4"/>
                          <a:stretch>
                            <a:fillRect l="-264740" t="-7813" r="-294798" b="-329688"/>
                          </a:stretch>
                        </a:blipFill>
                      </a:tcPr>
                    </a:tc>
                    <a:tc>
                      <a:txBody>
                        <a:bodyPr/>
                        <a:lstStyle/>
                        <a:p>
                          <a:endParaRPr lang="zh-TW"/>
                        </a:p>
                      </a:txBody>
                      <a:tcPr>
                        <a:blipFill>
                          <a:blip r:embed="rId4"/>
                          <a:stretch>
                            <a:fillRect l="-247451" t="-7813" r="-100000" b="-329688"/>
                          </a:stretch>
                        </a:blipFill>
                      </a:tcPr>
                    </a:tc>
                    <a:tc>
                      <a:txBody>
                        <a:bodyPr/>
                        <a:lstStyle/>
                        <a:p>
                          <a:endParaRPr lang="zh-TW"/>
                        </a:p>
                      </a:txBody>
                      <a:tcPr>
                        <a:blipFill>
                          <a:blip r:embed="rId4"/>
                          <a:stretch>
                            <a:fillRect l="-354400" t="-7813" r="-2000" b="-329688"/>
                          </a:stretch>
                        </a:blipFill>
                      </a:tcPr>
                    </a:tc>
                    <a:extLst>
                      <a:ext uri="{0D108BD9-81ED-4DB2-BD59-A6C34878D82A}">
                        <a16:rowId xmlns:a16="http://schemas.microsoft.com/office/drawing/2014/main" val="2556269527"/>
                      </a:ext>
                    </a:extLst>
                  </a:tr>
                  <a:tr h="640080">
                    <a:tc rowSpan="2">
                      <a:txBody>
                        <a:bodyPr/>
                        <a:lstStyle/>
                        <a:p>
                          <a:pPr algn="l"/>
                          <a:r>
                            <a:rPr lang="en-US" altLang="zh-TW" dirty="0">
                              <a:latin typeface="Times New Roman" panose="02020603050405020304" pitchFamily="18" charset="0"/>
                              <a:cs typeface="Times New Roman" panose="02020603050405020304" pitchFamily="18" charset="0"/>
                            </a:rPr>
                            <a:t>Bidding system: BBO basic</a:t>
                          </a:r>
                          <a:endParaRPr lang="zh-TW" altLang="en-US" dirty="0">
                            <a:latin typeface="Times New Roman" panose="02020603050405020304" pitchFamily="18" charset="0"/>
                            <a:cs typeface="Times New Roman" panose="02020603050405020304" pitchFamily="18" charset="0"/>
                          </a:endParaRPr>
                        </a:p>
                      </a:txBody>
                      <a:tcPr/>
                    </a:tc>
                    <a:tc rowSpan="2">
                      <a:txBody>
                        <a:bodyPr/>
                        <a:lstStyle/>
                        <a:p>
                          <a:pPr algn="l"/>
                          <a:r>
                            <a:rPr lang="en-US" altLang="zh-TW" dirty="0">
                              <a:latin typeface="Times New Roman" panose="02020603050405020304" pitchFamily="18" charset="0"/>
                              <a:cs typeface="Times New Roman" panose="02020603050405020304" pitchFamily="18" charset="0"/>
                            </a:rPr>
                            <a:t>23JQKA</a:t>
                          </a:r>
                        </a:p>
                        <a:p>
                          <a:pPr algn="l"/>
                          <a:r>
                            <a:rPr lang="en-US" altLang="zh-TW" dirty="0">
                              <a:latin typeface="Times New Roman" panose="02020603050405020304" pitchFamily="18" charset="0"/>
                              <a:cs typeface="Times New Roman" panose="02020603050405020304" pitchFamily="18" charset="0"/>
                            </a:rPr>
                            <a:t>4JKA</a:t>
                          </a:r>
                        </a:p>
                        <a:p>
                          <a:pPr algn="l"/>
                          <a:r>
                            <a:rPr lang="en-US" altLang="zh-TW" dirty="0">
                              <a:latin typeface="Times New Roman" panose="02020603050405020304" pitchFamily="18" charset="0"/>
                              <a:cs typeface="Times New Roman" panose="02020603050405020304" pitchFamily="18" charset="0"/>
                            </a:rPr>
                            <a:t>5</a:t>
                          </a:r>
                        </a:p>
                        <a:p>
                          <a:pPr algn="l"/>
                          <a:r>
                            <a:rPr lang="en-US" altLang="zh-TW" dirty="0">
                              <a:latin typeface="Times New Roman" panose="02020603050405020304" pitchFamily="18" charset="0"/>
                              <a:cs typeface="Times New Roman" panose="02020603050405020304" pitchFamily="18" charset="0"/>
                            </a:rPr>
                            <a:t>67</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i="0" dirty="0">
                              <a:latin typeface="Times New Roman" panose="02020603050405020304" pitchFamily="18" charset="0"/>
                              <a:cs typeface="Times New Roman" panose="02020603050405020304" pitchFamily="18" charset="0"/>
                            </a:rPr>
                            <a:t>not vulnerable</a:t>
                          </a:r>
                        </a:p>
                        <a:p>
                          <a:endParaRPr lang="zh-TW" altLang="en-US" i="0" dirty="0">
                            <a:latin typeface="Times New Roman" panose="02020603050405020304" pitchFamily="18" charset="0"/>
                            <a:cs typeface="Times New Roman" panose="02020603050405020304" pitchFamily="18" charset="0"/>
                          </a:endParaRPr>
                        </a:p>
                      </a:txBody>
                      <a:tcPr/>
                    </a:tc>
                    <a:tc rowSpan="2">
                      <a:txBody>
                        <a:bodyPr/>
                        <a:lstStyle/>
                        <a:p>
                          <a:r>
                            <a:rPr lang="en-US" altLang="zh-TW" dirty="0">
                              <a:latin typeface="Times New Roman" panose="02020603050405020304" pitchFamily="18" charset="0"/>
                              <a:cs typeface="Times New Roman" panose="02020603050405020304" pitchFamily="18" charset="0"/>
                            </a:rPr>
                            <a:t>2♣, pass</a:t>
                          </a:r>
                          <a:endParaRPr lang="zh-TW"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241099097"/>
                      </a:ext>
                    </a:extLst>
                  </a:tr>
                  <a:tr h="594360">
                    <a:tc vMerge="1">
                      <a:txBody>
                        <a:bodyPr/>
                        <a:lstStyle/>
                        <a:p>
                          <a:endParaRPr lang="zh-TW" altLang="en-US"/>
                        </a:p>
                      </a:txBody>
                      <a:tcPr/>
                    </a:tc>
                    <a:tc vMerge="1">
                      <a:txBody>
                        <a:bodyPr/>
                        <a:lstStyle/>
                        <a:p>
                          <a:endParaRPr lang="zh-TW" altLang="en-US"/>
                        </a:p>
                      </a:txBody>
                      <a:tcPr/>
                    </a:tc>
                    <a:tc>
                      <a:txBody>
                        <a:bodyPr/>
                        <a:lstStyle/>
                        <a:p>
                          <a:endParaRPr lang="zh-TW"/>
                        </a:p>
                      </a:txBody>
                      <a:tcPr>
                        <a:blipFill>
                          <a:blip r:embed="rId4"/>
                          <a:stretch>
                            <a:fillRect l="-247451" t="-177551" r="-100000" b="-8163"/>
                          </a:stretch>
                        </a:blipFill>
                      </a:tcPr>
                    </a:tc>
                    <a:tc vMerge="1">
                      <a:txBody>
                        <a:bodyPr/>
                        <a:lstStyle/>
                        <a:p>
                          <a:endParaRPr lang="zh-TW" altLang="en-US"/>
                        </a:p>
                      </a:txBody>
                      <a:tcPr/>
                    </a:tc>
                    <a:extLst>
                      <a:ext uri="{0D108BD9-81ED-4DB2-BD59-A6C34878D82A}">
                        <a16:rowId xmlns:a16="http://schemas.microsoft.com/office/drawing/2014/main" val="1890890125"/>
                      </a:ext>
                    </a:extLst>
                  </a:tr>
                </a:tbl>
              </a:graphicData>
            </a:graphic>
          </p:graphicFrame>
        </mc:Fallback>
      </mc:AlternateContent>
      <mc:AlternateContent xmlns:mc="http://schemas.openxmlformats.org/markup-compatibility/2006" xmlns:a14="http://schemas.microsoft.com/office/drawing/2010/main">
        <mc:Choice Requires="a14">
          <p:sp>
            <p:nvSpPr>
              <p:cNvPr id="8" name="文字方塊 7">
                <a:extLst>
                  <a:ext uri="{FF2B5EF4-FFF2-40B4-BE49-F238E27FC236}">
                    <a16:creationId xmlns:a16="http://schemas.microsoft.com/office/drawing/2014/main" id="{A4B39E87-A49D-41F9-8659-C881CA4300B0}"/>
                  </a:ext>
                </a:extLst>
              </p:cNvPr>
              <p:cNvSpPr txBox="1"/>
              <p:nvPr/>
            </p:nvSpPr>
            <p:spPr>
              <a:xfrm>
                <a:off x="3023828" y="4798111"/>
                <a:ext cx="3096344" cy="39074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𝐷</m:t>
                      </m:r>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𝑐</m:t>
                          </m:r>
                        </m:e>
                        <m:sub>
                          <m:r>
                            <a:rPr lang="en-US" altLang="zh-TW" b="0" i="1" smtClean="0">
                              <a:latin typeface="Cambria Math" panose="02040503050406030204" pitchFamily="18" charset="0"/>
                            </a:rPr>
                            <m:t>𝑝</m:t>
                          </m:r>
                        </m:sub>
                      </m:sSub>
                      <m:r>
                        <a:rPr lang="en-US" altLang="zh-TW" b="0" i="1" smtClean="0">
                          <a:latin typeface="Cambria Math" panose="02040503050406030204" pitchFamily="18" charset="0"/>
                        </a:rPr>
                        <m:t>,</m:t>
                      </m:r>
                      <m:r>
                        <a:rPr lang="en-US" altLang="zh-TW" b="0" i="1" smtClean="0">
                          <a:latin typeface="Cambria Math" panose="02040503050406030204" pitchFamily="18" charset="0"/>
                        </a:rPr>
                        <m:t>𝑣</m:t>
                      </m:r>
                      <m:r>
                        <a:rPr lang="en-US" altLang="zh-TW" b="0" i="1" smtClean="0">
                          <a:latin typeface="Cambria Math" panose="02040503050406030204" pitchFamily="18" charset="0"/>
                        </a:rPr>
                        <m:t>,</m:t>
                      </m:r>
                      <m:r>
                        <a:rPr lang="en-US" altLang="zh-TW" b="0" i="1" smtClean="0">
                          <a:latin typeface="Cambria Math" panose="02040503050406030204" pitchFamily="18" charset="0"/>
                        </a:rPr>
                        <m:t>h</m:t>
                      </m:r>
                      <m:r>
                        <a:rPr lang="en-US" altLang="zh-TW" b="0" i="1" smtClean="0">
                          <a:latin typeface="Cambria Math" panose="02040503050406030204" pitchFamily="18" charset="0"/>
                        </a:rPr>
                        <m:t>)</m:t>
                      </m:r>
                    </m:oMath>
                  </m:oMathPara>
                </a14:m>
                <a:endParaRPr lang="zh-TW" altLang="en-US" dirty="0"/>
              </a:p>
            </p:txBody>
          </p:sp>
        </mc:Choice>
        <mc:Fallback xmlns="">
          <p:sp>
            <p:nvSpPr>
              <p:cNvPr id="8" name="文字方塊 7">
                <a:extLst>
                  <a:ext uri="{FF2B5EF4-FFF2-40B4-BE49-F238E27FC236}">
                    <a16:creationId xmlns:a16="http://schemas.microsoft.com/office/drawing/2014/main" id="{A4B39E87-A49D-41F9-8659-C881CA4300B0}"/>
                  </a:ext>
                </a:extLst>
              </p:cNvPr>
              <p:cNvSpPr txBox="1">
                <a:spLocks noRot="1" noChangeAspect="1" noMove="1" noResize="1" noEditPoints="1" noAdjustHandles="1" noChangeArrowheads="1" noChangeShapeType="1" noTextEdit="1"/>
              </p:cNvSpPr>
              <p:nvPr/>
            </p:nvSpPr>
            <p:spPr>
              <a:xfrm>
                <a:off x="3023828" y="4798111"/>
                <a:ext cx="3096344" cy="390748"/>
              </a:xfrm>
              <a:prstGeom prst="rect">
                <a:avLst/>
              </a:prstGeom>
              <a:blipFill>
                <a:blip r:embed="rId5"/>
                <a:stretch>
                  <a:fillRect b="-9375"/>
                </a:stretch>
              </a:blipFill>
            </p:spPr>
            <p:txBody>
              <a:bodyPr/>
              <a:lstStyle/>
              <a:p>
                <a:r>
                  <a:rPr lang="zh-TW" altLang="en-US">
                    <a:noFill/>
                  </a:rPr>
                  <a:t> </a:t>
                </a:r>
              </a:p>
            </p:txBody>
          </p:sp>
        </mc:Fallback>
      </mc:AlternateContent>
      <p:cxnSp>
        <p:nvCxnSpPr>
          <p:cNvPr id="10" name="直線單箭頭接點 9">
            <a:extLst>
              <a:ext uri="{FF2B5EF4-FFF2-40B4-BE49-F238E27FC236}">
                <a16:creationId xmlns:a16="http://schemas.microsoft.com/office/drawing/2014/main" id="{B45A3981-80BE-4F52-95C8-042930E9CAB6}"/>
              </a:ext>
            </a:extLst>
          </p:cNvPr>
          <p:cNvCxnSpPr>
            <a:cxnSpLocks/>
            <a:stCxn id="7" idx="2"/>
            <a:endCxn id="8" idx="0"/>
          </p:cNvCxnSpPr>
          <p:nvPr/>
        </p:nvCxnSpPr>
        <p:spPr>
          <a:xfrm flipH="1">
            <a:off x="4572000" y="4552063"/>
            <a:ext cx="192468" cy="2460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graphicFrame>
            <p:nvGraphicFramePr>
              <p:cNvPr id="13" name="表格 13">
                <a:extLst>
                  <a:ext uri="{FF2B5EF4-FFF2-40B4-BE49-F238E27FC236}">
                    <a16:creationId xmlns:a16="http://schemas.microsoft.com/office/drawing/2014/main" id="{EC81F53E-E08D-4315-97E1-D82E4D9E1446}"/>
                  </a:ext>
                </a:extLst>
              </p:cNvPr>
              <p:cNvGraphicFramePr>
                <a:graphicFrameLocks noGrp="1"/>
              </p:cNvGraphicFramePr>
              <p:nvPr>
                <p:extLst>
                  <p:ext uri="{D42A27DB-BD31-4B8C-83A1-F6EECF244321}">
                    <p14:modId xmlns:p14="http://schemas.microsoft.com/office/powerpoint/2010/main" val="1253989304"/>
                  </p:ext>
                </p:extLst>
              </p:nvPr>
            </p:nvGraphicFramePr>
            <p:xfrm>
              <a:off x="1524000" y="5415489"/>
              <a:ext cx="6096000" cy="1347470"/>
            </p:xfrm>
            <a:graphic>
              <a:graphicData uri="http://schemas.openxmlformats.org/drawingml/2006/table">
                <a:tbl>
                  <a:tblPr firstRow="1" bandRow="1">
                    <a:tableStyleId>{5C22544A-7EE6-4342-B048-85BDC9FD1C3A}</a:tableStyleId>
                  </a:tblPr>
                  <a:tblGrid>
                    <a:gridCol w="508000">
                      <a:extLst>
                        <a:ext uri="{9D8B030D-6E8A-4147-A177-3AD203B41FA5}">
                          <a16:colId xmlns:a16="http://schemas.microsoft.com/office/drawing/2014/main" val="1173241280"/>
                        </a:ext>
                      </a:extLst>
                    </a:gridCol>
                    <a:gridCol w="508000">
                      <a:extLst>
                        <a:ext uri="{9D8B030D-6E8A-4147-A177-3AD203B41FA5}">
                          <a16:colId xmlns:a16="http://schemas.microsoft.com/office/drawing/2014/main" val="4288831330"/>
                        </a:ext>
                      </a:extLst>
                    </a:gridCol>
                    <a:gridCol w="508000">
                      <a:extLst>
                        <a:ext uri="{9D8B030D-6E8A-4147-A177-3AD203B41FA5}">
                          <a16:colId xmlns:a16="http://schemas.microsoft.com/office/drawing/2014/main" val="3725476564"/>
                        </a:ext>
                      </a:extLst>
                    </a:gridCol>
                    <a:gridCol w="508000">
                      <a:extLst>
                        <a:ext uri="{9D8B030D-6E8A-4147-A177-3AD203B41FA5}">
                          <a16:colId xmlns:a16="http://schemas.microsoft.com/office/drawing/2014/main" val="2326832965"/>
                        </a:ext>
                      </a:extLst>
                    </a:gridCol>
                    <a:gridCol w="508000">
                      <a:extLst>
                        <a:ext uri="{9D8B030D-6E8A-4147-A177-3AD203B41FA5}">
                          <a16:colId xmlns:a16="http://schemas.microsoft.com/office/drawing/2014/main" val="3731578267"/>
                        </a:ext>
                      </a:extLst>
                    </a:gridCol>
                    <a:gridCol w="508000">
                      <a:extLst>
                        <a:ext uri="{9D8B030D-6E8A-4147-A177-3AD203B41FA5}">
                          <a16:colId xmlns:a16="http://schemas.microsoft.com/office/drawing/2014/main" val="1732612626"/>
                        </a:ext>
                      </a:extLst>
                    </a:gridCol>
                    <a:gridCol w="508000">
                      <a:extLst>
                        <a:ext uri="{9D8B030D-6E8A-4147-A177-3AD203B41FA5}">
                          <a16:colId xmlns:a16="http://schemas.microsoft.com/office/drawing/2014/main" val="1685211822"/>
                        </a:ext>
                      </a:extLst>
                    </a:gridCol>
                    <a:gridCol w="508000">
                      <a:extLst>
                        <a:ext uri="{9D8B030D-6E8A-4147-A177-3AD203B41FA5}">
                          <a16:colId xmlns:a16="http://schemas.microsoft.com/office/drawing/2014/main" val="2533468964"/>
                        </a:ext>
                      </a:extLst>
                    </a:gridCol>
                    <a:gridCol w="508000">
                      <a:extLst>
                        <a:ext uri="{9D8B030D-6E8A-4147-A177-3AD203B41FA5}">
                          <a16:colId xmlns:a16="http://schemas.microsoft.com/office/drawing/2014/main" val="2166224111"/>
                        </a:ext>
                      </a:extLst>
                    </a:gridCol>
                    <a:gridCol w="508000">
                      <a:extLst>
                        <a:ext uri="{9D8B030D-6E8A-4147-A177-3AD203B41FA5}">
                          <a16:colId xmlns:a16="http://schemas.microsoft.com/office/drawing/2014/main" val="1769441468"/>
                        </a:ext>
                      </a:extLst>
                    </a:gridCol>
                    <a:gridCol w="508000">
                      <a:extLst>
                        <a:ext uri="{9D8B030D-6E8A-4147-A177-3AD203B41FA5}">
                          <a16:colId xmlns:a16="http://schemas.microsoft.com/office/drawing/2014/main" val="2113053631"/>
                        </a:ext>
                      </a:extLst>
                    </a:gridCol>
                    <a:gridCol w="508000">
                      <a:extLst>
                        <a:ext uri="{9D8B030D-6E8A-4147-A177-3AD203B41FA5}">
                          <a16:colId xmlns:a16="http://schemas.microsoft.com/office/drawing/2014/main" val="2325579879"/>
                        </a:ext>
                      </a:extLst>
                    </a:gridCol>
                  </a:tblGrid>
                  <a:tr h="370840">
                    <a:tc gridSpan="3">
                      <a:txBody>
                        <a:bodyPr/>
                        <a:lstStyle/>
                        <a:p>
                          <a:r>
                            <a:rPr lang="en-US" altLang="zh-TW" dirty="0">
                              <a:latin typeface="Times New Roman" panose="02020603050405020304" pitchFamily="18" charset="0"/>
                              <a:cs typeface="Times New Roman" panose="02020603050405020304" pitchFamily="18" charset="0"/>
                            </a:rPr>
                            <a:t>Spade</a:t>
                          </a:r>
                          <a:endParaRPr lang="zh-TW" altLang="en-US" dirty="0">
                            <a:latin typeface="Times New Roman" panose="02020603050405020304" pitchFamily="18" charset="0"/>
                            <a:cs typeface="Times New Roman" panose="02020603050405020304" pitchFamily="18" charset="0"/>
                          </a:endParaRPr>
                        </a:p>
                      </a:txBody>
                      <a:tcPr/>
                    </a:tc>
                    <a:tc hMerge="1">
                      <a:txBody>
                        <a:bodyPr/>
                        <a:lstStyle/>
                        <a:p>
                          <a:r>
                            <a:rPr lang="en-US" altLang="zh-TW" dirty="0"/>
                            <a:t>3</a:t>
                          </a:r>
                          <a:endParaRPr lang="zh-TW" altLang="en-US" dirty="0"/>
                        </a:p>
                      </a:txBody>
                      <a:tcPr/>
                    </a:tc>
                    <a:tc hMerge="1">
                      <a:txBody>
                        <a:bodyPr/>
                        <a:lstStyle/>
                        <a:p>
                          <a:endParaRPr lang="zh-TW" altLang="en-US" dirty="0"/>
                        </a:p>
                      </a:txBody>
                      <a:tcPr/>
                    </a:tc>
                    <a:tc gridSpan="3">
                      <a:txBody>
                        <a:bodyPr/>
                        <a:lstStyle/>
                        <a:p>
                          <a:r>
                            <a:rPr lang="en-US" altLang="zh-TW" dirty="0">
                              <a:latin typeface="Times New Roman" panose="02020603050405020304" pitchFamily="18" charset="0"/>
                              <a:cs typeface="Times New Roman" panose="02020603050405020304" pitchFamily="18" charset="0"/>
                            </a:rPr>
                            <a:t>Heart</a:t>
                          </a:r>
                          <a:endParaRPr lang="zh-TW" altLang="en-US" dirty="0">
                            <a:latin typeface="Times New Roman" panose="02020603050405020304" pitchFamily="18" charset="0"/>
                            <a:cs typeface="Times New Roman" panose="02020603050405020304" pitchFamily="18" charset="0"/>
                          </a:endParaRPr>
                        </a:p>
                      </a:txBody>
                      <a:tcPr/>
                    </a:tc>
                    <a:tc hMerge="1">
                      <a:txBody>
                        <a:bodyPr/>
                        <a:lstStyle/>
                        <a:p>
                          <a:endParaRPr lang="zh-TW" altLang="en-US" dirty="0"/>
                        </a:p>
                      </a:txBody>
                      <a:tcPr/>
                    </a:tc>
                    <a:tc hMerge="1">
                      <a:txBody>
                        <a:bodyPr/>
                        <a:lstStyle/>
                        <a:p>
                          <a:endParaRPr lang="zh-TW" altLang="en-US" dirty="0"/>
                        </a:p>
                      </a:txBody>
                      <a:tcPr/>
                    </a:tc>
                    <a:tc gridSpan="3">
                      <a:txBody>
                        <a:bodyPr/>
                        <a:lstStyle/>
                        <a:p>
                          <a:r>
                            <a:rPr lang="en-US" altLang="zh-TW" dirty="0">
                              <a:latin typeface="Times New Roman" panose="02020603050405020304" pitchFamily="18" charset="0"/>
                              <a:cs typeface="Times New Roman" panose="02020603050405020304" pitchFamily="18" charset="0"/>
                            </a:rPr>
                            <a:t>Diamond</a:t>
                          </a:r>
                          <a:endParaRPr lang="zh-TW" altLang="en-US" dirty="0">
                            <a:latin typeface="Times New Roman" panose="02020603050405020304" pitchFamily="18" charset="0"/>
                            <a:cs typeface="Times New Roman" panose="02020603050405020304" pitchFamily="18" charset="0"/>
                          </a:endParaRPr>
                        </a:p>
                      </a:txBody>
                      <a:tcPr/>
                    </a:tc>
                    <a:tc hMerge="1">
                      <a:txBody>
                        <a:bodyPr/>
                        <a:lstStyle/>
                        <a:p>
                          <a:endParaRPr lang="zh-TW" altLang="en-US" dirty="0"/>
                        </a:p>
                      </a:txBody>
                      <a:tcPr/>
                    </a:tc>
                    <a:tc hMerge="1">
                      <a:txBody>
                        <a:bodyPr/>
                        <a:lstStyle/>
                        <a:p>
                          <a:endParaRPr lang="zh-TW" altLang="en-US" dirty="0"/>
                        </a:p>
                      </a:txBody>
                      <a:tcPr/>
                    </a:tc>
                    <a:tc gridSpan="3">
                      <a:txBody>
                        <a:bodyPr/>
                        <a:lstStyle/>
                        <a:p>
                          <a:r>
                            <a:rPr lang="en-US" altLang="zh-TW" dirty="0">
                              <a:latin typeface="Times New Roman" panose="02020603050405020304" pitchFamily="18" charset="0"/>
                              <a:cs typeface="Times New Roman" panose="02020603050405020304" pitchFamily="18" charset="0"/>
                            </a:rPr>
                            <a:t>Club</a:t>
                          </a:r>
                          <a:endParaRPr lang="zh-TW" altLang="en-US" dirty="0">
                            <a:latin typeface="Times New Roman" panose="02020603050405020304" pitchFamily="18" charset="0"/>
                            <a:cs typeface="Times New Roman" panose="02020603050405020304" pitchFamily="18" charset="0"/>
                          </a:endParaRPr>
                        </a:p>
                      </a:txBody>
                      <a:tcPr/>
                    </a:tc>
                    <a:tc hMerge="1">
                      <a:txBody>
                        <a:bodyPr/>
                        <a:lstStyle/>
                        <a:p>
                          <a:endParaRPr lang="zh-TW" altLang="en-US" dirty="0"/>
                        </a:p>
                      </a:txBody>
                      <a:tcPr/>
                    </a:tc>
                    <a:tc hMerge="1">
                      <a:txBody>
                        <a:bodyPr/>
                        <a:lstStyle/>
                        <a:p>
                          <a:endParaRPr lang="zh-TW" altLang="en-US" dirty="0"/>
                        </a:p>
                      </a:txBody>
                      <a:tcPr/>
                    </a:tc>
                    <a:extLst>
                      <a:ext uri="{0D108BD9-81ED-4DB2-BD59-A6C34878D82A}">
                        <a16:rowId xmlns:a16="http://schemas.microsoft.com/office/drawing/2014/main" val="2145853427"/>
                      </a:ext>
                    </a:extLst>
                  </a:tr>
                  <a:tr h="370840">
                    <a:tc>
                      <a:txBody>
                        <a:bodyPr/>
                        <a:lstStyle/>
                        <a:p>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A</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A</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A</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A</a:t>
                          </a:r>
                          <a:endParaRPr lang="zh-TW"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629486743"/>
                      </a:ext>
                    </a:extLst>
                  </a:tr>
                  <a:tr h="370840">
                    <a:tc>
                      <a:txBody>
                        <a:bodyPr/>
                        <a:lstStyle/>
                        <a:p>
                          <a:r>
                            <a:rPr lang="en-US" altLang="zh-TW" dirty="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a:txBody>
                      <a:tcPr/>
                    </a:tc>
                    <a:tc>
                      <a:txBody>
                        <a:bodyPr/>
                        <a:lstStyle/>
                        <a:p>
                          <a:pPr/>
                          <a14:m>
                            <m:oMathPara xmlns:m="http://schemas.openxmlformats.org/officeDocument/2006/math">
                              <m:oMathParaPr>
                                <m:jc m:val="centerGroup"/>
                              </m:oMathParaPr>
                              <m:oMath xmlns:m="http://schemas.openxmlformats.org/officeDocument/2006/math">
                                <m:f>
                                  <m:fPr>
                                    <m:ctrlPr>
                                      <a:rPr lang="en-US" altLang="zh-TW" i="1" smtClean="0">
                                        <a:latin typeface="Cambria Math" panose="02040503050406030204" pitchFamily="18" charset="0"/>
                                      </a:rPr>
                                    </m:ctrlPr>
                                  </m:fPr>
                                  <m:num>
                                    <m:r>
                                      <a:rPr lang="en-US" altLang="zh-TW" b="0" i="1" smtClean="0">
                                        <a:latin typeface="Cambria Math" panose="02040503050406030204" pitchFamily="18" charset="0"/>
                                      </a:rPr>
                                      <m:t>4</m:t>
                                    </m:r>
                                  </m:num>
                                  <m:den>
                                    <m:r>
                                      <a:rPr lang="en-US" altLang="zh-TW" b="0" i="1" smtClean="0">
                                        <a:latin typeface="Cambria Math" panose="02040503050406030204" pitchFamily="18" charset="0"/>
                                      </a:rPr>
                                      <m:t>30</m:t>
                                    </m:r>
                                  </m:den>
                                </m:f>
                              </m:oMath>
                            </m:oMathPara>
                          </a14:m>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a:txBody>
                      <a:tcPr/>
                    </a:tc>
                    <a:tc>
                      <a:txBody>
                        <a:bodyPr/>
                        <a:lstStyle/>
                        <a:p>
                          <a:pPr/>
                          <a14:m>
                            <m:oMathPara xmlns:m="http://schemas.openxmlformats.org/officeDocument/2006/math">
                              <m:oMathParaPr>
                                <m:jc m:val="centerGroup"/>
                              </m:oMathParaPr>
                              <m:oMath xmlns:m="http://schemas.openxmlformats.org/officeDocument/2006/math">
                                <m:f>
                                  <m:fPr>
                                    <m:ctrlPr>
                                      <a:rPr lang="en-US" altLang="zh-TW" i="1" smtClean="0">
                                        <a:latin typeface="Cambria Math" panose="02040503050406030204" pitchFamily="18" charset="0"/>
                                      </a:rPr>
                                    </m:ctrlPr>
                                  </m:fPr>
                                  <m:num>
                                    <m:r>
                                      <a:rPr lang="en-US" altLang="zh-TW" b="0" i="1" smtClean="0">
                                        <a:latin typeface="Cambria Math" panose="02040503050406030204" pitchFamily="18" charset="0"/>
                                      </a:rPr>
                                      <m:t>4</m:t>
                                    </m:r>
                                  </m:num>
                                  <m:den>
                                    <m:r>
                                      <a:rPr lang="en-US" altLang="zh-TW" b="0" i="1" smtClean="0">
                                        <a:latin typeface="Cambria Math" panose="02040503050406030204" pitchFamily="18" charset="0"/>
                                      </a:rPr>
                                      <m:t>30</m:t>
                                    </m:r>
                                  </m:den>
                                </m:f>
                              </m:oMath>
                            </m:oMathPara>
                          </a14:m>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tc>
                    <a:tc>
                      <a:txBody>
                        <a:bodyPr/>
                        <a:lstStyle/>
                        <a:p>
                          <a:pPr/>
                          <a14:m>
                            <m:oMathPara xmlns:m="http://schemas.openxmlformats.org/officeDocument/2006/math">
                              <m:oMathParaPr>
                                <m:jc m:val="centerGroup"/>
                              </m:oMathParaPr>
                              <m:oMath xmlns:m="http://schemas.openxmlformats.org/officeDocument/2006/math">
                                <m:f>
                                  <m:fPr>
                                    <m:ctrlPr>
                                      <a:rPr lang="en-US" altLang="zh-TW" i="1" smtClean="0">
                                        <a:latin typeface="Cambria Math" panose="02040503050406030204" pitchFamily="18" charset="0"/>
                                      </a:rPr>
                                    </m:ctrlPr>
                                  </m:fPr>
                                  <m:num>
                                    <m:r>
                                      <a:rPr lang="en-US" altLang="zh-TW" b="0" i="1" smtClean="0">
                                        <a:latin typeface="Cambria Math" panose="02040503050406030204" pitchFamily="18" charset="0"/>
                                      </a:rPr>
                                      <m:t>4</m:t>
                                    </m:r>
                                  </m:num>
                                  <m:den>
                                    <m:r>
                                      <a:rPr lang="en-US" altLang="zh-TW" b="0" i="1" smtClean="0">
                                        <a:latin typeface="Cambria Math" panose="02040503050406030204" pitchFamily="18" charset="0"/>
                                      </a:rPr>
                                      <m:t>30</m:t>
                                    </m:r>
                                  </m:den>
                                </m:f>
                              </m:oMath>
                            </m:oMathPara>
                          </a14:m>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789956286"/>
                      </a:ext>
                    </a:extLst>
                  </a:tr>
                </a:tbl>
              </a:graphicData>
            </a:graphic>
          </p:graphicFrame>
        </mc:Choice>
        <mc:Fallback xmlns="">
          <p:graphicFrame>
            <p:nvGraphicFramePr>
              <p:cNvPr id="13" name="表格 13">
                <a:extLst>
                  <a:ext uri="{FF2B5EF4-FFF2-40B4-BE49-F238E27FC236}">
                    <a16:creationId xmlns:a16="http://schemas.microsoft.com/office/drawing/2014/main" id="{EC81F53E-E08D-4315-97E1-D82E4D9E1446}"/>
                  </a:ext>
                </a:extLst>
              </p:cNvPr>
              <p:cNvGraphicFramePr>
                <a:graphicFrameLocks noGrp="1"/>
              </p:cNvGraphicFramePr>
              <p:nvPr>
                <p:extLst>
                  <p:ext uri="{D42A27DB-BD31-4B8C-83A1-F6EECF244321}">
                    <p14:modId xmlns:p14="http://schemas.microsoft.com/office/powerpoint/2010/main" val="1253989304"/>
                  </p:ext>
                </p:extLst>
              </p:nvPr>
            </p:nvGraphicFramePr>
            <p:xfrm>
              <a:off x="1524000" y="5415489"/>
              <a:ext cx="6096000" cy="1347470"/>
            </p:xfrm>
            <a:graphic>
              <a:graphicData uri="http://schemas.openxmlformats.org/drawingml/2006/table">
                <a:tbl>
                  <a:tblPr firstRow="1" bandRow="1">
                    <a:tableStyleId>{5C22544A-7EE6-4342-B048-85BDC9FD1C3A}</a:tableStyleId>
                  </a:tblPr>
                  <a:tblGrid>
                    <a:gridCol w="508000">
                      <a:extLst>
                        <a:ext uri="{9D8B030D-6E8A-4147-A177-3AD203B41FA5}">
                          <a16:colId xmlns:a16="http://schemas.microsoft.com/office/drawing/2014/main" val="1173241280"/>
                        </a:ext>
                      </a:extLst>
                    </a:gridCol>
                    <a:gridCol w="508000">
                      <a:extLst>
                        <a:ext uri="{9D8B030D-6E8A-4147-A177-3AD203B41FA5}">
                          <a16:colId xmlns:a16="http://schemas.microsoft.com/office/drawing/2014/main" val="4288831330"/>
                        </a:ext>
                      </a:extLst>
                    </a:gridCol>
                    <a:gridCol w="508000">
                      <a:extLst>
                        <a:ext uri="{9D8B030D-6E8A-4147-A177-3AD203B41FA5}">
                          <a16:colId xmlns:a16="http://schemas.microsoft.com/office/drawing/2014/main" val="3725476564"/>
                        </a:ext>
                      </a:extLst>
                    </a:gridCol>
                    <a:gridCol w="508000">
                      <a:extLst>
                        <a:ext uri="{9D8B030D-6E8A-4147-A177-3AD203B41FA5}">
                          <a16:colId xmlns:a16="http://schemas.microsoft.com/office/drawing/2014/main" val="2326832965"/>
                        </a:ext>
                      </a:extLst>
                    </a:gridCol>
                    <a:gridCol w="508000">
                      <a:extLst>
                        <a:ext uri="{9D8B030D-6E8A-4147-A177-3AD203B41FA5}">
                          <a16:colId xmlns:a16="http://schemas.microsoft.com/office/drawing/2014/main" val="3731578267"/>
                        </a:ext>
                      </a:extLst>
                    </a:gridCol>
                    <a:gridCol w="508000">
                      <a:extLst>
                        <a:ext uri="{9D8B030D-6E8A-4147-A177-3AD203B41FA5}">
                          <a16:colId xmlns:a16="http://schemas.microsoft.com/office/drawing/2014/main" val="1732612626"/>
                        </a:ext>
                      </a:extLst>
                    </a:gridCol>
                    <a:gridCol w="508000">
                      <a:extLst>
                        <a:ext uri="{9D8B030D-6E8A-4147-A177-3AD203B41FA5}">
                          <a16:colId xmlns:a16="http://schemas.microsoft.com/office/drawing/2014/main" val="1685211822"/>
                        </a:ext>
                      </a:extLst>
                    </a:gridCol>
                    <a:gridCol w="508000">
                      <a:extLst>
                        <a:ext uri="{9D8B030D-6E8A-4147-A177-3AD203B41FA5}">
                          <a16:colId xmlns:a16="http://schemas.microsoft.com/office/drawing/2014/main" val="2533468964"/>
                        </a:ext>
                      </a:extLst>
                    </a:gridCol>
                    <a:gridCol w="508000">
                      <a:extLst>
                        <a:ext uri="{9D8B030D-6E8A-4147-A177-3AD203B41FA5}">
                          <a16:colId xmlns:a16="http://schemas.microsoft.com/office/drawing/2014/main" val="2166224111"/>
                        </a:ext>
                      </a:extLst>
                    </a:gridCol>
                    <a:gridCol w="508000">
                      <a:extLst>
                        <a:ext uri="{9D8B030D-6E8A-4147-A177-3AD203B41FA5}">
                          <a16:colId xmlns:a16="http://schemas.microsoft.com/office/drawing/2014/main" val="1769441468"/>
                        </a:ext>
                      </a:extLst>
                    </a:gridCol>
                    <a:gridCol w="508000">
                      <a:extLst>
                        <a:ext uri="{9D8B030D-6E8A-4147-A177-3AD203B41FA5}">
                          <a16:colId xmlns:a16="http://schemas.microsoft.com/office/drawing/2014/main" val="2113053631"/>
                        </a:ext>
                      </a:extLst>
                    </a:gridCol>
                    <a:gridCol w="508000">
                      <a:extLst>
                        <a:ext uri="{9D8B030D-6E8A-4147-A177-3AD203B41FA5}">
                          <a16:colId xmlns:a16="http://schemas.microsoft.com/office/drawing/2014/main" val="2325579879"/>
                        </a:ext>
                      </a:extLst>
                    </a:gridCol>
                  </a:tblGrid>
                  <a:tr h="370840">
                    <a:tc gridSpan="3">
                      <a:txBody>
                        <a:bodyPr/>
                        <a:lstStyle/>
                        <a:p>
                          <a:r>
                            <a:rPr lang="en-US" altLang="zh-TW" dirty="0">
                              <a:latin typeface="Times New Roman" panose="02020603050405020304" pitchFamily="18" charset="0"/>
                              <a:cs typeface="Times New Roman" panose="02020603050405020304" pitchFamily="18" charset="0"/>
                            </a:rPr>
                            <a:t>Spade</a:t>
                          </a:r>
                          <a:endParaRPr lang="zh-TW" altLang="en-US" dirty="0">
                            <a:latin typeface="Times New Roman" panose="02020603050405020304" pitchFamily="18" charset="0"/>
                            <a:cs typeface="Times New Roman" panose="02020603050405020304" pitchFamily="18" charset="0"/>
                          </a:endParaRPr>
                        </a:p>
                      </a:txBody>
                      <a:tcPr/>
                    </a:tc>
                    <a:tc hMerge="1">
                      <a:txBody>
                        <a:bodyPr/>
                        <a:lstStyle/>
                        <a:p>
                          <a:r>
                            <a:rPr lang="en-US" altLang="zh-TW" dirty="0"/>
                            <a:t>3</a:t>
                          </a:r>
                          <a:endParaRPr lang="zh-TW" altLang="en-US" dirty="0"/>
                        </a:p>
                      </a:txBody>
                      <a:tcPr/>
                    </a:tc>
                    <a:tc hMerge="1">
                      <a:txBody>
                        <a:bodyPr/>
                        <a:lstStyle/>
                        <a:p>
                          <a:endParaRPr lang="zh-TW" altLang="en-US" dirty="0"/>
                        </a:p>
                      </a:txBody>
                      <a:tcPr/>
                    </a:tc>
                    <a:tc gridSpan="3">
                      <a:txBody>
                        <a:bodyPr/>
                        <a:lstStyle/>
                        <a:p>
                          <a:r>
                            <a:rPr lang="en-US" altLang="zh-TW" dirty="0">
                              <a:latin typeface="Times New Roman" panose="02020603050405020304" pitchFamily="18" charset="0"/>
                              <a:cs typeface="Times New Roman" panose="02020603050405020304" pitchFamily="18" charset="0"/>
                            </a:rPr>
                            <a:t>Heart</a:t>
                          </a:r>
                          <a:endParaRPr lang="zh-TW" altLang="en-US" dirty="0">
                            <a:latin typeface="Times New Roman" panose="02020603050405020304" pitchFamily="18" charset="0"/>
                            <a:cs typeface="Times New Roman" panose="02020603050405020304" pitchFamily="18" charset="0"/>
                          </a:endParaRPr>
                        </a:p>
                      </a:txBody>
                      <a:tcPr/>
                    </a:tc>
                    <a:tc hMerge="1">
                      <a:txBody>
                        <a:bodyPr/>
                        <a:lstStyle/>
                        <a:p>
                          <a:endParaRPr lang="zh-TW" altLang="en-US" dirty="0"/>
                        </a:p>
                      </a:txBody>
                      <a:tcPr/>
                    </a:tc>
                    <a:tc hMerge="1">
                      <a:txBody>
                        <a:bodyPr/>
                        <a:lstStyle/>
                        <a:p>
                          <a:endParaRPr lang="zh-TW" altLang="en-US" dirty="0"/>
                        </a:p>
                      </a:txBody>
                      <a:tcPr/>
                    </a:tc>
                    <a:tc gridSpan="3">
                      <a:txBody>
                        <a:bodyPr/>
                        <a:lstStyle/>
                        <a:p>
                          <a:r>
                            <a:rPr lang="en-US" altLang="zh-TW" dirty="0">
                              <a:latin typeface="Times New Roman" panose="02020603050405020304" pitchFamily="18" charset="0"/>
                              <a:cs typeface="Times New Roman" panose="02020603050405020304" pitchFamily="18" charset="0"/>
                            </a:rPr>
                            <a:t>Diamond</a:t>
                          </a:r>
                          <a:endParaRPr lang="zh-TW" altLang="en-US" dirty="0">
                            <a:latin typeface="Times New Roman" panose="02020603050405020304" pitchFamily="18" charset="0"/>
                            <a:cs typeface="Times New Roman" panose="02020603050405020304" pitchFamily="18" charset="0"/>
                          </a:endParaRPr>
                        </a:p>
                      </a:txBody>
                      <a:tcPr/>
                    </a:tc>
                    <a:tc hMerge="1">
                      <a:txBody>
                        <a:bodyPr/>
                        <a:lstStyle/>
                        <a:p>
                          <a:endParaRPr lang="zh-TW" altLang="en-US" dirty="0"/>
                        </a:p>
                      </a:txBody>
                      <a:tcPr/>
                    </a:tc>
                    <a:tc hMerge="1">
                      <a:txBody>
                        <a:bodyPr/>
                        <a:lstStyle/>
                        <a:p>
                          <a:endParaRPr lang="zh-TW" altLang="en-US" dirty="0"/>
                        </a:p>
                      </a:txBody>
                      <a:tcPr/>
                    </a:tc>
                    <a:tc gridSpan="3">
                      <a:txBody>
                        <a:bodyPr/>
                        <a:lstStyle/>
                        <a:p>
                          <a:r>
                            <a:rPr lang="en-US" altLang="zh-TW" dirty="0">
                              <a:latin typeface="Times New Roman" panose="02020603050405020304" pitchFamily="18" charset="0"/>
                              <a:cs typeface="Times New Roman" panose="02020603050405020304" pitchFamily="18" charset="0"/>
                            </a:rPr>
                            <a:t>Club</a:t>
                          </a:r>
                          <a:endParaRPr lang="zh-TW" altLang="en-US" dirty="0">
                            <a:latin typeface="Times New Roman" panose="02020603050405020304" pitchFamily="18" charset="0"/>
                            <a:cs typeface="Times New Roman" panose="02020603050405020304" pitchFamily="18" charset="0"/>
                          </a:endParaRPr>
                        </a:p>
                      </a:txBody>
                      <a:tcPr/>
                    </a:tc>
                    <a:tc hMerge="1">
                      <a:txBody>
                        <a:bodyPr/>
                        <a:lstStyle/>
                        <a:p>
                          <a:endParaRPr lang="zh-TW" altLang="en-US" dirty="0"/>
                        </a:p>
                      </a:txBody>
                      <a:tcPr/>
                    </a:tc>
                    <a:tc hMerge="1">
                      <a:txBody>
                        <a:bodyPr/>
                        <a:lstStyle/>
                        <a:p>
                          <a:endParaRPr lang="zh-TW" altLang="en-US" dirty="0"/>
                        </a:p>
                      </a:txBody>
                      <a:tcPr/>
                    </a:tc>
                    <a:extLst>
                      <a:ext uri="{0D108BD9-81ED-4DB2-BD59-A6C34878D82A}">
                        <a16:rowId xmlns:a16="http://schemas.microsoft.com/office/drawing/2014/main" val="2145853427"/>
                      </a:ext>
                    </a:extLst>
                  </a:tr>
                  <a:tr h="370840">
                    <a:tc>
                      <a:txBody>
                        <a:bodyPr/>
                        <a:lstStyle/>
                        <a:p>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A</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A</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A</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A</a:t>
                          </a:r>
                          <a:endParaRPr lang="zh-TW"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629486743"/>
                      </a:ext>
                    </a:extLst>
                  </a:tr>
                  <a:tr h="605790">
                    <a:tc>
                      <a:txBody>
                        <a:bodyPr/>
                        <a:lstStyle/>
                        <a:p>
                          <a:r>
                            <a:rPr lang="en-US" altLang="zh-TW" dirty="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p>
                      </a:txBody>
                      <a:tcPr>
                        <a:blipFill>
                          <a:blip r:embed="rId6"/>
                          <a:stretch>
                            <a:fillRect l="-303614" t="-127000" r="-809639" b="-2000"/>
                          </a:stretch>
                        </a:blipFill>
                      </a:tcPr>
                    </a:tc>
                    <a:tc>
                      <a:txBody>
                        <a:bodyPr/>
                        <a:lstStyle/>
                        <a:p>
                          <a:r>
                            <a:rPr lang="en-US" altLang="zh-TW"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p>
                      </a:txBody>
                      <a:tcPr>
                        <a:blipFill>
                          <a:blip r:embed="rId6"/>
                          <a:stretch>
                            <a:fillRect l="-604819" t="-127000" r="-508434" b="-2000"/>
                          </a:stretch>
                        </a:blipFill>
                      </a:tcPr>
                    </a:tc>
                    <a:tc>
                      <a:txBody>
                        <a:bodyPr/>
                        <a:lstStyle/>
                        <a:p>
                          <a:r>
                            <a:rPr lang="en-US" altLang="zh-TW"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p>
                      </a:txBody>
                      <a:tcPr>
                        <a:blipFill>
                          <a:blip r:embed="rId6"/>
                          <a:stretch>
                            <a:fillRect l="-906024" t="-127000" r="-207229" b="-2000"/>
                          </a:stretch>
                        </a:blipFill>
                      </a:tcPr>
                    </a:tc>
                    <a:tc>
                      <a:txBody>
                        <a:bodyPr/>
                        <a:lstStyle/>
                        <a:p>
                          <a:r>
                            <a:rPr lang="en-US" altLang="zh-TW"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789956286"/>
                      </a:ext>
                    </a:extLst>
                  </a:tr>
                </a:tbl>
              </a:graphicData>
            </a:graphic>
          </p:graphicFrame>
        </mc:Fallback>
      </mc:AlternateContent>
      <p:cxnSp>
        <p:nvCxnSpPr>
          <p:cNvPr id="17" name="直線單箭頭接點 16">
            <a:extLst>
              <a:ext uri="{FF2B5EF4-FFF2-40B4-BE49-F238E27FC236}">
                <a16:creationId xmlns:a16="http://schemas.microsoft.com/office/drawing/2014/main" id="{D4552349-AF3C-477A-BB02-F937A3104176}"/>
              </a:ext>
            </a:extLst>
          </p:cNvPr>
          <p:cNvCxnSpPr>
            <a:stCxn id="8" idx="2"/>
            <a:endCxn id="13" idx="0"/>
          </p:cNvCxnSpPr>
          <p:nvPr/>
        </p:nvCxnSpPr>
        <p:spPr>
          <a:xfrm>
            <a:off x="4572000" y="5188859"/>
            <a:ext cx="0" cy="2266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748421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73BADFC-F0A0-400B-874A-ABC36C666726}"/>
              </a:ext>
            </a:extLst>
          </p:cNvPr>
          <p:cNvSpPr>
            <a:spLocks noGrp="1"/>
          </p:cNvSpPr>
          <p:nvPr>
            <p:ph type="title"/>
          </p:nvPr>
        </p:nvSpPr>
        <p:spPr/>
        <p:txBody>
          <a:bodyPr/>
          <a:lstStyle/>
          <a:p>
            <a:pPr algn="l"/>
            <a:r>
              <a:rPr lang="en-US" altLang="zh-TW" dirty="0">
                <a:latin typeface="Times New Roman" panose="02020603050405020304" pitchFamily="18" charset="0"/>
                <a:cs typeface="Times New Roman" panose="02020603050405020304" pitchFamily="18" charset="0"/>
              </a:rPr>
              <a:t>Estimation neural network (ENN)</a:t>
            </a:r>
            <a:endParaRPr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2FCE29E3-8EC3-4E06-B9FF-4E6FD5ACA99C}"/>
                  </a:ext>
                </a:extLst>
              </p:cNvPr>
              <p:cNvSpPr>
                <a:spLocks noGrp="1"/>
              </p:cNvSpPr>
              <p:nvPr>
                <p:ph sz="half" idx="1"/>
              </p:nvPr>
            </p:nvSpPr>
            <p:spPr>
              <a:xfrm>
                <a:off x="457200" y="1600200"/>
                <a:ext cx="8229600" cy="4525963"/>
              </a:xfrm>
            </p:spPr>
            <p:txBody>
              <a:bodyPr/>
              <a:lstStyle/>
              <a:p>
                <a:r>
                  <a:rPr lang="en-US" altLang="zh-TW" dirty="0">
                    <a:latin typeface="Times New Roman" panose="02020603050405020304" pitchFamily="18" charset="0"/>
                    <a:cs typeface="Times New Roman" panose="02020603050405020304" pitchFamily="18" charset="0"/>
                  </a:rPr>
                  <a:t>Time complexity of </a:t>
                </a:r>
                <a14:m>
                  <m:oMath xmlns:m="http://schemas.openxmlformats.org/officeDocument/2006/math">
                    <m:r>
                      <a:rPr lang="en-US" altLang="zh-TW" b="0" i="1" smtClean="0">
                        <a:latin typeface="Cambria Math" panose="02040503050406030204" pitchFamily="18" charset="0"/>
                        <a:cs typeface="Times New Roman" panose="02020603050405020304" pitchFamily="18" charset="0"/>
                      </a:rPr>
                      <m:t>𝐷</m:t>
                    </m:r>
                    <m:r>
                      <a:rPr lang="en-US" altLang="zh-TW" b="0" i="1" smtClean="0">
                        <a:latin typeface="Cambria Math" panose="02040503050406030204" pitchFamily="18" charset="0"/>
                        <a:cs typeface="Times New Roman" panose="02020603050405020304" pitchFamily="18" charset="0"/>
                      </a:rPr>
                      <m:t>(</m:t>
                    </m:r>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𝑐</m:t>
                        </m:r>
                      </m:e>
                      <m:sub>
                        <m:r>
                          <a:rPr lang="en-US" altLang="zh-TW" b="0" i="1" smtClean="0">
                            <a:latin typeface="Cambria Math" panose="02040503050406030204" pitchFamily="18" charset="0"/>
                            <a:cs typeface="Times New Roman" panose="02020603050405020304" pitchFamily="18" charset="0"/>
                          </a:rPr>
                          <m:t>𝑝</m:t>
                        </m:r>
                      </m:sub>
                    </m:sSub>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𝑣</m:t>
                    </m:r>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h</m:t>
                    </m:r>
                    <m:r>
                      <a:rPr lang="en-US" altLang="zh-TW" b="0" i="1" smtClean="0">
                        <a:latin typeface="Cambria Math" panose="02040503050406030204" pitchFamily="18" charset="0"/>
                        <a:cs typeface="Times New Roman" panose="02020603050405020304" pitchFamily="18" charset="0"/>
                      </a:rPr>
                      <m:t>)</m:t>
                    </m:r>
                  </m:oMath>
                </a14:m>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is </a:t>
                </a:r>
                <a:br>
                  <a:rPr lang="en-US" altLang="zh-TW" dirty="0">
                    <a:latin typeface="Times New Roman" panose="02020603050405020304" pitchFamily="18" charset="0"/>
                    <a:cs typeface="Times New Roman" panose="02020603050405020304" pitchFamily="18" charset="0"/>
                  </a:rPr>
                </a:br>
                <a:r>
                  <a:rPr lang="en-US" altLang="zh-TW" dirty="0">
                    <a:latin typeface="Times New Roman" panose="02020603050405020304" pitchFamily="18" charset="0"/>
                    <a:cs typeface="Times New Roman" panose="02020603050405020304" pitchFamily="18" charset="0"/>
                  </a:rPr>
                  <a:t>O(</a:t>
                </a:r>
                <a14:m>
                  <m:oMath xmlns:m="http://schemas.openxmlformats.org/officeDocument/2006/math">
                    <m:sSup>
                      <m:sSupPr>
                        <m:ctrlPr>
                          <a:rPr lang="en-US" altLang="zh-TW" b="0" i="1" smtClean="0">
                            <a:latin typeface="Cambria Math" panose="02040503050406030204" pitchFamily="18" charset="0"/>
                            <a:cs typeface="Times New Roman" panose="02020603050405020304" pitchFamily="18" charset="0"/>
                          </a:rPr>
                        </m:ctrlPr>
                      </m:sSupPr>
                      <m:e>
                        <m:d>
                          <m:dPr>
                            <m:ctrlPr>
                              <a:rPr lang="en-US" altLang="zh-TW" i="1" smtClean="0">
                                <a:latin typeface="Cambria Math" panose="02040503050406030204" pitchFamily="18" charset="0"/>
                                <a:cs typeface="Times New Roman" panose="02020603050405020304" pitchFamily="18" charset="0"/>
                              </a:rPr>
                            </m:ctrlPr>
                          </m:dPr>
                          <m:e>
                            <m:f>
                              <m:fPr>
                                <m:type m:val="noBar"/>
                                <m:ctrlPr>
                                  <a:rPr lang="en-US" altLang="zh-TW" i="1" smtClean="0">
                                    <a:latin typeface="Cambria Math" panose="02040503050406030204" pitchFamily="18" charset="0"/>
                                    <a:cs typeface="Times New Roman" panose="02020603050405020304" pitchFamily="18" charset="0"/>
                                  </a:rPr>
                                </m:ctrlPr>
                              </m:fPr>
                              <m:num>
                                <m:r>
                                  <a:rPr lang="en-US" altLang="zh-TW" b="0" i="1" smtClean="0">
                                    <a:latin typeface="Cambria Math" panose="02040503050406030204" pitchFamily="18" charset="0"/>
                                    <a:cs typeface="Times New Roman" panose="02020603050405020304" pitchFamily="18" charset="0"/>
                                  </a:rPr>
                                  <m:t>39</m:t>
                                </m:r>
                              </m:num>
                              <m:den>
                                <m:r>
                                  <a:rPr lang="en-US" altLang="zh-TW" b="0" i="1" smtClean="0">
                                    <a:latin typeface="Cambria Math" panose="02040503050406030204" pitchFamily="18" charset="0"/>
                                    <a:cs typeface="Times New Roman" panose="02020603050405020304" pitchFamily="18" charset="0"/>
                                  </a:rPr>
                                  <m:t>13</m:t>
                                </m:r>
                              </m:den>
                            </m:f>
                          </m:e>
                        </m:d>
                      </m:e>
                      <m:sup>
                        <m:f>
                          <m:fPr>
                            <m:ctrlPr>
                              <a:rPr lang="en-US" altLang="zh-TW" b="0" i="1" smtClean="0">
                                <a:latin typeface="Cambria Math" panose="02040503050406030204" pitchFamily="18" charset="0"/>
                                <a:cs typeface="Times New Roman" panose="02020603050405020304" pitchFamily="18" charset="0"/>
                              </a:rPr>
                            </m:ctrlPr>
                          </m:fPr>
                          <m:num>
                            <m:r>
                              <a:rPr lang="en-US" altLang="zh-TW" b="0" i="1" smtClean="0">
                                <a:latin typeface="Cambria Math" panose="02040503050406030204" pitchFamily="18" charset="0"/>
                                <a:cs typeface="Times New Roman" panose="02020603050405020304" pitchFamily="18" charset="0"/>
                              </a:rPr>
                              <m:t>𝑛</m:t>
                            </m:r>
                          </m:num>
                          <m:den>
                            <m:r>
                              <a:rPr lang="en-US" altLang="zh-TW" b="0" i="1" smtClean="0">
                                <a:latin typeface="Cambria Math" panose="02040503050406030204" pitchFamily="18" charset="0"/>
                                <a:cs typeface="Times New Roman" panose="02020603050405020304" pitchFamily="18" charset="0"/>
                              </a:rPr>
                              <m:t>2</m:t>
                            </m:r>
                          </m:den>
                        </m:f>
                      </m:sup>
                    </m:sSup>
                  </m:oMath>
                </a14:m>
                <a:r>
                  <a:rPr lang="en-US" altLang="zh-TW" dirty="0">
                    <a:latin typeface="Times New Roman" panose="02020603050405020304" pitchFamily="18" charset="0"/>
                    <a:cs typeface="Times New Roman" panose="02020603050405020304" pitchFamily="18" charset="0"/>
                  </a:rPr>
                  <a:t>) </a:t>
                </a:r>
                <a14:m>
                  <m:oMath xmlns:m="http://schemas.openxmlformats.org/officeDocument/2006/math">
                    <m:r>
                      <a:rPr lang="en-US" altLang="zh-TW" i="1" smtClean="0">
                        <a:latin typeface="Cambria Math" panose="02040503050406030204" pitchFamily="18" charset="0"/>
                        <a:ea typeface="Cambria Math" panose="02040503050406030204" pitchFamily="18" charset="0"/>
                        <a:cs typeface="Times New Roman" panose="02020603050405020304" pitchFamily="18" charset="0"/>
                      </a:rPr>
                      <m:t>≅</m:t>
                    </m:r>
                  </m:oMath>
                </a14:m>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O(</a:t>
                </a:r>
                <a14:m>
                  <m:oMath xmlns:m="http://schemas.openxmlformats.org/officeDocument/2006/math">
                    <m:sSup>
                      <m:sSupPr>
                        <m:ctrlPr>
                          <a:rPr lang="en-US" altLang="zh-TW" b="0" i="1" smtClean="0">
                            <a:latin typeface="Cambria Math" panose="02040503050406030204" pitchFamily="18" charset="0"/>
                            <a:cs typeface="Times New Roman" panose="02020603050405020304" pitchFamily="18" charset="0"/>
                          </a:rPr>
                        </m:ctrlPr>
                      </m:sSupPr>
                      <m:e>
                        <m:r>
                          <a:rPr lang="en-US" altLang="zh-TW" b="0" i="1" smtClean="0">
                            <a:latin typeface="Cambria Math" panose="02040503050406030204" pitchFamily="18" charset="0"/>
                            <a:cs typeface="Times New Roman" panose="02020603050405020304" pitchFamily="18" charset="0"/>
                          </a:rPr>
                          <m:t>8</m:t>
                        </m:r>
                      </m:e>
                      <m:sup>
                        <m:r>
                          <a:rPr lang="en-US" altLang="zh-TW" b="0" i="1" smtClean="0">
                            <a:latin typeface="Cambria Math" panose="02040503050406030204" pitchFamily="18" charset="0"/>
                            <a:cs typeface="Times New Roman" panose="02020603050405020304" pitchFamily="18" charset="0"/>
                          </a:rPr>
                          <m:t>0.5</m:t>
                        </m:r>
                        <m:r>
                          <a:rPr lang="en-US" altLang="zh-TW" b="0" i="1" smtClean="0">
                            <a:latin typeface="Cambria Math" panose="02040503050406030204" pitchFamily="18" charset="0"/>
                            <a:cs typeface="Times New Roman" panose="02020603050405020304" pitchFamily="18" charset="0"/>
                          </a:rPr>
                          <m:t>𝑛</m:t>
                        </m:r>
                      </m:sup>
                    </m:sSup>
                    <m:sSup>
                      <m:sSupPr>
                        <m:ctrlPr>
                          <a:rPr lang="en-US" altLang="zh-TW" b="0" i="1" smtClean="0">
                            <a:latin typeface="Cambria Math" panose="02040503050406030204" pitchFamily="18" charset="0"/>
                            <a:cs typeface="Times New Roman" panose="02020603050405020304" pitchFamily="18" charset="0"/>
                          </a:rPr>
                        </m:ctrlPr>
                      </m:sSupPr>
                      <m:e>
                        <m:r>
                          <a:rPr lang="en-US" altLang="zh-TW" b="0" i="1" smtClean="0">
                            <a:latin typeface="Cambria Math" panose="02040503050406030204" pitchFamily="18" charset="0"/>
                            <a:cs typeface="Times New Roman" panose="02020603050405020304" pitchFamily="18" charset="0"/>
                          </a:rPr>
                          <m:t>10</m:t>
                        </m:r>
                      </m:e>
                      <m:sup>
                        <m:r>
                          <a:rPr lang="en-US" altLang="zh-TW" b="0" i="1" smtClean="0">
                            <a:latin typeface="Cambria Math" panose="02040503050406030204" pitchFamily="18" charset="0"/>
                            <a:cs typeface="Times New Roman" panose="02020603050405020304" pitchFamily="18" charset="0"/>
                          </a:rPr>
                          <m:t>4.5</m:t>
                        </m:r>
                        <m:r>
                          <a:rPr lang="en-US" altLang="zh-TW" b="0" i="1" smtClean="0">
                            <a:latin typeface="Cambria Math" panose="02040503050406030204" pitchFamily="18" charset="0"/>
                            <a:cs typeface="Times New Roman" panose="02020603050405020304" pitchFamily="18" charset="0"/>
                          </a:rPr>
                          <m:t>𝑛</m:t>
                        </m:r>
                      </m:sup>
                    </m:sSup>
                  </m:oMath>
                </a14:m>
                <a:r>
                  <a:rPr lang="en-US" altLang="zh-TW" dirty="0">
                    <a:latin typeface="Times New Roman" panose="02020603050405020304" pitchFamily="18" charset="0"/>
                    <a:cs typeface="Times New Roman" panose="02020603050405020304" pitchFamily="18" charset="0"/>
                  </a:rPr>
                  <a:t>)</a:t>
                </a:r>
              </a:p>
              <a:p>
                <a:r>
                  <a:rPr lang="en-US" altLang="zh-TW" dirty="0">
                    <a:latin typeface="Times New Roman" panose="02020603050405020304" pitchFamily="18" charset="0"/>
                    <a:cs typeface="Times New Roman" panose="02020603050405020304" pitchFamily="18" charset="0"/>
                  </a:rPr>
                  <a:t>n: the length of h</a:t>
                </a:r>
              </a:p>
              <a:p>
                <a14:m>
                  <m:oMath xmlns:m="http://schemas.openxmlformats.org/officeDocument/2006/math">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𝜙</m:t>
                        </m:r>
                      </m:e>
                      <m:sub>
                        <m:r>
                          <a:rPr lang="en-US" altLang="zh-TW" b="0" i="1" smtClean="0">
                            <a:latin typeface="Cambria Math" panose="02040503050406030204" pitchFamily="18" charset="0"/>
                            <a:cs typeface="Times New Roman" panose="02020603050405020304" pitchFamily="18" charset="0"/>
                          </a:rPr>
                          <m:t>𝜔</m:t>
                        </m:r>
                      </m:sub>
                    </m:sSub>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𝐶</m:t>
                    </m:r>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𝑉</m:t>
                    </m:r>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𝐻</m:t>
                    </m:r>
                    <m:r>
                      <a:rPr lang="en-US" altLang="zh-TW" b="0" i="1" smtClean="0">
                        <a:latin typeface="Cambria Math" panose="02040503050406030204" pitchFamily="18" charset="0"/>
                        <a:cs typeface="Times New Roman" panose="02020603050405020304" pitchFamily="18" charset="0"/>
                      </a:rPr>
                      <m:t>→</m:t>
                    </m:r>
                    <m:sSup>
                      <m:sSupPr>
                        <m:ctrlPr>
                          <a:rPr lang="en-US" altLang="zh-TW" b="0" i="1" smtClean="0">
                            <a:latin typeface="Cambria Math" panose="02040503050406030204" pitchFamily="18" charset="0"/>
                            <a:cs typeface="Times New Roman" panose="02020603050405020304" pitchFamily="18" charset="0"/>
                          </a:rPr>
                        </m:ctrlPr>
                      </m:sSupPr>
                      <m:e>
                        <m:d>
                          <m:dPr>
                            <m:begChr m:val="["/>
                            <m:endChr m:val="]"/>
                            <m:ctrlPr>
                              <a:rPr lang="en-US" altLang="zh-TW" b="0" i="1" smtClean="0">
                                <a:latin typeface="Cambria Math" panose="02040503050406030204" pitchFamily="18" charset="0"/>
                                <a:cs typeface="Times New Roman" panose="02020603050405020304" pitchFamily="18" charset="0"/>
                              </a:rPr>
                            </m:ctrlPr>
                          </m:dPr>
                          <m:e>
                            <m:r>
                              <a:rPr lang="en-US" altLang="zh-TW" b="0" i="1" smtClean="0">
                                <a:latin typeface="Cambria Math" panose="02040503050406030204" pitchFamily="18" charset="0"/>
                                <a:cs typeface="Times New Roman" panose="02020603050405020304" pitchFamily="18" charset="0"/>
                              </a:rPr>
                              <m:t>0,1</m:t>
                            </m:r>
                          </m:e>
                        </m:d>
                      </m:e>
                      <m:sup>
                        <m:r>
                          <a:rPr lang="en-US" altLang="zh-TW" b="0" i="1" smtClean="0">
                            <a:latin typeface="Cambria Math" panose="02040503050406030204" pitchFamily="18" charset="0"/>
                            <a:cs typeface="Times New Roman" panose="02020603050405020304" pitchFamily="18" charset="0"/>
                          </a:rPr>
                          <m:t>52</m:t>
                        </m:r>
                      </m:sup>
                    </m:sSup>
                  </m:oMath>
                </a14:m>
                <a:endParaRPr lang="en-US" altLang="zh-TW" b="0" dirty="0">
                  <a:latin typeface="Times New Roman" panose="02020603050405020304" pitchFamily="18" charset="0"/>
                  <a:cs typeface="Times New Roman" panose="02020603050405020304" pitchFamily="18" charset="0"/>
                </a:endParaRPr>
              </a:p>
              <a:p>
                <a14:m>
                  <m:oMath xmlns:m="http://schemas.openxmlformats.org/officeDocument/2006/math">
                    <m:r>
                      <a:rPr lang="en-US" altLang="zh-TW" b="0" i="1" smtClean="0">
                        <a:latin typeface="Cambria Math" panose="02040503050406030204" pitchFamily="18" charset="0"/>
                        <a:cs typeface="Times New Roman" panose="02020603050405020304" pitchFamily="18" charset="0"/>
                      </a:rPr>
                      <m:t>𝜔</m:t>
                    </m:r>
                  </m:oMath>
                </a14:m>
                <a:r>
                  <a:rPr lang="en-US" altLang="zh-TW" dirty="0">
                    <a:latin typeface="Times New Roman" panose="02020603050405020304" pitchFamily="18" charset="0"/>
                    <a:cs typeface="Times New Roman" panose="02020603050405020304" pitchFamily="18" charset="0"/>
                  </a:rPr>
                  <a:t>: the parameters to be learned</a:t>
                </a:r>
                <a:endParaRPr lang="zh-TW" altLang="en-US" dirty="0">
                  <a:latin typeface="Times New Roman" panose="02020603050405020304" pitchFamily="18" charset="0"/>
                  <a:cs typeface="Times New Roman" panose="02020603050405020304" pitchFamily="18" charset="0"/>
                </a:endParaRPr>
              </a:p>
            </p:txBody>
          </p:sp>
        </mc:Choice>
        <mc:Fallback xmlns="">
          <p:sp>
            <p:nvSpPr>
              <p:cNvPr id="3" name="內容版面配置區 2">
                <a:extLst>
                  <a:ext uri="{FF2B5EF4-FFF2-40B4-BE49-F238E27FC236}">
                    <a16:creationId xmlns:a16="http://schemas.microsoft.com/office/drawing/2014/main" id="{2FCE29E3-8EC3-4E06-B9FF-4E6FD5ACA99C}"/>
                  </a:ext>
                </a:extLst>
              </p:cNvPr>
              <p:cNvSpPr>
                <a:spLocks noGrp="1" noRot="1" noChangeAspect="1" noMove="1" noResize="1" noEditPoints="1" noAdjustHandles="1" noChangeArrowheads="1" noChangeShapeType="1" noTextEdit="1"/>
              </p:cNvSpPr>
              <p:nvPr>
                <p:ph sz="half" idx="1"/>
              </p:nvPr>
            </p:nvSpPr>
            <p:spPr>
              <a:xfrm>
                <a:off x="457200" y="1600200"/>
                <a:ext cx="8229600" cy="4525963"/>
              </a:xfrm>
              <a:blipFill>
                <a:blip r:embed="rId2"/>
                <a:stretch>
                  <a:fillRect l="-1333" t="-1482"/>
                </a:stretch>
              </a:blipFill>
            </p:spPr>
            <p:txBody>
              <a:bodyPr/>
              <a:lstStyle/>
              <a:p>
                <a:r>
                  <a:rPr lang="zh-TW" altLang="en-US">
                    <a:noFill/>
                  </a:rPr>
                  <a:t> </a:t>
                </a:r>
              </a:p>
            </p:txBody>
          </p:sp>
        </mc:Fallback>
      </mc:AlternateContent>
      <p:graphicFrame>
        <p:nvGraphicFramePr>
          <p:cNvPr id="5" name="表格 5">
            <a:extLst>
              <a:ext uri="{FF2B5EF4-FFF2-40B4-BE49-F238E27FC236}">
                <a16:creationId xmlns:a16="http://schemas.microsoft.com/office/drawing/2014/main" id="{0524950A-0A1C-4B92-B43E-DF9874941E82}"/>
              </a:ext>
            </a:extLst>
          </p:cNvPr>
          <p:cNvGraphicFramePr>
            <a:graphicFrameLocks noGrp="1"/>
          </p:cNvGraphicFramePr>
          <p:nvPr>
            <p:extLst>
              <p:ext uri="{D42A27DB-BD31-4B8C-83A1-F6EECF244321}">
                <p14:modId xmlns:p14="http://schemas.microsoft.com/office/powerpoint/2010/main" val="1834686100"/>
              </p:ext>
            </p:extLst>
          </p:nvPr>
        </p:nvGraphicFramePr>
        <p:xfrm>
          <a:off x="1628800" y="4365104"/>
          <a:ext cx="5886399" cy="741680"/>
        </p:xfrm>
        <a:graphic>
          <a:graphicData uri="http://schemas.openxmlformats.org/drawingml/2006/table">
            <a:tbl>
              <a:tblPr firstRow="1" bandRow="1">
                <a:tableStyleId>{5C22544A-7EE6-4342-B048-85BDC9FD1C3A}</a:tableStyleId>
              </a:tblPr>
              <a:tblGrid>
                <a:gridCol w="1962133">
                  <a:extLst>
                    <a:ext uri="{9D8B030D-6E8A-4147-A177-3AD203B41FA5}">
                      <a16:colId xmlns:a16="http://schemas.microsoft.com/office/drawing/2014/main" val="1731261643"/>
                    </a:ext>
                  </a:extLst>
                </a:gridCol>
                <a:gridCol w="1962133">
                  <a:extLst>
                    <a:ext uri="{9D8B030D-6E8A-4147-A177-3AD203B41FA5}">
                      <a16:colId xmlns:a16="http://schemas.microsoft.com/office/drawing/2014/main" val="2208375321"/>
                    </a:ext>
                  </a:extLst>
                </a:gridCol>
                <a:gridCol w="1962133">
                  <a:extLst>
                    <a:ext uri="{9D8B030D-6E8A-4147-A177-3AD203B41FA5}">
                      <a16:colId xmlns:a16="http://schemas.microsoft.com/office/drawing/2014/main" val="808224644"/>
                    </a:ext>
                  </a:extLst>
                </a:gridCol>
              </a:tblGrid>
              <a:tr h="370840">
                <a:tc>
                  <a:txBody>
                    <a:bodyPr/>
                    <a:lstStyle/>
                    <a:p>
                      <a:r>
                        <a:rPr lang="en-US" altLang="zh-TW" dirty="0">
                          <a:latin typeface="Times New Roman" panose="02020603050405020304" pitchFamily="18" charset="0"/>
                          <a:cs typeface="Times New Roman" panose="02020603050405020304" pitchFamily="18" charset="0"/>
                        </a:rPr>
                        <a:t>52 bits</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2 bits</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318 bits</a:t>
                      </a:r>
                      <a:endParaRPr lang="zh-TW"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286618438"/>
                  </a:ext>
                </a:extLst>
              </a:tr>
              <a:tr h="370840">
                <a:tc>
                  <a:txBody>
                    <a:bodyPr/>
                    <a:lstStyle/>
                    <a:p>
                      <a:r>
                        <a:rPr lang="en-US" altLang="zh-TW" dirty="0">
                          <a:latin typeface="Times New Roman" panose="02020603050405020304" pitchFamily="18" charset="0"/>
                          <a:cs typeface="Times New Roman" panose="02020603050405020304" pitchFamily="18" charset="0"/>
                        </a:rPr>
                        <a:t>13cards</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Vulnerability</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Bidding sequence</a:t>
                      </a:r>
                      <a:endParaRPr lang="zh-TW"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469071914"/>
                  </a:ext>
                </a:extLst>
              </a:tr>
            </a:tbl>
          </a:graphicData>
        </a:graphic>
      </p:graphicFrame>
      <p:graphicFrame>
        <p:nvGraphicFramePr>
          <p:cNvPr id="6" name="表格 6">
            <a:extLst>
              <a:ext uri="{FF2B5EF4-FFF2-40B4-BE49-F238E27FC236}">
                <a16:creationId xmlns:a16="http://schemas.microsoft.com/office/drawing/2014/main" id="{BEC3B70B-BC1E-4719-9552-67484FE4A294}"/>
              </a:ext>
            </a:extLst>
          </p:cNvPr>
          <p:cNvGraphicFramePr>
            <a:graphicFrameLocks noGrp="1"/>
          </p:cNvGraphicFramePr>
          <p:nvPr>
            <p:extLst>
              <p:ext uri="{D42A27DB-BD31-4B8C-83A1-F6EECF244321}">
                <p14:modId xmlns:p14="http://schemas.microsoft.com/office/powerpoint/2010/main" val="388628731"/>
              </p:ext>
            </p:extLst>
          </p:nvPr>
        </p:nvGraphicFramePr>
        <p:xfrm>
          <a:off x="102017" y="5764270"/>
          <a:ext cx="8897728" cy="741680"/>
        </p:xfrm>
        <a:graphic>
          <a:graphicData uri="http://schemas.openxmlformats.org/drawingml/2006/table">
            <a:tbl>
              <a:tblPr firstRow="1" bandRow="1">
                <a:tableStyleId>{5C22544A-7EE6-4342-B048-85BDC9FD1C3A}</a:tableStyleId>
              </a:tblPr>
              <a:tblGrid>
                <a:gridCol w="1554480">
                  <a:extLst>
                    <a:ext uri="{9D8B030D-6E8A-4147-A177-3AD203B41FA5}">
                      <a16:colId xmlns:a16="http://schemas.microsoft.com/office/drawing/2014/main" val="1150886525"/>
                    </a:ext>
                  </a:extLst>
                </a:gridCol>
                <a:gridCol w="1759903">
                  <a:extLst>
                    <a:ext uri="{9D8B030D-6E8A-4147-A177-3AD203B41FA5}">
                      <a16:colId xmlns:a16="http://schemas.microsoft.com/office/drawing/2014/main" val="3093224324"/>
                    </a:ext>
                  </a:extLst>
                </a:gridCol>
                <a:gridCol w="2204403">
                  <a:extLst>
                    <a:ext uri="{9D8B030D-6E8A-4147-A177-3AD203B41FA5}">
                      <a16:colId xmlns:a16="http://schemas.microsoft.com/office/drawing/2014/main" val="128687209"/>
                    </a:ext>
                  </a:extLst>
                </a:gridCol>
                <a:gridCol w="1690053">
                  <a:extLst>
                    <a:ext uri="{9D8B030D-6E8A-4147-A177-3AD203B41FA5}">
                      <a16:colId xmlns:a16="http://schemas.microsoft.com/office/drawing/2014/main" val="3090360176"/>
                    </a:ext>
                  </a:extLst>
                </a:gridCol>
                <a:gridCol w="1688889">
                  <a:extLst>
                    <a:ext uri="{9D8B030D-6E8A-4147-A177-3AD203B41FA5}">
                      <a16:colId xmlns:a16="http://schemas.microsoft.com/office/drawing/2014/main" val="3406360850"/>
                    </a:ext>
                  </a:extLst>
                </a:gridCol>
              </a:tblGrid>
              <a:tr h="370840">
                <a:tc>
                  <a:txBody>
                    <a:bodyPr/>
                    <a:lstStyle/>
                    <a:p>
                      <a:r>
                        <a:rPr lang="en-US" altLang="zh-TW" dirty="0">
                          <a:latin typeface="Times New Roman" panose="02020603050405020304" pitchFamily="18" charset="0"/>
                          <a:cs typeface="Times New Roman" panose="02020603050405020304" pitchFamily="18" charset="0"/>
                        </a:rPr>
                        <a:t>Opening pass</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9 bits for 1 club</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9 bits for 1 diamond</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9 bits for heart</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9 x 32 bits</a:t>
                      </a:r>
                      <a:endParaRPr lang="zh-TW"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687299652"/>
                  </a:ext>
                </a:extLst>
              </a:tr>
              <a:tr h="370840">
                <a:tc>
                  <a:txBody>
                    <a:bodyPr/>
                    <a:lstStyle/>
                    <a:p>
                      <a:r>
                        <a:rPr lang="en-US" altLang="zh-TW" dirty="0">
                          <a:latin typeface="Times New Roman" panose="02020603050405020304" pitchFamily="18" charset="0"/>
                          <a:cs typeface="Times New Roman" panose="02020603050405020304" pitchFamily="18" charset="0"/>
                        </a:rPr>
                        <a:t>110</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1 00 1 00 1 10</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0 00 0 00 0 00</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1 11 1 00 0 00</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0…0</a:t>
                      </a:r>
                      <a:endParaRPr lang="zh-TW"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445721227"/>
                  </a:ext>
                </a:extLst>
              </a:tr>
            </a:tbl>
          </a:graphicData>
        </a:graphic>
      </p:graphicFrame>
      <p:cxnSp>
        <p:nvCxnSpPr>
          <p:cNvPr id="10" name="直線接點 9">
            <a:extLst>
              <a:ext uri="{FF2B5EF4-FFF2-40B4-BE49-F238E27FC236}">
                <a16:creationId xmlns:a16="http://schemas.microsoft.com/office/drawing/2014/main" id="{5C092659-3E6D-45ED-8871-0C6FA2D46E2F}"/>
              </a:ext>
            </a:extLst>
          </p:cNvPr>
          <p:cNvCxnSpPr/>
          <p:nvPr/>
        </p:nvCxnSpPr>
        <p:spPr>
          <a:xfrm flipH="1">
            <a:off x="276403" y="5106784"/>
            <a:ext cx="5303709" cy="648539"/>
          </a:xfrm>
          <a:prstGeom prst="line">
            <a:avLst/>
          </a:prstGeom>
        </p:spPr>
        <p:style>
          <a:lnRef idx="1">
            <a:schemeClr val="accent2"/>
          </a:lnRef>
          <a:fillRef idx="0">
            <a:schemeClr val="accent2"/>
          </a:fillRef>
          <a:effectRef idx="0">
            <a:schemeClr val="accent2"/>
          </a:effectRef>
          <a:fontRef idx="minor">
            <a:schemeClr val="tx1"/>
          </a:fontRef>
        </p:style>
      </p:cxnSp>
      <p:cxnSp>
        <p:nvCxnSpPr>
          <p:cNvPr id="12" name="直線接點 11">
            <a:extLst>
              <a:ext uri="{FF2B5EF4-FFF2-40B4-BE49-F238E27FC236}">
                <a16:creationId xmlns:a16="http://schemas.microsoft.com/office/drawing/2014/main" id="{91E88C62-9956-47D0-8ABE-956564897445}"/>
              </a:ext>
            </a:extLst>
          </p:cNvPr>
          <p:cNvCxnSpPr>
            <a:cxnSpLocks/>
          </p:cNvCxnSpPr>
          <p:nvPr/>
        </p:nvCxnSpPr>
        <p:spPr>
          <a:xfrm>
            <a:off x="7515199" y="5106784"/>
            <a:ext cx="1352398" cy="648539"/>
          </a:xfrm>
          <a:prstGeom prst="line">
            <a:avLst/>
          </a:prstGeom>
        </p:spPr>
        <p:style>
          <a:lnRef idx="1">
            <a:schemeClr val="accent2"/>
          </a:lnRef>
          <a:fillRef idx="0">
            <a:schemeClr val="accent2"/>
          </a:fillRef>
          <a:effectRef idx="0">
            <a:schemeClr val="accent2"/>
          </a:effectRef>
          <a:fontRef idx="minor">
            <a:schemeClr val="tx1"/>
          </a:fontRef>
        </p:style>
      </p:cxnSp>
      <p:sp>
        <p:nvSpPr>
          <p:cNvPr id="14" name="文字方塊 13">
            <a:extLst>
              <a:ext uri="{FF2B5EF4-FFF2-40B4-BE49-F238E27FC236}">
                <a16:creationId xmlns:a16="http://schemas.microsoft.com/office/drawing/2014/main" id="{2AEE75F8-100C-4079-9659-33790636105D}"/>
              </a:ext>
            </a:extLst>
          </p:cNvPr>
          <p:cNvSpPr txBox="1"/>
          <p:nvPr/>
        </p:nvSpPr>
        <p:spPr>
          <a:xfrm>
            <a:off x="2123728" y="5390465"/>
            <a:ext cx="9001000" cy="369332"/>
          </a:xfrm>
          <a:prstGeom prst="rect">
            <a:avLst/>
          </a:prstGeom>
          <a:noFill/>
        </p:spPr>
        <p:txBody>
          <a:bodyPr wrap="square" rtlCol="0">
            <a:spAutoFit/>
          </a:bodyPr>
          <a:lstStyle/>
          <a:p>
            <a:r>
              <a:rPr lang="en-US" altLang="zh-TW" dirty="0"/>
              <a:t>e.g. pass-pass-1</a:t>
            </a:r>
            <a:r>
              <a:rPr lang="en-US" altLang="zh-TW" dirty="0">
                <a:latin typeface="Times New Roman" panose="02020603050405020304" pitchFamily="18" charset="0"/>
                <a:cs typeface="Times New Roman" panose="02020603050405020304" pitchFamily="18" charset="0"/>
              </a:rPr>
              <a:t>♣-double-redouble-pass-1 ♥-pass-pass-double</a:t>
            </a:r>
            <a:endParaRPr lang="zh-TW" altLang="en-US" dirty="0"/>
          </a:p>
        </p:txBody>
      </p:sp>
    </p:spTree>
    <p:extLst>
      <p:ext uri="{BB962C8B-B14F-4D97-AF65-F5344CB8AC3E}">
        <p14:creationId xmlns:p14="http://schemas.microsoft.com/office/powerpoint/2010/main" val="35355108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73BADFC-F0A0-400B-874A-ABC36C666726}"/>
              </a:ext>
            </a:extLst>
          </p:cNvPr>
          <p:cNvSpPr>
            <a:spLocks noGrp="1"/>
          </p:cNvSpPr>
          <p:nvPr>
            <p:ph type="title"/>
          </p:nvPr>
        </p:nvSpPr>
        <p:spPr/>
        <p:txBody>
          <a:bodyPr/>
          <a:lstStyle/>
          <a:p>
            <a:pPr algn="l"/>
            <a:r>
              <a:rPr lang="en-US" altLang="zh-TW" dirty="0">
                <a:latin typeface="Times New Roman" panose="02020603050405020304" pitchFamily="18" charset="0"/>
                <a:cs typeface="Times New Roman" panose="02020603050405020304" pitchFamily="18" charset="0"/>
              </a:rPr>
              <a:t>Estimation neural network (ENN)</a:t>
            </a:r>
            <a:endParaRPr lang="zh-TW" altLang="en-US" dirty="0"/>
          </a:p>
        </p:txBody>
      </p:sp>
      <p:grpSp>
        <p:nvGrpSpPr>
          <p:cNvPr id="335" name="群組 334">
            <a:extLst>
              <a:ext uri="{FF2B5EF4-FFF2-40B4-BE49-F238E27FC236}">
                <a16:creationId xmlns:a16="http://schemas.microsoft.com/office/drawing/2014/main" id="{F33E295F-55B9-4A69-812F-FFCD4F3D737D}"/>
              </a:ext>
            </a:extLst>
          </p:cNvPr>
          <p:cNvGrpSpPr/>
          <p:nvPr/>
        </p:nvGrpSpPr>
        <p:grpSpPr>
          <a:xfrm>
            <a:off x="-63364" y="1628800"/>
            <a:ext cx="9235176" cy="5207082"/>
            <a:chOff x="-63364" y="1628800"/>
            <a:chExt cx="9235176" cy="5207082"/>
          </a:xfrm>
        </p:grpSpPr>
        <p:grpSp>
          <p:nvGrpSpPr>
            <p:cNvPr id="324" name="群組 323">
              <a:extLst>
                <a:ext uri="{FF2B5EF4-FFF2-40B4-BE49-F238E27FC236}">
                  <a16:creationId xmlns:a16="http://schemas.microsoft.com/office/drawing/2014/main" id="{348976BB-77DF-442E-8DEC-E5AE47E3CE27}"/>
                </a:ext>
              </a:extLst>
            </p:cNvPr>
            <p:cNvGrpSpPr/>
            <p:nvPr/>
          </p:nvGrpSpPr>
          <p:grpSpPr>
            <a:xfrm>
              <a:off x="675004" y="1628800"/>
              <a:ext cx="7793992" cy="4240208"/>
              <a:chOff x="755576" y="1641503"/>
              <a:chExt cx="7793992" cy="4240208"/>
            </a:xfrm>
          </p:grpSpPr>
          <p:grpSp>
            <p:nvGrpSpPr>
              <p:cNvPr id="312" name="群組 311">
                <a:extLst>
                  <a:ext uri="{FF2B5EF4-FFF2-40B4-BE49-F238E27FC236}">
                    <a16:creationId xmlns:a16="http://schemas.microsoft.com/office/drawing/2014/main" id="{9D47E3ED-2181-45AC-B20B-8B212A9DC414}"/>
                  </a:ext>
                </a:extLst>
              </p:cNvPr>
              <p:cNvGrpSpPr/>
              <p:nvPr/>
            </p:nvGrpSpPr>
            <p:grpSpPr>
              <a:xfrm>
                <a:off x="755576" y="1700808"/>
                <a:ext cx="2854585" cy="4180903"/>
                <a:chOff x="5389823" y="1772729"/>
                <a:chExt cx="2854585" cy="4180903"/>
              </a:xfrm>
            </p:grpSpPr>
            <p:sp>
              <p:nvSpPr>
                <p:cNvPr id="156" name="橢圓 155">
                  <a:extLst>
                    <a:ext uri="{FF2B5EF4-FFF2-40B4-BE49-F238E27FC236}">
                      <a16:creationId xmlns:a16="http://schemas.microsoft.com/office/drawing/2014/main" id="{781BAD69-E592-42C8-A05D-56857A27AAA9}"/>
                    </a:ext>
                  </a:extLst>
                </p:cNvPr>
                <p:cNvSpPr/>
                <p:nvPr/>
              </p:nvSpPr>
              <p:spPr>
                <a:xfrm flipH="1">
                  <a:off x="7956376" y="1772729"/>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7" name="橢圓 156">
                  <a:extLst>
                    <a:ext uri="{FF2B5EF4-FFF2-40B4-BE49-F238E27FC236}">
                      <a16:creationId xmlns:a16="http://schemas.microsoft.com/office/drawing/2014/main" id="{617A27BF-C455-4F60-9ED8-B1B985A2E90C}"/>
                    </a:ext>
                  </a:extLst>
                </p:cNvPr>
                <p:cNvSpPr/>
                <p:nvPr/>
              </p:nvSpPr>
              <p:spPr>
                <a:xfrm flipH="1">
                  <a:off x="7956376" y="2167695"/>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8" name="橢圓 157">
                  <a:extLst>
                    <a:ext uri="{FF2B5EF4-FFF2-40B4-BE49-F238E27FC236}">
                      <a16:creationId xmlns:a16="http://schemas.microsoft.com/office/drawing/2014/main" id="{C449939B-F8EB-4BE3-83F8-0A0A1416895B}"/>
                    </a:ext>
                  </a:extLst>
                </p:cNvPr>
                <p:cNvSpPr/>
                <p:nvPr/>
              </p:nvSpPr>
              <p:spPr>
                <a:xfrm flipH="1">
                  <a:off x="7956376" y="2556384"/>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9" name="橢圓 158">
                  <a:extLst>
                    <a:ext uri="{FF2B5EF4-FFF2-40B4-BE49-F238E27FC236}">
                      <a16:creationId xmlns:a16="http://schemas.microsoft.com/office/drawing/2014/main" id="{F23371DA-050F-444B-8D8C-E137E80E21AE}"/>
                    </a:ext>
                  </a:extLst>
                </p:cNvPr>
                <p:cNvSpPr/>
                <p:nvPr/>
              </p:nvSpPr>
              <p:spPr>
                <a:xfrm flipH="1">
                  <a:off x="7956376" y="2951350"/>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0" name="橢圓 159">
                  <a:extLst>
                    <a:ext uri="{FF2B5EF4-FFF2-40B4-BE49-F238E27FC236}">
                      <a16:creationId xmlns:a16="http://schemas.microsoft.com/office/drawing/2014/main" id="{78B9D0DC-B0C3-48CE-8245-CF4E1A85CE50}"/>
                    </a:ext>
                  </a:extLst>
                </p:cNvPr>
                <p:cNvSpPr/>
                <p:nvPr/>
              </p:nvSpPr>
              <p:spPr>
                <a:xfrm flipH="1">
                  <a:off x="7956376" y="3380551"/>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1" name="橢圓 160">
                  <a:extLst>
                    <a:ext uri="{FF2B5EF4-FFF2-40B4-BE49-F238E27FC236}">
                      <a16:creationId xmlns:a16="http://schemas.microsoft.com/office/drawing/2014/main" id="{C7BA8C5A-9B38-491D-870E-B636BDA27B10}"/>
                    </a:ext>
                  </a:extLst>
                </p:cNvPr>
                <p:cNvSpPr/>
                <p:nvPr/>
              </p:nvSpPr>
              <p:spPr>
                <a:xfrm flipH="1">
                  <a:off x="7956376" y="3775517"/>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2" name="橢圓 161">
                  <a:extLst>
                    <a:ext uri="{FF2B5EF4-FFF2-40B4-BE49-F238E27FC236}">
                      <a16:creationId xmlns:a16="http://schemas.microsoft.com/office/drawing/2014/main" id="{DA9482C5-AB6D-4E6C-B7EF-B23DBF1AB795}"/>
                    </a:ext>
                  </a:extLst>
                </p:cNvPr>
                <p:cNvSpPr/>
                <p:nvPr/>
              </p:nvSpPr>
              <p:spPr>
                <a:xfrm flipH="1">
                  <a:off x="7956376" y="4164206"/>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3" name="橢圓 162">
                  <a:extLst>
                    <a:ext uri="{FF2B5EF4-FFF2-40B4-BE49-F238E27FC236}">
                      <a16:creationId xmlns:a16="http://schemas.microsoft.com/office/drawing/2014/main" id="{44ED7DAB-AAEA-4DFC-9927-2BE4B50BFE43}"/>
                    </a:ext>
                  </a:extLst>
                </p:cNvPr>
                <p:cNvSpPr/>
                <p:nvPr/>
              </p:nvSpPr>
              <p:spPr>
                <a:xfrm flipH="1">
                  <a:off x="7956376" y="4559172"/>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4" name="橢圓 163">
                  <a:extLst>
                    <a:ext uri="{FF2B5EF4-FFF2-40B4-BE49-F238E27FC236}">
                      <a16:creationId xmlns:a16="http://schemas.microsoft.com/office/drawing/2014/main" id="{76492130-D2C4-4B3A-8BED-2CC1126981A1}"/>
                    </a:ext>
                  </a:extLst>
                </p:cNvPr>
                <p:cNvSpPr/>
                <p:nvPr/>
              </p:nvSpPr>
              <p:spPr>
                <a:xfrm flipH="1">
                  <a:off x="8087727" y="5054460"/>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5" name="橢圓 164">
                  <a:extLst>
                    <a:ext uri="{FF2B5EF4-FFF2-40B4-BE49-F238E27FC236}">
                      <a16:creationId xmlns:a16="http://schemas.microsoft.com/office/drawing/2014/main" id="{B4E0CB7F-9EAE-4AC7-9513-A88DD27C051B}"/>
                    </a:ext>
                  </a:extLst>
                </p:cNvPr>
                <p:cNvSpPr/>
                <p:nvPr/>
              </p:nvSpPr>
              <p:spPr>
                <a:xfrm flipH="1">
                  <a:off x="8084479" y="5232312"/>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6" name="橢圓 165">
                  <a:extLst>
                    <a:ext uri="{FF2B5EF4-FFF2-40B4-BE49-F238E27FC236}">
                      <a16:creationId xmlns:a16="http://schemas.microsoft.com/office/drawing/2014/main" id="{A16122B8-2FB3-4D12-AF10-C1F9EB8CC3EF}"/>
                    </a:ext>
                  </a:extLst>
                </p:cNvPr>
                <p:cNvSpPr/>
                <p:nvPr/>
              </p:nvSpPr>
              <p:spPr>
                <a:xfrm flipH="1">
                  <a:off x="8087727" y="5416382"/>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7" name="橢圓 166">
                  <a:extLst>
                    <a:ext uri="{FF2B5EF4-FFF2-40B4-BE49-F238E27FC236}">
                      <a16:creationId xmlns:a16="http://schemas.microsoft.com/office/drawing/2014/main" id="{AD045C28-6C2D-41DC-9B2C-A4B354E105A1}"/>
                    </a:ext>
                  </a:extLst>
                </p:cNvPr>
                <p:cNvSpPr/>
                <p:nvPr/>
              </p:nvSpPr>
              <p:spPr>
                <a:xfrm flipH="1">
                  <a:off x="5389823" y="2196054"/>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8" name="橢圓 167">
                  <a:extLst>
                    <a:ext uri="{FF2B5EF4-FFF2-40B4-BE49-F238E27FC236}">
                      <a16:creationId xmlns:a16="http://schemas.microsoft.com/office/drawing/2014/main" id="{0A18421E-96A6-4361-9BCE-E3C9B1FFAC38}"/>
                    </a:ext>
                  </a:extLst>
                </p:cNvPr>
                <p:cNvSpPr/>
                <p:nvPr/>
              </p:nvSpPr>
              <p:spPr>
                <a:xfrm flipH="1">
                  <a:off x="5389823" y="2625255"/>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9" name="橢圓 168">
                  <a:extLst>
                    <a:ext uri="{FF2B5EF4-FFF2-40B4-BE49-F238E27FC236}">
                      <a16:creationId xmlns:a16="http://schemas.microsoft.com/office/drawing/2014/main" id="{2D105FB4-E2A3-43C9-823B-776892A859E2}"/>
                    </a:ext>
                  </a:extLst>
                </p:cNvPr>
                <p:cNvSpPr/>
                <p:nvPr/>
              </p:nvSpPr>
              <p:spPr>
                <a:xfrm flipH="1">
                  <a:off x="5389823" y="3020221"/>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0" name="橢圓 169">
                  <a:extLst>
                    <a:ext uri="{FF2B5EF4-FFF2-40B4-BE49-F238E27FC236}">
                      <a16:creationId xmlns:a16="http://schemas.microsoft.com/office/drawing/2014/main" id="{A878B573-2FDB-4A2A-A028-2E72B8AE923A}"/>
                    </a:ext>
                  </a:extLst>
                </p:cNvPr>
                <p:cNvSpPr/>
                <p:nvPr/>
              </p:nvSpPr>
              <p:spPr>
                <a:xfrm flipH="1">
                  <a:off x="5389823" y="3408910"/>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1" name="橢圓 170">
                  <a:extLst>
                    <a:ext uri="{FF2B5EF4-FFF2-40B4-BE49-F238E27FC236}">
                      <a16:creationId xmlns:a16="http://schemas.microsoft.com/office/drawing/2014/main" id="{A0086848-B3CC-4B7E-90C4-BED9B9F7BC67}"/>
                    </a:ext>
                  </a:extLst>
                </p:cNvPr>
                <p:cNvSpPr/>
                <p:nvPr/>
              </p:nvSpPr>
              <p:spPr>
                <a:xfrm flipH="1">
                  <a:off x="5389823" y="3803876"/>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2" name="橢圓 171">
                  <a:extLst>
                    <a:ext uri="{FF2B5EF4-FFF2-40B4-BE49-F238E27FC236}">
                      <a16:creationId xmlns:a16="http://schemas.microsoft.com/office/drawing/2014/main" id="{B8EE8C97-1233-492E-BE45-B446A26DF268}"/>
                    </a:ext>
                  </a:extLst>
                </p:cNvPr>
                <p:cNvSpPr/>
                <p:nvPr/>
              </p:nvSpPr>
              <p:spPr>
                <a:xfrm flipH="1">
                  <a:off x="5521174" y="4299164"/>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3" name="橢圓 172">
                  <a:extLst>
                    <a:ext uri="{FF2B5EF4-FFF2-40B4-BE49-F238E27FC236}">
                      <a16:creationId xmlns:a16="http://schemas.microsoft.com/office/drawing/2014/main" id="{960411B0-CDA5-424F-9F8B-0239EC87BDE5}"/>
                    </a:ext>
                  </a:extLst>
                </p:cNvPr>
                <p:cNvSpPr/>
                <p:nvPr/>
              </p:nvSpPr>
              <p:spPr>
                <a:xfrm flipH="1">
                  <a:off x="5517926" y="4477016"/>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4" name="橢圓 173">
                  <a:extLst>
                    <a:ext uri="{FF2B5EF4-FFF2-40B4-BE49-F238E27FC236}">
                      <a16:creationId xmlns:a16="http://schemas.microsoft.com/office/drawing/2014/main" id="{1D2C26FD-6960-4D59-ABC7-3EF089B80D8B}"/>
                    </a:ext>
                  </a:extLst>
                </p:cNvPr>
                <p:cNvSpPr/>
                <p:nvPr/>
              </p:nvSpPr>
              <p:spPr>
                <a:xfrm flipH="1">
                  <a:off x="5521174" y="4661086"/>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5" name="橢圓 174">
                  <a:extLst>
                    <a:ext uri="{FF2B5EF4-FFF2-40B4-BE49-F238E27FC236}">
                      <a16:creationId xmlns:a16="http://schemas.microsoft.com/office/drawing/2014/main" id="{34BE142E-5E17-4E55-9B6C-56FE9377E73F}"/>
                    </a:ext>
                  </a:extLst>
                </p:cNvPr>
                <p:cNvSpPr/>
                <p:nvPr/>
              </p:nvSpPr>
              <p:spPr>
                <a:xfrm flipH="1">
                  <a:off x="5400018" y="4910444"/>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76" name="直線接點 175">
                  <a:extLst>
                    <a:ext uri="{FF2B5EF4-FFF2-40B4-BE49-F238E27FC236}">
                      <a16:creationId xmlns:a16="http://schemas.microsoft.com/office/drawing/2014/main" id="{5C65C494-183E-4A5F-845D-B5067E9113AB}"/>
                    </a:ext>
                  </a:extLst>
                </p:cNvPr>
                <p:cNvCxnSpPr>
                  <a:cxnSpLocks/>
                  <a:stCxn id="156" idx="6"/>
                  <a:endCxn id="167" idx="2"/>
                </p:cNvCxnSpPr>
                <p:nvPr/>
              </p:nvCxnSpPr>
              <p:spPr>
                <a:xfrm flipH="1">
                  <a:off x="5677855" y="1916745"/>
                  <a:ext cx="2278521" cy="423325"/>
                </a:xfrm>
                <a:prstGeom prst="line">
                  <a:avLst/>
                </a:prstGeom>
              </p:spPr>
              <p:style>
                <a:lnRef idx="1">
                  <a:schemeClr val="accent1"/>
                </a:lnRef>
                <a:fillRef idx="0">
                  <a:schemeClr val="accent1"/>
                </a:fillRef>
                <a:effectRef idx="0">
                  <a:schemeClr val="accent1"/>
                </a:effectRef>
                <a:fontRef idx="minor">
                  <a:schemeClr val="tx1"/>
                </a:fontRef>
              </p:style>
            </p:cxnSp>
            <p:cxnSp>
              <p:nvCxnSpPr>
                <p:cNvPr id="177" name="直線接點 176">
                  <a:extLst>
                    <a:ext uri="{FF2B5EF4-FFF2-40B4-BE49-F238E27FC236}">
                      <a16:creationId xmlns:a16="http://schemas.microsoft.com/office/drawing/2014/main" id="{CEC0294E-7F12-4C45-94DC-6C08AA7AD5EF}"/>
                    </a:ext>
                  </a:extLst>
                </p:cNvPr>
                <p:cNvCxnSpPr>
                  <a:cxnSpLocks/>
                  <a:stCxn id="156" idx="6"/>
                  <a:endCxn id="168" idx="2"/>
                </p:cNvCxnSpPr>
                <p:nvPr/>
              </p:nvCxnSpPr>
              <p:spPr>
                <a:xfrm flipH="1">
                  <a:off x="5677855" y="1916745"/>
                  <a:ext cx="2278521" cy="852526"/>
                </a:xfrm>
                <a:prstGeom prst="line">
                  <a:avLst/>
                </a:prstGeom>
              </p:spPr>
              <p:style>
                <a:lnRef idx="1">
                  <a:schemeClr val="accent1"/>
                </a:lnRef>
                <a:fillRef idx="0">
                  <a:schemeClr val="accent1"/>
                </a:fillRef>
                <a:effectRef idx="0">
                  <a:schemeClr val="accent1"/>
                </a:effectRef>
                <a:fontRef idx="minor">
                  <a:schemeClr val="tx1"/>
                </a:fontRef>
              </p:style>
            </p:cxnSp>
            <p:cxnSp>
              <p:nvCxnSpPr>
                <p:cNvPr id="178" name="直線接點 177">
                  <a:extLst>
                    <a:ext uri="{FF2B5EF4-FFF2-40B4-BE49-F238E27FC236}">
                      <a16:creationId xmlns:a16="http://schemas.microsoft.com/office/drawing/2014/main" id="{3BEDC50E-A2F2-47B5-9FDD-8991F3BAA167}"/>
                    </a:ext>
                  </a:extLst>
                </p:cNvPr>
                <p:cNvCxnSpPr>
                  <a:cxnSpLocks/>
                  <a:stCxn id="156" idx="6"/>
                  <a:endCxn id="169" idx="2"/>
                </p:cNvCxnSpPr>
                <p:nvPr/>
              </p:nvCxnSpPr>
              <p:spPr>
                <a:xfrm flipH="1">
                  <a:off x="5677855" y="1916745"/>
                  <a:ext cx="2278521" cy="1247492"/>
                </a:xfrm>
                <a:prstGeom prst="line">
                  <a:avLst/>
                </a:prstGeom>
              </p:spPr>
              <p:style>
                <a:lnRef idx="1">
                  <a:schemeClr val="accent1"/>
                </a:lnRef>
                <a:fillRef idx="0">
                  <a:schemeClr val="accent1"/>
                </a:fillRef>
                <a:effectRef idx="0">
                  <a:schemeClr val="accent1"/>
                </a:effectRef>
                <a:fontRef idx="minor">
                  <a:schemeClr val="tx1"/>
                </a:fontRef>
              </p:style>
            </p:cxnSp>
            <p:cxnSp>
              <p:nvCxnSpPr>
                <p:cNvPr id="179" name="直線接點 178">
                  <a:extLst>
                    <a:ext uri="{FF2B5EF4-FFF2-40B4-BE49-F238E27FC236}">
                      <a16:creationId xmlns:a16="http://schemas.microsoft.com/office/drawing/2014/main" id="{E05A326C-678F-4422-ACF5-CE3EDCF9E919}"/>
                    </a:ext>
                  </a:extLst>
                </p:cNvPr>
                <p:cNvCxnSpPr>
                  <a:cxnSpLocks/>
                  <a:stCxn id="156" idx="6"/>
                  <a:endCxn id="170" idx="2"/>
                </p:cNvCxnSpPr>
                <p:nvPr/>
              </p:nvCxnSpPr>
              <p:spPr>
                <a:xfrm flipH="1">
                  <a:off x="5677855" y="1916745"/>
                  <a:ext cx="2278521" cy="1636181"/>
                </a:xfrm>
                <a:prstGeom prst="line">
                  <a:avLst/>
                </a:prstGeom>
              </p:spPr>
              <p:style>
                <a:lnRef idx="1">
                  <a:schemeClr val="accent1"/>
                </a:lnRef>
                <a:fillRef idx="0">
                  <a:schemeClr val="accent1"/>
                </a:fillRef>
                <a:effectRef idx="0">
                  <a:schemeClr val="accent1"/>
                </a:effectRef>
                <a:fontRef idx="minor">
                  <a:schemeClr val="tx1"/>
                </a:fontRef>
              </p:style>
            </p:cxnSp>
            <p:cxnSp>
              <p:nvCxnSpPr>
                <p:cNvPr id="180" name="直線接點 179">
                  <a:extLst>
                    <a:ext uri="{FF2B5EF4-FFF2-40B4-BE49-F238E27FC236}">
                      <a16:creationId xmlns:a16="http://schemas.microsoft.com/office/drawing/2014/main" id="{E4B459A3-AEDF-4BD0-9809-DF516CB37A01}"/>
                    </a:ext>
                  </a:extLst>
                </p:cNvPr>
                <p:cNvCxnSpPr>
                  <a:cxnSpLocks/>
                  <a:stCxn id="156" idx="6"/>
                  <a:endCxn id="171" idx="2"/>
                </p:cNvCxnSpPr>
                <p:nvPr/>
              </p:nvCxnSpPr>
              <p:spPr>
                <a:xfrm flipH="1">
                  <a:off x="5677855" y="1916745"/>
                  <a:ext cx="2278521" cy="2031147"/>
                </a:xfrm>
                <a:prstGeom prst="line">
                  <a:avLst/>
                </a:prstGeom>
              </p:spPr>
              <p:style>
                <a:lnRef idx="1">
                  <a:schemeClr val="accent1"/>
                </a:lnRef>
                <a:fillRef idx="0">
                  <a:schemeClr val="accent1"/>
                </a:fillRef>
                <a:effectRef idx="0">
                  <a:schemeClr val="accent1"/>
                </a:effectRef>
                <a:fontRef idx="minor">
                  <a:schemeClr val="tx1"/>
                </a:fontRef>
              </p:style>
            </p:cxnSp>
            <p:cxnSp>
              <p:nvCxnSpPr>
                <p:cNvPr id="181" name="直線接點 180">
                  <a:extLst>
                    <a:ext uri="{FF2B5EF4-FFF2-40B4-BE49-F238E27FC236}">
                      <a16:creationId xmlns:a16="http://schemas.microsoft.com/office/drawing/2014/main" id="{BC57AB16-E442-4DFD-A8EC-1FCD549B9C88}"/>
                    </a:ext>
                  </a:extLst>
                </p:cNvPr>
                <p:cNvCxnSpPr>
                  <a:cxnSpLocks/>
                  <a:stCxn id="156" idx="6"/>
                  <a:endCxn id="175" idx="2"/>
                </p:cNvCxnSpPr>
                <p:nvPr/>
              </p:nvCxnSpPr>
              <p:spPr>
                <a:xfrm flipH="1">
                  <a:off x="5688050" y="1916745"/>
                  <a:ext cx="2268326" cy="3137715"/>
                </a:xfrm>
                <a:prstGeom prst="line">
                  <a:avLst/>
                </a:prstGeom>
              </p:spPr>
              <p:style>
                <a:lnRef idx="1">
                  <a:schemeClr val="accent1"/>
                </a:lnRef>
                <a:fillRef idx="0">
                  <a:schemeClr val="accent1"/>
                </a:fillRef>
                <a:effectRef idx="0">
                  <a:schemeClr val="accent1"/>
                </a:effectRef>
                <a:fontRef idx="minor">
                  <a:schemeClr val="tx1"/>
                </a:fontRef>
              </p:style>
            </p:cxnSp>
            <p:cxnSp>
              <p:nvCxnSpPr>
                <p:cNvPr id="182" name="直線接點 181">
                  <a:extLst>
                    <a:ext uri="{FF2B5EF4-FFF2-40B4-BE49-F238E27FC236}">
                      <a16:creationId xmlns:a16="http://schemas.microsoft.com/office/drawing/2014/main" id="{8EF18DAE-7E01-43FC-8393-9633D803B818}"/>
                    </a:ext>
                  </a:extLst>
                </p:cNvPr>
                <p:cNvCxnSpPr>
                  <a:cxnSpLocks/>
                  <a:stCxn id="157" idx="6"/>
                  <a:endCxn id="167" idx="2"/>
                </p:cNvCxnSpPr>
                <p:nvPr/>
              </p:nvCxnSpPr>
              <p:spPr>
                <a:xfrm flipH="1">
                  <a:off x="5677855" y="2311711"/>
                  <a:ext cx="2278521" cy="28359"/>
                </a:xfrm>
                <a:prstGeom prst="line">
                  <a:avLst/>
                </a:prstGeom>
              </p:spPr>
              <p:style>
                <a:lnRef idx="1">
                  <a:schemeClr val="accent1"/>
                </a:lnRef>
                <a:fillRef idx="0">
                  <a:schemeClr val="accent1"/>
                </a:fillRef>
                <a:effectRef idx="0">
                  <a:schemeClr val="accent1"/>
                </a:effectRef>
                <a:fontRef idx="minor">
                  <a:schemeClr val="tx1"/>
                </a:fontRef>
              </p:style>
            </p:cxnSp>
            <p:cxnSp>
              <p:nvCxnSpPr>
                <p:cNvPr id="183" name="直線接點 182">
                  <a:extLst>
                    <a:ext uri="{FF2B5EF4-FFF2-40B4-BE49-F238E27FC236}">
                      <a16:creationId xmlns:a16="http://schemas.microsoft.com/office/drawing/2014/main" id="{3E4DFDEC-D7FB-469C-8DE5-657C69D9D894}"/>
                    </a:ext>
                  </a:extLst>
                </p:cNvPr>
                <p:cNvCxnSpPr>
                  <a:cxnSpLocks/>
                  <a:stCxn id="157" idx="6"/>
                  <a:endCxn id="168" idx="2"/>
                </p:cNvCxnSpPr>
                <p:nvPr/>
              </p:nvCxnSpPr>
              <p:spPr>
                <a:xfrm flipH="1">
                  <a:off x="5677855" y="2311711"/>
                  <a:ext cx="2278521" cy="45756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4" name="直線接點 183">
                  <a:extLst>
                    <a:ext uri="{FF2B5EF4-FFF2-40B4-BE49-F238E27FC236}">
                      <a16:creationId xmlns:a16="http://schemas.microsoft.com/office/drawing/2014/main" id="{92F54DF4-C535-411A-8EC5-BD0B1BAA14B0}"/>
                    </a:ext>
                  </a:extLst>
                </p:cNvPr>
                <p:cNvCxnSpPr>
                  <a:cxnSpLocks/>
                  <a:stCxn id="157" idx="6"/>
                  <a:endCxn id="169" idx="2"/>
                </p:cNvCxnSpPr>
                <p:nvPr/>
              </p:nvCxnSpPr>
              <p:spPr>
                <a:xfrm flipH="1">
                  <a:off x="5677855" y="2311711"/>
                  <a:ext cx="2278521" cy="852526"/>
                </a:xfrm>
                <a:prstGeom prst="line">
                  <a:avLst/>
                </a:prstGeom>
              </p:spPr>
              <p:style>
                <a:lnRef idx="1">
                  <a:schemeClr val="accent1"/>
                </a:lnRef>
                <a:fillRef idx="0">
                  <a:schemeClr val="accent1"/>
                </a:fillRef>
                <a:effectRef idx="0">
                  <a:schemeClr val="accent1"/>
                </a:effectRef>
                <a:fontRef idx="minor">
                  <a:schemeClr val="tx1"/>
                </a:fontRef>
              </p:style>
            </p:cxnSp>
            <p:cxnSp>
              <p:nvCxnSpPr>
                <p:cNvPr id="185" name="直線接點 184">
                  <a:extLst>
                    <a:ext uri="{FF2B5EF4-FFF2-40B4-BE49-F238E27FC236}">
                      <a16:creationId xmlns:a16="http://schemas.microsoft.com/office/drawing/2014/main" id="{D0243E42-695A-4BE5-8FEC-B9E2F0008802}"/>
                    </a:ext>
                  </a:extLst>
                </p:cNvPr>
                <p:cNvCxnSpPr>
                  <a:cxnSpLocks/>
                  <a:stCxn id="157" idx="6"/>
                  <a:endCxn id="170" idx="2"/>
                </p:cNvCxnSpPr>
                <p:nvPr/>
              </p:nvCxnSpPr>
              <p:spPr>
                <a:xfrm flipH="1">
                  <a:off x="5677855" y="2311711"/>
                  <a:ext cx="2278521" cy="1241215"/>
                </a:xfrm>
                <a:prstGeom prst="line">
                  <a:avLst/>
                </a:prstGeom>
              </p:spPr>
              <p:style>
                <a:lnRef idx="1">
                  <a:schemeClr val="accent1"/>
                </a:lnRef>
                <a:fillRef idx="0">
                  <a:schemeClr val="accent1"/>
                </a:fillRef>
                <a:effectRef idx="0">
                  <a:schemeClr val="accent1"/>
                </a:effectRef>
                <a:fontRef idx="minor">
                  <a:schemeClr val="tx1"/>
                </a:fontRef>
              </p:style>
            </p:cxnSp>
            <p:cxnSp>
              <p:nvCxnSpPr>
                <p:cNvPr id="186" name="直線接點 185">
                  <a:extLst>
                    <a:ext uri="{FF2B5EF4-FFF2-40B4-BE49-F238E27FC236}">
                      <a16:creationId xmlns:a16="http://schemas.microsoft.com/office/drawing/2014/main" id="{CB4A613B-F3DA-4117-A8D1-5A66D9961440}"/>
                    </a:ext>
                  </a:extLst>
                </p:cNvPr>
                <p:cNvCxnSpPr>
                  <a:cxnSpLocks/>
                  <a:stCxn id="157" idx="6"/>
                  <a:endCxn id="171" idx="2"/>
                </p:cNvCxnSpPr>
                <p:nvPr/>
              </p:nvCxnSpPr>
              <p:spPr>
                <a:xfrm flipH="1">
                  <a:off x="5677855" y="2311711"/>
                  <a:ext cx="2278521" cy="1636181"/>
                </a:xfrm>
                <a:prstGeom prst="line">
                  <a:avLst/>
                </a:prstGeom>
              </p:spPr>
              <p:style>
                <a:lnRef idx="1">
                  <a:schemeClr val="accent1"/>
                </a:lnRef>
                <a:fillRef idx="0">
                  <a:schemeClr val="accent1"/>
                </a:fillRef>
                <a:effectRef idx="0">
                  <a:schemeClr val="accent1"/>
                </a:effectRef>
                <a:fontRef idx="minor">
                  <a:schemeClr val="tx1"/>
                </a:fontRef>
              </p:style>
            </p:cxnSp>
            <p:cxnSp>
              <p:nvCxnSpPr>
                <p:cNvPr id="187" name="直線接點 186">
                  <a:extLst>
                    <a:ext uri="{FF2B5EF4-FFF2-40B4-BE49-F238E27FC236}">
                      <a16:creationId xmlns:a16="http://schemas.microsoft.com/office/drawing/2014/main" id="{4F51EC5C-29D9-46E1-80A2-A276EA9647B0}"/>
                    </a:ext>
                  </a:extLst>
                </p:cNvPr>
                <p:cNvCxnSpPr>
                  <a:cxnSpLocks/>
                  <a:stCxn id="157" idx="6"/>
                  <a:endCxn id="175" idx="2"/>
                </p:cNvCxnSpPr>
                <p:nvPr/>
              </p:nvCxnSpPr>
              <p:spPr>
                <a:xfrm flipH="1">
                  <a:off x="5688050" y="2311711"/>
                  <a:ext cx="2268326" cy="2742749"/>
                </a:xfrm>
                <a:prstGeom prst="line">
                  <a:avLst/>
                </a:prstGeom>
              </p:spPr>
              <p:style>
                <a:lnRef idx="1">
                  <a:schemeClr val="accent1"/>
                </a:lnRef>
                <a:fillRef idx="0">
                  <a:schemeClr val="accent1"/>
                </a:fillRef>
                <a:effectRef idx="0">
                  <a:schemeClr val="accent1"/>
                </a:effectRef>
                <a:fontRef idx="minor">
                  <a:schemeClr val="tx1"/>
                </a:fontRef>
              </p:style>
            </p:cxnSp>
            <p:cxnSp>
              <p:nvCxnSpPr>
                <p:cNvPr id="188" name="直線接點 187">
                  <a:extLst>
                    <a:ext uri="{FF2B5EF4-FFF2-40B4-BE49-F238E27FC236}">
                      <a16:creationId xmlns:a16="http://schemas.microsoft.com/office/drawing/2014/main" id="{254EE903-0B5D-4AE0-A38B-E3233F318186}"/>
                    </a:ext>
                  </a:extLst>
                </p:cNvPr>
                <p:cNvCxnSpPr>
                  <a:cxnSpLocks/>
                  <a:stCxn id="158" idx="6"/>
                  <a:endCxn id="167" idx="2"/>
                </p:cNvCxnSpPr>
                <p:nvPr/>
              </p:nvCxnSpPr>
              <p:spPr>
                <a:xfrm flipH="1" flipV="1">
                  <a:off x="5677855" y="2340070"/>
                  <a:ext cx="2278521" cy="36033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9" name="直線接點 188">
                  <a:extLst>
                    <a:ext uri="{FF2B5EF4-FFF2-40B4-BE49-F238E27FC236}">
                      <a16:creationId xmlns:a16="http://schemas.microsoft.com/office/drawing/2014/main" id="{05C45A91-5790-4F35-8F9A-3F7EAEBFF634}"/>
                    </a:ext>
                  </a:extLst>
                </p:cNvPr>
                <p:cNvCxnSpPr>
                  <a:cxnSpLocks/>
                  <a:stCxn id="158" idx="6"/>
                  <a:endCxn id="168" idx="2"/>
                </p:cNvCxnSpPr>
                <p:nvPr/>
              </p:nvCxnSpPr>
              <p:spPr>
                <a:xfrm flipH="1">
                  <a:off x="5677855" y="2700400"/>
                  <a:ext cx="2278521" cy="68871"/>
                </a:xfrm>
                <a:prstGeom prst="line">
                  <a:avLst/>
                </a:prstGeom>
              </p:spPr>
              <p:style>
                <a:lnRef idx="1">
                  <a:schemeClr val="accent1"/>
                </a:lnRef>
                <a:fillRef idx="0">
                  <a:schemeClr val="accent1"/>
                </a:fillRef>
                <a:effectRef idx="0">
                  <a:schemeClr val="accent1"/>
                </a:effectRef>
                <a:fontRef idx="minor">
                  <a:schemeClr val="tx1"/>
                </a:fontRef>
              </p:style>
            </p:cxnSp>
            <p:cxnSp>
              <p:nvCxnSpPr>
                <p:cNvPr id="190" name="直線接點 189">
                  <a:extLst>
                    <a:ext uri="{FF2B5EF4-FFF2-40B4-BE49-F238E27FC236}">
                      <a16:creationId xmlns:a16="http://schemas.microsoft.com/office/drawing/2014/main" id="{6D2E32DD-4E2D-4FD4-B890-406DAC84921B}"/>
                    </a:ext>
                  </a:extLst>
                </p:cNvPr>
                <p:cNvCxnSpPr>
                  <a:cxnSpLocks/>
                  <a:stCxn id="158" idx="6"/>
                  <a:endCxn id="169" idx="2"/>
                </p:cNvCxnSpPr>
                <p:nvPr/>
              </p:nvCxnSpPr>
              <p:spPr>
                <a:xfrm flipH="1">
                  <a:off x="5677855" y="2700400"/>
                  <a:ext cx="2278521" cy="4638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91" name="直線接點 190">
                  <a:extLst>
                    <a:ext uri="{FF2B5EF4-FFF2-40B4-BE49-F238E27FC236}">
                      <a16:creationId xmlns:a16="http://schemas.microsoft.com/office/drawing/2014/main" id="{F6EF4D2A-8ED9-4B41-9C16-0AB83D911699}"/>
                    </a:ext>
                  </a:extLst>
                </p:cNvPr>
                <p:cNvCxnSpPr>
                  <a:cxnSpLocks/>
                  <a:stCxn id="158" idx="6"/>
                  <a:endCxn id="170" idx="2"/>
                </p:cNvCxnSpPr>
                <p:nvPr/>
              </p:nvCxnSpPr>
              <p:spPr>
                <a:xfrm flipH="1">
                  <a:off x="5677855" y="2700400"/>
                  <a:ext cx="2278521" cy="852526"/>
                </a:xfrm>
                <a:prstGeom prst="line">
                  <a:avLst/>
                </a:prstGeom>
              </p:spPr>
              <p:style>
                <a:lnRef idx="1">
                  <a:schemeClr val="accent1"/>
                </a:lnRef>
                <a:fillRef idx="0">
                  <a:schemeClr val="accent1"/>
                </a:fillRef>
                <a:effectRef idx="0">
                  <a:schemeClr val="accent1"/>
                </a:effectRef>
                <a:fontRef idx="minor">
                  <a:schemeClr val="tx1"/>
                </a:fontRef>
              </p:style>
            </p:cxnSp>
            <p:cxnSp>
              <p:nvCxnSpPr>
                <p:cNvPr id="192" name="直線接點 191">
                  <a:extLst>
                    <a:ext uri="{FF2B5EF4-FFF2-40B4-BE49-F238E27FC236}">
                      <a16:creationId xmlns:a16="http://schemas.microsoft.com/office/drawing/2014/main" id="{55893C8B-6722-4B7A-8455-D6C2176ECFAC}"/>
                    </a:ext>
                  </a:extLst>
                </p:cNvPr>
                <p:cNvCxnSpPr>
                  <a:cxnSpLocks/>
                  <a:stCxn id="158" idx="6"/>
                  <a:endCxn id="171" idx="2"/>
                </p:cNvCxnSpPr>
                <p:nvPr/>
              </p:nvCxnSpPr>
              <p:spPr>
                <a:xfrm flipH="1">
                  <a:off x="5677855" y="2700400"/>
                  <a:ext cx="2278521" cy="1247492"/>
                </a:xfrm>
                <a:prstGeom prst="line">
                  <a:avLst/>
                </a:prstGeom>
              </p:spPr>
              <p:style>
                <a:lnRef idx="1">
                  <a:schemeClr val="accent1"/>
                </a:lnRef>
                <a:fillRef idx="0">
                  <a:schemeClr val="accent1"/>
                </a:fillRef>
                <a:effectRef idx="0">
                  <a:schemeClr val="accent1"/>
                </a:effectRef>
                <a:fontRef idx="minor">
                  <a:schemeClr val="tx1"/>
                </a:fontRef>
              </p:style>
            </p:cxnSp>
            <p:cxnSp>
              <p:nvCxnSpPr>
                <p:cNvPr id="193" name="直線接點 192">
                  <a:extLst>
                    <a:ext uri="{FF2B5EF4-FFF2-40B4-BE49-F238E27FC236}">
                      <a16:creationId xmlns:a16="http://schemas.microsoft.com/office/drawing/2014/main" id="{2843A61E-3CEC-4C64-8EA0-D1E46F7139AD}"/>
                    </a:ext>
                  </a:extLst>
                </p:cNvPr>
                <p:cNvCxnSpPr>
                  <a:cxnSpLocks/>
                  <a:stCxn id="158" idx="6"/>
                  <a:endCxn id="175" idx="2"/>
                </p:cNvCxnSpPr>
                <p:nvPr/>
              </p:nvCxnSpPr>
              <p:spPr>
                <a:xfrm flipH="1">
                  <a:off x="5688050" y="2700400"/>
                  <a:ext cx="2268326" cy="235406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4" name="直線接點 193">
                  <a:extLst>
                    <a:ext uri="{FF2B5EF4-FFF2-40B4-BE49-F238E27FC236}">
                      <a16:creationId xmlns:a16="http://schemas.microsoft.com/office/drawing/2014/main" id="{36E0AB94-B6EF-46A3-934E-B6346F41C4BA}"/>
                    </a:ext>
                  </a:extLst>
                </p:cNvPr>
                <p:cNvCxnSpPr>
                  <a:cxnSpLocks/>
                  <a:stCxn id="159" idx="6"/>
                  <a:endCxn id="167" idx="2"/>
                </p:cNvCxnSpPr>
                <p:nvPr/>
              </p:nvCxnSpPr>
              <p:spPr>
                <a:xfrm flipH="1" flipV="1">
                  <a:off x="5677855" y="2340070"/>
                  <a:ext cx="2278521" cy="755296"/>
                </a:xfrm>
                <a:prstGeom prst="line">
                  <a:avLst/>
                </a:prstGeom>
              </p:spPr>
              <p:style>
                <a:lnRef idx="1">
                  <a:schemeClr val="accent1"/>
                </a:lnRef>
                <a:fillRef idx="0">
                  <a:schemeClr val="accent1"/>
                </a:fillRef>
                <a:effectRef idx="0">
                  <a:schemeClr val="accent1"/>
                </a:effectRef>
                <a:fontRef idx="minor">
                  <a:schemeClr val="tx1"/>
                </a:fontRef>
              </p:style>
            </p:cxnSp>
            <p:cxnSp>
              <p:nvCxnSpPr>
                <p:cNvPr id="195" name="直線接點 194">
                  <a:extLst>
                    <a:ext uri="{FF2B5EF4-FFF2-40B4-BE49-F238E27FC236}">
                      <a16:creationId xmlns:a16="http://schemas.microsoft.com/office/drawing/2014/main" id="{75AC5FE6-B479-4206-B96D-B91D5F4F08DC}"/>
                    </a:ext>
                  </a:extLst>
                </p:cNvPr>
                <p:cNvCxnSpPr>
                  <a:cxnSpLocks/>
                  <a:stCxn id="159" idx="6"/>
                  <a:endCxn id="168" idx="2"/>
                </p:cNvCxnSpPr>
                <p:nvPr/>
              </p:nvCxnSpPr>
              <p:spPr>
                <a:xfrm flipH="1" flipV="1">
                  <a:off x="5677855" y="2769271"/>
                  <a:ext cx="2278521" cy="326095"/>
                </a:xfrm>
                <a:prstGeom prst="line">
                  <a:avLst/>
                </a:prstGeom>
              </p:spPr>
              <p:style>
                <a:lnRef idx="1">
                  <a:schemeClr val="accent1"/>
                </a:lnRef>
                <a:fillRef idx="0">
                  <a:schemeClr val="accent1"/>
                </a:fillRef>
                <a:effectRef idx="0">
                  <a:schemeClr val="accent1"/>
                </a:effectRef>
                <a:fontRef idx="minor">
                  <a:schemeClr val="tx1"/>
                </a:fontRef>
              </p:style>
            </p:cxnSp>
            <p:cxnSp>
              <p:nvCxnSpPr>
                <p:cNvPr id="196" name="直線接點 195">
                  <a:extLst>
                    <a:ext uri="{FF2B5EF4-FFF2-40B4-BE49-F238E27FC236}">
                      <a16:creationId xmlns:a16="http://schemas.microsoft.com/office/drawing/2014/main" id="{2D2151E7-AEB8-4F8B-B978-26DD2EC9899D}"/>
                    </a:ext>
                  </a:extLst>
                </p:cNvPr>
                <p:cNvCxnSpPr>
                  <a:cxnSpLocks/>
                  <a:stCxn id="159" idx="6"/>
                  <a:endCxn id="169" idx="2"/>
                </p:cNvCxnSpPr>
                <p:nvPr/>
              </p:nvCxnSpPr>
              <p:spPr>
                <a:xfrm flipH="1">
                  <a:off x="5677855" y="3095366"/>
                  <a:ext cx="2278521" cy="68871"/>
                </a:xfrm>
                <a:prstGeom prst="line">
                  <a:avLst/>
                </a:prstGeom>
              </p:spPr>
              <p:style>
                <a:lnRef idx="1">
                  <a:schemeClr val="accent1"/>
                </a:lnRef>
                <a:fillRef idx="0">
                  <a:schemeClr val="accent1"/>
                </a:fillRef>
                <a:effectRef idx="0">
                  <a:schemeClr val="accent1"/>
                </a:effectRef>
                <a:fontRef idx="minor">
                  <a:schemeClr val="tx1"/>
                </a:fontRef>
              </p:style>
            </p:cxnSp>
            <p:cxnSp>
              <p:nvCxnSpPr>
                <p:cNvPr id="197" name="直線接點 196">
                  <a:extLst>
                    <a:ext uri="{FF2B5EF4-FFF2-40B4-BE49-F238E27FC236}">
                      <a16:creationId xmlns:a16="http://schemas.microsoft.com/office/drawing/2014/main" id="{70F4B644-68C2-4268-9761-F97F5CC3E75A}"/>
                    </a:ext>
                  </a:extLst>
                </p:cNvPr>
                <p:cNvCxnSpPr>
                  <a:cxnSpLocks/>
                  <a:stCxn id="159" idx="6"/>
                  <a:endCxn id="170" idx="2"/>
                </p:cNvCxnSpPr>
                <p:nvPr/>
              </p:nvCxnSpPr>
              <p:spPr>
                <a:xfrm flipH="1">
                  <a:off x="5677855" y="3095366"/>
                  <a:ext cx="2278521" cy="45756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8" name="直線接點 197">
                  <a:extLst>
                    <a:ext uri="{FF2B5EF4-FFF2-40B4-BE49-F238E27FC236}">
                      <a16:creationId xmlns:a16="http://schemas.microsoft.com/office/drawing/2014/main" id="{29687E50-C7C8-4D94-A185-D6F2532FFCE9}"/>
                    </a:ext>
                  </a:extLst>
                </p:cNvPr>
                <p:cNvCxnSpPr>
                  <a:cxnSpLocks/>
                  <a:stCxn id="159" idx="6"/>
                  <a:endCxn id="175" idx="2"/>
                </p:cNvCxnSpPr>
                <p:nvPr/>
              </p:nvCxnSpPr>
              <p:spPr>
                <a:xfrm flipH="1">
                  <a:off x="5688050" y="3095366"/>
                  <a:ext cx="2268326" cy="1959094"/>
                </a:xfrm>
                <a:prstGeom prst="line">
                  <a:avLst/>
                </a:prstGeom>
              </p:spPr>
              <p:style>
                <a:lnRef idx="1">
                  <a:schemeClr val="accent1"/>
                </a:lnRef>
                <a:fillRef idx="0">
                  <a:schemeClr val="accent1"/>
                </a:fillRef>
                <a:effectRef idx="0">
                  <a:schemeClr val="accent1"/>
                </a:effectRef>
                <a:fontRef idx="minor">
                  <a:schemeClr val="tx1"/>
                </a:fontRef>
              </p:style>
            </p:cxnSp>
            <p:cxnSp>
              <p:nvCxnSpPr>
                <p:cNvPr id="199" name="直線接點 198">
                  <a:extLst>
                    <a:ext uri="{FF2B5EF4-FFF2-40B4-BE49-F238E27FC236}">
                      <a16:creationId xmlns:a16="http://schemas.microsoft.com/office/drawing/2014/main" id="{7C154A26-944E-45B0-9E75-09FB73AC425C}"/>
                    </a:ext>
                  </a:extLst>
                </p:cNvPr>
                <p:cNvCxnSpPr>
                  <a:cxnSpLocks/>
                  <a:stCxn id="160" idx="6"/>
                  <a:endCxn id="167" idx="2"/>
                </p:cNvCxnSpPr>
                <p:nvPr/>
              </p:nvCxnSpPr>
              <p:spPr>
                <a:xfrm flipH="1" flipV="1">
                  <a:off x="5677855" y="2340070"/>
                  <a:ext cx="2278521" cy="1184497"/>
                </a:xfrm>
                <a:prstGeom prst="line">
                  <a:avLst/>
                </a:prstGeom>
              </p:spPr>
              <p:style>
                <a:lnRef idx="1">
                  <a:schemeClr val="accent1"/>
                </a:lnRef>
                <a:fillRef idx="0">
                  <a:schemeClr val="accent1"/>
                </a:fillRef>
                <a:effectRef idx="0">
                  <a:schemeClr val="accent1"/>
                </a:effectRef>
                <a:fontRef idx="minor">
                  <a:schemeClr val="tx1"/>
                </a:fontRef>
              </p:style>
            </p:cxnSp>
            <p:cxnSp>
              <p:nvCxnSpPr>
                <p:cNvPr id="200" name="直線接點 199">
                  <a:extLst>
                    <a:ext uri="{FF2B5EF4-FFF2-40B4-BE49-F238E27FC236}">
                      <a16:creationId xmlns:a16="http://schemas.microsoft.com/office/drawing/2014/main" id="{31422324-92DE-47EC-913F-1998AA65DDCB}"/>
                    </a:ext>
                  </a:extLst>
                </p:cNvPr>
                <p:cNvCxnSpPr>
                  <a:cxnSpLocks/>
                  <a:stCxn id="160" idx="6"/>
                  <a:endCxn id="168" idx="2"/>
                </p:cNvCxnSpPr>
                <p:nvPr/>
              </p:nvCxnSpPr>
              <p:spPr>
                <a:xfrm flipH="1" flipV="1">
                  <a:off x="5677855" y="2769271"/>
                  <a:ext cx="2278521" cy="755296"/>
                </a:xfrm>
                <a:prstGeom prst="line">
                  <a:avLst/>
                </a:prstGeom>
              </p:spPr>
              <p:style>
                <a:lnRef idx="1">
                  <a:schemeClr val="accent1"/>
                </a:lnRef>
                <a:fillRef idx="0">
                  <a:schemeClr val="accent1"/>
                </a:fillRef>
                <a:effectRef idx="0">
                  <a:schemeClr val="accent1"/>
                </a:effectRef>
                <a:fontRef idx="minor">
                  <a:schemeClr val="tx1"/>
                </a:fontRef>
              </p:style>
            </p:cxnSp>
            <p:cxnSp>
              <p:nvCxnSpPr>
                <p:cNvPr id="201" name="直線接點 200">
                  <a:extLst>
                    <a:ext uri="{FF2B5EF4-FFF2-40B4-BE49-F238E27FC236}">
                      <a16:creationId xmlns:a16="http://schemas.microsoft.com/office/drawing/2014/main" id="{650BEA6B-1757-471C-94E7-20E71FB20717}"/>
                    </a:ext>
                  </a:extLst>
                </p:cNvPr>
                <p:cNvCxnSpPr>
                  <a:cxnSpLocks/>
                  <a:stCxn id="160" idx="6"/>
                  <a:endCxn id="169" idx="2"/>
                </p:cNvCxnSpPr>
                <p:nvPr/>
              </p:nvCxnSpPr>
              <p:spPr>
                <a:xfrm flipH="1" flipV="1">
                  <a:off x="5677855" y="3164237"/>
                  <a:ext cx="2278521" cy="36033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2" name="直線接點 201">
                  <a:extLst>
                    <a:ext uri="{FF2B5EF4-FFF2-40B4-BE49-F238E27FC236}">
                      <a16:creationId xmlns:a16="http://schemas.microsoft.com/office/drawing/2014/main" id="{FB981606-8340-45F5-892D-78143F3C5927}"/>
                    </a:ext>
                  </a:extLst>
                </p:cNvPr>
                <p:cNvCxnSpPr>
                  <a:cxnSpLocks/>
                  <a:stCxn id="160" idx="6"/>
                  <a:endCxn id="170" idx="2"/>
                </p:cNvCxnSpPr>
                <p:nvPr/>
              </p:nvCxnSpPr>
              <p:spPr>
                <a:xfrm flipH="1">
                  <a:off x="5677855" y="3524567"/>
                  <a:ext cx="2278521" cy="28359"/>
                </a:xfrm>
                <a:prstGeom prst="line">
                  <a:avLst/>
                </a:prstGeom>
              </p:spPr>
              <p:style>
                <a:lnRef idx="1">
                  <a:schemeClr val="accent1"/>
                </a:lnRef>
                <a:fillRef idx="0">
                  <a:schemeClr val="accent1"/>
                </a:fillRef>
                <a:effectRef idx="0">
                  <a:schemeClr val="accent1"/>
                </a:effectRef>
                <a:fontRef idx="minor">
                  <a:schemeClr val="tx1"/>
                </a:fontRef>
              </p:style>
            </p:cxnSp>
            <p:cxnSp>
              <p:nvCxnSpPr>
                <p:cNvPr id="203" name="直線接點 202">
                  <a:extLst>
                    <a:ext uri="{FF2B5EF4-FFF2-40B4-BE49-F238E27FC236}">
                      <a16:creationId xmlns:a16="http://schemas.microsoft.com/office/drawing/2014/main" id="{90B6E686-3572-45B8-AAD9-6E6BE81F1ACD}"/>
                    </a:ext>
                  </a:extLst>
                </p:cNvPr>
                <p:cNvCxnSpPr>
                  <a:cxnSpLocks/>
                  <a:stCxn id="160" idx="6"/>
                  <a:endCxn id="171" idx="2"/>
                </p:cNvCxnSpPr>
                <p:nvPr/>
              </p:nvCxnSpPr>
              <p:spPr>
                <a:xfrm flipH="1">
                  <a:off x="5677855" y="3524567"/>
                  <a:ext cx="2278521" cy="423325"/>
                </a:xfrm>
                <a:prstGeom prst="line">
                  <a:avLst/>
                </a:prstGeom>
              </p:spPr>
              <p:style>
                <a:lnRef idx="1">
                  <a:schemeClr val="accent1"/>
                </a:lnRef>
                <a:fillRef idx="0">
                  <a:schemeClr val="accent1"/>
                </a:fillRef>
                <a:effectRef idx="0">
                  <a:schemeClr val="accent1"/>
                </a:effectRef>
                <a:fontRef idx="minor">
                  <a:schemeClr val="tx1"/>
                </a:fontRef>
              </p:style>
            </p:cxnSp>
            <p:cxnSp>
              <p:nvCxnSpPr>
                <p:cNvPr id="204" name="直線接點 203">
                  <a:extLst>
                    <a:ext uri="{FF2B5EF4-FFF2-40B4-BE49-F238E27FC236}">
                      <a16:creationId xmlns:a16="http://schemas.microsoft.com/office/drawing/2014/main" id="{8B643DC7-5516-4CE1-AED2-3FC8D6C1F7A6}"/>
                    </a:ext>
                  </a:extLst>
                </p:cNvPr>
                <p:cNvCxnSpPr>
                  <a:cxnSpLocks/>
                  <a:stCxn id="160" idx="6"/>
                  <a:endCxn id="175" idx="2"/>
                </p:cNvCxnSpPr>
                <p:nvPr/>
              </p:nvCxnSpPr>
              <p:spPr>
                <a:xfrm flipH="1">
                  <a:off x="5688050" y="3524567"/>
                  <a:ext cx="2268326" cy="1529893"/>
                </a:xfrm>
                <a:prstGeom prst="line">
                  <a:avLst/>
                </a:prstGeom>
              </p:spPr>
              <p:style>
                <a:lnRef idx="1">
                  <a:schemeClr val="accent1"/>
                </a:lnRef>
                <a:fillRef idx="0">
                  <a:schemeClr val="accent1"/>
                </a:fillRef>
                <a:effectRef idx="0">
                  <a:schemeClr val="accent1"/>
                </a:effectRef>
                <a:fontRef idx="minor">
                  <a:schemeClr val="tx1"/>
                </a:fontRef>
              </p:style>
            </p:cxnSp>
            <p:cxnSp>
              <p:nvCxnSpPr>
                <p:cNvPr id="205" name="直線接點 204">
                  <a:extLst>
                    <a:ext uri="{FF2B5EF4-FFF2-40B4-BE49-F238E27FC236}">
                      <a16:creationId xmlns:a16="http://schemas.microsoft.com/office/drawing/2014/main" id="{36B9E757-9B43-46D7-9B19-D2F49D9FC42C}"/>
                    </a:ext>
                  </a:extLst>
                </p:cNvPr>
                <p:cNvCxnSpPr>
                  <a:cxnSpLocks/>
                  <a:stCxn id="161" idx="6"/>
                  <a:endCxn id="167" idx="2"/>
                </p:cNvCxnSpPr>
                <p:nvPr/>
              </p:nvCxnSpPr>
              <p:spPr>
                <a:xfrm flipH="1" flipV="1">
                  <a:off x="5677855" y="2340070"/>
                  <a:ext cx="2278521" cy="1579463"/>
                </a:xfrm>
                <a:prstGeom prst="line">
                  <a:avLst/>
                </a:prstGeom>
              </p:spPr>
              <p:style>
                <a:lnRef idx="1">
                  <a:schemeClr val="accent1"/>
                </a:lnRef>
                <a:fillRef idx="0">
                  <a:schemeClr val="accent1"/>
                </a:fillRef>
                <a:effectRef idx="0">
                  <a:schemeClr val="accent1"/>
                </a:effectRef>
                <a:fontRef idx="minor">
                  <a:schemeClr val="tx1"/>
                </a:fontRef>
              </p:style>
            </p:cxnSp>
            <p:cxnSp>
              <p:nvCxnSpPr>
                <p:cNvPr id="206" name="直線接點 205">
                  <a:extLst>
                    <a:ext uri="{FF2B5EF4-FFF2-40B4-BE49-F238E27FC236}">
                      <a16:creationId xmlns:a16="http://schemas.microsoft.com/office/drawing/2014/main" id="{568678DF-330C-4888-8850-B26E16F1FC1F}"/>
                    </a:ext>
                  </a:extLst>
                </p:cNvPr>
                <p:cNvCxnSpPr>
                  <a:cxnSpLocks/>
                  <a:stCxn id="161" idx="6"/>
                  <a:endCxn id="168" idx="2"/>
                </p:cNvCxnSpPr>
                <p:nvPr/>
              </p:nvCxnSpPr>
              <p:spPr>
                <a:xfrm flipH="1" flipV="1">
                  <a:off x="5677855" y="2769271"/>
                  <a:ext cx="2278521" cy="1150262"/>
                </a:xfrm>
                <a:prstGeom prst="line">
                  <a:avLst/>
                </a:prstGeom>
              </p:spPr>
              <p:style>
                <a:lnRef idx="1">
                  <a:schemeClr val="accent1"/>
                </a:lnRef>
                <a:fillRef idx="0">
                  <a:schemeClr val="accent1"/>
                </a:fillRef>
                <a:effectRef idx="0">
                  <a:schemeClr val="accent1"/>
                </a:effectRef>
                <a:fontRef idx="minor">
                  <a:schemeClr val="tx1"/>
                </a:fontRef>
              </p:style>
            </p:cxnSp>
            <p:cxnSp>
              <p:nvCxnSpPr>
                <p:cNvPr id="207" name="直線接點 206">
                  <a:extLst>
                    <a:ext uri="{FF2B5EF4-FFF2-40B4-BE49-F238E27FC236}">
                      <a16:creationId xmlns:a16="http://schemas.microsoft.com/office/drawing/2014/main" id="{A3074502-C278-48AD-9034-A42B86E33341}"/>
                    </a:ext>
                  </a:extLst>
                </p:cNvPr>
                <p:cNvCxnSpPr>
                  <a:cxnSpLocks/>
                  <a:stCxn id="161" idx="6"/>
                  <a:endCxn id="169" idx="2"/>
                </p:cNvCxnSpPr>
                <p:nvPr/>
              </p:nvCxnSpPr>
              <p:spPr>
                <a:xfrm flipH="1" flipV="1">
                  <a:off x="5677855" y="3164237"/>
                  <a:ext cx="2278521" cy="755296"/>
                </a:xfrm>
                <a:prstGeom prst="line">
                  <a:avLst/>
                </a:prstGeom>
              </p:spPr>
              <p:style>
                <a:lnRef idx="1">
                  <a:schemeClr val="accent1"/>
                </a:lnRef>
                <a:fillRef idx="0">
                  <a:schemeClr val="accent1"/>
                </a:fillRef>
                <a:effectRef idx="0">
                  <a:schemeClr val="accent1"/>
                </a:effectRef>
                <a:fontRef idx="minor">
                  <a:schemeClr val="tx1"/>
                </a:fontRef>
              </p:style>
            </p:cxnSp>
            <p:cxnSp>
              <p:nvCxnSpPr>
                <p:cNvPr id="208" name="直線接點 207">
                  <a:extLst>
                    <a:ext uri="{FF2B5EF4-FFF2-40B4-BE49-F238E27FC236}">
                      <a16:creationId xmlns:a16="http://schemas.microsoft.com/office/drawing/2014/main" id="{AB304734-3FE9-4A4C-9719-CE234198DB52}"/>
                    </a:ext>
                  </a:extLst>
                </p:cNvPr>
                <p:cNvCxnSpPr>
                  <a:cxnSpLocks/>
                  <a:stCxn id="161" idx="6"/>
                  <a:endCxn id="170" idx="2"/>
                </p:cNvCxnSpPr>
                <p:nvPr/>
              </p:nvCxnSpPr>
              <p:spPr>
                <a:xfrm flipH="1" flipV="1">
                  <a:off x="5677855" y="3552926"/>
                  <a:ext cx="2278521" cy="366607"/>
                </a:xfrm>
                <a:prstGeom prst="line">
                  <a:avLst/>
                </a:prstGeom>
              </p:spPr>
              <p:style>
                <a:lnRef idx="1">
                  <a:schemeClr val="accent1"/>
                </a:lnRef>
                <a:fillRef idx="0">
                  <a:schemeClr val="accent1"/>
                </a:fillRef>
                <a:effectRef idx="0">
                  <a:schemeClr val="accent1"/>
                </a:effectRef>
                <a:fontRef idx="minor">
                  <a:schemeClr val="tx1"/>
                </a:fontRef>
              </p:style>
            </p:cxnSp>
            <p:cxnSp>
              <p:nvCxnSpPr>
                <p:cNvPr id="209" name="直線接點 208">
                  <a:extLst>
                    <a:ext uri="{FF2B5EF4-FFF2-40B4-BE49-F238E27FC236}">
                      <a16:creationId xmlns:a16="http://schemas.microsoft.com/office/drawing/2014/main" id="{205A7779-5FA5-4D3B-96E1-756AB786FECF}"/>
                    </a:ext>
                  </a:extLst>
                </p:cNvPr>
                <p:cNvCxnSpPr>
                  <a:cxnSpLocks/>
                  <a:stCxn id="161" idx="6"/>
                  <a:endCxn id="171" idx="2"/>
                </p:cNvCxnSpPr>
                <p:nvPr/>
              </p:nvCxnSpPr>
              <p:spPr>
                <a:xfrm flipH="1">
                  <a:off x="5677855" y="3919533"/>
                  <a:ext cx="2278521" cy="28359"/>
                </a:xfrm>
                <a:prstGeom prst="line">
                  <a:avLst/>
                </a:prstGeom>
              </p:spPr>
              <p:style>
                <a:lnRef idx="1">
                  <a:schemeClr val="accent1"/>
                </a:lnRef>
                <a:fillRef idx="0">
                  <a:schemeClr val="accent1"/>
                </a:fillRef>
                <a:effectRef idx="0">
                  <a:schemeClr val="accent1"/>
                </a:effectRef>
                <a:fontRef idx="minor">
                  <a:schemeClr val="tx1"/>
                </a:fontRef>
              </p:style>
            </p:cxnSp>
            <p:cxnSp>
              <p:nvCxnSpPr>
                <p:cNvPr id="210" name="直線接點 209">
                  <a:extLst>
                    <a:ext uri="{FF2B5EF4-FFF2-40B4-BE49-F238E27FC236}">
                      <a16:creationId xmlns:a16="http://schemas.microsoft.com/office/drawing/2014/main" id="{1008E6A9-BE94-46FE-9ED3-3BABF364F9EB}"/>
                    </a:ext>
                  </a:extLst>
                </p:cNvPr>
                <p:cNvCxnSpPr>
                  <a:cxnSpLocks/>
                  <a:stCxn id="161" idx="6"/>
                  <a:endCxn id="175" idx="2"/>
                </p:cNvCxnSpPr>
                <p:nvPr/>
              </p:nvCxnSpPr>
              <p:spPr>
                <a:xfrm flipH="1">
                  <a:off x="5688050" y="3919533"/>
                  <a:ext cx="2268326" cy="1134927"/>
                </a:xfrm>
                <a:prstGeom prst="line">
                  <a:avLst/>
                </a:prstGeom>
              </p:spPr>
              <p:style>
                <a:lnRef idx="1">
                  <a:schemeClr val="accent1"/>
                </a:lnRef>
                <a:fillRef idx="0">
                  <a:schemeClr val="accent1"/>
                </a:fillRef>
                <a:effectRef idx="0">
                  <a:schemeClr val="accent1"/>
                </a:effectRef>
                <a:fontRef idx="minor">
                  <a:schemeClr val="tx1"/>
                </a:fontRef>
              </p:style>
            </p:cxnSp>
            <p:cxnSp>
              <p:nvCxnSpPr>
                <p:cNvPr id="211" name="直線接點 210">
                  <a:extLst>
                    <a:ext uri="{FF2B5EF4-FFF2-40B4-BE49-F238E27FC236}">
                      <a16:creationId xmlns:a16="http://schemas.microsoft.com/office/drawing/2014/main" id="{C99454FD-ADF4-4251-99CF-D6CFF598C852}"/>
                    </a:ext>
                  </a:extLst>
                </p:cNvPr>
                <p:cNvCxnSpPr>
                  <a:cxnSpLocks/>
                  <a:stCxn id="162" idx="6"/>
                  <a:endCxn id="167" idx="2"/>
                </p:cNvCxnSpPr>
                <p:nvPr/>
              </p:nvCxnSpPr>
              <p:spPr>
                <a:xfrm flipH="1" flipV="1">
                  <a:off x="5677855" y="2340070"/>
                  <a:ext cx="2278521" cy="1968152"/>
                </a:xfrm>
                <a:prstGeom prst="line">
                  <a:avLst/>
                </a:prstGeom>
              </p:spPr>
              <p:style>
                <a:lnRef idx="1">
                  <a:schemeClr val="accent1"/>
                </a:lnRef>
                <a:fillRef idx="0">
                  <a:schemeClr val="accent1"/>
                </a:fillRef>
                <a:effectRef idx="0">
                  <a:schemeClr val="accent1"/>
                </a:effectRef>
                <a:fontRef idx="minor">
                  <a:schemeClr val="tx1"/>
                </a:fontRef>
              </p:style>
            </p:cxnSp>
            <p:cxnSp>
              <p:nvCxnSpPr>
                <p:cNvPr id="212" name="直線接點 211">
                  <a:extLst>
                    <a:ext uri="{FF2B5EF4-FFF2-40B4-BE49-F238E27FC236}">
                      <a16:creationId xmlns:a16="http://schemas.microsoft.com/office/drawing/2014/main" id="{6FB51235-ABE8-40B1-BAC1-457B35B0010F}"/>
                    </a:ext>
                  </a:extLst>
                </p:cNvPr>
                <p:cNvCxnSpPr>
                  <a:cxnSpLocks/>
                  <a:stCxn id="162" idx="6"/>
                  <a:endCxn id="168" idx="2"/>
                </p:cNvCxnSpPr>
                <p:nvPr/>
              </p:nvCxnSpPr>
              <p:spPr>
                <a:xfrm flipH="1" flipV="1">
                  <a:off x="5677855" y="2769271"/>
                  <a:ext cx="2278521" cy="1538951"/>
                </a:xfrm>
                <a:prstGeom prst="line">
                  <a:avLst/>
                </a:prstGeom>
              </p:spPr>
              <p:style>
                <a:lnRef idx="1">
                  <a:schemeClr val="accent1"/>
                </a:lnRef>
                <a:fillRef idx="0">
                  <a:schemeClr val="accent1"/>
                </a:fillRef>
                <a:effectRef idx="0">
                  <a:schemeClr val="accent1"/>
                </a:effectRef>
                <a:fontRef idx="minor">
                  <a:schemeClr val="tx1"/>
                </a:fontRef>
              </p:style>
            </p:cxnSp>
            <p:cxnSp>
              <p:nvCxnSpPr>
                <p:cNvPr id="213" name="直線接點 212">
                  <a:extLst>
                    <a:ext uri="{FF2B5EF4-FFF2-40B4-BE49-F238E27FC236}">
                      <a16:creationId xmlns:a16="http://schemas.microsoft.com/office/drawing/2014/main" id="{04772933-A2AB-4578-A2BE-E66F487661BF}"/>
                    </a:ext>
                  </a:extLst>
                </p:cNvPr>
                <p:cNvCxnSpPr>
                  <a:cxnSpLocks/>
                  <a:stCxn id="162" idx="6"/>
                  <a:endCxn id="169" idx="2"/>
                </p:cNvCxnSpPr>
                <p:nvPr/>
              </p:nvCxnSpPr>
              <p:spPr>
                <a:xfrm flipH="1" flipV="1">
                  <a:off x="5677855" y="3164237"/>
                  <a:ext cx="2278521" cy="1143985"/>
                </a:xfrm>
                <a:prstGeom prst="line">
                  <a:avLst/>
                </a:prstGeom>
              </p:spPr>
              <p:style>
                <a:lnRef idx="1">
                  <a:schemeClr val="accent1"/>
                </a:lnRef>
                <a:fillRef idx="0">
                  <a:schemeClr val="accent1"/>
                </a:fillRef>
                <a:effectRef idx="0">
                  <a:schemeClr val="accent1"/>
                </a:effectRef>
                <a:fontRef idx="minor">
                  <a:schemeClr val="tx1"/>
                </a:fontRef>
              </p:style>
            </p:cxnSp>
            <p:cxnSp>
              <p:nvCxnSpPr>
                <p:cNvPr id="214" name="直線接點 213">
                  <a:extLst>
                    <a:ext uri="{FF2B5EF4-FFF2-40B4-BE49-F238E27FC236}">
                      <a16:creationId xmlns:a16="http://schemas.microsoft.com/office/drawing/2014/main" id="{3B6DEEB7-03B1-41AD-9ED8-E6CBA3C07EC0}"/>
                    </a:ext>
                  </a:extLst>
                </p:cNvPr>
                <p:cNvCxnSpPr>
                  <a:cxnSpLocks/>
                  <a:stCxn id="162" idx="6"/>
                  <a:endCxn id="170" idx="2"/>
                </p:cNvCxnSpPr>
                <p:nvPr/>
              </p:nvCxnSpPr>
              <p:spPr>
                <a:xfrm flipH="1" flipV="1">
                  <a:off x="5677855" y="3552926"/>
                  <a:ext cx="2278521" cy="755296"/>
                </a:xfrm>
                <a:prstGeom prst="line">
                  <a:avLst/>
                </a:prstGeom>
              </p:spPr>
              <p:style>
                <a:lnRef idx="1">
                  <a:schemeClr val="accent1"/>
                </a:lnRef>
                <a:fillRef idx="0">
                  <a:schemeClr val="accent1"/>
                </a:fillRef>
                <a:effectRef idx="0">
                  <a:schemeClr val="accent1"/>
                </a:effectRef>
                <a:fontRef idx="minor">
                  <a:schemeClr val="tx1"/>
                </a:fontRef>
              </p:style>
            </p:cxnSp>
            <p:cxnSp>
              <p:nvCxnSpPr>
                <p:cNvPr id="215" name="直線接點 214">
                  <a:extLst>
                    <a:ext uri="{FF2B5EF4-FFF2-40B4-BE49-F238E27FC236}">
                      <a16:creationId xmlns:a16="http://schemas.microsoft.com/office/drawing/2014/main" id="{229DBB4C-3205-45D5-8DC9-FE511C037109}"/>
                    </a:ext>
                  </a:extLst>
                </p:cNvPr>
                <p:cNvCxnSpPr>
                  <a:cxnSpLocks/>
                  <a:stCxn id="162" idx="6"/>
                  <a:endCxn id="171" idx="2"/>
                </p:cNvCxnSpPr>
                <p:nvPr/>
              </p:nvCxnSpPr>
              <p:spPr>
                <a:xfrm flipH="1" flipV="1">
                  <a:off x="5677855" y="3947892"/>
                  <a:ext cx="2278521" cy="36033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6" name="直線接點 215">
                  <a:extLst>
                    <a:ext uri="{FF2B5EF4-FFF2-40B4-BE49-F238E27FC236}">
                      <a16:creationId xmlns:a16="http://schemas.microsoft.com/office/drawing/2014/main" id="{162B4E56-FA6E-4841-876D-4B5BE5C54300}"/>
                    </a:ext>
                  </a:extLst>
                </p:cNvPr>
                <p:cNvCxnSpPr>
                  <a:cxnSpLocks/>
                  <a:stCxn id="162" idx="6"/>
                  <a:endCxn id="175" idx="2"/>
                </p:cNvCxnSpPr>
                <p:nvPr/>
              </p:nvCxnSpPr>
              <p:spPr>
                <a:xfrm flipH="1">
                  <a:off x="5688050" y="4308222"/>
                  <a:ext cx="2268326" cy="746238"/>
                </a:xfrm>
                <a:prstGeom prst="line">
                  <a:avLst/>
                </a:prstGeom>
              </p:spPr>
              <p:style>
                <a:lnRef idx="1">
                  <a:schemeClr val="accent1"/>
                </a:lnRef>
                <a:fillRef idx="0">
                  <a:schemeClr val="accent1"/>
                </a:fillRef>
                <a:effectRef idx="0">
                  <a:schemeClr val="accent1"/>
                </a:effectRef>
                <a:fontRef idx="minor">
                  <a:schemeClr val="tx1"/>
                </a:fontRef>
              </p:style>
            </p:cxnSp>
            <p:cxnSp>
              <p:nvCxnSpPr>
                <p:cNvPr id="217" name="直線接點 216">
                  <a:extLst>
                    <a:ext uri="{FF2B5EF4-FFF2-40B4-BE49-F238E27FC236}">
                      <a16:creationId xmlns:a16="http://schemas.microsoft.com/office/drawing/2014/main" id="{C797B992-BB91-409D-B654-5A300937C4ED}"/>
                    </a:ext>
                  </a:extLst>
                </p:cNvPr>
                <p:cNvCxnSpPr>
                  <a:cxnSpLocks/>
                  <a:stCxn id="163" idx="6"/>
                  <a:endCxn id="167" idx="2"/>
                </p:cNvCxnSpPr>
                <p:nvPr/>
              </p:nvCxnSpPr>
              <p:spPr>
                <a:xfrm flipH="1" flipV="1">
                  <a:off x="5677855" y="2340070"/>
                  <a:ext cx="2278521" cy="2363118"/>
                </a:xfrm>
                <a:prstGeom prst="line">
                  <a:avLst/>
                </a:prstGeom>
              </p:spPr>
              <p:style>
                <a:lnRef idx="1">
                  <a:schemeClr val="accent1"/>
                </a:lnRef>
                <a:fillRef idx="0">
                  <a:schemeClr val="accent1"/>
                </a:fillRef>
                <a:effectRef idx="0">
                  <a:schemeClr val="accent1"/>
                </a:effectRef>
                <a:fontRef idx="minor">
                  <a:schemeClr val="tx1"/>
                </a:fontRef>
              </p:style>
            </p:cxnSp>
            <p:cxnSp>
              <p:nvCxnSpPr>
                <p:cNvPr id="218" name="直線接點 217">
                  <a:extLst>
                    <a:ext uri="{FF2B5EF4-FFF2-40B4-BE49-F238E27FC236}">
                      <a16:creationId xmlns:a16="http://schemas.microsoft.com/office/drawing/2014/main" id="{CF88B109-18B3-47E4-B800-C0CD9B6F5DCE}"/>
                    </a:ext>
                  </a:extLst>
                </p:cNvPr>
                <p:cNvCxnSpPr>
                  <a:cxnSpLocks/>
                  <a:stCxn id="163" idx="6"/>
                  <a:endCxn id="168" idx="2"/>
                </p:cNvCxnSpPr>
                <p:nvPr/>
              </p:nvCxnSpPr>
              <p:spPr>
                <a:xfrm flipH="1" flipV="1">
                  <a:off x="5677855" y="2769271"/>
                  <a:ext cx="2278521" cy="1933917"/>
                </a:xfrm>
                <a:prstGeom prst="line">
                  <a:avLst/>
                </a:prstGeom>
              </p:spPr>
              <p:style>
                <a:lnRef idx="1">
                  <a:schemeClr val="accent1"/>
                </a:lnRef>
                <a:fillRef idx="0">
                  <a:schemeClr val="accent1"/>
                </a:fillRef>
                <a:effectRef idx="0">
                  <a:schemeClr val="accent1"/>
                </a:effectRef>
                <a:fontRef idx="minor">
                  <a:schemeClr val="tx1"/>
                </a:fontRef>
              </p:style>
            </p:cxnSp>
            <p:cxnSp>
              <p:nvCxnSpPr>
                <p:cNvPr id="219" name="直線接點 218">
                  <a:extLst>
                    <a:ext uri="{FF2B5EF4-FFF2-40B4-BE49-F238E27FC236}">
                      <a16:creationId xmlns:a16="http://schemas.microsoft.com/office/drawing/2014/main" id="{91B0C9AC-ABED-445C-AC85-5F29B1A2C15D}"/>
                    </a:ext>
                  </a:extLst>
                </p:cNvPr>
                <p:cNvCxnSpPr>
                  <a:cxnSpLocks/>
                  <a:stCxn id="163" idx="6"/>
                  <a:endCxn id="169" idx="2"/>
                </p:cNvCxnSpPr>
                <p:nvPr/>
              </p:nvCxnSpPr>
              <p:spPr>
                <a:xfrm flipH="1" flipV="1">
                  <a:off x="5677855" y="3164237"/>
                  <a:ext cx="2278521" cy="1538951"/>
                </a:xfrm>
                <a:prstGeom prst="line">
                  <a:avLst/>
                </a:prstGeom>
              </p:spPr>
              <p:style>
                <a:lnRef idx="1">
                  <a:schemeClr val="accent1"/>
                </a:lnRef>
                <a:fillRef idx="0">
                  <a:schemeClr val="accent1"/>
                </a:fillRef>
                <a:effectRef idx="0">
                  <a:schemeClr val="accent1"/>
                </a:effectRef>
                <a:fontRef idx="minor">
                  <a:schemeClr val="tx1"/>
                </a:fontRef>
              </p:style>
            </p:cxnSp>
            <p:cxnSp>
              <p:nvCxnSpPr>
                <p:cNvPr id="220" name="直線接點 219">
                  <a:extLst>
                    <a:ext uri="{FF2B5EF4-FFF2-40B4-BE49-F238E27FC236}">
                      <a16:creationId xmlns:a16="http://schemas.microsoft.com/office/drawing/2014/main" id="{1F58E7DE-67EB-4264-9CF6-EAD5F4F9BD7B}"/>
                    </a:ext>
                  </a:extLst>
                </p:cNvPr>
                <p:cNvCxnSpPr>
                  <a:cxnSpLocks/>
                  <a:stCxn id="163" idx="6"/>
                  <a:endCxn id="170" idx="2"/>
                </p:cNvCxnSpPr>
                <p:nvPr/>
              </p:nvCxnSpPr>
              <p:spPr>
                <a:xfrm flipH="1" flipV="1">
                  <a:off x="5677855" y="3552926"/>
                  <a:ext cx="2278521" cy="1150262"/>
                </a:xfrm>
                <a:prstGeom prst="line">
                  <a:avLst/>
                </a:prstGeom>
              </p:spPr>
              <p:style>
                <a:lnRef idx="1">
                  <a:schemeClr val="accent1"/>
                </a:lnRef>
                <a:fillRef idx="0">
                  <a:schemeClr val="accent1"/>
                </a:fillRef>
                <a:effectRef idx="0">
                  <a:schemeClr val="accent1"/>
                </a:effectRef>
                <a:fontRef idx="minor">
                  <a:schemeClr val="tx1"/>
                </a:fontRef>
              </p:style>
            </p:cxnSp>
            <p:cxnSp>
              <p:nvCxnSpPr>
                <p:cNvPr id="221" name="直線接點 220">
                  <a:extLst>
                    <a:ext uri="{FF2B5EF4-FFF2-40B4-BE49-F238E27FC236}">
                      <a16:creationId xmlns:a16="http://schemas.microsoft.com/office/drawing/2014/main" id="{2E2CC461-5B00-4347-ADC5-26E10231D94B}"/>
                    </a:ext>
                  </a:extLst>
                </p:cNvPr>
                <p:cNvCxnSpPr>
                  <a:cxnSpLocks/>
                  <a:stCxn id="163" idx="6"/>
                  <a:endCxn id="171" idx="2"/>
                </p:cNvCxnSpPr>
                <p:nvPr/>
              </p:nvCxnSpPr>
              <p:spPr>
                <a:xfrm flipH="1" flipV="1">
                  <a:off x="5677855" y="3947892"/>
                  <a:ext cx="2278521" cy="755296"/>
                </a:xfrm>
                <a:prstGeom prst="line">
                  <a:avLst/>
                </a:prstGeom>
              </p:spPr>
              <p:style>
                <a:lnRef idx="1">
                  <a:schemeClr val="accent1"/>
                </a:lnRef>
                <a:fillRef idx="0">
                  <a:schemeClr val="accent1"/>
                </a:fillRef>
                <a:effectRef idx="0">
                  <a:schemeClr val="accent1"/>
                </a:effectRef>
                <a:fontRef idx="minor">
                  <a:schemeClr val="tx1"/>
                </a:fontRef>
              </p:style>
            </p:cxnSp>
            <p:cxnSp>
              <p:nvCxnSpPr>
                <p:cNvPr id="222" name="直線接點 221">
                  <a:extLst>
                    <a:ext uri="{FF2B5EF4-FFF2-40B4-BE49-F238E27FC236}">
                      <a16:creationId xmlns:a16="http://schemas.microsoft.com/office/drawing/2014/main" id="{6256F317-2744-4784-BC3F-2628A63C8E06}"/>
                    </a:ext>
                  </a:extLst>
                </p:cNvPr>
                <p:cNvCxnSpPr>
                  <a:cxnSpLocks/>
                  <a:stCxn id="163" idx="6"/>
                  <a:endCxn id="175" idx="2"/>
                </p:cNvCxnSpPr>
                <p:nvPr/>
              </p:nvCxnSpPr>
              <p:spPr>
                <a:xfrm flipH="1">
                  <a:off x="5688050" y="4703188"/>
                  <a:ext cx="2268326" cy="351272"/>
                </a:xfrm>
                <a:prstGeom prst="line">
                  <a:avLst/>
                </a:prstGeom>
              </p:spPr>
              <p:style>
                <a:lnRef idx="1">
                  <a:schemeClr val="accent1"/>
                </a:lnRef>
                <a:fillRef idx="0">
                  <a:schemeClr val="accent1"/>
                </a:fillRef>
                <a:effectRef idx="0">
                  <a:schemeClr val="accent1"/>
                </a:effectRef>
                <a:fontRef idx="minor">
                  <a:schemeClr val="tx1"/>
                </a:fontRef>
              </p:style>
            </p:cxnSp>
            <p:sp>
              <p:nvSpPr>
                <p:cNvPr id="223" name="橢圓 222">
                  <a:extLst>
                    <a:ext uri="{FF2B5EF4-FFF2-40B4-BE49-F238E27FC236}">
                      <a16:creationId xmlns:a16="http://schemas.microsoft.com/office/drawing/2014/main" id="{6250CA7C-E81E-42CE-9421-6FB78FF46409}"/>
                    </a:ext>
                  </a:extLst>
                </p:cNvPr>
                <p:cNvSpPr/>
                <p:nvPr/>
              </p:nvSpPr>
              <p:spPr>
                <a:xfrm flipH="1">
                  <a:off x="7956376" y="5665600"/>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224" name="直線接點 223">
                  <a:extLst>
                    <a:ext uri="{FF2B5EF4-FFF2-40B4-BE49-F238E27FC236}">
                      <a16:creationId xmlns:a16="http://schemas.microsoft.com/office/drawing/2014/main" id="{7A6BCF66-FC9F-4FD2-A9C1-C8E61A15DAFB}"/>
                    </a:ext>
                  </a:extLst>
                </p:cNvPr>
                <p:cNvCxnSpPr>
                  <a:cxnSpLocks/>
                  <a:stCxn id="223" idx="6"/>
                  <a:endCxn id="167" idx="2"/>
                </p:cNvCxnSpPr>
                <p:nvPr/>
              </p:nvCxnSpPr>
              <p:spPr>
                <a:xfrm flipH="1" flipV="1">
                  <a:off x="5677855" y="2340070"/>
                  <a:ext cx="2278521" cy="3469546"/>
                </a:xfrm>
                <a:prstGeom prst="line">
                  <a:avLst/>
                </a:prstGeom>
              </p:spPr>
              <p:style>
                <a:lnRef idx="1">
                  <a:schemeClr val="accent1"/>
                </a:lnRef>
                <a:fillRef idx="0">
                  <a:schemeClr val="accent1"/>
                </a:fillRef>
                <a:effectRef idx="0">
                  <a:schemeClr val="accent1"/>
                </a:effectRef>
                <a:fontRef idx="minor">
                  <a:schemeClr val="tx1"/>
                </a:fontRef>
              </p:style>
            </p:cxnSp>
            <p:cxnSp>
              <p:nvCxnSpPr>
                <p:cNvPr id="225" name="直線接點 224">
                  <a:extLst>
                    <a:ext uri="{FF2B5EF4-FFF2-40B4-BE49-F238E27FC236}">
                      <a16:creationId xmlns:a16="http://schemas.microsoft.com/office/drawing/2014/main" id="{44948857-B72B-4555-8CD2-8C0725D5E579}"/>
                    </a:ext>
                  </a:extLst>
                </p:cNvPr>
                <p:cNvCxnSpPr>
                  <a:cxnSpLocks/>
                  <a:stCxn id="223" idx="6"/>
                  <a:endCxn id="168" idx="2"/>
                </p:cNvCxnSpPr>
                <p:nvPr/>
              </p:nvCxnSpPr>
              <p:spPr>
                <a:xfrm flipH="1" flipV="1">
                  <a:off x="5677855" y="2769271"/>
                  <a:ext cx="2278521" cy="3040345"/>
                </a:xfrm>
                <a:prstGeom prst="line">
                  <a:avLst/>
                </a:prstGeom>
              </p:spPr>
              <p:style>
                <a:lnRef idx="1">
                  <a:schemeClr val="accent1"/>
                </a:lnRef>
                <a:fillRef idx="0">
                  <a:schemeClr val="accent1"/>
                </a:fillRef>
                <a:effectRef idx="0">
                  <a:schemeClr val="accent1"/>
                </a:effectRef>
                <a:fontRef idx="minor">
                  <a:schemeClr val="tx1"/>
                </a:fontRef>
              </p:style>
            </p:cxnSp>
            <p:cxnSp>
              <p:nvCxnSpPr>
                <p:cNvPr id="226" name="直線接點 225">
                  <a:extLst>
                    <a:ext uri="{FF2B5EF4-FFF2-40B4-BE49-F238E27FC236}">
                      <a16:creationId xmlns:a16="http://schemas.microsoft.com/office/drawing/2014/main" id="{93D8CE77-D50F-4C96-828D-873573A1189E}"/>
                    </a:ext>
                  </a:extLst>
                </p:cNvPr>
                <p:cNvCxnSpPr>
                  <a:cxnSpLocks/>
                  <a:stCxn id="223" idx="6"/>
                  <a:endCxn id="169" idx="2"/>
                </p:cNvCxnSpPr>
                <p:nvPr/>
              </p:nvCxnSpPr>
              <p:spPr>
                <a:xfrm flipH="1" flipV="1">
                  <a:off x="5677855" y="3164237"/>
                  <a:ext cx="2278521" cy="2645379"/>
                </a:xfrm>
                <a:prstGeom prst="line">
                  <a:avLst/>
                </a:prstGeom>
              </p:spPr>
              <p:style>
                <a:lnRef idx="1">
                  <a:schemeClr val="accent1"/>
                </a:lnRef>
                <a:fillRef idx="0">
                  <a:schemeClr val="accent1"/>
                </a:fillRef>
                <a:effectRef idx="0">
                  <a:schemeClr val="accent1"/>
                </a:effectRef>
                <a:fontRef idx="minor">
                  <a:schemeClr val="tx1"/>
                </a:fontRef>
              </p:style>
            </p:cxnSp>
            <p:cxnSp>
              <p:nvCxnSpPr>
                <p:cNvPr id="227" name="直線接點 226">
                  <a:extLst>
                    <a:ext uri="{FF2B5EF4-FFF2-40B4-BE49-F238E27FC236}">
                      <a16:creationId xmlns:a16="http://schemas.microsoft.com/office/drawing/2014/main" id="{438A58DE-3680-413F-AC2D-10FE34438CE2}"/>
                    </a:ext>
                  </a:extLst>
                </p:cNvPr>
                <p:cNvCxnSpPr>
                  <a:cxnSpLocks/>
                  <a:stCxn id="223" idx="6"/>
                  <a:endCxn id="170" idx="2"/>
                </p:cNvCxnSpPr>
                <p:nvPr/>
              </p:nvCxnSpPr>
              <p:spPr>
                <a:xfrm flipH="1" flipV="1">
                  <a:off x="5677855" y="3552926"/>
                  <a:ext cx="2278521" cy="225669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8" name="直線接點 227">
                  <a:extLst>
                    <a:ext uri="{FF2B5EF4-FFF2-40B4-BE49-F238E27FC236}">
                      <a16:creationId xmlns:a16="http://schemas.microsoft.com/office/drawing/2014/main" id="{826E3049-5232-4F8D-8B27-182BD3AFB0B2}"/>
                    </a:ext>
                  </a:extLst>
                </p:cNvPr>
                <p:cNvCxnSpPr>
                  <a:cxnSpLocks/>
                  <a:stCxn id="223" idx="6"/>
                  <a:endCxn id="171" idx="2"/>
                </p:cNvCxnSpPr>
                <p:nvPr/>
              </p:nvCxnSpPr>
              <p:spPr>
                <a:xfrm flipH="1" flipV="1">
                  <a:off x="5677855" y="3947892"/>
                  <a:ext cx="2278521" cy="1861724"/>
                </a:xfrm>
                <a:prstGeom prst="line">
                  <a:avLst/>
                </a:prstGeom>
              </p:spPr>
              <p:style>
                <a:lnRef idx="1">
                  <a:schemeClr val="accent1"/>
                </a:lnRef>
                <a:fillRef idx="0">
                  <a:schemeClr val="accent1"/>
                </a:fillRef>
                <a:effectRef idx="0">
                  <a:schemeClr val="accent1"/>
                </a:effectRef>
                <a:fontRef idx="minor">
                  <a:schemeClr val="tx1"/>
                </a:fontRef>
              </p:style>
            </p:cxnSp>
            <p:cxnSp>
              <p:nvCxnSpPr>
                <p:cNvPr id="229" name="直線接點 228">
                  <a:extLst>
                    <a:ext uri="{FF2B5EF4-FFF2-40B4-BE49-F238E27FC236}">
                      <a16:creationId xmlns:a16="http://schemas.microsoft.com/office/drawing/2014/main" id="{40F18BAB-5D40-45F4-8D4B-2C309435CEF4}"/>
                    </a:ext>
                  </a:extLst>
                </p:cNvPr>
                <p:cNvCxnSpPr>
                  <a:cxnSpLocks/>
                  <a:stCxn id="223" idx="6"/>
                  <a:endCxn id="175" idx="2"/>
                </p:cNvCxnSpPr>
                <p:nvPr/>
              </p:nvCxnSpPr>
              <p:spPr>
                <a:xfrm flipH="1" flipV="1">
                  <a:off x="5688050" y="5054460"/>
                  <a:ext cx="2268326" cy="755156"/>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5" name="群組 4">
                <a:extLst>
                  <a:ext uri="{FF2B5EF4-FFF2-40B4-BE49-F238E27FC236}">
                    <a16:creationId xmlns:a16="http://schemas.microsoft.com/office/drawing/2014/main" id="{2C42C858-DF2E-4973-931B-A99D96C5DE9F}"/>
                  </a:ext>
                </a:extLst>
              </p:cNvPr>
              <p:cNvGrpSpPr/>
              <p:nvPr/>
            </p:nvGrpSpPr>
            <p:grpSpPr>
              <a:xfrm>
                <a:off x="5694983" y="1641503"/>
                <a:ext cx="2854585" cy="4180903"/>
                <a:chOff x="2987824" y="1556792"/>
                <a:chExt cx="2854585" cy="4180903"/>
              </a:xfrm>
            </p:grpSpPr>
            <p:sp>
              <p:nvSpPr>
                <p:cNvPr id="81" name="橢圓 80">
                  <a:extLst>
                    <a:ext uri="{FF2B5EF4-FFF2-40B4-BE49-F238E27FC236}">
                      <a16:creationId xmlns:a16="http://schemas.microsoft.com/office/drawing/2014/main" id="{CABEE0AB-2DCE-4FD2-8FD7-5D08D8A8D551}"/>
                    </a:ext>
                  </a:extLst>
                </p:cNvPr>
                <p:cNvSpPr/>
                <p:nvPr/>
              </p:nvSpPr>
              <p:spPr>
                <a:xfrm>
                  <a:off x="2987824" y="1556792"/>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2" name="橢圓 81">
                  <a:extLst>
                    <a:ext uri="{FF2B5EF4-FFF2-40B4-BE49-F238E27FC236}">
                      <a16:creationId xmlns:a16="http://schemas.microsoft.com/office/drawing/2014/main" id="{5B33CEA2-2598-453C-B3D9-91CB153C3BCF}"/>
                    </a:ext>
                  </a:extLst>
                </p:cNvPr>
                <p:cNvSpPr/>
                <p:nvPr/>
              </p:nvSpPr>
              <p:spPr>
                <a:xfrm>
                  <a:off x="2987824" y="1951758"/>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3" name="橢圓 82">
                  <a:extLst>
                    <a:ext uri="{FF2B5EF4-FFF2-40B4-BE49-F238E27FC236}">
                      <a16:creationId xmlns:a16="http://schemas.microsoft.com/office/drawing/2014/main" id="{37A5A779-D34A-4A54-B6FB-90D78A9A2A1C}"/>
                    </a:ext>
                  </a:extLst>
                </p:cNvPr>
                <p:cNvSpPr/>
                <p:nvPr/>
              </p:nvSpPr>
              <p:spPr>
                <a:xfrm>
                  <a:off x="2987824" y="2340447"/>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4" name="橢圓 83">
                  <a:extLst>
                    <a:ext uri="{FF2B5EF4-FFF2-40B4-BE49-F238E27FC236}">
                      <a16:creationId xmlns:a16="http://schemas.microsoft.com/office/drawing/2014/main" id="{B7904AD6-1037-480A-81A3-39F8479C525C}"/>
                    </a:ext>
                  </a:extLst>
                </p:cNvPr>
                <p:cNvSpPr/>
                <p:nvPr/>
              </p:nvSpPr>
              <p:spPr>
                <a:xfrm>
                  <a:off x="2987824" y="2735413"/>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5" name="橢圓 84">
                  <a:extLst>
                    <a:ext uri="{FF2B5EF4-FFF2-40B4-BE49-F238E27FC236}">
                      <a16:creationId xmlns:a16="http://schemas.microsoft.com/office/drawing/2014/main" id="{D4B5CE24-9EA5-4E37-AC53-24BC2E2C51EF}"/>
                    </a:ext>
                  </a:extLst>
                </p:cNvPr>
                <p:cNvSpPr/>
                <p:nvPr/>
              </p:nvSpPr>
              <p:spPr>
                <a:xfrm>
                  <a:off x="2987824" y="3164614"/>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6" name="橢圓 85">
                  <a:extLst>
                    <a:ext uri="{FF2B5EF4-FFF2-40B4-BE49-F238E27FC236}">
                      <a16:creationId xmlns:a16="http://schemas.microsoft.com/office/drawing/2014/main" id="{11C3EE40-44AA-4078-9D2A-AF144C6945B2}"/>
                    </a:ext>
                  </a:extLst>
                </p:cNvPr>
                <p:cNvSpPr/>
                <p:nvPr/>
              </p:nvSpPr>
              <p:spPr>
                <a:xfrm>
                  <a:off x="2987824" y="3559580"/>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7" name="橢圓 86">
                  <a:extLst>
                    <a:ext uri="{FF2B5EF4-FFF2-40B4-BE49-F238E27FC236}">
                      <a16:creationId xmlns:a16="http://schemas.microsoft.com/office/drawing/2014/main" id="{67CD97DD-0C90-4489-9345-0652C2B83BD4}"/>
                    </a:ext>
                  </a:extLst>
                </p:cNvPr>
                <p:cNvSpPr/>
                <p:nvPr/>
              </p:nvSpPr>
              <p:spPr>
                <a:xfrm>
                  <a:off x="2987824" y="3948269"/>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8" name="橢圓 87">
                  <a:extLst>
                    <a:ext uri="{FF2B5EF4-FFF2-40B4-BE49-F238E27FC236}">
                      <a16:creationId xmlns:a16="http://schemas.microsoft.com/office/drawing/2014/main" id="{DB91F2AE-E5C4-44C1-8245-B9E487DC9352}"/>
                    </a:ext>
                  </a:extLst>
                </p:cNvPr>
                <p:cNvSpPr/>
                <p:nvPr/>
              </p:nvSpPr>
              <p:spPr>
                <a:xfrm>
                  <a:off x="2987824" y="4343235"/>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9" name="橢圓 88">
                  <a:extLst>
                    <a:ext uri="{FF2B5EF4-FFF2-40B4-BE49-F238E27FC236}">
                      <a16:creationId xmlns:a16="http://schemas.microsoft.com/office/drawing/2014/main" id="{5A7BBC6A-ADDF-4A59-8D6E-D534A66E99F1}"/>
                    </a:ext>
                  </a:extLst>
                </p:cNvPr>
                <p:cNvSpPr/>
                <p:nvPr/>
              </p:nvSpPr>
              <p:spPr>
                <a:xfrm>
                  <a:off x="3098786" y="4838523"/>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0" name="橢圓 89">
                  <a:extLst>
                    <a:ext uri="{FF2B5EF4-FFF2-40B4-BE49-F238E27FC236}">
                      <a16:creationId xmlns:a16="http://schemas.microsoft.com/office/drawing/2014/main" id="{C19D0799-2CDE-4084-A2F4-DD46C3C5050A}"/>
                    </a:ext>
                  </a:extLst>
                </p:cNvPr>
                <p:cNvSpPr/>
                <p:nvPr/>
              </p:nvSpPr>
              <p:spPr>
                <a:xfrm>
                  <a:off x="3102034" y="5016375"/>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1" name="橢圓 90">
                  <a:extLst>
                    <a:ext uri="{FF2B5EF4-FFF2-40B4-BE49-F238E27FC236}">
                      <a16:creationId xmlns:a16="http://schemas.microsoft.com/office/drawing/2014/main" id="{72821BC0-8161-44EE-B48C-10FB4E4DCE18}"/>
                    </a:ext>
                  </a:extLst>
                </p:cNvPr>
                <p:cNvSpPr/>
                <p:nvPr/>
              </p:nvSpPr>
              <p:spPr>
                <a:xfrm>
                  <a:off x="3098786" y="5200445"/>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2" name="橢圓 91">
                  <a:extLst>
                    <a:ext uri="{FF2B5EF4-FFF2-40B4-BE49-F238E27FC236}">
                      <a16:creationId xmlns:a16="http://schemas.microsoft.com/office/drawing/2014/main" id="{2E7DE2EC-A511-4FC8-947F-56031DEBC785}"/>
                    </a:ext>
                  </a:extLst>
                </p:cNvPr>
                <p:cNvSpPr/>
                <p:nvPr/>
              </p:nvSpPr>
              <p:spPr>
                <a:xfrm>
                  <a:off x="5554377" y="1980117"/>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3" name="橢圓 92">
                  <a:extLst>
                    <a:ext uri="{FF2B5EF4-FFF2-40B4-BE49-F238E27FC236}">
                      <a16:creationId xmlns:a16="http://schemas.microsoft.com/office/drawing/2014/main" id="{1589BB75-F062-485C-9CC7-CFD10A82F511}"/>
                    </a:ext>
                  </a:extLst>
                </p:cNvPr>
                <p:cNvSpPr/>
                <p:nvPr/>
              </p:nvSpPr>
              <p:spPr>
                <a:xfrm>
                  <a:off x="5554377" y="2409318"/>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4" name="橢圓 93">
                  <a:extLst>
                    <a:ext uri="{FF2B5EF4-FFF2-40B4-BE49-F238E27FC236}">
                      <a16:creationId xmlns:a16="http://schemas.microsoft.com/office/drawing/2014/main" id="{CE23CD85-5BF0-44CD-BAB0-70089AEAD55F}"/>
                    </a:ext>
                  </a:extLst>
                </p:cNvPr>
                <p:cNvSpPr/>
                <p:nvPr/>
              </p:nvSpPr>
              <p:spPr>
                <a:xfrm>
                  <a:off x="5554377" y="2804284"/>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5" name="橢圓 94">
                  <a:extLst>
                    <a:ext uri="{FF2B5EF4-FFF2-40B4-BE49-F238E27FC236}">
                      <a16:creationId xmlns:a16="http://schemas.microsoft.com/office/drawing/2014/main" id="{D0D4B7A3-9CBD-4323-8E27-3887ED3E834A}"/>
                    </a:ext>
                  </a:extLst>
                </p:cNvPr>
                <p:cNvSpPr/>
                <p:nvPr/>
              </p:nvSpPr>
              <p:spPr>
                <a:xfrm>
                  <a:off x="5554377" y="3192973"/>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6" name="橢圓 95">
                  <a:extLst>
                    <a:ext uri="{FF2B5EF4-FFF2-40B4-BE49-F238E27FC236}">
                      <a16:creationId xmlns:a16="http://schemas.microsoft.com/office/drawing/2014/main" id="{AF43CC43-FE81-4F61-9635-F9FB96EB13FF}"/>
                    </a:ext>
                  </a:extLst>
                </p:cNvPr>
                <p:cNvSpPr/>
                <p:nvPr/>
              </p:nvSpPr>
              <p:spPr>
                <a:xfrm>
                  <a:off x="5554377" y="3587939"/>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7" name="橢圓 96">
                  <a:extLst>
                    <a:ext uri="{FF2B5EF4-FFF2-40B4-BE49-F238E27FC236}">
                      <a16:creationId xmlns:a16="http://schemas.microsoft.com/office/drawing/2014/main" id="{EDCC9E24-C1CA-42C3-BA75-70D86B1F5B95}"/>
                    </a:ext>
                  </a:extLst>
                </p:cNvPr>
                <p:cNvSpPr/>
                <p:nvPr/>
              </p:nvSpPr>
              <p:spPr>
                <a:xfrm>
                  <a:off x="5665339" y="4083227"/>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8" name="橢圓 97">
                  <a:extLst>
                    <a:ext uri="{FF2B5EF4-FFF2-40B4-BE49-F238E27FC236}">
                      <a16:creationId xmlns:a16="http://schemas.microsoft.com/office/drawing/2014/main" id="{E7B4E240-39B0-4895-8096-C7A865726232}"/>
                    </a:ext>
                  </a:extLst>
                </p:cNvPr>
                <p:cNvSpPr/>
                <p:nvPr/>
              </p:nvSpPr>
              <p:spPr>
                <a:xfrm>
                  <a:off x="5668587" y="4261079"/>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9" name="橢圓 98">
                  <a:extLst>
                    <a:ext uri="{FF2B5EF4-FFF2-40B4-BE49-F238E27FC236}">
                      <a16:creationId xmlns:a16="http://schemas.microsoft.com/office/drawing/2014/main" id="{B955DC92-4D1A-4CA7-945E-53233D976454}"/>
                    </a:ext>
                  </a:extLst>
                </p:cNvPr>
                <p:cNvSpPr/>
                <p:nvPr/>
              </p:nvSpPr>
              <p:spPr>
                <a:xfrm>
                  <a:off x="5665339" y="4445149"/>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0" name="橢圓 99">
                  <a:extLst>
                    <a:ext uri="{FF2B5EF4-FFF2-40B4-BE49-F238E27FC236}">
                      <a16:creationId xmlns:a16="http://schemas.microsoft.com/office/drawing/2014/main" id="{BA1251C9-49ED-49E1-88BE-F917833D2F78}"/>
                    </a:ext>
                  </a:extLst>
                </p:cNvPr>
                <p:cNvSpPr/>
                <p:nvPr/>
              </p:nvSpPr>
              <p:spPr>
                <a:xfrm>
                  <a:off x="5544182" y="4694507"/>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01" name="直線接點 100">
                  <a:extLst>
                    <a:ext uri="{FF2B5EF4-FFF2-40B4-BE49-F238E27FC236}">
                      <a16:creationId xmlns:a16="http://schemas.microsoft.com/office/drawing/2014/main" id="{91BB0AC0-A5BB-423E-9A8A-D897565C4480}"/>
                    </a:ext>
                  </a:extLst>
                </p:cNvPr>
                <p:cNvCxnSpPr>
                  <a:cxnSpLocks/>
                  <a:stCxn id="81" idx="6"/>
                  <a:endCxn id="92" idx="2"/>
                </p:cNvCxnSpPr>
                <p:nvPr/>
              </p:nvCxnSpPr>
              <p:spPr>
                <a:xfrm>
                  <a:off x="3275856" y="1700808"/>
                  <a:ext cx="2278521" cy="423325"/>
                </a:xfrm>
                <a:prstGeom prst="line">
                  <a:avLst/>
                </a:prstGeom>
              </p:spPr>
              <p:style>
                <a:lnRef idx="1">
                  <a:schemeClr val="accent1"/>
                </a:lnRef>
                <a:fillRef idx="0">
                  <a:schemeClr val="accent1"/>
                </a:fillRef>
                <a:effectRef idx="0">
                  <a:schemeClr val="accent1"/>
                </a:effectRef>
                <a:fontRef idx="minor">
                  <a:schemeClr val="tx1"/>
                </a:fontRef>
              </p:style>
            </p:cxnSp>
            <p:cxnSp>
              <p:nvCxnSpPr>
                <p:cNvPr id="102" name="直線接點 101">
                  <a:extLst>
                    <a:ext uri="{FF2B5EF4-FFF2-40B4-BE49-F238E27FC236}">
                      <a16:creationId xmlns:a16="http://schemas.microsoft.com/office/drawing/2014/main" id="{C9D26A39-17BD-4D87-911B-83B7E5C08C73}"/>
                    </a:ext>
                  </a:extLst>
                </p:cNvPr>
                <p:cNvCxnSpPr>
                  <a:cxnSpLocks/>
                  <a:stCxn id="81" idx="6"/>
                  <a:endCxn id="93" idx="2"/>
                </p:cNvCxnSpPr>
                <p:nvPr/>
              </p:nvCxnSpPr>
              <p:spPr>
                <a:xfrm>
                  <a:off x="3275856" y="1700808"/>
                  <a:ext cx="2278521" cy="85252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直線接點 102">
                  <a:extLst>
                    <a:ext uri="{FF2B5EF4-FFF2-40B4-BE49-F238E27FC236}">
                      <a16:creationId xmlns:a16="http://schemas.microsoft.com/office/drawing/2014/main" id="{3A6ED33C-DFEF-48E7-A15F-CAE4A1AA8DC1}"/>
                    </a:ext>
                  </a:extLst>
                </p:cNvPr>
                <p:cNvCxnSpPr>
                  <a:cxnSpLocks/>
                  <a:stCxn id="81" idx="6"/>
                  <a:endCxn id="94" idx="2"/>
                </p:cNvCxnSpPr>
                <p:nvPr/>
              </p:nvCxnSpPr>
              <p:spPr>
                <a:xfrm>
                  <a:off x="3275856" y="1700808"/>
                  <a:ext cx="2278521" cy="124749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4" name="直線接點 103">
                  <a:extLst>
                    <a:ext uri="{FF2B5EF4-FFF2-40B4-BE49-F238E27FC236}">
                      <a16:creationId xmlns:a16="http://schemas.microsoft.com/office/drawing/2014/main" id="{B5001CE5-78BD-43BA-AC3A-1EB3E2ADF503}"/>
                    </a:ext>
                  </a:extLst>
                </p:cNvPr>
                <p:cNvCxnSpPr>
                  <a:cxnSpLocks/>
                  <a:stCxn id="81" idx="6"/>
                  <a:endCxn id="95" idx="2"/>
                </p:cNvCxnSpPr>
                <p:nvPr/>
              </p:nvCxnSpPr>
              <p:spPr>
                <a:xfrm>
                  <a:off x="3275856" y="1700808"/>
                  <a:ext cx="2278521" cy="1636181"/>
                </a:xfrm>
                <a:prstGeom prst="line">
                  <a:avLst/>
                </a:prstGeom>
              </p:spPr>
              <p:style>
                <a:lnRef idx="1">
                  <a:schemeClr val="accent1"/>
                </a:lnRef>
                <a:fillRef idx="0">
                  <a:schemeClr val="accent1"/>
                </a:fillRef>
                <a:effectRef idx="0">
                  <a:schemeClr val="accent1"/>
                </a:effectRef>
                <a:fontRef idx="minor">
                  <a:schemeClr val="tx1"/>
                </a:fontRef>
              </p:style>
            </p:cxnSp>
            <p:cxnSp>
              <p:nvCxnSpPr>
                <p:cNvPr id="105" name="直線接點 104">
                  <a:extLst>
                    <a:ext uri="{FF2B5EF4-FFF2-40B4-BE49-F238E27FC236}">
                      <a16:creationId xmlns:a16="http://schemas.microsoft.com/office/drawing/2014/main" id="{CD3ACE9E-A9A1-43FD-9BF9-916959A37237}"/>
                    </a:ext>
                  </a:extLst>
                </p:cNvPr>
                <p:cNvCxnSpPr>
                  <a:cxnSpLocks/>
                  <a:stCxn id="81" idx="6"/>
                  <a:endCxn id="96" idx="2"/>
                </p:cNvCxnSpPr>
                <p:nvPr/>
              </p:nvCxnSpPr>
              <p:spPr>
                <a:xfrm>
                  <a:off x="3275856" y="1700808"/>
                  <a:ext cx="2278521" cy="2031147"/>
                </a:xfrm>
                <a:prstGeom prst="line">
                  <a:avLst/>
                </a:prstGeom>
              </p:spPr>
              <p:style>
                <a:lnRef idx="1">
                  <a:schemeClr val="accent1"/>
                </a:lnRef>
                <a:fillRef idx="0">
                  <a:schemeClr val="accent1"/>
                </a:fillRef>
                <a:effectRef idx="0">
                  <a:schemeClr val="accent1"/>
                </a:effectRef>
                <a:fontRef idx="minor">
                  <a:schemeClr val="tx1"/>
                </a:fontRef>
              </p:style>
            </p:cxnSp>
            <p:cxnSp>
              <p:nvCxnSpPr>
                <p:cNvPr id="106" name="直線接點 105">
                  <a:extLst>
                    <a:ext uri="{FF2B5EF4-FFF2-40B4-BE49-F238E27FC236}">
                      <a16:creationId xmlns:a16="http://schemas.microsoft.com/office/drawing/2014/main" id="{AB37876F-1DF8-4B75-8522-2260BD56F22E}"/>
                    </a:ext>
                  </a:extLst>
                </p:cNvPr>
                <p:cNvCxnSpPr>
                  <a:cxnSpLocks/>
                  <a:stCxn id="81" idx="6"/>
                  <a:endCxn id="100" idx="2"/>
                </p:cNvCxnSpPr>
                <p:nvPr/>
              </p:nvCxnSpPr>
              <p:spPr>
                <a:xfrm>
                  <a:off x="3275856" y="1700808"/>
                  <a:ext cx="2268326" cy="3137715"/>
                </a:xfrm>
                <a:prstGeom prst="line">
                  <a:avLst/>
                </a:prstGeom>
              </p:spPr>
              <p:style>
                <a:lnRef idx="1">
                  <a:schemeClr val="accent1"/>
                </a:lnRef>
                <a:fillRef idx="0">
                  <a:schemeClr val="accent1"/>
                </a:fillRef>
                <a:effectRef idx="0">
                  <a:schemeClr val="accent1"/>
                </a:effectRef>
                <a:fontRef idx="minor">
                  <a:schemeClr val="tx1"/>
                </a:fontRef>
              </p:style>
            </p:cxnSp>
            <p:cxnSp>
              <p:nvCxnSpPr>
                <p:cNvPr id="107" name="直線接點 106">
                  <a:extLst>
                    <a:ext uri="{FF2B5EF4-FFF2-40B4-BE49-F238E27FC236}">
                      <a16:creationId xmlns:a16="http://schemas.microsoft.com/office/drawing/2014/main" id="{6C1005DD-EE25-41EA-8A8E-C9975E277179}"/>
                    </a:ext>
                  </a:extLst>
                </p:cNvPr>
                <p:cNvCxnSpPr>
                  <a:cxnSpLocks/>
                  <a:stCxn id="82" idx="6"/>
                  <a:endCxn id="92" idx="2"/>
                </p:cNvCxnSpPr>
                <p:nvPr/>
              </p:nvCxnSpPr>
              <p:spPr>
                <a:xfrm>
                  <a:off x="3275856" y="2095774"/>
                  <a:ext cx="2278521" cy="28359"/>
                </a:xfrm>
                <a:prstGeom prst="line">
                  <a:avLst/>
                </a:prstGeom>
              </p:spPr>
              <p:style>
                <a:lnRef idx="1">
                  <a:schemeClr val="accent1"/>
                </a:lnRef>
                <a:fillRef idx="0">
                  <a:schemeClr val="accent1"/>
                </a:fillRef>
                <a:effectRef idx="0">
                  <a:schemeClr val="accent1"/>
                </a:effectRef>
                <a:fontRef idx="minor">
                  <a:schemeClr val="tx1"/>
                </a:fontRef>
              </p:style>
            </p:cxnSp>
            <p:cxnSp>
              <p:nvCxnSpPr>
                <p:cNvPr id="108" name="直線接點 107">
                  <a:extLst>
                    <a:ext uri="{FF2B5EF4-FFF2-40B4-BE49-F238E27FC236}">
                      <a16:creationId xmlns:a16="http://schemas.microsoft.com/office/drawing/2014/main" id="{35574730-DB97-428E-ACB1-9BDE2593BEBD}"/>
                    </a:ext>
                  </a:extLst>
                </p:cNvPr>
                <p:cNvCxnSpPr>
                  <a:cxnSpLocks/>
                  <a:stCxn id="82" idx="6"/>
                  <a:endCxn id="93" idx="2"/>
                </p:cNvCxnSpPr>
                <p:nvPr/>
              </p:nvCxnSpPr>
              <p:spPr>
                <a:xfrm>
                  <a:off x="3275856" y="2095774"/>
                  <a:ext cx="2278521" cy="45756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9" name="直線接點 108">
                  <a:extLst>
                    <a:ext uri="{FF2B5EF4-FFF2-40B4-BE49-F238E27FC236}">
                      <a16:creationId xmlns:a16="http://schemas.microsoft.com/office/drawing/2014/main" id="{ED255753-70F8-44AC-940F-E19CCA4175A3}"/>
                    </a:ext>
                  </a:extLst>
                </p:cNvPr>
                <p:cNvCxnSpPr>
                  <a:cxnSpLocks/>
                  <a:stCxn id="82" idx="6"/>
                  <a:endCxn id="94" idx="2"/>
                </p:cNvCxnSpPr>
                <p:nvPr/>
              </p:nvCxnSpPr>
              <p:spPr>
                <a:xfrm>
                  <a:off x="3275856" y="2095774"/>
                  <a:ext cx="2278521" cy="852526"/>
                </a:xfrm>
                <a:prstGeom prst="line">
                  <a:avLst/>
                </a:prstGeom>
              </p:spPr>
              <p:style>
                <a:lnRef idx="1">
                  <a:schemeClr val="accent1"/>
                </a:lnRef>
                <a:fillRef idx="0">
                  <a:schemeClr val="accent1"/>
                </a:fillRef>
                <a:effectRef idx="0">
                  <a:schemeClr val="accent1"/>
                </a:effectRef>
                <a:fontRef idx="minor">
                  <a:schemeClr val="tx1"/>
                </a:fontRef>
              </p:style>
            </p:cxnSp>
            <p:cxnSp>
              <p:nvCxnSpPr>
                <p:cNvPr id="110" name="直線接點 109">
                  <a:extLst>
                    <a:ext uri="{FF2B5EF4-FFF2-40B4-BE49-F238E27FC236}">
                      <a16:creationId xmlns:a16="http://schemas.microsoft.com/office/drawing/2014/main" id="{87C38296-5490-48BE-8387-ADA93FF6DF20}"/>
                    </a:ext>
                  </a:extLst>
                </p:cNvPr>
                <p:cNvCxnSpPr>
                  <a:cxnSpLocks/>
                  <a:stCxn id="82" idx="6"/>
                  <a:endCxn id="95" idx="2"/>
                </p:cNvCxnSpPr>
                <p:nvPr/>
              </p:nvCxnSpPr>
              <p:spPr>
                <a:xfrm>
                  <a:off x="3275856" y="2095774"/>
                  <a:ext cx="2278521" cy="1241215"/>
                </a:xfrm>
                <a:prstGeom prst="line">
                  <a:avLst/>
                </a:prstGeom>
              </p:spPr>
              <p:style>
                <a:lnRef idx="1">
                  <a:schemeClr val="accent1"/>
                </a:lnRef>
                <a:fillRef idx="0">
                  <a:schemeClr val="accent1"/>
                </a:fillRef>
                <a:effectRef idx="0">
                  <a:schemeClr val="accent1"/>
                </a:effectRef>
                <a:fontRef idx="minor">
                  <a:schemeClr val="tx1"/>
                </a:fontRef>
              </p:style>
            </p:cxnSp>
            <p:cxnSp>
              <p:nvCxnSpPr>
                <p:cNvPr id="111" name="直線接點 110">
                  <a:extLst>
                    <a:ext uri="{FF2B5EF4-FFF2-40B4-BE49-F238E27FC236}">
                      <a16:creationId xmlns:a16="http://schemas.microsoft.com/office/drawing/2014/main" id="{FEAAA4BE-384D-498E-BBD8-24F102C4AF17}"/>
                    </a:ext>
                  </a:extLst>
                </p:cNvPr>
                <p:cNvCxnSpPr>
                  <a:cxnSpLocks/>
                  <a:stCxn id="82" idx="6"/>
                  <a:endCxn id="96" idx="2"/>
                </p:cNvCxnSpPr>
                <p:nvPr/>
              </p:nvCxnSpPr>
              <p:spPr>
                <a:xfrm>
                  <a:off x="3275856" y="2095774"/>
                  <a:ext cx="2278521" cy="1636181"/>
                </a:xfrm>
                <a:prstGeom prst="line">
                  <a:avLst/>
                </a:prstGeom>
              </p:spPr>
              <p:style>
                <a:lnRef idx="1">
                  <a:schemeClr val="accent1"/>
                </a:lnRef>
                <a:fillRef idx="0">
                  <a:schemeClr val="accent1"/>
                </a:fillRef>
                <a:effectRef idx="0">
                  <a:schemeClr val="accent1"/>
                </a:effectRef>
                <a:fontRef idx="minor">
                  <a:schemeClr val="tx1"/>
                </a:fontRef>
              </p:style>
            </p:cxnSp>
            <p:cxnSp>
              <p:nvCxnSpPr>
                <p:cNvPr id="112" name="直線接點 111">
                  <a:extLst>
                    <a:ext uri="{FF2B5EF4-FFF2-40B4-BE49-F238E27FC236}">
                      <a16:creationId xmlns:a16="http://schemas.microsoft.com/office/drawing/2014/main" id="{7AE363D2-14A5-42C7-91B9-809F81C05603}"/>
                    </a:ext>
                  </a:extLst>
                </p:cNvPr>
                <p:cNvCxnSpPr>
                  <a:cxnSpLocks/>
                  <a:stCxn id="82" idx="6"/>
                  <a:endCxn id="100" idx="2"/>
                </p:cNvCxnSpPr>
                <p:nvPr/>
              </p:nvCxnSpPr>
              <p:spPr>
                <a:xfrm>
                  <a:off x="3275856" y="2095774"/>
                  <a:ext cx="2268326" cy="2742749"/>
                </a:xfrm>
                <a:prstGeom prst="line">
                  <a:avLst/>
                </a:prstGeom>
              </p:spPr>
              <p:style>
                <a:lnRef idx="1">
                  <a:schemeClr val="accent1"/>
                </a:lnRef>
                <a:fillRef idx="0">
                  <a:schemeClr val="accent1"/>
                </a:fillRef>
                <a:effectRef idx="0">
                  <a:schemeClr val="accent1"/>
                </a:effectRef>
                <a:fontRef idx="minor">
                  <a:schemeClr val="tx1"/>
                </a:fontRef>
              </p:style>
            </p:cxnSp>
            <p:cxnSp>
              <p:nvCxnSpPr>
                <p:cNvPr id="113" name="直線接點 112">
                  <a:extLst>
                    <a:ext uri="{FF2B5EF4-FFF2-40B4-BE49-F238E27FC236}">
                      <a16:creationId xmlns:a16="http://schemas.microsoft.com/office/drawing/2014/main" id="{047465CD-719E-4C8A-B5BB-3745965EFF9A}"/>
                    </a:ext>
                  </a:extLst>
                </p:cNvPr>
                <p:cNvCxnSpPr>
                  <a:cxnSpLocks/>
                  <a:stCxn id="83" idx="6"/>
                  <a:endCxn id="92" idx="2"/>
                </p:cNvCxnSpPr>
                <p:nvPr/>
              </p:nvCxnSpPr>
              <p:spPr>
                <a:xfrm flipV="1">
                  <a:off x="3275856" y="2124133"/>
                  <a:ext cx="2278521" cy="36033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4" name="直線接點 113">
                  <a:extLst>
                    <a:ext uri="{FF2B5EF4-FFF2-40B4-BE49-F238E27FC236}">
                      <a16:creationId xmlns:a16="http://schemas.microsoft.com/office/drawing/2014/main" id="{20E4523F-272F-44F7-9F6D-057809B8F595}"/>
                    </a:ext>
                  </a:extLst>
                </p:cNvPr>
                <p:cNvCxnSpPr>
                  <a:cxnSpLocks/>
                  <a:stCxn id="83" idx="6"/>
                  <a:endCxn id="93" idx="2"/>
                </p:cNvCxnSpPr>
                <p:nvPr/>
              </p:nvCxnSpPr>
              <p:spPr>
                <a:xfrm>
                  <a:off x="3275856" y="2484463"/>
                  <a:ext cx="2278521" cy="68871"/>
                </a:xfrm>
                <a:prstGeom prst="line">
                  <a:avLst/>
                </a:prstGeom>
              </p:spPr>
              <p:style>
                <a:lnRef idx="1">
                  <a:schemeClr val="accent1"/>
                </a:lnRef>
                <a:fillRef idx="0">
                  <a:schemeClr val="accent1"/>
                </a:fillRef>
                <a:effectRef idx="0">
                  <a:schemeClr val="accent1"/>
                </a:effectRef>
                <a:fontRef idx="minor">
                  <a:schemeClr val="tx1"/>
                </a:fontRef>
              </p:style>
            </p:cxnSp>
            <p:cxnSp>
              <p:nvCxnSpPr>
                <p:cNvPr id="115" name="直線接點 114">
                  <a:extLst>
                    <a:ext uri="{FF2B5EF4-FFF2-40B4-BE49-F238E27FC236}">
                      <a16:creationId xmlns:a16="http://schemas.microsoft.com/office/drawing/2014/main" id="{2B6AD70E-CB5D-40D6-AF53-188B213E2977}"/>
                    </a:ext>
                  </a:extLst>
                </p:cNvPr>
                <p:cNvCxnSpPr>
                  <a:cxnSpLocks/>
                  <a:stCxn id="83" idx="6"/>
                  <a:endCxn id="94" idx="2"/>
                </p:cNvCxnSpPr>
                <p:nvPr/>
              </p:nvCxnSpPr>
              <p:spPr>
                <a:xfrm>
                  <a:off x="3275856" y="2484463"/>
                  <a:ext cx="2278521" cy="4638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16" name="直線接點 115">
                  <a:extLst>
                    <a:ext uri="{FF2B5EF4-FFF2-40B4-BE49-F238E27FC236}">
                      <a16:creationId xmlns:a16="http://schemas.microsoft.com/office/drawing/2014/main" id="{8CBD1054-0128-4EB9-A1BD-E5FA0AF17161}"/>
                    </a:ext>
                  </a:extLst>
                </p:cNvPr>
                <p:cNvCxnSpPr>
                  <a:cxnSpLocks/>
                  <a:stCxn id="83" idx="6"/>
                  <a:endCxn id="95" idx="2"/>
                </p:cNvCxnSpPr>
                <p:nvPr/>
              </p:nvCxnSpPr>
              <p:spPr>
                <a:xfrm>
                  <a:off x="3275856" y="2484463"/>
                  <a:ext cx="2278521" cy="852526"/>
                </a:xfrm>
                <a:prstGeom prst="line">
                  <a:avLst/>
                </a:prstGeom>
              </p:spPr>
              <p:style>
                <a:lnRef idx="1">
                  <a:schemeClr val="accent1"/>
                </a:lnRef>
                <a:fillRef idx="0">
                  <a:schemeClr val="accent1"/>
                </a:fillRef>
                <a:effectRef idx="0">
                  <a:schemeClr val="accent1"/>
                </a:effectRef>
                <a:fontRef idx="minor">
                  <a:schemeClr val="tx1"/>
                </a:fontRef>
              </p:style>
            </p:cxnSp>
            <p:cxnSp>
              <p:nvCxnSpPr>
                <p:cNvPr id="117" name="直線接點 116">
                  <a:extLst>
                    <a:ext uri="{FF2B5EF4-FFF2-40B4-BE49-F238E27FC236}">
                      <a16:creationId xmlns:a16="http://schemas.microsoft.com/office/drawing/2014/main" id="{F171F5A6-9711-495F-AB00-818A5D021104}"/>
                    </a:ext>
                  </a:extLst>
                </p:cNvPr>
                <p:cNvCxnSpPr>
                  <a:cxnSpLocks/>
                  <a:stCxn id="83" idx="6"/>
                  <a:endCxn id="96" idx="2"/>
                </p:cNvCxnSpPr>
                <p:nvPr/>
              </p:nvCxnSpPr>
              <p:spPr>
                <a:xfrm>
                  <a:off x="3275856" y="2484463"/>
                  <a:ext cx="2278521" cy="1247492"/>
                </a:xfrm>
                <a:prstGeom prst="line">
                  <a:avLst/>
                </a:prstGeom>
              </p:spPr>
              <p:style>
                <a:lnRef idx="1">
                  <a:schemeClr val="accent1"/>
                </a:lnRef>
                <a:fillRef idx="0">
                  <a:schemeClr val="accent1"/>
                </a:fillRef>
                <a:effectRef idx="0">
                  <a:schemeClr val="accent1"/>
                </a:effectRef>
                <a:fontRef idx="minor">
                  <a:schemeClr val="tx1"/>
                </a:fontRef>
              </p:style>
            </p:cxnSp>
            <p:cxnSp>
              <p:nvCxnSpPr>
                <p:cNvPr id="118" name="直線接點 117">
                  <a:extLst>
                    <a:ext uri="{FF2B5EF4-FFF2-40B4-BE49-F238E27FC236}">
                      <a16:creationId xmlns:a16="http://schemas.microsoft.com/office/drawing/2014/main" id="{02041037-A853-4CA9-A4FF-5F4E9FD3384D}"/>
                    </a:ext>
                  </a:extLst>
                </p:cNvPr>
                <p:cNvCxnSpPr>
                  <a:cxnSpLocks/>
                  <a:stCxn id="83" idx="6"/>
                  <a:endCxn id="100" idx="2"/>
                </p:cNvCxnSpPr>
                <p:nvPr/>
              </p:nvCxnSpPr>
              <p:spPr>
                <a:xfrm>
                  <a:off x="3275856" y="2484463"/>
                  <a:ext cx="2268326" cy="235406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9" name="直線接點 118">
                  <a:extLst>
                    <a:ext uri="{FF2B5EF4-FFF2-40B4-BE49-F238E27FC236}">
                      <a16:creationId xmlns:a16="http://schemas.microsoft.com/office/drawing/2014/main" id="{5D1958F6-73FC-4791-8F5B-1E4083CF3359}"/>
                    </a:ext>
                  </a:extLst>
                </p:cNvPr>
                <p:cNvCxnSpPr>
                  <a:cxnSpLocks/>
                  <a:stCxn id="84" idx="6"/>
                  <a:endCxn id="92" idx="2"/>
                </p:cNvCxnSpPr>
                <p:nvPr/>
              </p:nvCxnSpPr>
              <p:spPr>
                <a:xfrm flipV="1">
                  <a:off x="3275856" y="2124133"/>
                  <a:ext cx="2278521" cy="755296"/>
                </a:xfrm>
                <a:prstGeom prst="line">
                  <a:avLst/>
                </a:prstGeom>
              </p:spPr>
              <p:style>
                <a:lnRef idx="1">
                  <a:schemeClr val="accent1"/>
                </a:lnRef>
                <a:fillRef idx="0">
                  <a:schemeClr val="accent1"/>
                </a:fillRef>
                <a:effectRef idx="0">
                  <a:schemeClr val="accent1"/>
                </a:effectRef>
                <a:fontRef idx="minor">
                  <a:schemeClr val="tx1"/>
                </a:fontRef>
              </p:style>
            </p:cxnSp>
            <p:cxnSp>
              <p:nvCxnSpPr>
                <p:cNvPr id="120" name="直線接點 119">
                  <a:extLst>
                    <a:ext uri="{FF2B5EF4-FFF2-40B4-BE49-F238E27FC236}">
                      <a16:creationId xmlns:a16="http://schemas.microsoft.com/office/drawing/2014/main" id="{05882B1B-E48B-4A53-B835-D6656D31B007}"/>
                    </a:ext>
                  </a:extLst>
                </p:cNvPr>
                <p:cNvCxnSpPr>
                  <a:cxnSpLocks/>
                  <a:stCxn id="84" idx="6"/>
                  <a:endCxn id="93" idx="2"/>
                </p:cNvCxnSpPr>
                <p:nvPr/>
              </p:nvCxnSpPr>
              <p:spPr>
                <a:xfrm flipV="1">
                  <a:off x="3275856" y="2553334"/>
                  <a:ext cx="2278521" cy="326095"/>
                </a:xfrm>
                <a:prstGeom prst="line">
                  <a:avLst/>
                </a:prstGeom>
              </p:spPr>
              <p:style>
                <a:lnRef idx="1">
                  <a:schemeClr val="accent1"/>
                </a:lnRef>
                <a:fillRef idx="0">
                  <a:schemeClr val="accent1"/>
                </a:fillRef>
                <a:effectRef idx="0">
                  <a:schemeClr val="accent1"/>
                </a:effectRef>
                <a:fontRef idx="minor">
                  <a:schemeClr val="tx1"/>
                </a:fontRef>
              </p:style>
            </p:cxnSp>
            <p:cxnSp>
              <p:nvCxnSpPr>
                <p:cNvPr id="121" name="直線接點 120">
                  <a:extLst>
                    <a:ext uri="{FF2B5EF4-FFF2-40B4-BE49-F238E27FC236}">
                      <a16:creationId xmlns:a16="http://schemas.microsoft.com/office/drawing/2014/main" id="{25D78B8F-82AD-404D-8132-69C8F0CD0472}"/>
                    </a:ext>
                  </a:extLst>
                </p:cNvPr>
                <p:cNvCxnSpPr>
                  <a:cxnSpLocks/>
                  <a:stCxn id="84" idx="6"/>
                  <a:endCxn id="94" idx="2"/>
                </p:cNvCxnSpPr>
                <p:nvPr/>
              </p:nvCxnSpPr>
              <p:spPr>
                <a:xfrm>
                  <a:off x="3275856" y="2879429"/>
                  <a:ext cx="2278521" cy="68871"/>
                </a:xfrm>
                <a:prstGeom prst="line">
                  <a:avLst/>
                </a:prstGeom>
              </p:spPr>
              <p:style>
                <a:lnRef idx="1">
                  <a:schemeClr val="accent1"/>
                </a:lnRef>
                <a:fillRef idx="0">
                  <a:schemeClr val="accent1"/>
                </a:fillRef>
                <a:effectRef idx="0">
                  <a:schemeClr val="accent1"/>
                </a:effectRef>
                <a:fontRef idx="minor">
                  <a:schemeClr val="tx1"/>
                </a:fontRef>
              </p:style>
            </p:cxnSp>
            <p:cxnSp>
              <p:nvCxnSpPr>
                <p:cNvPr id="122" name="直線接點 121">
                  <a:extLst>
                    <a:ext uri="{FF2B5EF4-FFF2-40B4-BE49-F238E27FC236}">
                      <a16:creationId xmlns:a16="http://schemas.microsoft.com/office/drawing/2014/main" id="{8AF3A572-A80B-4A30-9983-EA828097E089}"/>
                    </a:ext>
                  </a:extLst>
                </p:cNvPr>
                <p:cNvCxnSpPr>
                  <a:cxnSpLocks/>
                  <a:stCxn id="84" idx="6"/>
                  <a:endCxn id="95" idx="2"/>
                </p:cNvCxnSpPr>
                <p:nvPr/>
              </p:nvCxnSpPr>
              <p:spPr>
                <a:xfrm>
                  <a:off x="3275856" y="2879429"/>
                  <a:ext cx="2278521" cy="45756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3" name="直線接點 122">
                  <a:extLst>
                    <a:ext uri="{FF2B5EF4-FFF2-40B4-BE49-F238E27FC236}">
                      <a16:creationId xmlns:a16="http://schemas.microsoft.com/office/drawing/2014/main" id="{8355EC1A-F232-4CA7-8380-571A75A3AA03}"/>
                    </a:ext>
                  </a:extLst>
                </p:cNvPr>
                <p:cNvCxnSpPr>
                  <a:cxnSpLocks/>
                  <a:stCxn id="84" idx="6"/>
                  <a:endCxn id="100" idx="2"/>
                </p:cNvCxnSpPr>
                <p:nvPr/>
              </p:nvCxnSpPr>
              <p:spPr>
                <a:xfrm>
                  <a:off x="3275856" y="2879429"/>
                  <a:ext cx="2268326" cy="1959094"/>
                </a:xfrm>
                <a:prstGeom prst="line">
                  <a:avLst/>
                </a:prstGeom>
              </p:spPr>
              <p:style>
                <a:lnRef idx="1">
                  <a:schemeClr val="accent1"/>
                </a:lnRef>
                <a:fillRef idx="0">
                  <a:schemeClr val="accent1"/>
                </a:fillRef>
                <a:effectRef idx="0">
                  <a:schemeClr val="accent1"/>
                </a:effectRef>
                <a:fontRef idx="minor">
                  <a:schemeClr val="tx1"/>
                </a:fontRef>
              </p:style>
            </p:cxnSp>
            <p:cxnSp>
              <p:nvCxnSpPr>
                <p:cNvPr id="124" name="直線接點 123">
                  <a:extLst>
                    <a:ext uri="{FF2B5EF4-FFF2-40B4-BE49-F238E27FC236}">
                      <a16:creationId xmlns:a16="http://schemas.microsoft.com/office/drawing/2014/main" id="{4AFD5451-3DDA-47AA-A382-E68F589AA5F2}"/>
                    </a:ext>
                  </a:extLst>
                </p:cNvPr>
                <p:cNvCxnSpPr>
                  <a:cxnSpLocks/>
                  <a:stCxn id="85" idx="6"/>
                  <a:endCxn id="92" idx="2"/>
                </p:cNvCxnSpPr>
                <p:nvPr/>
              </p:nvCxnSpPr>
              <p:spPr>
                <a:xfrm flipV="1">
                  <a:off x="3275856" y="2124133"/>
                  <a:ext cx="2278521" cy="1184497"/>
                </a:xfrm>
                <a:prstGeom prst="line">
                  <a:avLst/>
                </a:prstGeom>
              </p:spPr>
              <p:style>
                <a:lnRef idx="1">
                  <a:schemeClr val="accent1"/>
                </a:lnRef>
                <a:fillRef idx="0">
                  <a:schemeClr val="accent1"/>
                </a:fillRef>
                <a:effectRef idx="0">
                  <a:schemeClr val="accent1"/>
                </a:effectRef>
                <a:fontRef idx="minor">
                  <a:schemeClr val="tx1"/>
                </a:fontRef>
              </p:style>
            </p:cxnSp>
            <p:cxnSp>
              <p:nvCxnSpPr>
                <p:cNvPr id="125" name="直線接點 124">
                  <a:extLst>
                    <a:ext uri="{FF2B5EF4-FFF2-40B4-BE49-F238E27FC236}">
                      <a16:creationId xmlns:a16="http://schemas.microsoft.com/office/drawing/2014/main" id="{0A19626E-62A6-4627-9FA6-454894686112}"/>
                    </a:ext>
                  </a:extLst>
                </p:cNvPr>
                <p:cNvCxnSpPr>
                  <a:cxnSpLocks/>
                  <a:stCxn id="85" idx="6"/>
                  <a:endCxn id="93" idx="2"/>
                </p:cNvCxnSpPr>
                <p:nvPr/>
              </p:nvCxnSpPr>
              <p:spPr>
                <a:xfrm flipV="1">
                  <a:off x="3275856" y="2553334"/>
                  <a:ext cx="2278521" cy="755296"/>
                </a:xfrm>
                <a:prstGeom prst="line">
                  <a:avLst/>
                </a:prstGeom>
              </p:spPr>
              <p:style>
                <a:lnRef idx="1">
                  <a:schemeClr val="accent1"/>
                </a:lnRef>
                <a:fillRef idx="0">
                  <a:schemeClr val="accent1"/>
                </a:fillRef>
                <a:effectRef idx="0">
                  <a:schemeClr val="accent1"/>
                </a:effectRef>
                <a:fontRef idx="minor">
                  <a:schemeClr val="tx1"/>
                </a:fontRef>
              </p:style>
            </p:cxnSp>
            <p:cxnSp>
              <p:nvCxnSpPr>
                <p:cNvPr id="126" name="直線接點 125">
                  <a:extLst>
                    <a:ext uri="{FF2B5EF4-FFF2-40B4-BE49-F238E27FC236}">
                      <a16:creationId xmlns:a16="http://schemas.microsoft.com/office/drawing/2014/main" id="{96C3DB1A-5175-4817-BB7C-13EA73E552D7}"/>
                    </a:ext>
                  </a:extLst>
                </p:cNvPr>
                <p:cNvCxnSpPr>
                  <a:cxnSpLocks/>
                  <a:stCxn id="85" idx="6"/>
                  <a:endCxn id="94" idx="2"/>
                </p:cNvCxnSpPr>
                <p:nvPr/>
              </p:nvCxnSpPr>
              <p:spPr>
                <a:xfrm flipV="1">
                  <a:off x="3275856" y="2948300"/>
                  <a:ext cx="2278521" cy="36033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7" name="直線接點 126">
                  <a:extLst>
                    <a:ext uri="{FF2B5EF4-FFF2-40B4-BE49-F238E27FC236}">
                      <a16:creationId xmlns:a16="http://schemas.microsoft.com/office/drawing/2014/main" id="{2B6F59AE-EC9A-41EE-9C49-496EA211D991}"/>
                    </a:ext>
                  </a:extLst>
                </p:cNvPr>
                <p:cNvCxnSpPr>
                  <a:cxnSpLocks/>
                  <a:stCxn id="85" idx="6"/>
                  <a:endCxn id="95" idx="2"/>
                </p:cNvCxnSpPr>
                <p:nvPr/>
              </p:nvCxnSpPr>
              <p:spPr>
                <a:xfrm>
                  <a:off x="3275856" y="3308630"/>
                  <a:ext cx="2278521" cy="28359"/>
                </a:xfrm>
                <a:prstGeom prst="line">
                  <a:avLst/>
                </a:prstGeom>
              </p:spPr>
              <p:style>
                <a:lnRef idx="1">
                  <a:schemeClr val="accent1"/>
                </a:lnRef>
                <a:fillRef idx="0">
                  <a:schemeClr val="accent1"/>
                </a:fillRef>
                <a:effectRef idx="0">
                  <a:schemeClr val="accent1"/>
                </a:effectRef>
                <a:fontRef idx="minor">
                  <a:schemeClr val="tx1"/>
                </a:fontRef>
              </p:style>
            </p:cxnSp>
            <p:cxnSp>
              <p:nvCxnSpPr>
                <p:cNvPr id="128" name="直線接點 127">
                  <a:extLst>
                    <a:ext uri="{FF2B5EF4-FFF2-40B4-BE49-F238E27FC236}">
                      <a16:creationId xmlns:a16="http://schemas.microsoft.com/office/drawing/2014/main" id="{96AEE488-CF30-49CF-B39A-D308E6C1BEC1}"/>
                    </a:ext>
                  </a:extLst>
                </p:cNvPr>
                <p:cNvCxnSpPr>
                  <a:cxnSpLocks/>
                  <a:stCxn id="85" idx="6"/>
                  <a:endCxn id="96" idx="2"/>
                </p:cNvCxnSpPr>
                <p:nvPr/>
              </p:nvCxnSpPr>
              <p:spPr>
                <a:xfrm>
                  <a:off x="3275856" y="3308630"/>
                  <a:ext cx="2278521" cy="423325"/>
                </a:xfrm>
                <a:prstGeom prst="line">
                  <a:avLst/>
                </a:prstGeom>
              </p:spPr>
              <p:style>
                <a:lnRef idx="1">
                  <a:schemeClr val="accent1"/>
                </a:lnRef>
                <a:fillRef idx="0">
                  <a:schemeClr val="accent1"/>
                </a:fillRef>
                <a:effectRef idx="0">
                  <a:schemeClr val="accent1"/>
                </a:effectRef>
                <a:fontRef idx="minor">
                  <a:schemeClr val="tx1"/>
                </a:fontRef>
              </p:style>
            </p:cxnSp>
            <p:cxnSp>
              <p:nvCxnSpPr>
                <p:cNvPr id="129" name="直線接點 128">
                  <a:extLst>
                    <a:ext uri="{FF2B5EF4-FFF2-40B4-BE49-F238E27FC236}">
                      <a16:creationId xmlns:a16="http://schemas.microsoft.com/office/drawing/2014/main" id="{2F4227B8-528B-4F3F-957A-240D7AE6795D}"/>
                    </a:ext>
                  </a:extLst>
                </p:cNvPr>
                <p:cNvCxnSpPr>
                  <a:cxnSpLocks/>
                  <a:stCxn id="85" idx="6"/>
                  <a:endCxn id="100" idx="2"/>
                </p:cNvCxnSpPr>
                <p:nvPr/>
              </p:nvCxnSpPr>
              <p:spPr>
                <a:xfrm>
                  <a:off x="3275856" y="3308630"/>
                  <a:ext cx="2268326" cy="1529893"/>
                </a:xfrm>
                <a:prstGeom prst="line">
                  <a:avLst/>
                </a:prstGeom>
              </p:spPr>
              <p:style>
                <a:lnRef idx="1">
                  <a:schemeClr val="accent1"/>
                </a:lnRef>
                <a:fillRef idx="0">
                  <a:schemeClr val="accent1"/>
                </a:fillRef>
                <a:effectRef idx="0">
                  <a:schemeClr val="accent1"/>
                </a:effectRef>
                <a:fontRef idx="minor">
                  <a:schemeClr val="tx1"/>
                </a:fontRef>
              </p:style>
            </p:cxnSp>
            <p:cxnSp>
              <p:nvCxnSpPr>
                <p:cNvPr id="130" name="直線接點 129">
                  <a:extLst>
                    <a:ext uri="{FF2B5EF4-FFF2-40B4-BE49-F238E27FC236}">
                      <a16:creationId xmlns:a16="http://schemas.microsoft.com/office/drawing/2014/main" id="{F5E129D2-55D1-4467-B123-633032CC4E4E}"/>
                    </a:ext>
                  </a:extLst>
                </p:cNvPr>
                <p:cNvCxnSpPr>
                  <a:cxnSpLocks/>
                  <a:stCxn id="86" idx="6"/>
                  <a:endCxn id="92" idx="2"/>
                </p:cNvCxnSpPr>
                <p:nvPr/>
              </p:nvCxnSpPr>
              <p:spPr>
                <a:xfrm flipV="1">
                  <a:off x="3275856" y="2124133"/>
                  <a:ext cx="2278521" cy="1579463"/>
                </a:xfrm>
                <a:prstGeom prst="line">
                  <a:avLst/>
                </a:prstGeom>
              </p:spPr>
              <p:style>
                <a:lnRef idx="1">
                  <a:schemeClr val="accent1"/>
                </a:lnRef>
                <a:fillRef idx="0">
                  <a:schemeClr val="accent1"/>
                </a:fillRef>
                <a:effectRef idx="0">
                  <a:schemeClr val="accent1"/>
                </a:effectRef>
                <a:fontRef idx="minor">
                  <a:schemeClr val="tx1"/>
                </a:fontRef>
              </p:style>
            </p:cxnSp>
            <p:cxnSp>
              <p:nvCxnSpPr>
                <p:cNvPr id="131" name="直線接點 130">
                  <a:extLst>
                    <a:ext uri="{FF2B5EF4-FFF2-40B4-BE49-F238E27FC236}">
                      <a16:creationId xmlns:a16="http://schemas.microsoft.com/office/drawing/2014/main" id="{5207A53C-8D58-41B6-9FA2-9A584733F832}"/>
                    </a:ext>
                  </a:extLst>
                </p:cNvPr>
                <p:cNvCxnSpPr>
                  <a:cxnSpLocks/>
                  <a:stCxn id="86" idx="6"/>
                  <a:endCxn id="93" idx="2"/>
                </p:cNvCxnSpPr>
                <p:nvPr/>
              </p:nvCxnSpPr>
              <p:spPr>
                <a:xfrm flipV="1">
                  <a:off x="3275856" y="2553334"/>
                  <a:ext cx="2278521" cy="1150262"/>
                </a:xfrm>
                <a:prstGeom prst="line">
                  <a:avLst/>
                </a:prstGeom>
              </p:spPr>
              <p:style>
                <a:lnRef idx="1">
                  <a:schemeClr val="accent1"/>
                </a:lnRef>
                <a:fillRef idx="0">
                  <a:schemeClr val="accent1"/>
                </a:fillRef>
                <a:effectRef idx="0">
                  <a:schemeClr val="accent1"/>
                </a:effectRef>
                <a:fontRef idx="minor">
                  <a:schemeClr val="tx1"/>
                </a:fontRef>
              </p:style>
            </p:cxnSp>
            <p:cxnSp>
              <p:nvCxnSpPr>
                <p:cNvPr id="132" name="直線接點 131">
                  <a:extLst>
                    <a:ext uri="{FF2B5EF4-FFF2-40B4-BE49-F238E27FC236}">
                      <a16:creationId xmlns:a16="http://schemas.microsoft.com/office/drawing/2014/main" id="{0A58B110-7BD2-442C-90FB-61517530FE6B}"/>
                    </a:ext>
                  </a:extLst>
                </p:cNvPr>
                <p:cNvCxnSpPr>
                  <a:cxnSpLocks/>
                  <a:stCxn id="86" idx="6"/>
                  <a:endCxn id="94" idx="2"/>
                </p:cNvCxnSpPr>
                <p:nvPr/>
              </p:nvCxnSpPr>
              <p:spPr>
                <a:xfrm flipV="1">
                  <a:off x="3275856" y="2948300"/>
                  <a:ext cx="2278521" cy="755296"/>
                </a:xfrm>
                <a:prstGeom prst="line">
                  <a:avLst/>
                </a:prstGeom>
              </p:spPr>
              <p:style>
                <a:lnRef idx="1">
                  <a:schemeClr val="accent1"/>
                </a:lnRef>
                <a:fillRef idx="0">
                  <a:schemeClr val="accent1"/>
                </a:fillRef>
                <a:effectRef idx="0">
                  <a:schemeClr val="accent1"/>
                </a:effectRef>
                <a:fontRef idx="minor">
                  <a:schemeClr val="tx1"/>
                </a:fontRef>
              </p:style>
            </p:cxnSp>
            <p:cxnSp>
              <p:nvCxnSpPr>
                <p:cNvPr id="133" name="直線接點 132">
                  <a:extLst>
                    <a:ext uri="{FF2B5EF4-FFF2-40B4-BE49-F238E27FC236}">
                      <a16:creationId xmlns:a16="http://schemas.microsoft.com/office/drawing/2014/main" id="{F6776882-FE12-4520-B0C0-A27938E84CD8}"/>
                    </a:ext>
                  </a:extLst>
                </p:cNvPr>
                <p:cNvCxnSpPr>
                  <a:cxnSpLocks/>
                  <a:stCxn id="86" idx="6"/>
                  <a:endCxn id="95" idx="2"/>
                </p:cNvCxnSpPr>
                <p:nvPr/>
              </p:nvCxnSpPr>
              <p:spPr>
                <a:xfrm flipV="1">
                  <a:off x="3275856" y="3336989"/>
                  <a:ext cx="2278521" cy="366607"/>
                </a:xfrm>
                <a:prstGeom prst="line">
                  <a:avLst/>
                </a:prstGeom>
              </p:spPr>
              <p:style>
                <a:lnRef idx="1">
                  <a:schemeClr val="accent1"/>
                </a:lnRef>
                <a:fillRef idx="0">
                  <a:schemeClr val="accent1"/>
                </a:fillRef>
                <a:effectRef idx="0">
                  <a:schemeClr val="accent1"/>
                </a:effectRef>
                <a:fontRef idx="minor">
                  <a:schemeClr val="tx1"/>
                </a:fontRef>
              </p:style>
            </p:cxnSp>
            <p:cxnSp>
              <p:nvCxnSpPr>
                <p:cNvPr id="134" name="直線接點 133">
                  <a:extLst>
                    <a:ext uri="{FF2B5EF4-FFF2-40B4-BE49-F238E27FC236}">
                      <a16:creationId xmlns:a16="http://schemas.microsoft.com/office/drawing/2014/main" id="{C189F0B5-4F08-400E-957F-A0AD8599B3FE}"/>
                    </a:ext>
                  </a:extLst>
                </p:cNvPr>
                <p:cNvCxnSpPr>
                  <a:cxnSpLocks/>
                  <a:stCxn id="86" idx="6"/>
                  <a:endCxn id="96" idx="2"/>
                </p:cNvCxnSpPr>
                <p:nvPr/>
              </p:nvCxnSpPr>
              <p:spPr>
                <a:xfrm>
                  <a:off x="3275856" y="3703596"/>
                  <a:ext cx="2278521" cy="28359"/>
                </a:xfrm>
                <a:prstGeom prst="line">
                  <a:avLst/>
                </a:prstGeom>
              </p:spPr>
              <p:style>
                <a:lnRef idx="1">
                  <a:schemeClr val="accent1"/>
                </a:lnRef>
                <a:fillRef idx="0">
                  <a:schemeClr val="accent1"/>
                </a:fillRef>
                <a:effectRef idx="0">
                  <a:schemeClr val="accent1"/>
                </a:effectRef>
                <a:fontRef idx="minor">
                  <a:schemeClr val="tx1"/>
                </a:fontRef>
              </p:style>
            </p:cxnSp>
            <p:cxnSp>
              <p:nvCxnSpPr>
                <p:cNvPr id="135" name="直線接點 134">
                  <a:extLst>
                    <a:ext uri="{FF2B5EF4-FFF2-40B4-BE49-F238E27FC236}">
                      <a16:creationId xmlns:a16="http://schemas.microsoft.com/office/drawing/2014/main" id="{1E65B27E-21AA-44BE-80C8-C8EF72821D64}"/>
                    </a:ext>
                  </a:extLst>
                </p:cNvPr>
                <p:cNvCxnSpPr>
                  <a:cxnSpLocks/>
                  <a:stCxn id="86" idx="6"/>
                  <a:endCxn id="100" idx="2"/>
                </p:cNvCxnSpPr>
                <p:nvPr/>
              </p:nvCxnSpPr>
              <p:spPr>
                <a:xfrm>
                  <a:off x="3275856" y="3703596"/>
                  <a:ext cx="2268326" cy="1134927"/>
                </a:xfrm>
                <a:prstGeom prst="line">
                  <a:avLst/>
                </a:prstGeom>
              </p:spPr>
              <p:style>
                <a:lnRef idx="1">
                  <a:schemeClr val="accent1"/>
                </a:lnRef>
                <a:fillRef idx="0">
                  <a:schemeClr val="accent1"/>
                </a:fillRef>
                <a:effectRef idx="0">
                  <a:schemeClr val="accent1"/>
                </a:effectRef>
                <a:fontRef idx="minor">
                  <a:schemeClr val="tx1"/>
                </a:fontRef>
              </p:style>
            </p:cxnSp>
            <p:cxnSp>
              <p:nvCxnSpPr>
                <p:cNvPr id="136" name="直線接點 135">
                  <a:extLst>
                    <a:ext uri="{FF2B5EF4-FFF2-40B4-BE49-F238E27FC236}">
                      <a16:creationId xmlns:a16="http://schemas.microsoft.com/office/drawing/2014/main" id="{927DD410-77DE-4077-81B7-D29C620BA204}"/>
                    </a:ext>
                  </a:extLst>
                </p:cNvPr>
                <p:cNvCxnSpPr>
                  <a:cxnSpLocks/>
                  <a:stCxn id="87" idx="6"/>
                  <a:endCxn id="92" idx="2"/>
                </p:cNvCxnSpPr>
                <p:nvPr/>
              </p:nvCxnSpPr>
              <p:spPr>
                <a:xfrm flipV="1">
                  <a:off x="3275856" y="2124133"/>
                  <a:ext cx="2278521" cy="1968152"/>
                </a:xfrm>
                <a:prstGeom prst="line">
                  <a:avLst/>
                </a:prstGeom>
              </p:spPr>
              <p:style>
                <a:lnRef idx="1">
                  <a:schemeClr val="accent1"/>
                </a:lnRef>
                <a:fillRef idx="0">
                  <a:schemeClr val="accent1"/>
                </a:fillRef>
                <a:effectRef idx="0">
                  <a:schemeClr val="accent1"/>
                </a:effectRef>
                <a:fontRef idx="minor">
                  <a:schemeClr val="tx1"/>
                </a:fontRef>
              </p:style>
            </p:cxnSp>
            <p:cxnSp>
              <p:nvCxnSpPr>
                <p:cNvPr id="137" name="直線接點 136">
                  <a:extLst>
                    <a:ext uri="{FF2B5EF4-FFF2-40B4-BE49-F238E27FC236}">
                      <a16:creationId xmlns:a16="http://schemas.microsoft.com/office/drawing/2014/main" id="{05940632-B961-41E6-A6AE-82879E75AE8C}"/>
                    </a:ext>
                  </a:extLst>
                </p:cNvPr>
                <p:cNvCxnSpPr>
                  <a:cxnSpLocks/>
                  <a:stCxn id="87" idx="6"/>
                  <a:endCxn id="93" idx="2"/>
                </p:cNvCxnSpPr>
                <p:nvPr/>
              </p:nvCxnSpPr>
              <p:spPr>
                <a:xfrm flipV="1">
                  <a:off x="3275856" y="2553334"/>
                  <a:ext cx="2278521" cy="1538951"/>
                </a:xfrm>
                <a:prstGeom prst="line">
                  <a:avLst/>
                </a:prstGeom>
              </p:spPr>
              <p:style>
                <a:lnRef idx="1">
                  <a:schemeClr val="accent1"/>
                </a:lnRef>
                <a:fillRef idx="0">
                  <a:schemeClr val="accent1"/>
                </a:fillRef>
                <a:effectRef idx="0">
                  <a:schemeClr val="accent1"/>
                </a:effectRef>
                <a:fontRef idx="minor">
                  <a:schemeClr val="tx1"/>
                </a:fontRef>
              </p:style>
            </p:cxnSp>
            <p:cxnSp>
              <p:nvCxnSpPr>
                <p:cNvPr id="138" name="直線接點 137">
                  <a:extLst>
                    <a:ext uri="{FF2B5EF4-FFF2-40B4-BE49-F238E27FC236}">
                      <a16:creationId xmlns:a16="http://schemas.microsoft.com/office/drawing/2014/main" id="{B1FC73F3-9BD8-428B-8B71-76877650E388}"/>
                    </a:ext>
                  </a:extLst>
                </p:cNvPr>
                <p:cNvCxnSpPr>
                  <a:cxnSpLocks/>
                  <a:stCxn id="87" idx="6"/>
                  <a:endCxn id="94" idx="2"/>
                </p:cNvCxnSpPr>
                <p:nvPr/>
              </p:nvCxnSpPr>
              <p:spPr>
                <a:xfrm flipV="1">
                  <a:off x="3275856" y="2948300"/>
                  <a:ext cx="2278521" cy="1143985"/>
                </a:xfrm>
                <a:prstGeom prst="line">
                  <a:avLst/>
                </a:prstGeom>
              </p:spPr>
              <p:style>
                <a:lnRef idx="1">
                  <a:schemeClr val="accent1"/>
                </a:lnRef>
                <a:fillRef idx="0">
                  <a:schemeClr val="accent1"/>
                </a:fillRef>
                <a:effectRef idx="0">
                  <a:schemeClr val="accent1"/>
                </a:effectRef>
                <a:fontRef idx="minor">
                  <a:schemeClr val="tx1"/>
                </a:fontRef>
              </p:style>
            </p:cxnSp>
            <p:cxnSp>
              <p:nvCxnSpPr>
                <p:cNvPr id="139" name="直線接點 138">
                  <a:extLst>
                    <a:ext uri="{FF2B5EF4-FFF2-40B4-BE49-F238E27FC236}">
                      <a16:creationId xmlns:a16="http://schemas.microsoft.com/office/drawing/2014/main" id="{87B66C00-DD1E-49D5-B042-D8B198F76CA0}"/>
                    </a:ext>
                  </a:extLst>
                </p:cNvPr>
                <p:cNvCxnSpPr>
                  <a:cxnSpLocks/>
                  <a:stCxn id="87" idx="6"/>
                  <a:endCxn id="95" idx="2"/>
                </p:cNvCxnSpPr>
                <p:nvPr/>
              </p:nvCxnSpPr>
              <p:spPr>
                <a:xfrm flipV="1">
                  <a:off x="3275856" y="3336989"/>
                  <a:ext cx="2278521" cy="755296"/>
                </a:xfrm>
                <a:prstGeom prst="line">
                  <a:avLst/>
                </a:prstGeom>
              </p:spPr>
              <p:style>
                <a:lnRef idx="1">
                  <a:schemeClr val="accent1"/>
                </a:lnRef>
                <a:fillRef idx="0">
                  <a:schemeClr val="accent1"/>
                </a:fillRef>
                <a:effectRef idx="0">
                  <a:schemeClr val="accent1"/>
                </a:effectRef>
                <a:fontRef idx="minor">
                  <a:schemeClr val="tx1"/>
                </a:fontRef>
              </p:style>
            </p:cxnSp>
            <p:cxnSp>
              <p:nvCxnSpPr>
                <p:cNvPr id="140" name="直線接點 139">
                  <a:extLst>
                    <a:ext uri="{FF2B5EF4-FFF2-40B4-BE49-F238E27FC236}">
                      <a16:creationId xmlns:a16="http://schemas.microsoft.com/office/drawing/2014/main" id="{E27A5ADE-53F7-4F5E-B135-5CEEA4110B32}"/>
                    </a:ext>
                  </a:extLst>
                </p:cNvPr>
                <p:cNvCxnSpPr>
                  <a:cxnSpLocks/>
                  <a:stCxn id="87" idx="6"/>
                  <a:endCxn id="96" idx="2"/>
                </p:cNvCxnSpPr>
                <p:nvPr/>
              </p:nvCxnSpPr>
              <p:spPr>
                <a:xfrm flipV="1">
                  <a:off x="3275856" y="3731955"/>
                  <a:ext cx="2278521" cy="36033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1" name="直線接點 140">
                  <a:extLst>
                    <a:ext uri="{FF2B5EF4-FFF2-40B4-BE49-F238E27FC236}">
                      <a16:creationId xmlns:a16="http://schemas.microsoft.com/office/drawing/2014/main" id="{1C3B3BD6-D3C0-4A0D-BE0A-F513FD274F28}"/>
                    </a:ext>
                  </a:extLst>
                </p:cNvPr>
                <p:cNvCxnSpPr>
                  <a:cxnSpLocks/>
                  <a:stCxn id="87" idx="6"/>
                  <a:endCxn id="100" idx="2"/>
                </p:cNvCxnSpPr>
                <p:nvPr/>
              </p:nvCxnSpPr>
              <p:spPr>
                <a:xfrm>
                  <a:off x="3275856" y="4092285"/>
                  <a:ext cx="2268326" cy="746238"/>
                </a:xfrm>
                <a:prstGeom prst="line">
                  <a:avLst/>
                </a:prstGeom>
              </p:spPr>
              <p:style>
                <a:lnRef idx="1">
                  <a:schemeClr val="accent1"/>
                </a:lnRef>
                <a:fillRef idx="0">
                  <a:schemeClr val="accent1"/>
                </a:fillRef>
                <a:effectRef idx="0">
                  <a:schemeClr val="accent1"/>
                </a:effectRef>
                <a:fontRef idx="minor">
                  <a:schemeClr val="tx1"/>
                </a:fontRef>
              </p:style>
            </p:cxnSp>
            <p:cxnSp>
              <p:nvCxnSpPr>
                <p:cNvPr id="142" name="直線接點 141">
                  <a:extLst>
                    <a:ext uri="{FF2B5EF4-FFF2-40B4-BE49-F238E27FC236}">
                      <a16:creationId xmlns:a16="http://schemas.microsoft.com/office/drawing/2014/main" id="{6C46F52D-5270-4047-8154-C1080366E7DC}"/>
                    </a:ext>
                  </a:extLst>
                </p:cNvPr>
                <p:cNvCxnSpPr>
                  <a:cxnSpLocks/>
                  <a:stCxn id="88" idx="6"/>
                  <a:endCxn id="92" idx="2"/>
                </p:cNvCxnSpPr>
                <p:nvPr/>
              </p:nvCxnSpPr>
              <p:spPr>
                <a:xfrm flipV="1">
                  <a:off x="3275856" y="2124133"/>
                  <a:ext cx="2278521" cy="2363118"/>
                </a:xfrm>
                <a:prstGeom prst="line">
                  <a:avLst/>
                </a:prstGeom>
              </p:spPr>
              <p:style>
                <a:lnRef idx="1">
                  <a:schemeClr val="accent1"/>
                </a:lnRef>
                <a:fillRef idx="0">
                  <a:schemeClr val="accent1"/>
                </a:fillRef>
                <a:effectRef idx="0">
                  <a:schemeClr val="accent1"/>
                </a:effectRef>
                <a:fontRef idx="minor">
                  <a:schemeClr val="tx1"/>
                </a:fontRef>
              </p:style>
            </p:cxnSp>
            <p:cxnSp>
              <p:nvCxnSpPr>
                <p:cNvPr id="143" name="直線接點 142">
                  <a:extLst>
                    <a:ext uri="{FF2B5EF4-FFF2-40B4-BE49-F238E27FC236}">
                      <a16:creationId xmlns:a16="http://schemas.microsoft.com/office/drawing/2014/main" id="{9CEECB8B-893B-4B60-AE58-E0F6AB72E94D}"/>
                    </a:ext>
                  </a:extLst>
                </p:cNvPr>
                <p:cNvCxnSpPr>
                  <a:cxnSpLocks/>
                  <a:stCxn id="88" idx="6"/>
                  <a:endCxn id="93" idx="2"/>
                </p:cNvCxnSpPr>
                <p:nvPr/>
              </p:nvCxnSpPr>
              <p:spPr>
                <a:xfrm flipV="1">
                  <a:off x="3275856" y="2553334"/>
                  <a:ext cx="2278521" cy="1933917"/>
                </a:xfrm>
                <a:prstGeom prst="line">
                  <a:avLst/>
                </a:prstGeom>
              </p:spPr>
              <p:style>
                <a:lnRef idx="1">
                  <a:schemeClr val="accent1"/>
                </a:lnRef>
                <a:fillRef idx="0">
                  <a:schemeClr val="accent1"/>
                </a:fillRef>
                <a:effectRef idx="0">
                  <a:schemeClr val="accent1"/>
                </a:effectRef>
                <a:fontRef idx="minor">
                  <a:schemeClr val="tx1"/>
                </a:fontRef>
              </p:style>
            </p:cxnSp>
            <p:cxnSp>
              <p:nvCxnSpPr>
                <p:cNvPr id="144" name="直線接點 143">
                  <a:extLst>
                    <a:ext uri="{FF2B5EF4-FFF2-40B4-BE49-F238E27FC236}">
                      <a16:creationId xmlns:a16="http://schemas.microsoft.com/office/drawing/2014/main" id="{94619EA1-DD23-4E17-841A-BEEA40C3F066}"/>
                    </a:ext>
                  </a:extLst>
                </p:cNvPr>
                <p:cNvCxnSpPr>
                  <a:cxnSpLocks/>
                  <a:stCxn id="88" idx="6"/>
                  <a:endCxn id="94" idx="2"/>
                </p:cNvCxnSpPr>
                <p:nvPr/>
              </p:nvCxnSpPr>
              <p:spPr>
                <a:xfrm flipV="1">
                  <a:off x="3275856" y="2948300"/>
                  <a:ext cx="2278521" cy="1538951"/>
                </a:xfrm>
                <a:prstGeom prst="line">
                  <a:avLst/>
                </a:prstGeom>
              </p:spPr>
              <p:style>
                <a:lnRef idx="1">
                  <a:schemeClr val="accent1"/>
                </a:lnRef>
                <a:fillRef idx="0">
                  <a:schemeClr val="accent1"/>
                </a:fillRef>
                <a:effectRef idx="0">
                  <a:schemeClr val="accent1"/>
                </a:effectRef>
                <a:fontRef idx="minor">
                  <a:schemeClr val="tx1"/>
                </a:fontRef>
              </p:style>
            </p:cxnSp>
            <p:cxnSp>
              <p:nvCxnSpPr>
                <p:cNvPr id="145" name="直線接點 144">
                  <a:extLst>
                    <a:ext uri="{FF2B5EF4-FFF2-40B4-BE49-F238E27FC236}">
                      <a16:creationId xmlns:a16="http://schemas.microsoft.com/office/drawing/2014/main" id="{64FEEBFB-558C-42D0-B915-7EEDEF89D962}"/>
                    </a:ext>
                  </a:extLst>
                </p:cNvPr>
                <p:cNvCxnSpPr>
                  <a:cxnSpLocks/>
                  <a:stCxn id="88" idx="6"/>
                  <a:endCxn id="95" idx="2"/>
                </p:cNvCxnSpPr>
                <p:nvPr/>
              </p:nvCxnSpPr>
              <p:spPr>
                <a:xfrm flipV="1">
                  <a:off x="3275856" y="3336989"/>
                  <a:ext cx="2278521" cy="1150262"/>
                </a:xfrm>
                <a:prstGeom prst="line">
                  <a:avLst/>
                </a:prstGeom>
              </p:spPr>
              <p:style>
                <a:lnRef idx="1">
                  <a:schemeClr val="accent1"/>
                </a:lnRef>
                <a:fillRef idx="0">
                  <a:schemeClr val="accent1"/>
                </a:fillRef>
                <a:effectRef idx="0">
                  <a:schemeClr val="accent1"/>
                </a:effectRef>
                <a:fontRef idx="minor">
                  <a:schemeClr val="tx1"/>
                </a:fontRef>
              </p:style>
            </p:cxnSp>
            <p:cxnSp>
              <p:nvCxnSpPr>
                <p:cNvPr id="146" name="直線接點 145">
                  <a:extLst>
                    <a:ext uri="{FF2B5EF4-FFF2-40B4-BE49-F238E27FC236}">
                      <a16:creationId xmlns:a16="http://schemas.microsoft.com/office/drawing/2014/main" id="{2CAC38FB-6C9E-4599-B2EA-8F467C1969A5}"/>
                    </a:ext>
                  </a:extLst>
                </p:cNvPr>
                <p:cNvCxnSpPr>
                  <a:cxnSpLocks/>
                  <a:stCxn id="88" idx="6"/>
                  <a:endCxn id="96" idx="2"/>
                </p:cNvCxnSpPr>
                <p:nvPr/>
              </p:nvCxnSpPr>
              <p:spPr>
                <a:xfrm flipV="1">
                  <a:off x="3275856" y="3731955"/>
                  <a:ext cx="2278521" cy="755296"/>
                </a:xfrm>
                <a:prstGeom prst="line">
                  <a:avLst/>
                </a:prstGeom>
              </p:spPr>
              <p:style>
                <a:lnRef idx="1">
                  <a:schemeClr val="accent1"/>
                </a:lnRef>
                <a:fillRef idx="0">
                  <a:schemeClr val="accent1"/>
                </a:fillRef>
                <a:effectRef idx="0">
                  <a:schemeClr val="accent1"/>
                </a:effectRef>
                <a:fontRef idx="minor">
                  <a:schemeClr val="tx1"/>
                </a:fontRef>
              </p:style>
            </p:cxnSp>
            <p:cxnSp>
              <p:nvCxnSpPr>
                <p:cNvPr id="147" name="直線接點 146">
                  <a:extLst>
                    <a:ext uri="{FF2B5EF4-FFF2-40B4-BE49-F238E27FC236}">
                      <a16:creationId xmlns:a16="http://schemas.microsoft.com/office/drawing/2014/main" id="{7F1736B0-90F9-47F9-93F4-D959AB32D0A5}"/>
                    </a:ext>
                  </a:extLst>
                </p:cNvPr>
                <p:cNvCxnSpPr>
                  <a:cxnSpLocks/>
                  <a:stCxn id="88" idx="6"/>
                  <a:endCxn id="100" idx="2"/>
                </p:cNvCxnSpPr>
                <p:nvPr/>
              </p:nvCxnSpPr>
              <p:spPr>
                <a:xfrm>
                  <a:off x="3275856" y="4487251"/>
                  <a:ext cx="2268326" cy="351272"/>
                </a:xfrm>
                <a:prstGeom prst="line">
                  <a:avLst/>
                </a:prstGeom>
              </p:spPr>
              <p:style>
                <a:lnRef idx="1">
                  <a:schemeClr val="accent1"/>
                </a:lnRef>
                <a:fillRef idx="0">
                  <a:schemeClr val="accent1"/>
                </a:fillRef>
                <a:effectRef idx="0">
                  <a:schemeClr val="accent1"/>
                </a:effectRef>
                <a:fontRef idx="minor">
                  <a:schemeClr val="tx1"/>
                </a:fontRef>
              </p:style>
            </p:cxnSp>
            <p:sp>
              <p:nvSpPr>
                <p:cNvPr id="148" name="橢圓 147">
                  <a:extLst>
                    <a:ext uri="{FF2B5EF4-FFF2-40B4-BE49-F238E27FC236}">
                      <a16:creationId xmlns:a16="http://schemas.microsoft.com/office/drawing/2014/main" id="{CD0870D6-90C5-4F46-BD98-B494145FFDD5}"/>
                    </a:ext>
                  </a:extLst>
                </p:cNvPr>
                <p:cNvSpPr/>
                <p:nvPr/>
              </p:nvSpPr>
              <p:spPr>
                <a:xfrm>
                  <a:off x="2987824" y="5449663"/>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49" name="直線接點 148">
                  <a:extLst>
                    <a:ext uri="{FF2B5EF4-FFF2-40B4-BE49-F238E27FC236}">
                      <a16:creationId xmlns:a16="http://schemas.microsoft.com/office/drawing/2014/main" id="{34F2116D-ADAD-46C5-8162-898FD3AB7714}"/>
                    </a:ext>
                  </a:extLst>
                </p:cNvPr>
                <p:cNvCxnSpPr>
                  <a:cxnSpLocks/>
                  <a:stCxn id="148" idx="6"/>
                  <a:endCxn id="92" idx="2"/>
                </p:cNvCxnSpPr>
                <p:nvPr/>
              </p:nvCxnSpPr>
              <p:spPr>
                <a:xfrm flipV="1">
                  <a:off x="3275856" y="2124133"/>
                  <a:ext cx="2278521" cy="3469546"/>
                </a:xfrm>
                <a:prstGeom prst="line">
                  <a:avLst/>
                </a:prstGeom>
              </p:spPr>
              <p:style>
                <a:lnRef idx="1">
                  <a:schemeClr val="accent1"/>
                </a:lnRef>
                <a:fillRef idx="0">
                  <a:schemeClr val="accent1"/>
                </a:fillRef>
                <a:effectRef idx="0">
                  <a:schemeClr val="accent1"/>
                </a:effectRef>
                <a:fontRef idx="minor">
                  <a:schemeClr val="tx1"/>
                </a:fontRef>
              </p:style>
            </p:cxnSp>
            <p:cxnSp>
              <p:nvCxnSpPr>
                <p:cNvPr id="150" name="直線接點 149">
                  <a:extLst>
                    <a:ext uri="{FF2B5EF4-FFF2-40B4-BE49-F238E27FC236}">
                      <a16:creationId xmlns:a16="http://schemas.microsoft.com/office/drawing/2014/main" id="{4CA061D7-CFA1-4245-B7B4-60056D30F820}"/>
                    </a:ext>
                  </a:extLst>
                </p:cNvPr>
                <p:cNvCxnSpPr>
                  <a:cxnSpLocks/>
                  <a:stCxn id="148" idx="6"/>
                  <a:endCxn id="93" idx="2"/>
                </p:cNvCxnSpPr>
                <p:nvPr/>
              </p:nvCxnSpPr>
              <p:spPr>
                <a:xfrm flipV="1">
                  <a:off x="3275856" y="2553334"/>
                  <a:ext cx="2278521" cy="3040345"/>
                </a:xfrm>
                <a:prstGeom prst="line">
                  <a:avLst/>
                </a:prstGeom>
              </p:spPr>
              <p:style>
                <a:lnRef idx="1">
                  <a:schemeClr val="accent1"/>
                </a:lnRef>
                <a:fillRef idx="0">
                  <a:schemeClr val="accent1"/>
                </a:fillRef>
                <a:effectRef idx="0">
                  <a:schemeClr val="accent1"/>
                </a:effectRef>
                <a:fontRef idx="minor">
                  <a:schemeClr val="tx1"/>
                </a:fontRef>
              </p:style>
            </p:cxnSp>
            <p:cxnSp>
              <p:nvCxnSpPr>
                <p:cNvPr id="151" name="直線接點 150">
                  <a:extLst>
                    <a:ext uri="{FF2B5EF4-FFF2-40B4-BE49-F238E27FC236}">
                      <a16:creationId xmlns:a16="http://schemas.microsoft.com/office/drawing/2014/main" id="{43BB4FBA-CB10-4D5F-AFA2-EC26BEBC9252}"/>
                    </a:ext>
                  </a:extLst>
                </p:cNvPr>
                <p:cNvCxnSpPr>
                  <a:cxnSpLocks/>
                  <a:stCxn id="148" idx="6"/>
                  <a:endCxn id="94" idx="2"/>
                </p:cNvCxnSpPr>
                <p:nvPr/>
              </p:nvCxnSpPr>
              <p:spPr>
                <a:xfrm flipV="1">
                  <a:off x="3275856" y="2948300"/>
                  <a:ext cx="2278521" cy="2645379"/>
                </a:xfrm>
                <a:prstGeom prst="line">
                  <a:avLst/>
                </a:prstGeom>
              </p:spPr>
              <p:style>
                <a:lnRef idx="1">
                  <a:schemeClr val="accent1"/>
                </a:lnRef>
                <a:fillRef idx="0">
                  <a:schemeClr val="accent1"/>
                </a:fillRef>
                <a:effectRef idx="0">
                  <a:schemeClr val="accent1"/>
                </a:effectRef>
                <a:fontRef idx="minor">
                  <a:schemeClr val="tx1"/>
                </a:fontRef>
              </p:style>
            </p:cxnSp>
            <p:cxnSp>
              <p:nvCxnSpPr>
                <p:cNvPr id="152" name="直線接點 151">
                  <a:extLst>
                    <a:ext uri="{FF2B5EF4-FFF2-40B4-BE49-F238E27FC236}">
                      <a16:creationId xmlns:a16="http://schemas.microsoft.com/office/drawing/2014/main" id="{88FB615E-B952-407A-BD26-FAA2DF3A2AEF}"/>
                    </a:ext>
                  </a:extLst>
                </p:cNvPr>
                <p:cNvCxnSpPr>
                  <a:cxnSpLocks/>
                  <a:stCxn id="148" idx="6"/>
                  <a:endCxn id="95" idx="2"/>
                </p:cNvCxnSpPr>
                <p:nvPr/>
              </p:nvCxnSpPr>
              <p:spPr>
                <a:xfrm flipV="1">
                  <a:off x="3275856" y="3336989"/>
                  <a:ext cx="2278521" cy="225669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3" name="直線接點 152">
                  <a:extLst>
                    <a:ext uri="{FF2B5EF4-FFF2-40B4-BE49-F238E27FC236}">
                      <a16:creationId xmlns:a16="http://schemas.microsoft.com/office/drawing/2014/main" id="{E1E8C328-5BBC-443D-B1DF-5590BC19ECF8}"/>
                    </a:ext>
                  </a:extLst>
                </p:cNvPr>
                <p:cNvCxnSpPr>
                  <a:cxnSpLocks/>
                  <a:stCxn id="148" idx="6"/>
                  <a:endCxn id="96" idx="2"/>
                </p:cNvCxnSpPr>
                <p:nvPr/>
              </p:nvCxnSpPr>
              <p:spPr>
                <a:xfrm flipV="1">
                  <a:off x="3275856" y="3731955"/>
                  <a:ext cx="2278521" cy="18617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54" name="直線接點 153">
                  <a:extLst>
                    <a:ext uri="{FF2B5EF4-FFF2-40B4-BE49-F238E27FC236}">
                      <a16:creationId xmlns:a16="http://schemas.microsoft.com/office/drawing/2014/main" id="{3677AEC9-7F88-4C01-A769-8A6374713E87}"/>
                    </a:ext>
                  </a:extLst>
                </p:cNvPr>
                <p:cNvCxnSpPr>
                  <a:cxnSpLocks/>
                  <a:stCxn id="148" idx="6"/>
                  <a:endCxn id="100" idx="2"/>
                </p:cNvCxnSpPr>
                <p:nvPr/>
              </p:nvCxnSpPr>
              <p:spPr>
                <a:xfrm flipV="1">
                  <a:off x="3275856" y="4838523"/>
                  <a:ext cx="2268326" cy="755156"/>
                </a:xfrm>
                <a:prstGeom prst="line">
                  <a:avLst/>
                </a:prstGeom>
              </p:spPr>
              <p:style>
                <a:lnRef idx="1">
                  <a:schemeClr val="accent1"/>
                </a:lnRef>
                <a:fillRef idx="0">
                  <a:schemeClr val="accent1"/>
                </a:fillRef>
                <a:effectRef idx="0">
                  <a:schemeClr val="accent1"/>
                </a:effectRef>
                <a:fontRef idx="minor">
                  <a:schemeClr val="tx1"/>
                </a:fontRef>
              </p:style>
            </p:cxnSp>
          </p:grpSp>
          <p:sp>
            <p:nvSpPr>
              <p:cNvPr id="320" name="橢圓 319">
                <a:extLst>
                  <a:ext uri="{FF2B5EF4-FFF2-40B4-BE49-F238E27FC236}">
                    <a16:creationId xmlns:a16="http://schemas.microsoft.com/office/drawing/2014/main" id="{1437C827-415D-4EB0-9761-BAA463FA9DCB}"/>
                  </a:ext>
                </a:extLst>
              </p:cNvPr>
              <p:cNvSpPr/>
              <p:nvPr/>
            </p:nvSpPr>
            <p:spPr>
              <a:xfrm flipH="1">
                <a:off x="3692687" y="3903951"/>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21" name="橢圓 320">
                <a:extLst>
                  <a:ext uri="{FF2B5EF4-FFF2-40B4-BE49-F238E27FC236}">
                    <a16:creationId xmlns:a16="http://schemas.microsoft.com/office/drawing/2014/main" id="{FB7D6F6E-FD8B-4C50-97F3-CAB3DEC30E6E}"/>
                  </a:ext>
                </a:extLst>
              </p:cNvPr>
              <p:cNvSpPr/>
              <p:nvPr/>
            </p:nvSpPr>
            <p:spPr>
              <a:xfrm flipH="1">
                <a:off x="4314470" y="3903951"/>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22" name="橢圓 321">
                <a:extLst>
                  <a:ext uri="{FF2B5EF4-FFF2-40B4-BE49-F238E27FC236}">
                    <a16:creationId xmlns:a16="http://schemas.microsoft.com/office/drawing/2014/main" id="{957994F1-ABA0-4CDF-8985-80C6870612C3}"/>
                  </a:ext>
                </a:extLst>
              </p:cNvPr>
              <p:cNvSpPr/>
              <p:nvPr/>
            </p:nvSpPr>
            <p:spPr>
              <a:xfrm flipH="1">
                <a:off x="4936253" y="3903951"/>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23" name="橢圓 322">
                <a:extLst>
                  <a:ext uri="{FF2B5EF4-FFF2-40B4-BE49-F238E27FC236}">
                    <a16:creationId xmlns:a16="http://schemas.microsoft.com/office/drawing/2014/main" id="{CD8C0DE2-C229-4638-8585-123DDB51DFD6}"/>
                  </a:ext>
                </a:extLst>
              </p:cNvPr>
              <p:cNvSpPr/>
              <p:nvPr/>
            </p:nvSpPr>
            <p:spPr>
              <a:xfrm flipH="1">
                <a:off x="5561559" y="3903951"/>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325" name="左大括弧 324">
              <a:extLst>
                <a:ext uri="{FF2B5EF4-FFF2-40B4-BE49-F238E27FC236}">
                  <a16:creationId xmlns:a16="http://schemas.microsoft.com/office/drawing/2014/main" id="{222AEA2A-32FE-416B-BF73-159AB5EBEB4E}"/>
                </a:ext>
              </a:extLst>
            </p:cNvPr>
            <p:cNvSpPr/>
            <p:nvPr/>
          </p:nvSpPr>
          <p:spPr>
            <a:xfrm>
              <a:off x="413990" y="2173637"/>
              <a:ext cx="233997" cy="283359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326" name="文字方塊 325">
              <a:extLst>
                <a:ext uri="{FF2B5EF4-FFF2-40B4-BE49-F238E27FC236}">
                  <a16:creationId xmlns:a16="http://schemas.microsoft.com/office/drawing/2014/main" id="{5581D31B-37FE-4142-B15F-B0161C4167AA}"/>
                </a:ext>
              </a:extLst>
            </p:cNvPr>
            <p:cNvSpPr txBox="1"/>
            <p:nvPr/>
          </p:nvSpPr>
          <p:spPr>
            <a:xfrm>
              <a:off x="-63364" y="3397956"/>
              <a:ext cx="982547" cy="369332"/>
            </a:xfrm>
            <a:prstGeom prst="rect">
              <a:avLst/>
            </a:prstGeom>
            <a:noFill/>
          </p:spPr>
          <p:txBody>
            <a:bodyPr wrap="square" rtlCol="0">
              <a:spAutoFit/>
            </a:bodyPr>
            <a:lstStyle/>
            <a:p>
              <a:r>
                <a:rPr lang="en-US" altLang="zh-TW" dirty="0"/>
                <a:t>372</a:t>
              </a:r>
              <a:endParaRPr lang="zh-TW" altLang="en-US" dirty="0"/>
            </a:p>
          </p:txBody>
        </p:sp>
        <p:sp>
          <p:nvSpPr>
            <p:cNvPr id="328" name="右大括弧 327">
              <a:extLst>
                <a:ext uri="{FF2B5EF4-FFF2-40B4-BE49-F238E27FC236}">
                  <a16:creationId xmlns:a16="http://schemas.microsoft.com/office/drawing/2014/main" id="{38FDCF79-8889-45D4-B054-93C00D3A3F08}"/>
                </a:ext>
              </a:extLst>
            </p:cNvPr>
            <p:cNvSpPr/>
            <p:nvPr/>
          </p:nvSpPr>
          <p:spPr>
            <a:xfrm>
              <a:off x="3612115" y="1772816"/>
              <a:ext cx="246046" cy="4036887"/>
            </a:xfrm>
            <a:prstGeom prst="rightBrace">
              <a:avLst>
                <a:gd name="adj1" fmla="val 8333"/>
                <a:gd name="adj2" fmla="val 20909"/>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329" name="文字方塊 328">
              <a:extLst>
                <a:ext uri="{FF2B5EF4-FFF2-40B4-BE49-F238E27FC236}">
                  <a16:creationId xmlns:a16="http://schemas.microsoft.com/office/drawing/2014/main" id="{ACAE3F72-F4D6-4C86-B264-F298DB2FF914}"/>
                </a:ext>
              </a:extLst>
            </p:cNvPr>
            <p:cNvSpPr txBox="1"/>
            <p:nvPr/>
          </p:nvSpPr>
          <p:spPr>
            <a:xfrm>
              <a:off x="4327307" y="2448428"/>
              <a:ext cx="672890" cy="369332"/>
            </a:xfrm>
            <a:prstGeom prst="rect">
              <a:avLst/>
            </a:prstGeom>
            <a:noFill/>
          </p:spPr>
          <p:txBody>
            <a:bodyPr wrap="square" rtlCol="0">
              <a:spAutoFit/>
            </a:bodyPr>
            <a:lstStyle/>
            <a:p>
              <a:r>
                <a:rPr lang="en-US" altLang="zh-TW" dirty="0"/>
                <a:t>1500</a:t>
              </a:r>
              <a:endParaRPr lang="zh-TW" altLang="en-US" dirty="0"/>
            </a:p>
          </p:txBody>
        </p:sp>
        <p:sp>
          <p:nvSpPr>
            <p:cNvPr id="330" name="左大括弧 329">
              <a:extLst>
                <a:ext uri="{FF2B5EF4-FFF2-40B4-BE49-F238E27FC236}">
                  <a16:creationId xmlns:a16="http://schemas.microsoft.com/office/drawing/2014/main" id="{ED6AEEC4-8680-47C8-9D7D-E53DBA514853}"/>
                </a:ext>
              </a:extLst>
            </p:cNvPr>
            <p:cNvSpPr/>
            <p:nvPr/>
          </p:nvSpPr>
          <p:spPr>
            <a:xfrm rot="16200000">
              <a:off x="4292798" y="4991591"/>
              <a:ext cx="600880" cy="235571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331" name="文字方塊 330">
              <a:extLst>
                <a:ext uri="{FF2B5EF4-FFF2-40B4-BE49-F238E27FC236}">
                  <a16:creationId xmlns:a16="http://schemas.microsoft.com/office/drawing/2014/main" id="{7724EC13-8872-4E62-BDC5-B5935BC7BD2D}"/>
                </a:ext>
              </a:extLst>
            </p:cNvPr>
            <p:cNvSpPr txBox="1"/>
            <p:nvPr/>
          </p:nvSpPr>
          <p:spPr>
            <a:xfrm>
              <a:off x="4456660" y="6466550"/>
              <a:ext cx="986174" cy="369332"/>
            </a:xfrm>
            <a:prstGeom prst="rect">
              <a:avLst/>
            </a:prstGeom>
            <a:noFill/>
          </p:spPr>
          <p:txBody>
            <a:bodyPr wrap="square" rtlCol="0">
              <a:spAutoFit/>
            </a:bodyPr>
            <a:lstStyle/>
            <a:p>
              <a:r>
                <a:rPr lang="en-US" altLang="zh-TW" dirty="0"/>
                <a:t>6</a:t>
              </a:r>
              <a:endParaRPr lang="zh-TW" altLang="en-US" dirty="0"/>
            </a:p>
          </p:txBody>
        </p:sp>
        <p:sp>
          <p:nvSpPr>
            <p:cNvPr id="332" name="右大括弧 331">
              <a:extLst>
                <a:ext uri="{FF2B5EF4-FFF2-40B4-BE49-F238E27FC236}">
                  <a16:creationId xmlns:a16="http://schemas.microsoft.com/office/drawing/2014/main" id="{6B899527-1361-4DD6-9056-88F989E9C251}"/>
                </a:ext>
              </a:extLst>
            </p:cNvPr>
            <p:cNvSpPr/>
            <p:nvPr/>
          </p:nvSpPr>
          <p:spPr>
            <a:xfrm>
              <a:off x="8468996" y="2167782"/>
              <a:ext cx="217804" cy="2742749"/>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333" name="文字方塊 332">
              <a:extLst>
                <a:ext uri="{FF2B5EF4-FFF2-40B4-BE49-F238E27FC236}">
                  <a16:creationId xmlns:a16="http://schemas.microsoft.com/office/drawing/2014/main" id="{FB49FE2E-BCAC-473B-AA8A-2C0CE7844FF4}"/>
                </a:ext>
              </a:extLst>
            </p:cNvPr>
            <p:cNvSpPr txBox="1"/>
            <p:nvPr/>
          </p:nvSpPr>
          <p:spPr>
            <a:xfrm>
              <a:off x="8686800" y="3324286"/>
              <a:ext cx="485012" cy="369332"/>
            </a:xfrm>
            <a:prstGeom prst="rect">
              <a:avLst/>
            </a:prstGeom>
            <a:noFill/>
          </p:spPr>
          <p:txBody>
            <a:bodyPr wrap="square" rtlCol="0">
              <a:spAutoFit/>
            </a:bodyPr>
            <a:lstStyle/>
            <a:p>
              <a:r>
                <a:rPr lang="en-US" altLang="zh-TW" dirty="0"/>
                <a:t>52</a:t>
              </a:r>
              <a:endParaRPr lang="zh-TW" altLang="en-US" dirty="0"/>
            </a:p>
          </p:txBody>
        </p:sp>
        <p:sp>
          <p:nvSpPr>
            <p:cNvPr id="334" name="左大括弧 333">
              <a:extLst>
                <a:ext uri="{FF2B5EF4-FFF2-40B4-BE49-F238E27FC236}">
                  <a16:creationId xmlns:a16="http://schemas.microsoft.com/office/drawing/2014/main" id="{12ED1BA7-0DE7-48F9-9ABD-5C3525DD7C0B}"/>
                </a:ext>
              </a:extLst>
            </p:cNvPr>
            <p:cNvSpPr/>
            <p:nvPr/>
          </p:nvSpPr>
          <p:spPr>
            <a:xfrm>
              <a:off x="5326379" y="1772816"/>
              <a:ext cx="288032" cy="3952176"/>
            </a:xfrm>
            <a:prstGeom prst="leftBrace">
              <a:avLst>
                <a:gd name="adj1" fmla="val 8333"/>
                <a:gd name="adj2" fmla="val 21873"/>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grpSp>
    </p:spTree>
    <p:extLst>
      <p:ext uri="{BB962C8B-B14F-4D97-AF65-F5344CB8AC3E}">
        <p14:creationId xmlns:p14="http://schemas.microsoft.com/office/powerpoint/2010/main" val="39487224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5AD5A20-6655-4B38-AF07-DF40D8A2FD5C}"/>
              </a:ext>
            </a:extLst>
          </p:cNvPr>
          <p:cNvSpPr>
            <a:spLocks noGrp="1"/>
          </p:cNvSpPr>
          <p:nvPr>
            <p:ph type="title"/>
          </p:nvPr>
        </p:nvSpPr>
        <p:spPr/>
        <p:txBody>
          <a:bodyPr/>
          <a:lstStyle/>
          <a:p>
            <a:pPr algn="l"/>
            <a:r>
              <a:rPr lang="en-US" altLang="zh-TW" dirty="0">
                <a:latin typeface="Times New Roman" panose="02020603050405020304" pitchFamily="18" charset="0"/>
                <a:cs typeface="Times New Roman" panose="02020603050405020304" pitchFamily="18" charset="0"/>
              </a:rPr>
              <a:t>Policy neural network (PNN)</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EB5CD2D5-9119-48C2-B605-933EE65694D8}"/>
                  </a:ext>
                </a:extLst>
              </p:cNvPr>
              <p:cNvSpPr>
                <a:spLocks noGrp="1"/>
              </p:cNvSpPr>
              <p:nvPr>
                <p:ph sz="half" idx="1"/>
              </p:nvPr>
            </p:nvSpPr>
            <p:spPr>
              <a:xfrm>
                <a:off x="457200" y="1600200"/>
                <a:ext cx="8229600" cy="4525963"/>
              </a:xfrm>
            </p:spPr>
            <p:txBody>
              <a:bodyPr/>
              <a:lstStyle/>
              <a:p>
                <a14:m>
                  <m:oMath xmlns:m="http://schemas.openxmlformats.org/officeDocument/2006/math">
                    <m:sSub>
                      <m:sSubPr>
                        <m:ctrlPr>
                          <a:rPr lang="en-US" altLang="zh-TW" b="0" i="1" smtClean="0">
                            <a:latin typeface="Cambria Math" panose="02040503050406030204" pitchFamily="18" charset="0"/>
                          </a:rPr>
                        </m:ctrlPr>
                      </m:sSubPr>
                      <m:e>
                        <m:r>
                          <a:rPr lang="zh-TW" altLang="en-US" b="0" i="1" smtClean="0">
                            <a:latin typeface="Cambria Math" panose="02040503050406030204" pitchFamily="18" charset="0"/>
                          </a:rPr>
                          <m:t>𝜎</m:t>
                        </m:r>
                      </m:e>
                      <m:sub>
                        <m:r>
                          <a:rPr lang="en-US" altLang="zh-TW" b="0" i="1" smtClean="0">
                            <a:latin typeface="Cambria Math" panose="02040503050406030204" pitchFamily="18" charset="0"/>
                          </a:rPr>
                          <m:t>𝜃</m:t>
                        </m:r>
                      </m:sub>
                    </m:sSub>
                    <m:r>
                      <a:rPr lang="en-US" altLang="zh-TW" b="0" i="1" smtClean="0">
                        <a:latin typeface="Cambria Math" panose="02040503050406030204" pitchFamily="18" charset="0"/>
                      </a:rPr>
                      <m:t>:</m:t>
                    </m:r>
                    <m:r>
                      <a:rPr lang="en-US" altLang="zh-TW" b="0" i="1" smtClean="0">
                        <a:latin typeface="Cambria Math" panose="02040503050406030204" pitchFamily="18" charset="0"/>
                      </a:rPr>
                      <m:t>𝐶</m:t>
                    </m:r>
                    <m:r>
                      <a:rPr lang="en-US" altLang="zh-TW" b="0" i="1" smtClean="0">
                        <a:latin typeface="Cambria Math" panose="02040503050406030204" pitchFamily="18" charset="0"/>
                      </a:rPr>
                      <m:t>×</m:t>
                    </m:r>
                    <m:r>
                      <a:rPr lang="en-US" altLang="zh-TW" b="0" i="1" smtClean="0">
                        <a:latin typeface="Cambria Math" panose="02040503050406030204" pitchFamily="18" charset="0"/>
                      </a:rPr>
                      <m:t>𝑉</m:t>
                    </m:r>
                    <m:r>
                      <a:rPr lang="en-US" altLang="zh-TW" b="0" i="1" smtClean="0">
                        <a:latin typeface="Cambria Math" panose="02040503050406030204" pitchFamily="18" charset="0"/>
                      </a:rPr>
                      <m:t>×</m:t>
                    </m:r>
                    <m:r>
                      <a:rPr lang="en-US" altLang="zh-TW" b="0" i="1" smtClean="0">
                        <a:latin typeface="Cambria Math" panose="02040503050406030204" pitchFamily="18" charset="0"/>
                      </a:rPr>
                      <m:t>𝐻</m:t>
                    </m:r>
                    <m:r>
                      <a:rPr lang="en-US" altLang="zh-TW" b="0" i="1" smtClean="0">
                        <a:latin typeface="Cambria Math" panose="02040503050406030204" pitchFamily="18" charset="0"/>
                      </a:rPr>
                      <m:t>×</m:t>
                    </m:r>
                    <m:sSup>
                      <m:sSupPr>
                        <m:ctrlPr>
                          <a:rPr lang="en-US" altLang="zh-TW" b="0" i="1" smtClean="0">
                            <a:latin typeface="Cambria Math" panose="02040503050406030204" pitchFamily="18" charset="0"/>
                          </a:rPr>
                        </m:ctrlPr>
                      </m:sSupPr>
                      <m:e>
                        <m:d>
                          <m:dPr>
                            <m:begChr m:val="["/>
                            <m:endChr m:val="]"/>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0, 1</m:t>
                            </m:r>
                          </m:e>
                        </m:d>
                      </m:e>
                      <m:sup>
                        <m:r>
                          <a:rPr lang="en-US" altLang="zh-TW" b="0" i="1" smtClean="0">
                            <a:latin typeface="Cambria Math" panose="02040503050406030204" pitchFamily="18" charset="0"/>
                          </a:rPr>
                          <m:t>52</m:t>
                        </m:r>
                      </m:sup>
                    </m:sSup>
                    <m:r>
                      <a:rPr lang="en-US" altLang="zh-TW" b="0" i="1" smtClean="0">
                        <a:latin typeface="Cambria Math" panose="02040503050406030204" pitchFamily="18" charset="0"/>
                      </a:rPr>
                      <m:t>→</m:t>
                    </m:r>
                    <m:sSup>
                      <m:sSupPr>
                        <m:ctrlPr>
                          <a:rPr lang="en-US" altLang="zh-TW" b="0" i="1" smtClean="0">
                            <a:latin typeface="Cambria Math" panose="02040503050406030204" pitchFamily="18" charset="0"/>
                          </a:rPr>
                        </m:ctrlPr>
                      </m:sSupPr>
                      <m:e>
                        <m:d>
                          <m:dPr>
                            <m:begChr m:val="["/>
                            <m:endChr m:val="]"/>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0,1</m:t>
                            </m:r>
                          </m:e>
                        </m:d>
                      </m:e>
                      <m:sup>
                        <m:r>
                          <a:rPr lang="en-US" altLang="zh-TW" b="0" i="1" smtClean="0">
                            <a:latin typeface="Cambria Math" panose="02040503050406030204" pitchFamily="18" charset="0"/>
                          </a:rPr>
                          <m:t>38</m:t>
                        </m:r>
                      </m:sup>
                    </m:sSup>
                  </m:oMath>
                </a14:m>
                <a:endParaRPr lang="en-US" altLang="zh-TW" b="0" dirty="0"/>
              </a:p>
              <a:p>
                <a14:m>
                  <m:oMath xmlns:m="http://schemas.openxmlformats.org/officeDocument/2006/math">
                    <m:r>
                      <a:rPr lang="en-US" altLang="zh-TW" b="0" i="1" smtClean="0">
                        <a:latin typeface="Cambria Math" panose="02040503050406030204" pitchFamily="18" charset="0"/>
                      </a:rPr>
                      <m:t>𝜃</m:t>
                    </m:r>
                    <m:r>
                      <a:rPr lang="en-US" altLang="zh-TW" b="0" i="1" smtClean="0">
                        <a:latin typeface="Cambria Math" panose="02040503050406030204" pitchFamily="18" charset="0"/>
                      </a:rPr>
                      <m:t>:</m:t>
                    </m:r>
                  </m:oMath>
                </a14:m>
                <a:r>
                  <a:rPr lang="en-US" altLang="zh-TW" b="0" dirty="0"/>
                  <a:t> </a:t>
                </a:r>
                <a:r>
                  <a:rPr lang="en-US" altLang="zh-TW" b="0" dirty="0">
                    <a:latin typeface="Times New Roman" panose="02020603050405020304" pitchFamily="18" charset="0"/>
                    <a:cs typeface="Times New Roman" panose="02020603050405020304" pitchFamily="18" charset="0"/>
                  </a:rPr>
                  <a:t>the parameters to be learned</a:t>
                </a:r>
              </a:p>
              <a:p>
                <a:r>
                  <a:rPr lang="en-US" altLang="zh-TW" dirty="0">
                    <a:solidFill>
                      <a:srgbClr val="FF0000"/>
                    </a:solidFill>
                    <a:latin typeface="Times New Roman" panose="02020603050405020304" pitchFamily="18" charset="0"/>
                    <a:cs typeface="Times New Roman" panose="02020603050405020304" pitchFamily="18" charset="0"/>
                  </a:rPr>
                  <a:t>Fully connected with skip connection</a:t>
                </a:r>
                <a:endParaRPr lang="en-US" altLang="zh-TW" b="0" dirty="0">
                  <a:solidFill>
                    <a:srgbClr val="FF0000"/>
                  </a:solidFill>
                </a:endParaRPr>
              </a:p>
              <a:p>
                <a:endParaRPr lang="zh-TW" altLang="en-US" dirty="0"/>
              </a:p>
            </p:txBody>
          </p:sp>
        </mc:Choice>
        <mc:Fallback xmlns="">
          <p:sp>
            <p:nvSpPr>
              <p:cNvPr id="3" name="內容版面配置區 2">
                <a:extLst>
                  <a:ext uri="{FF2B5EF4-FFF2-40B4-BE49-F238E27FC236}">
                    <a16:creationId xmlns:a16="http://schemas.microsoft.com/office/drawing/2014/main" id="{EB5CD2D5-9119-48C2-B605-933EE65694D8}"/>
                  </a:ext>
                </a:extLst>
              </p:cNvPr>
              <p:cNvSpPr>
                <a:spLocks noGrp="1" noRot="1" noChangeAspect="1" noMove="1" noResize="1" noEditPoints="1" noAdjustHandles="1" noChangeArrowheads="1" noChangeShapeType="1" noTextEdit="1"/>
              </p:cNvSpPr>
              <p:nvPr>
                <p:ph sz="half" idx="1"/>
              </p:nvPr>
            </p:nvSpPr>
            <p:spPr>
              <a:xfrm>
                <a:off x="457200" y="1600200"/>
                <a:ext cx="8229600" cy="4525963"/>
              </a:xfrm>
              <a:blipFill>
                <a:blip r:embed="rId2"/>
                <a:stretch>
                  <a:fillRect l="-1333"/>
                </a:stretch>
              </a:blipFill>
            </p:spPr>
            <p:txBody>
              <a:bodyPr/>
              <a:lstStyle/>
              <a:p>
                <a:r>
                  <a:rPr lang="zh-TW" altLang="en-US">
                    <a:noFill/>
                  </a:rPr>
                  <a:t> </a:t>
                </a:r>
              </a:p>
            </p:txBody>
          </p:sp>
        </mc:Fallback>
      </mc:AlternateContent>
      <p:graphicFrame>
        <p:nvGraphicFramePr>
          <p:cNvPr id="5" name="表格 5">
            <a:extLst>
              <a:ext uri="{FF2B5EF4-FFF2-40B4-BE49-F238E27FC236}">
                <a16:creationId xmlns:a16="http://schemas.microsoft.com/office/drawing/2014/main" id="{B5FB018D-0942-4449-9FBF-1BAE8622F56C}"/>
              </a:ext>
            </a:extLst>
          </p:cNvPr>
          <p:cNvGraphicFramePr>
            <a:graphicFrameLocks noGrp="1"/>
          </p:cNvGraphicFramePr>
          <p:nvPr>
            <p:extLst>
              <p:ext uri="{D42A27DB-BD31-4B8C-83A1-F6EECF244321}">
                <p14:modId xmlns:p14="http://schemas.microsoft.com/office/powerpoint/2010/main" val="4010911992"/>
              </p:ext>
            </p:extLst>
          </p:nvPr>
        </p:nvGraphicFramePr>
        <p:xfrm>
          <a:off x="578181" y="3065695"/>
          <a:ext cx="8064896" cy="741680"/>
        </p:xfrm>
        <a:graphic>
          <a:graphicData uri="http://schemas.openxmlformats.org/drawingml/2006/table">
            <a:tbl>
              <a:tblPr firstRow="1" bandRow="1">
                <a:tableStyleId>{5C22544A-7EE6-4342-B048-85BDC9FD1C3A}</a:tableStyleId>
              </a:tblPr>
              <a:tblGrid>
                <a:gridCol w="2016224">
                  <a:extLst>
                    <a:ext uri="{9D8B030D-6E8A-4147-A177-3AD203B41FA5}">
                      <a16:colId xmlns:a16="http://schemas.microsoft.com/office/drawing/2014/main" val="1731261643"/>
                    </a:ext>
                  </a:extLst>
                </a:gridCol>
                <a:gridCol w="2016224">
                  <a:extLst>
                    <a:ext uri="{9D8B030D-6E8A-4147-A177-3AD203B41FA5}">
                      <a16:colId xmlns:a16="http://schemas.microsoft.com/office/drawing/2014/main" val="3186164978"/>
                    </a:ext>
                  </a:extLst>
                </a:gridCol>
                <a:gridCol w="2016224">
                  <a:extLst>
                    <a:ext uri="{9D8B030D-6E8A-4147-A177-3AD203B41FA5}">
                      <a16:colId xmlns:a16="http://schemas.microsoft.com/office/drawing/2014/main" val="2208375321"/>
                    </a:ext>
                  </a:extLst>
                </a:gridCol>
                <a:gridCol w="2016224">
                  <a:extLst>
                    <a:ext uri="{9D8B030D-6E8A-4147-A177-3AD203B41FA5}">
                      <a16:colId xmlns:a16="http://schemas.microsoft.com/office/drawing/2014/main" val="808224644"/>
                    </a:ext>
                  </a:extLst>
                </a:gridCol>
              </a:tblGrid>
              <a:tr h="370840">
                <a:tc>
                  <a:txBody>
                    <a:bodyPr/>
                    <a:lstStyle/>
                    <a:p>
                      <a:r>
                        <a:rPr lang="en-US" altLang="zh-TW" dirty="0">
                          <a:latin typeface="Times New Roman" panose="02020603050405020304" pitchFamily="18" charset="0"/>
                          <a:cs typeface="Times New Roman" panose="02020603050405020304" pitchFamily="18" charset="0"/>
                        </a:rPr>
                        <a:t>52 bits</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52 bits</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2 bits</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318 bits</a:t>
                      </a:r>
                      <a:endParaRPr lang="zh-TW"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286618438"/>
                  </a:ext>
                </a:extLst>
              </a:tr>
              <a:tr h="370840">
                <a:tc>
                  <a:txBody>
                    <a:bodyPr/>
                    <a:lstStyle/>
                    <a:p>
                      <a:r>
                        <a:rPr lang="en-US" altLang="zh-TW" dirty="0">
                          <a:latin typeface="Times New Roman" panose="02020603050405020304" pitchFamily="18" charset="0"/>
                          <a:cs typeface="Times New Roman" panose="02020603050405020304" pitchFamily="18" charset="0"/>
                        </a:rPr>
                        <a:t>13cards</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13cards</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Vulnerability</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Bidding sequence</a:t>
                      </a:r>
                      <a:endParaRPr lang="zh-TW"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469071914"/>
                  </a:ext>
                </a:extLst>
              </a:tr>
            </a:tbl>
          </a:graphicData>
        </a:graphic>
      </p:graphicFrame>
      <p:grpSp>
        <p:nvGrpSpPr>
          <p:cNvPr id="7" name="群組 6">
            <a:extLst>
              <a:ext uri="{FF2B5EF4-FFF2-40B4-BE49-F238E27FC236}">
                <a16:creationId xmlns:a16="http://schemas.microsoft.com/office/drawing/2014/main" id="{F84C93B3-643C-473C-BADB-53689B65C43E}"/>
              </a:ext>
            </a:extLst>
          </p:cNvPr>
          <p:cNvGrpSpPr/>
          <p:nvPr/>
        </p:nvGrpSpPr>
        <p:grpSpPr>
          <a:xfrm>
            <a:off x="0" y="3789040"/>
            <a:ext cx="9144000" cy="3155096"/>
            <a:chOff x="-63364" y="1628800"/>
            <a:chExt cx="9235176" cy="5479130"/>
          </a:xfrm>
        </p:grpSpPr>
        <p:grpSp>
          <p:nvGrpSpPr>
            <p:cNvPr id="8" name="群組 7">
              <a:extLst>
                <a:ext uri="{FF2B5EF4-FFF2-40B4-BE49-F238E27FC236}">
                  <a16:creationId xmlns:a16="http://schemas.microsoft.com/office/drawing/2014/main" id="{657FF49C-7981-4927-A0FD-D0B8D4D6BA99}"/>
                </a:ext>
              </a:extLst>
            </p:cNvPr>
            <p:cNvGrpSpPr/>
            <p:nvPr/>
          </p:nvGrpSpPr>
          <p:grpSpPr>
            <a:xfrm>
              <a:off x="675004" y="1628800"/>
              <a:ext cx="7793992" cy="4240208"/>
              <a:chOff x="755576" y="1641503"/>
              <a:chExt cx="7793992" cy="4240208"/>
            </a:xfrm>
          </p:grpSpPr>
          <p:grpSp>
            <p:nvGrpSpPr>
              <p:cNvPr id="18" name="群組 17">
                <a:extLst>
                  <a:ext uri="{FF2B5EF4-FFF2-40B4-BE49-F238E27FC236}">
                    <a16:creationId xmlns:a16="http://schemas.microsoft.com/office/drawing/2014/main" id="{75F1B892-D813-4A57-A81B-BC70BE70D475}"/>
                  </a:ext>
                </a:extLst>
              </p:cNvPr>
              <p:cNvGrpSpPr/>
              <p:nvPr/>
            </p:nvGrpSpPr>
            <p:grpSpPr>
              <a:xfrm>
                <a:off x="755576" y="1700808"/>
                <a:ext cx="2854585" cy="4180903"/>
                <a:chOff x="5389823" y="1772729"/>
                <a:chExt cx="2854585" cy="4180903"/>
              </a:xfrm>
            </p:grpSpPr>
            <p:sp>
              <p:nvSpPr>
                <p:cNvPr id="98" name="橢圓 97">
                  <a:extLst>
                    <a:ext uri="{FF2B5EF4-FFF2-40B4-BE49-F238E27FC236}">
                      <a16:creationId xmlns:a16="http://schemas.microsoft.com/office/drawing/2014/main" id="{56E00C6B-8148-477C-BA2C-10D75E1C1B65}"/>
                    </a:ext>
                  </a:extLst>
                </p:cNvPr>
                <p:cNvSpPr/>
                <p:nvPr/>
              </p:nvSpPr>
              <p:spPr>
                <a:xfrm flipH="1">
                  <a:off x="7956376" y="1772729"/>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9" name="橢圓 98">
                  <a:extLst>
                    <a:ext uri="{FF2B5EF4-FFF2-40B4-BE49-F238E27FC236}">
                      <a16:creationId xmlns:a16="http://schemas.microsoft.com/office/drawing/2014/main" id="{157B0604-72E5-4CFB-A38E-BD0B8753E1F3}"/>
                    </a:ext>
                  </a:extLst>
                </p:cNvPr>
                <p:cNvSpPr/>
                <p:nvPr/>
              </p:nvSpPr>
              <p:spPr>
                <a:xfrm flipH="1">
                  <a:off x="7956376" y="2167695"/>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0" name="橢圓 99">
                  <a:extLst>
                    <a:ext uri="{FF2B5EF4-FFF2-40B4-BE49-F238E27FC236}">
                      <a16:creationId xmlns:a16="http://schemas.microsoft.com/office/drawing/2014/main" id="{AFA625C6-48CA-4661-999F-CDEB25C6D247}"/>
                    </a:ext>
                  </a:extLst>
                </p:cNvPr>
                <p:cNvSpPr/>
                <p:nvPr/>
              </p:nvSpPr>
              <p:spPr>
                <a:xfrm flipH="1">
                  <a:off x="7956376" y="2556384"/>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1" name="橢圓 100">
                  <a:extLst>
                    <a:ext uri="{FF2B5EF4-FFF2-40B4-BE49-F238E27FC236}">
                      <a16:creationId xmlns:a16="http://schemas.microsoft.com/office/drawing/2014/main" id="{62EE02D6-6406-4AAC-A940-4170FC340937}"/>
                    </a:ext>
                  </a:extLst>
                </p:cNvPr>
                <p:cNvSpPr/>
                <p:nvPr/>
              </p:nvSpPr>
              <p:spPr>
                <a:xfrm flipH="1">
                  <a:off x="7956376" y="2951350"/>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2" name="橢圓 101">
                  <a:extLst>
                    <a:ext uri="{FF2B5EF4-FFF2-40B4-BE49-F238E27FC236}">
                      <a16:creationId xmlns:a16="http://schemas.microsoft.com/office/drawing/2014/main" id="{A0560EA1-AF0C-4C53-B130-F7EC3B7C700A}"/>
                    </a:ext>
                  </a:extLst>
                </p:cNvPr>
                <p:cNvSpPr/>
                <p:nvPr/>
              </p:nvSpPr>
              <p:spPr>
                <a:xfrm flipH="1">
                  <a:off x="7956376" y="3380551"/>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3" name="橢圓 102">
                  <a:extLst>
                    <a:ext uri="{FF2B5EF4-FFF2-40B4-BE49-F238E27FC236}">
                      <a16:creationId xmlns:a16="http://schemas.microsoft.com/office/drawing/2014/main" id="{374B6751-32F4-4B74-A831-BE270071898C}"/>
                    </a:ext>
                  </a:extLst>
                </p:cNvPr>
                <p:cNvSpPr/>
                <p:nvPr/>
              </p:nvSpPr>
              <p:spPr>
                <a:xfrm flipH="1">
                  <a:off x="7956376" y="3775517"/>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4" name="橢圓 103">
                  <a:extLst>
                    <a:ext uri="{FF2B5EF4-FFF2-40B4-BE49-F238E27FC236}">
                      <a16:creationId xmlns:a16="http://schemas.microsoft.com/office/drawing/2014/main" id="{50D37AC6-F6D0-4893-B142-8425DDD5176D}"/>
                    </a:ext>
                  </a:extLst>
                </p:cNvPr>
                <p:cNvSpPr/>
                <p:nvPr/>
              </p:nvSpPr>
              <p:spPr>
                <a:xfrm flipH="1">
                  <a:off x="7956376" y="4164206"/>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5" name="橢圓 104">
                  <a:extLst>
                    <a:ext uri="{FF2B5EF4-FFF2-40B4-BE49-F238E27FC236}">
                      <a16:creationId xmlns:a16="http://schemas.microsoft.com/office/drawing/2014/main" id="{4F1B106C-714D-490A-82FD-EFE366647912}"/>
                    </a:ext>
                  </a:extLst>
                </p:cNvPr>
                <p:cNvSpPr/>
                <p:nvPr/>
              </p:nvSpPr>
              <p:spPr>
                <a:xfrm flipH="1">
                  <a:off x="7956376" y="4559172"/>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6" name="橢圓 105">
                  <a:extLst>
                    <a:ext uri="{FF2B5EF4-FFF2-40B4-BE49-F238E27FC236}">
                      <a16:creationId xmlns:a16="http://schemas.microsoft.com/office/drawing/2014/main" id="{061C9B8F-07BE-478C-BC1C-F74F14CB9D5B}"/>
                    </a:ext>
                  </a:extLst>
                </p:cNvPr>
                <p:cNvSpPr/>
                <p:nvPr/>
              </p:nvSpPr>
              <p:spPr>
                <a:xfrm flipH="1">
                  <a:off x="8087727" y="5054460"/>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7" name="橢圓 106">
                  <a:extLst>
                    <a:ext uri="{FF2B5EF4-FFF2-40B4-BE49-F238E27FC236}">
                      <a16:creationId xmlns:a16="http://schemas.microsoft.com/office/drawing/2014/main" id="{4A2290C5-B60A-4BDA-8935-DA58E4E3B5D6}"/>
                    </a:ext>
                  </a:extLst>
                </p:cNvPr>
                <p:cNvSpPr/>
                <p:nvPr/>
              </p:nvSpPr>
              <p:spPr>
                <a:xfrm flipH="1">
                  <a:off x="8084479" y="5232312"/>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8" name="橢圓 107">
                  <a:extLst>
                    <a:ext uri="{FF2B5EF4-FFF2-40B4-BE49-F238E27FC236}">
                      <a16:creationId xmlns:a16="http://schemas.microsoft.com/office/drawing/2014/main" id="{EB993D0B-58E1-4B56-9B1B-2777B77DD026}"/>
                    </a:ext>
                  </a:extLst>
                </p:cNvPr>
                <p:cNvSpPr/>
                <p:nvPr/>
              </p:nvSpPr>
              <p:spPr>
                <a:xfrm flipH="1">
                  <a:off x="8087727" y="5416382"/>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9" name="橢圓 108">
                  <a:extLst>
                    <a:ext uri="{FF2B5EF4-FFF2-40B4-BE49-F238E27FC236}">
                      <a16:creationId xmlns:a16="http://schemas.microsoft.com/office/drawing/2014/main" id="{C9CFC0CB-267D-42EE-82A7-9AD0450D3006}"/>
                    </a:ext>
                  </a:extLst>
                </p:cNvPr>
                <p:cNvSpPr/>
                <p:nvPr/>
              </p:nvSpPr>
              <p:spPr>
                <a:xfrm flipH="1">
                  <a:off x="5389823" y="2196054"/>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0" name="橢圓 109">
                  <a:extLst>
                    <a:ext uri="{FF2B5EF4-FFF2-40B4-BE49-F238E27FC236}">
                      <a16:creationId xmlns:a16="http://schemas.microsoft.com/office/drawing/2014/main" id="{1F6A416F-AB45-427B-ABA9-999B784BEC6A}"/>
                    </a:ext>
                  </a:extLst>
                </p:cNvPr>
                <p:cNvSpPr/>
                <p:nvPr/>
              </p:nvSpPr>
              <p:spPr>
                <a:xfrm flipH="1">
                  <a:off x="5389823" y="2625255"/>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1" name="橢圓 110">
                  <a:extLst>
                    <a:ext uri="{FF2B5EF4-FFF2-40B4-BE49-F238E27FC236}">
                      <a16:creationId xmlns:a16="http://schemas.microsoft.com/office/drawing/2014/main" id="{DC2F7E21-E974-41F0-9458-9FD967496D15}"/>
                    </a:ext>
                  </a:extLst>
                </p:cNvPr>
                <p:cNvSpPr/>
                <p:nvPr/>
              </p:nvSpPr>
              <p:spPr>
                <a:xfrm flipH="1">
                  <a:off x="5389823" y="3020221"/>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2" name="橢圓 111">
                  <a:extLst>
                    <a:ext uri="{FF2B5EF4-FFF2-40B4-BE49-F238E27FC236}">
                      <a16:creationId xmlns:a16="http://schemas.microsoft.com/office/drawing/2014/main" id="{F9262D00-8834-46DA-AF23-8DED27434F0D}"/>
                    </a:ext>
                  </a:extLst>
                </p:cNvPr>
                <p:cNvSpPr/>
                <p:nvPr/>
              </p:nvSpPr>
              <p:spPr>
                <a:xfrm flipH="1">
                  <a:off x="5389823" y="3408910"/>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3" name="橢圓 112">
                  <a:extLst>
                    <a:ext uri="{FF2B5EF4-FFF2-40B4-BE49-F238E27FC236}">
                      <a16:creationId xmlns:a16="http://schemas.microsoft.com/office/drawing/2014/main" id="{589F2518-D300-4D9C-BC0C-F117ADDBBE60}"/>
                    </a:ext>
                  </a:extLst>
                </p:cNvPr>
                <p:cNvSpPr/>
                <p:nvPr/>
              </p:nvSpPr>
              <p:spPr>
                <a:xfrm flipH="1">
                  <a:off x="5389823" y="3803876"/>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4" name="橢圓 113">
                  <a:extLst>
                    <a:ext uri="{FF2B5EF4-FFF2-40B4-BE49-F238E27FC236}">
                      <a16:creationId xmlns:a16="http://schemas.microsoft.com/office/drawing/2014/main" id="{D9D18C68-8CC6-4C08-B5D3-63EEDDF4DADB}"/>
                    </a:ext>
                  </a:extLst>
                </p:cNvPr>
                <p:cNvSpPr/>
                <p:nvPr/>
              </p:nvSpPr>
              <p:spPr>
                <a:xfrm flipH="1">
                  <a:off x="5521174" y="4299164"/>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5" name="橢圓 114">
                  <a:extLst>
                    <a:ext uri="{FF2B5EF4-FFF2-40B4-BE49-F238E27FC236}">
                      <a16:creationId xmlns:a16="http://schemas.microsoft.com/office/drawing/2014/main" id="{C5F5B450-2259-44C5-8BA2-98806CDA249E}"/>
                    </a:ext>
                  </a:extLst>
                </p:cNvPr>
                <p:cNvSpPr/>
                <p:nvPr/>
              </p:nvSpPr>
              <p:spPr>
                <a:xfrm flipH="1">
                  <a:off x="5517926" y="4477016"/>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6" name="橢圓 115">
                  <a:extLst>
                    <a:ext uri="{FF2B5EF4-FFF2-40B4-BE49-F238E27FC236}">
                      <a16:creationId xmlns:a16="http://schemas.microsoft.com/office/drawing/2014/main" id="{0841DC4C-D95D-4675-8E99-595CBA73F51F}"/>
                    </a:ext>
                  </a:extLst>
                </p:cNvPr>
                <p:cNvSpPr/>
                <p:nvPr/>
              </p:nvSpPr>
              <p:spPr>
                <a:xfrm flipH="1">
                  <a:off x="5521174" y="4661086"/>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7" name="橢圓 116">
                  <a:extLst>
                    <a:ext uri="{FF2B5EF4-FFF2-40B4-BE49-F238E27FC236}">
                      <a16:creationId xmlns:a16="http://schemas.microsoft.com/office/drawing/2014/main" id="{2045B80F-2EBB-4530-B0EE-DF4020F559F7}"/>
                    </a:ext>
                  </a:extLst>
                </p:cNvPr>
                <p:cNvSpPr/>
                <p:nvPr/>
              </p:nvSpPr>
              <p:spPr>
                <a:xfrm flipH="1">
                  <a:off x="5400018" y="4910444"/>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18" name="直線接點 117">
                  <a:extLst>
                    <a:ext uri="{FF2B5EF4-FFF2-40B4-BE49-F238E27FC236}">
                      <a16:creationId xmlns:a16="http://schemas.microsoft.com/office/drawing/2014/main" id="{3CCB40DE-3B40-4C6D-BA24-B7B588DD0C8B}"/>
                    </a:ext>
                  </a:extLst>
                </p:cNvPr>
                <p:cNvCxnSpPr>
                  <a:cxnSpLocks/>
                  <a:stCxn id="98" idx="6"/>
                  <a:endCxn id="109" idx="2"/>
                </p:cNvCxnSpPr>
                <p:nvPr/>
              </p:nvCxnSpPr>
              <p:spPr>
                <a:xfrm flipH="1">
                  <a:off x="5677855" y="1916745"/>
                  <a:ext cx="2278521" cy="423325"/>
                </a:xfrm>
                <a:prstGeom prst="line">
                  <a:avLst/>
                </a:prstGeom>
              </p:spPr>
              <p:style>
                <a:lnRef idx="1">
                  <a:schemeClr val="accent1"/>
                </a:lnRef>
                <a:fillRef idx="0">
                  <a:schemeClr val="accent1"/>
                </a:fillRef>
                <a:effectRef idx="0">
                  <a:schemeClr val="accent1"/>
                </a:effectRef>
                <a:fontRef idx="minor">
                  <a:schemeClr val="tx1"/>
                </a:fontRef>
              </p:style>
            </p:cxnSp>
            <p:cxnSp>
              <p:nvCxnSpPr>
                <p:cNvPr id="119" name="直線接點 118">
                  <a:extLst>
                    <a:ext uri="{FF2B5EF4-FFF2-40B4-BE49-F238E27FC236}">
                      <a16:creationId xmlns:a16="http://schemas.microsoft.com/office/drawing/2014/main" id="{6B6EB86B-5A5F-401F-9502-A96C4381A500}"/>
                    </a:ext>
                  </a:extLst>
                </p:cNvPr>
                <p:cNvCxnSpPr>
                  <a:cxnSpLocks/>
                  <a:stCxn id="98" idx="6"/>
                  <a:endCxn id="110" idx="2"/>
                </p:cNvCxnSpPr>
                <p:nvPr/>
              </p:nvCxnSpPr>
              <p:spPr>
                <a:xfrm flipH="1">
                  <a:off x="5677855" y="1916745"/>
                  <a:ext cx="2278521" cy="852526"/>
                </a:xfrm>
                <a:prstGeom prst="line">
                  <a:avLst/>
                </a:prstGeom>
              </p:spPr>
              <p:style>
                <a:lnRef idx="1">
                  <a:schemeClr val="accent1"/>
                </a:lnRef>
                <a:fillRef idx="0">
                  <a:schemeClr val="accent1"/>
                </a:fillRef>
                <a:effectRef idx="0">
                  <a:schemeClr val="accent1"/>
                </a:effectRef>
                <a:fontRef idx="minor">
                  <a:schemeClr val="tx1"/>
                </a:fontRef>
              </p:style>
            </p:cxnSp>
            <p:cxnSp>
              <p:nvCxnSpPr>
                <p:cNvPr id="120" name="直線接點 119">
                  <a:extLst>
                    <a:ext uri="{FF2B5EF4-FFF2-40B4-BE49-F238E27FC236}">
                      <a16:creationId xmlns:a16="http://schemas.microsoft.com/office/drawing/2014/main" id="{B15C1AF8-961A-4AF6-8475-95BE30FF9267}"/>
                    </a:ext>
                  </a:extLst>
                </p:cNvPr>
                <p:cNvCxnSpPr>
                  <a:cxnSpLocks/>
                  <a:stCxn id="98" idx="6"/>
                  <a:endCxn id="111" idx="2"/>
                </p:cNvCxnSpPr>
                <p:nvPr/>
              </p:nvCxnSpPr>
              <p:spPr>
                <a:xfrm flipH="1">
                  <a:off x="5677855" y="1916745"/>
                  <a:ext cx="2278521" cy="1247492"/>
                </a:xfrm>
                <a:prstGeom prst="line">
                  <a:avLst/>
                </a:prstGeom>
              </p:spPr>
              <p:style>
                <a:lnRef idx="1">
                  <a:schemeClr val="accent1"/>
                </a:lnRef>
                <a:fillRef idx="0">
                  <a:schemeClr val="accent1"/>
                </a:fillRef>
                <a:effectRef idx="0">
                  <a:schemeClr val="accent1"/>
                </a:effectRef>
                <a:fontRef idx="minor">
                  <a:schemeClr val="tx1"/>
                </a:fontRef>
              </p:style>
            </p:cxnSp>
            <p:cxnSp>
              <p:nvCxnSpPr>
                <p:cNvPr id="121" name="直線接點 120">
                  <a:extLst>
                    <a:ext uri="{FF2B5EF4-FFF2-40B4-BE49-F238E27FC236}">
                      <a16:creationId xmlns:a16="http://schemas.microsoft.com/office/drawing/2014/main" id="{3DB40411-92CF-4954-974C-CD532E74AC28}"/>
                    </a:ext>
                  </a:extLst>
                </p:cNvPr>
                <p:cNvCxnSpPr>
                  <a:cxnSpLocks/>
                  <a:stCxn id="98" idx="6"/>
                  <a:endCxn id="112" idx="2"/>
                </p:cNvCxnSpPr>
                <p:nvPr/>
              </p:nvCxnSpPr>
              <p:spPr>
                <a:xfrm flipH="1">
                  <a:off x="5677855" y="1916745"/>
                  <a:ext cx="2278521" cy="1636181"/>
                </a:xfrm>
                <a:prstGeom prst="line">
                  <a:avLst/>
                </a:prstGeom>
              </p:spPr>
              <p:style>
                <a:lnRef idx="1">
                  <a:schemeClr val="accent1"/>
                </a:lnRef>
                <a:fillRef idx="0">
                  <a:schemeClr val="accent1"/>
                </a:fillRef>
                <a:effectRef idx="0">
                  <a:schemeClr val="accent1"/>
                </a:effectRef>
                <a:fontRef idx="minor">
                  <a:schemeClr val="tx1"/>
                </a:fontRef>
              </p:style>
            </p:cxnSp>
            <p:cxnSp>
              <p:nvCxnSpPr>
                <p:cNvPr id="122" name="直線接點 121">
                  <a:extLst>
                    <a:ext uri="{FF2B5EF4-FFF2-40B4-BE49-F238E27FC236}">
                      <a16:creationId xmlns:a16="http://schemas.microsoft.com/office/drawing/2014/main" id="{AC2B0673-A28C-436E-89C0-5A3D916C04EE}"/>
                    </a:ext>
                  </a:extLst>
                </p:cNvPr>
                <p:cNvCxnSpPr>
                  <a:cxnSpLocks/>
                  <a:stCxn id="98" idx="6"/>
                  <a:endCxn id="113" idx="2"/>
                </p:cNvCxnSpPr>
                <p:nvPr/>
              </p:nvCxnSpPr>
              <p:spPr>
                <a:xfrm flipH="1">
                  <a:off x="5677855" y="1916745"/>
                  <a:ext cx="2278521" cy="2031147"/>
                </a:xfrm>
                <a:prstGeom prst="line">
                  <a:avLst/>
                </a:prstGeom>
              </p:spPr>
              <p:style>
                <a:lnRef idx="1">
                  <a:schemeClr val="accent1"/>
                </a:lnRef>
                <a:fillRef idx="0">
                  <a:schemeClr val="accent1"/>
                </a:fillRef>
                <a:effectRef idx="0">
                  <a:schemeClr val="accent1"/>
                </a:effectRef>
                <a:fontRef idx="minor">
                  <a:schemeClr val="tx1"/>
                </a:fontRef>
              </p:style>
            </p:cxnSp>
            <p:cxnSp>
              <p:nvCxnSpPr>
                <p:cNvPr id="123" name="直線接點 122">
                  <a:extLst>
                    <a:ext uri="{FF2B5EF4-FFF2-40B4-BE49-F238E27FC236}">
                      <a16:creationId xmlns:a16="http://schemas.microsoft.com/office/drawing/2014/main" id="{43BA58ED-0B6D-4316-93EB-21930CD157BC}"/>
                    </a:ext>
                  </a:extLst>
                </p:cNvPr>
                <p:cNvCxnSpPr>
                  <a:cxnSpLocks/>
                  <a:stCxn id="98" idx="6"/>
                  <a:endCxn id="117" idx="2"/>
                </p:cNvCxnSpPr>
                <p:nvPr/>
              </p:nvCxnSpPr>
              <p:spPr>
                <a:xfrm flipH="1">
                  <a:off x="5688050" y="1916745"/>
                  <a:ext cx="2268326" cy="3137715"/>
                </a:xfrm>
                <a:prstGeom prst="line">
                  <a:avLst/>
                </a:prstGeom>
              </p:spPr>
              <p:style>
                <a:lnRef idx="1">
                  <a:schemeClr val="accent1"/>
                </a:lnRef>
                <a:fillRef idx="0">
                  <a:schemeClr val="accent1"/>
                </a:fillRef>
                <a:effectRef idx="0">
                  <a:schemeClr val="accent1"/>
                </a:effectRef>
                <a:fontRef idx="minor">
                  <a:schemeClr val="tx1"/>
                </a:fontRef>
              </p:style>
            </p:cxnSp>
            <p:cxnSp>
              <p:nvCxnSpPr>
                <p:cNvPr id="124" name="直線接點 123">
                  <a:extLst>
                    <a:ext uri="{FF2B5EF4-FFF2-40B4-BE49-F238E27FC236}">
                      <a16:creationId xmlns:a16="http://schemas.microsoft.com/office/drawing/2014/main" id="{72AB9EEF-7211-4233-AB7C-5211A9DDCD50}"/>
                    </a:ext>
                  </a:extLst>
                </p:cNvPr>
                <p:cNvCxnSpPr>
                  <a:cxnSpLocks/>
                  <a:stCxn id="99" idx="6"/>
                  <a:endCxn id="109" idx="2"/>
                </p:cNvCxnSpPr>
                <p:nvPr/>
              </p:nvCxnSpPr>
              <p:spPr>
                <a:xfrm flipH="1">
                  <a:off x="5677855" y="2311711"/>
                  <a:ext cx="2278521" cy="28359"/>
                </a:xfrm>
                <a:prstGeom prst="line">
                  <a:avLst/>
                </a:prstGeom>
              </p:spPr>
              <p:style>
                <a:lnRef idx="1">
                  <a:schemeClr val="accent1"/>
                </a:lnRef>
                <a:fillRef idx="0">
                  <a:schemeClr val="accent1"/>
                </a:fillRef>
                <a:effectRef idx="0">
                  <a:schemeClr val="accent1"/>
                </a:effectRef>
                <a:fontRef idx="minor">
                  <a:schemeClr val="tx1"/>
                </a:fontRef>
              </p:style>
            </p:cxnSp>
            <p:cxnSp>
              <p:nvCxnSpPr>
                <p:cNvPr id="125" name="直線接點 124">
                  <a:extLst>
                    <a:ext uri="{FF2B5EF4-FFF2-40B4-BE49-F238E27FC236}">
                      <a16:creationId xmlns:a16="http://schemas.microsoft.com/office/drawing/2014/main" id="{67F80233-9133-4AF4-9647-D1297D97B5AF}"/>
                    </a:ext>
                  </a:extLst>
                </p:cNvPr>
                <p:cNvCxnSpPr>
                  <a:cxnSpLocks/>
                  <a:stCxn id="99" idx="6"/>
                  <a:endCxn id="110" idx="2"/>
                </p:cNvCxnSpPr>
                <p:nvPr/>
              </p:nvCxnSpPr>
              <p:spPr>
                <a:xfrm flipH="1">
                  <a:off x="5677855" y="2311711"/>
                  <a:ext cx="2278521" cy="45756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6" name="直線接點 125">
                  <a:extLst>
                    <a:ext uri="{FF2B5EF4-FFF2-40B4-BE49-F238E27FC236}">
                      <a16:creationId xmlns:a16="http://schemas.microsoft.com/office/drawing/2014/main" id="{D848BE49-1FC6-42C7-962C-1FF0B2CBE60A}"/>
                    </a:ext>
                  </a:extLst>
                </p:cNvPr>
                <p:cNvCxnSpPr>
                  <a:cxnSpLocks/>
                  <a:stCxn id="99" idx="6"/>
                  <a:endCxn id="111" idx="2"/>
                </p:cNvCxnSpPr>
                <p:nvPr/>
              </p:nvCxnSpPr>
              <p:spPr>
                <a:xfrm flipH="1">
                  <a:off x="5677855" y="2311711"/>
                  <a:ext cx="2278521" cy="852526"/>
                </a:xfrm>
                <a:prstGeom prst="line">
                  <a:avLst/>
                </a:prstGeom>
              </p:spPr>
              <p:style>
                <a:lnRef idx="1">
                  <a:schemeClr val="accent1"/>
                </a:lnRef>
                <a:fillRef idx="0">
                  <a:schemeClr val="accent1"/>
                </a:fillRef>
                <a:effectRef idx="0">
                  <a:schemeClr val="accent1"/>
                </a:effectRef>
                <a:fontRef idx="minor">
                  <a:schemeClr val="tx1"/>
                </a:fontRef>
              </p:style>
            </p:cxnSp>
            <p:cxnSp>
              <p:nvCxnSpPr>
                <p:cNvPr id="127" name="直線接點 126">
                  <a:extLst>
                    <a:ext uri="{FF2B5EF4-FFF2-40B4-BE49-F238E27FC236}">
                      <a16:creationId xmlns:a16="http://schemas.microsoft.com/office/drawing/2014/main" id="{C44831EF-2B61-4FE8-8D1E-236C9FEB0FAB}"/>
                    </a:ext>
                  </a:extLst>
                </p:cNvPr>
                <p:cNvCxnSpPr>
                  <a:cxnSpLocks/>
                  <a:stCxn id="99" idx="6"/>
                  <a:endCxn id="112" idx="2"/>
                </p:cNvCxnSpPr>
                <p:nvPr/>
              </p:nvCxnSpPr>
              <p:spPr>
                <a:xfrm flipH="1">
                  <a:off x="5677855" y="2311711"/>
                  <a:ext cx="2278521" cy="1241215"/>
                </a:xfrm>
                <a:prstGeom prst="line">
                  <a:avLst/>
                </a:prstGeom>
              </p:spPr>
              <p:style>
                <a:lnRef idx="1">
                  <a:schemeClr val="accent1"/>
                </a:lnRef>
                <a:fillRef idx="0">
                  <a:schemeClr val="accent1"/>
                </a:fillRef>
                <a:effectRef idx="0">
                  <a:schemeClr val="accent1"/>
                </a:effectRef>
                <a:fontRef idx="minor">
                  <a:schemeClr val="tx1"/>
                </a:fontRef>
              </p:style>
            </p:cxnSp>
            <p:cxnSp>
              <p:nvCxnSpPr>
                <p:cNvPr id="128" name="直線接點 127">
                  <a:extLst>
                    <a:ext uri="{FF2B5EF4-FFF2-40B4-BE49-F238E27FC236}">
                      <a16:creationId xmlns:a16="http://schemas.microsoft.com/office/drawing/2014/main" id="{4AB20ECB-A7DD-4DA9-A813-F1C05363D217}"/>
                    </a:ext>
                  </a:extLst>
                </p:cNvPr>
                <p:cNvCxnSpPr>
                  <a:cxnSpLocks/>
                  <a:stCxn id="99" idx="6"/>
                  <a:endCxn id="113" idx="2"/>
                </p:cNvCxnSpPr>
                <p:nvPr/>
              </p:nvCxnSpPr>
              <p:spPr>
                <a:xfrm flipH="1">
                  <a:off x="5677855" y="2311711"/>
                  <a:ext cx="2278521" cy="1636181"/>
                </a:xfrm>
                <a:prstGeom prst="line">
                  <a:avLst/>
                </a:prstGeom>
              </p:spPr>
              <p:style>
                <a:lnRef idx="1">
                  <a:schemeClr val="accent1"/>
                </a:lnRef>
                <a:fillRef idx="0">
                  <a:schemeClr val="accent1"/>
                </a:fillRef>
                <a:effectRef idx="0">
                  <a:schemeClr val="accent1"/>
                </a:effectRef>
                <a:fontRef idx="minor">
                  <a:schemeClr val="tx1"/>
                </a:fontRef>
              </p:style>
            </p:cxnSp>
            <p:cxnSp>
              <p:nvCxnSpPr>
                <p:cNvPr id="129" name="直線接點 128">
                  <a:extLst>
                    <a:ext uri="{FF2B5EF4-FFF2-40B4-BE49-F238E27FC236}">
                      <a16:creationId xmlns:a16="http://schemas.microsoft.com/office/drawing/2014/main" id="{2DB9CBA2-9134-432F-9E33-55863741FDBE}"/>
                    </a:ext>
                  </a:extLst>
                </p:cNvPr>
                <p:cNvCxnSpPr>
                  <a:cxnSpLocks/>
                  <a:stCxn id="99" idx="6"/>
                  <a:endCxn id="117" idx="2"/>
                </p:cNvCxnSpPr>
                <p:nvPr/>
              </p:nvCxnSpPr>
              <p:spPr>
                <a:xfrm flipH="1">
                  <a:off x="5688050" y="2311711"/>
                  <a:ext cx="2268326" cy="2742749"/>
                </a:xfrm>
                <a:prstGeom prst="line">
                  <a:avLst/>
                </a:prstGeom>
              </p:spPr>
              <p:style>
                <a:lnRef idx="1">
                  <a:schemeClr val="accent1"/>
                </a:lnRef>
                <a:fillRef idx="0">
                  <a:schemeClr val="accent1"/>
                </a:fillRef>
                <a:effectRef idx="0">
                  <a:schemeClr val="accent1"/>
                </a:effectRef>
                <a:fontRef idx="minor">
                  <a:schemeClr val="tx1"/>
                </a:fontRef>
              </p:style>
            </p:cxnSp>
            <p:cxnSp>
              <p:nvCxnSpPr>
                <p:cNvPr id="130" name="直線接點 129">
                  <a:extLst>
                    <a:ext uri="{FF2B5EF4-FFF2-40B4-BE49-F238E27FC236}">
                      <a16:creationId xmlns:a16="http://schemas.microsoft.com/office/drawing/2014/main" id="{A73153A5-EAEF-496F-974F-AEA36A4FA9A3}"/>
                    </a:ext>
                  </a:extLst>
                </p:cNvPr>
                <p:cNvCxnSpPr>
                  <a:cxnSpLocks/>
                  <a:stCxn id="100" idx="6"/>
                  <a:endCxn id="109" idx="2"/>
                </p:cNvCxnSpPr>
                <p:nvPr/>
              </p:nvCxnSpPr>
              <p:spPr>
                <a:xfrm flipH="1" flipV="1">
                  <a:off x="5677855" y="2340070"/>
                  <a:ext cx="2278521" cy="36033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1" name="直線接點 130">
                  <a:extLst>
                    <a:ext uri="{FF2B5EF4-FFF2-40B4-BE49-F238E27FC236}">
                      <a16:creationId xmlns:a16="http://schemas.microsoft.com/office/drawing/2014/main" id="{334C8EAC-F799-4785-AEB6-192B31334FB4}"/>
                    </a:ext>
                  </a:extLst>
                </p:cNvPr>
                <p:cNvCxnSpPr>
                  <a:cxnSpLocks/>
                  <a:stCxn id="100" idx="6"/>
                  <a:endCxn id="110" idx="2"/>
                </p:cNvCxnSpPr>
                <p:nvPr/>
              </p:nvCxnSpPr>
              <p:spPr>
                <a:xfrm flipH="1">
                  <a:off x="5677855" y="2700400"/>
                  <a:ext cx="2278521" cy="68871"/>
                </a:xfrm>
                <a:prstGeom prst="line">
                  <a:avLst/>
                </a:prstGeom>
              </p:spPr>
              <p:style>
                <a:lnRef idx="1">
                  <a:schemeClr val="accent1"/>
                </a:lnRef>
                <a:fillRef idx="0">
                  <a:schemeClr val="accent1"/>
                </a:fillRef>
                <a:effectRef idx="0">
                  <a:schemeClr val="accent1"/>
                </a:effectRef>
                <a:fontRef idx="minor">
                  <a:schemeClr val="tx1"/>
                </a:fontRef>
              </p:style>
            </p:cxnSp>
            <p:cxnSp>
              <p:nvCxnSpPr>
                <p:cNvPr id="132" name="直線接點 131">
                  <a:extLst>
                    <a:ext uri="{FF2B5EF4-FFF2-40B4-BE49-F238E27FC236}">
                      <a16:creationId xmlns:a16="http://schemas.microsoft.com/office/drawing/2014/main" id="{5F028BD3-E6D7-44E0-82D4-AE2CCC2CDBE8}"/>
                    </a:ext>
                  </a:extLst>
                </p:cNvPr>
                <p:cNvCxnSpPr>
                  <a:cxnSpLocks/>
                  <a:stCxn id="100" idx="6"/>
                  <a:endCxn id="111" idx="2"/>
                </p:cNvCxnSpPr>
                <p:nvPr/>
              </p:nvCxnSpPr>
              <p:spPr>
                <a:xfrm flipH="1">
                  <a:off x="5677855" y="2700400"/>
                  <a:ext cx="2278521" cy="4638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33" name="直線接點 132">
                  <a:extLst>
                    <a:ext uri="{FF2B5EF4-FFF2-40B4-BE49-F238E27FC236}">
                      <a16:creationId xmlns:a16="http://schemas.microsoft.com/office/drawing/2014/main" id="{B1AB65E6-047E-46A3-B13B-0D24A137D393}"/>
                    </a:ext>
                  </a:extLst>
                </p:cNvPr>
                <p:cNvCxnSpPr>
                  <a:cxnSpLocks/>
                  <a:stCxn id="100" idx="6"/>
                  <a:endCxn id="112" idx="2"/>
                </p:cNvCxnSpPr>
                <p:nvPr/>
              </p:nvCxnSpPr>
              <p:spPr>
                <a:xfrm flipH="1">
                  <a:off x="5677855" y="2700400"/>
                  <a:ext cx="2278521" cy="852526"/>
                </a:xfrm>
                <a:prstGeom prst="line">
                  <a:avLst/>
                </a:prstGeom>
              </p:spPr>
              <p:style>
                <a:lnRef idx="1">
                  <a:schemeClr val="accent1"/>
                </a:lnRef>
                <a:fillRef idx="0">
                  <a:schemeClr val="accent1"/>
                </a:fillRef>
                <a:effectRef idx="0">
                  <a:schemeClr val="accent1"/>
                </a:effectRef>
                <a:fontRef idx="minor">
                  <a:schemeClr val="tx1"/>
                </a:fontRef>
              </p:style>
            </p:cxnSp>
            <p:cxnSp>
              <p:nvCxnSpPr>
                <p:cNvPr id="134" name="直線接點 133">
                  <a:extLst>
                    <a:ext uri="{FF2B5EF4-FFF2-40B4-BE49-F238E27FC236}">
                      <a16:creationId xmlns:a16="http://schemas.microsoft.com/office/drawing/2014/main" id="{7E31A3E6-6270-4D76-8C82-F019DD3951C8}"/>
                    </a:ext>
                  </a:extLst>
                </p:cNvPr>
                <p:cNvCxnSpPr>
                  <a:cxnSpLocks/>
                  <a:stCxn id="100" idx="6"/>
                  <a:endCxn id="113" idx="2"/>
                </p:cNvCxnSpPr>
                <p:nvPr/>
              </p:nvCxnSpPr>
              <p:spPr>
                <a:xfrm flipH="1">
                  <a:off x="5677855" y="2700400"/>
                  <a:ext cx="2278521" cy="1247492"/>
                </a:xfrm>
                <a:prstGeom prst="line">
                  <a:avLst/>
                </a:prstGeom>
              </p:spPr>
              <p:style>
                <a:lnRef idx="1">
                  <a:schemeClr val="accent1"/>
                </a:lnRef>
                <a:fillRef idx="0">
                  <a:schemeClr val="accent1"/>
                </a:fillRef>
                <a:effectRef idx="0">
                  <a:schemeClr val="accent1"/>
                </a:effectRef>
                <a:fontRef idx="minor">
                  <a:schemeClr val="tx1"/>
                </a:fontRef>
              </p:style>
            </p:cxnSp>
            <p:cxnSp>
              <p:nvCxnSpPr>
                <p:cNvPr id="135" name="直線接點 134">
                  <a:extLst>
                    <a:ext uri="{FF2B5EF4-FFF2-40B4-BE49-F238E27FC236}">
                      <a16:creationId xmlns:a16="http://schemas.microsoft.com/office/drawing/2014/main" id="{E83AE4A5-5920-4B28-AB2A-75FA4CC5DA45}"/>
                    </a:ext>
                  </a:extLst>
                </p:cNvPr>
                <p:cNvCxnSpPr>
                  <a:cxnSpLocks/>
                  <a:stCxn id="100" idx="6"/>
                  <a:endCxn id="117" idx="2"/>
                </p:cNvCxnSpPr>
                <p:nvPr/>
              </p:nvCxnSpPr>
              <p:spPr>
                <a:xfrm flipH="1">
                  <a:off x="5688050" y="2700400"/>
                  <a:ext cx="2268326" cy="235406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6" name="直線接點 135">
                  <a:extLst>
                    <a:ext uri="{FF2B5EF4-FFF2-40B4-BE49-F238E27FC236}">
                      <a16:creationId xmlns:a16="http://schemas.microsoft.com/office/drawing/2014/main" id="{2976BDAD-2C72-407B-A93C-B3AACE1651CD}"/>
                    </a:ext>
                  </a:extLst>
                </p:cNvPr>
                <p:cNvCxnSpPr>
                  <a:cxnSpLocks/>
                  <a:stCxn id="101" idx="6"/>
                  <a:endCxn id="109" idx="2"/>
                </p:cNvCxnSpPr>
                <p:nvPr/>
              </p:nvCxnSpPr>
              <p:spPr>
                <a:xfrm flipH="1" flipV="1">
                  <a:off x="5677855" y="2340070"/>
                  <a:ext cx="2278521" cy="755296"/>
                </a:xfrm>
                <a:prstGeom prst="line">
                  <a:avLst/>
                </a:prstGeom>
              </p:spPr>
              <p:style>
                <a:lnRef idx="1">
                  <a:schemeClr val="accent1"/>
                </a:lnRef>
                <a:fillRef idx="0">
                  <a:schemeClr val="accent1"/>
                </a:fillRef>
                <a:effectRef idx="0">
                  <a:schemeClr val="accent1"/>
                </a:effectRef>
                <a:fontRef idx="minor">
                  <a:schemeClr val="tx1"/>
                </a:fontRef>
              </p:style>
            </p:cxnSp>
            <p:cxnSp>
              <p:nvCxnSpPr>
                <p:cNvPr id="137" name="直線接點 136">
                  <a:extLst>
                    <a:ext uri="{FF2B5EF4-FFF2-40B4-BE49-F238E27FC236}">
                      <a16:creationId xmlns:a16="http://schemas.microsoft.com/office/drawing/2014/main" id="{5B72200F-5BCF-4C3F-B7FD-3DAC1A5C1F67}"/>
                    </a:ext>
                  </a:extLst>
                </p:cNvPr>
                <p:cNvCxnSpPr>
                  <a:cxnSpLocks/>
                  <a:stCxn id="101" idx="6"/>
                  <a:endCxn id="110" idx="2"/>
                </p:cNvCxnSpPr>
                <p:nvPr/>
              </p:nvCxnSpPr>
              <p:spPr>
                <a:xfrm flipH="1" flipV="1">
                  <a:off x="5677855" y="2769271"/>
                  <a:ext cx="2278521" cy="326095"/>
                </a:xfrm>
                <a:prstGeom prst="line">
                  <a:avLst/>
                </a:prstGeom>
              </p:spPr>
              <p:style>
                <a:lnRef idx="1">
                  <a:schemeClr val="accent1"/>
                </a:lnRef>
                <a:fillRef idx="0">
                  <a:schemeClr val="accent1"/>
                </a:fillRef>
                <a:effectRef idx="0">
                  <a:schemeClr val="accent1"/>
                </a:effectRef>
                <a:fontRef idx="minor">
                  <a:schemeClr val="tx1"/>
                </a:fontRef>
              </p:style>
            </p:cxnSp>
            <p:cxnSp>
              <p:nvCxnSpPr>
                <p:cNvPr id="138" name="直線接點 137">
                  <a:extLst>
                    <a:ext uri="{FF2B5EF4-FFF2-40B4-BE49-F238E27FC236}">
                      <a16:creationId xmlns:a16="http://schemas.microsoft.com/office/drawing/2014/main" id="{BF7D5B88-72FA-4622-AD1E-D0B9579D7FA4}"/>
                    </a:ext>
                  </a:extLst>
                </p:cNvPr>
                <p:cNvCxnSpPr>
                  <a:cxnSpLocks/>
                  <a:stCxn id="101" idx="6"/>
                  <a:endCxn id="111" idx="2"/>
                </p:cNvCxnSpPr>
                <p:nvPr/>
              </p:nvCxnSpPr>
              <p:spPr>
                <a:xfrm flipH="1">
                  <a:off x="5677855" y="3095366"/>
                  <a:ext cx="2278521" cy="68871"/>
                </a:xfrm>
                <a:prstGeom prst="line">
                  <a:avLst/>
                </a:prstGeom>
              </p:spPr>
              <p:style>
                <a:lnRef idx="1">
                  <a:schemeClr val="accent1"/>
                </a:lnRef>
                <a:fillRef idx="0">
                  <a:schemeClr val="accent1"/>
                </a:fillRef>
                <a:effectRef idx="0">
                  <a:schemeClr val="accent1"/>
                </a:effectRef>
                <a:fontRef idx="minor">
                  <a:schemeClr val="tx1"/>
                </a:fontRef>
              </p:style>
            </p:cxnSp>
            <p:cxnSp>
              <p:nvCxnSpPr>
                <p:cNvPr id="139" name="直線接點 138">
                  <a:extLst>
                    <a:ext uri="{FF2B5EF4-FFF2-40B4-BE49-F238E27FC236}">
                      <a16:creationId xmlns:a16="http://schemas.microsoft.com/office/drawing/2014/main" id="{F233C201-41B9-4027-A0E8-D3525846B859}"/>
                    </a:ext>
                  </a:extLst>
                </p:cNvPr>
                <p:cNvCxnSpPr>
                  <a:cxnSpLocks/>
                  <a:stCxn id="101" idx="6"/>
                  <a:endCxn id="112" idx="2"/>
                </p:cNvCxnSpPr>
                <p:nvPr/>
              </p:nvCxnSpPr>
              <p:spPr>
                <a:xfrm flipH="1">
                  <a:off x="5677855" y="3095366"/>
                  <a:ext cx="2278521" cy="45756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0" name="直線接點 139">
                  <a:extLst>
                    <a:ext uri="{FF2B5EF4-FFF2-40B4-BE49-F238E27FC236}">
                      <a16:creationId xmlns:a16="http://schemas.microsoft.com/office/drawing/2014/main" id="{4FD29991-A05C-4811-9949-9270E3C1D5AA}"/>
                    </a:ext>
                  </a:extLst>
                </p:cNvPr>
                <p:cNvCxnSpPr>
                  <a:cxnSpLocks/>
                  <a:stCxn id="101" idx="6"/>
                  <a:endCxn id="117" idx="2"/>
                </p:cNvCxnSpPr>
                <p:nvPr/>
              </p:nvCxnSpPr>
              <p:spPr>
                <a:xfrm flipH="1">
                  <a:off x="5688050" y="3095366"/>
                  <a:ext cx="2268326" cy="1959094"/>
                </a:xfrm>
                <a:prstGeom prst="line">
                  <a:avLst/>
                </a:prstGeom>
              </p:spPr>
              <p:style>
                <a:lnRef idx="1">
                  <a:schemeClr val="accent1"/>
                </a:lnRef>
                <a:fillRef idx="0">
                  <a:schemeClr val="accent1"/>
                </a:fillRef>
                <a:effectRef idx="0">
                  <a:schemeClr val="accent1"/>
                </a:effectRef>
                <a:fontRef idx="minor">
                  <a:schemeClr val="tx1"/>
                </a:fontRef>
              </p:style>
            </p:cxnSp>
            <p:cxnSp>
              <p:nvCxnSpPr>
                <p:cNvPr id="141" name="直線接點 140">
                  <a:extLst>
                    <a:ext uri="{FF2B5EF4-FFF2-40B4-BE49-F238E27FC236}">
                      <a16:creationId xmlns:a16="http://schemas.microsoft.com/office/drawing/2014/main" id="{4948A34B-04F0-4EFC-AB08-6C08887F0111}"/>
                    </a:ext>
                  </a:extLst>
                </p:cNvPr>
                <p:cNvCxnSpPr>
                  <a:cxnSpLocks/>
                  <a:stCxn id="102" idx="6"/>
                  <a:endCxn id="109" idx="2"/>
                </p:cNvCxnSpPr>
                <p:nvPr/>
              </p:nvCxnSpPr>
              <p:spPr>
                <a:xfrm flipH="1" flipV="1">
                  <a:off x="5677855" y="2340070"/>
                  <a:ext cx="2278521" cy="1184497"/>
                </a:xfrm>
                <a:prstGeom prst="line">
                  <a:avLst/>
                </a:prstGeom>
              </p:spPr>
              <p:style>
                <a:lnRef idx="1">
                  <a:schemeClr val="accent1"/>
                </a:lnRef>
                <a:fillRef idx="0">
                  <a:schemeClr val="accent1"/>
                </a:fillRef>
                <a:effectRef idx="0">
                  <a:schemeClr val="accent1"/>
                </a:effectRef>
                <a:fontRef idx="minor">
                  <a:schemeClr val="tx1"/>
                </a:fontRef>
              </p:style>
            </p:cxnSp>
            <p:cxnSp>
              <p:nvCxnSpPr>
                <p:cNvPr id="142" name="直線接點 141">
                  <a:extLst>
                    <a:ext uri="{FF2B5EF4-FFF2-40B4-BE49-F238E27FC236}">
                      <a16:creationId xmlns:a16="http://schemas.microsoft.com/office/drawing/2014/main" id="{5DBF523E-9D2B-4482-A0EF-0803DCA90741}"/>
                    </a:ext>
                  </a:extLst>
                </p:cNvPr>
                <p:cNvCxnSpPr>
                  <a:cxnSpLocks/>
                  <a:stCxn id="102" idx="6"/>
                  <a:endCxn id="110" idx="2"/>
                </p:cNvCxnSpPr>
                <p:nvPr/>
              </p:nvCxnSpPr>
              <p:spPr>
                <a:xfrm flipH="1" flipV="1">
                  <a:off x="5677855" y="2769271"/>
                  <a:ext cx="2278521" cy="755296"/>
                </a:xfrm>
                <a:prstGeom prst="line">
                  <a:avLst/>
                </a:prstGeom>
              </p:spPr>
              <p:style>
                <a:lnRef idx="1">
                  <a:schemeClr val="accent1"/>
                </a:lnRef>
                <a:fillRef idx="0">
                  <a:schemeClr val="accent1"/>
                </a:fillRef>
                <a:effectRef idx="0">
                  <a:schemeClr val="accent1"/>
                </a:effectRef>
                <a:fontRef idx="minor">
                  <a:schemeClr val="tx1"/>
                </a:fontRef>
              </p:style>
            </p:cxnSp>
            <p:cxnSp>
              <p:nvCxnSpPr>
                <p:cNvPr id="143" name="直線接點 142">
                  <a:extLst>
                    <a:ext uri="{FF2B5EF4-FFF2-40B4-BE49-F238E27FC236}">
                      <a16:creationId xmlns:a16="http://schemas.microsoft.com/office/drawing/2014/main" id="{E1089789-97DF-44EE-A0F2-971DA6CA4572}"/>
                    </a:ext>
                  </a:extLst>
                </p:cNvPr>
                <p:cNvCxnSpPr>
                  <a:cxnSpLocks/>
                  <a:stCxn id="102" idx="6"/>
                  <a:endCxn id="111" idx="2"/>
                </p:cNvCxnSpPr>
                <p:nvPr/>
              </p:nvCxnSpPr>
              <p:spPr>
                <a:xfrm flipH="1" flipV="1">
                  <a:off x="5677855" y="3164237"/>
                  <a:ext cx="2278521" cy="36033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4" name="直線接點 143">
                  <a:extLst>
                    <a:ext uri="{FF2B5EF4-FFF2-40B4-BE49-F238E27FC236}">
                      <a16:creationId xmlns:a16="http://schemas.microsoft.com/office/drawing/2014/main" id="{6E705A5F-54F8-4203-B83F-027EC527B130}"/>
                    </a:ext>
                  </a:extLst>
                </p:cNvPr>
                <p:cNvCxnSpPr>
                  <a:cxnSpLocks/>
                  <a:stCxn id="102" idx="6"/>
                  <a:endCxn id="112" idx="2"/>
                </p:cNvCxnSpPr>
                <p:nvPr/>
              </p:nvCxnSpPr>
              <p:spPr>
                <a:xfrm flipH="1">
                  <a:off x="5677855" y="3524567"/>
                  <a:ext cx="2278521" cy="28359"/>
                </a:xfrm>
                <a:prstGeom prst="line">
                  <a:avLst/>
                </a:prstGeom>
              </p:spPr>
              <p:style>
                <a:lnRef idx="1">
                  <a:schemeClr val="accent1"/>
                </a:lnRef>
                <a:fillRef idx="0">
                  <a:schemeClr val="accent1"/>
                </a:fillRef>
                <a:effectRef idx="0">
                  <a:schemeClr val="accent1"/>
                </a:effectRef>
                <a:fontRef idx="minor">
                  <a:schemeClr val="tx1"/>
                </a:fontRef>
              </p:style>
            </p:cxnSp>
            <p:cxnSp>
              <p:nvCxnSpPr>
                <p:cNvPr id="145" name="直線接點 144">
                  <a:extLst>
                    <a:ext uri="{FF2B5EF4-FFF2-40B4-BE49-F238E27FC236}">
                      <a16:creationId xmlns:a16="http://schemas.microsoft.com/office/drawing/2014/main" id="{C196BFE9-D161-4BC7-AF33-89D735B07927}"/>
                    </a:ext>
                  </a:extLst>
                </p:cNvPr>
                <p:cNvCxnSpPr>
                  <a:cxnSpLocks/>
                  <a:stCxn id="102" idx="6"/>
                  <a:endCxn id="113" idx="2"/>
                </p:cNvCxnSpPr>
                <p:nvPr/>
              </p:nvCxnSpPr>
              <p:spPr>
                <a:xfrm flipH="1">
                  <a:off x="5677855" y="3524567"/>
                  <a:ext cx="2278521" cy="423325"/>
                </a:xfrm>
                <a:prstGeom prst="line">
                  <a:avLst/>
                </a:prstGeom>
              </p:spPr>
              <p:style>
                <a:lnRef idx="1">
                  <a:schemeClr val="accent1"/>
                </a:lnRef>
                <a:fillRef idx="0">
                  <a:schemeClr val="accent1"/>
                </a:fillRef>
                <a:effectRef idx="0">
                  <a:schemeClr val="accent1"/>
                </a:effectRef>
                <a:fontRef idx="minor">
                  <a:schemeClr val="tx1"/>
                </a:fontRef>
              </p:style>
            </p:cxnSp>
            <p:cxnSp>
              <p:nvCxnSpPr>
                <p:cNvPr id="146" name="直線接點 145">
                  <a:extLst>
                    <a:ext uri="{FF2B5EF4-FFF2-40B4-BE49-F238E27FC236}">
                      <a16:creationId xmlns:a16="http://schemas.microsoft.com/office/drawing/2014/main" id="{96AA966D-1C72-4CF1-93F9-29D225172EE8}"/>
                    </a:ext>
                  </a:extLst>
                </p:cNvPr>
                <p:cNvCxnSpPr>
                  <a:cxnSpLocks/>
                  <a:stCxn id="102" idx="6"/>
                  <a:endCxn id="117" idx="2"/>
                </p:cNvCxnSpPr>
                <p:nvPr/>
              </p:nvCxnSpPr>
              <p:spPr>
                <a:xfrm flipH="1">
                  <a:off x="5688050" y="3524567"/>
                  <a:ext cx="2268326" cy="1529893"/>
                </a:xfrm>
                <a:prstGeom prst="line">
                  <a:avLst/>
                </a:prstGeom>
              </p:spPr>
              <p:style>
                <a:lnRef idx="1">
                  <a:schemeClr val="accent1"/>
                </a:lnRef>
                <a:fillRef idx="0">
                  <a:schemeClr val="accent1"/>
                </a:fillRef>
                <a:effectRef idx="0">
                  <a:schemeClr val="accent1"/>
                </a:effectRef>
                <a:fontRef idx="minor">
                  <a:schemeClr val="tx1"/>
                </a:fontRef>
              </p:style>
            </p:cxnSp>
            <p:cxnSp>
              <p:nvCxnSpPr>
                <p:cNvPr id="147" name="直線接點 146">
                  <a:extLst>
                    <a:ext uri="{FF2B5EF4-FFF2-40B4-BE49-F238E27FC236}">
                      <a16:creationId xmlns:a16="http://schemas.microsoft.com/office/drawing/2014/main" id="{266E69CE-73B8-4269-9593-F6C46FEBAED0}"/>
                    </a:ext>
                  </a:extLst>
                </p:cNvPr>
                <p:cNvCxnSpPr>
                  <a:cxnSpLocks/>
                  <a:stCxn id="103" idx="6"/>
                  <a:endCxn id="109" idx="2"/>
                </p:cNvCxnSpPr>
                <p:nvPr/>
              </p:nvCxnSpPr>
              <p:spPr>
                <a:xfrm flipH="1" flipV="1">
                  <a:off x="5677855" y="2340070"/>
                  <a:ext cx="2278521" cy="1579463"/>
                </a:xfrm>
                <a:prstGeom prst="line">
                  <a:avLst/>
                </a:prstGeom>
              </p:spPr>
              <p:style>
                <a:lnRef idx="1">
                  <a:schemeClr val="accent1"/>
                </a:lnRef>
                <a:fillRef idx="0">
                  <a:schemeClr val="accent1"/>
                </a:fillRef>
                <a:effectRef idx="0">
                  <a:schemeClr val="accent1"/>
                </a:effectRef>
                <a:fontRef idx="minor">
                  <a:schemeClr val="tx1"/>
                </a:fontRef>
              </p:style>
            </p:cxnSp>
            <p:cxnSp>
              <p:nvCxnSpPr>
                <p:cNvPr id="148" name="直線接點 147">
                  <a:extLst>
                    <a:ext uri="{FF2B5EF4-FFF2-40B4-BE49-F238E27FC236}">
                      <a16:creationId xmlns:a16="http://schemas.microsoft.com/office/drawing/2014/main" id="{B8DD339E-D3B2-430F-BF7E-3CB10E973B9A}"/>
                    </a:ext>
                  </a:extLst>
                </p:cNvPr>
                <p:cNvCxnSpPr>
                  <a:cxnSpLocks/>
                  <a:stCxn id="103" idx="6"/>
                  <a:endCxn id="110" idx="2"/>
                </p:cNvCxnSpPr>
                <p:nvPr/>
              </p:nvCxnSpPr>
              <p:spPr>
                <a:xfrm flipH="1" flipV="1">
                  <a:off x="5677855" y="2769271"/>
                  <a:ext cx="2278521" cy="1150262"/>
                </a:xfrm>
                <a:prstGeom prst="line">
                  <a:avLst/>
                </a:prstGeom>
              </p:spPr>
              <p:style>
                <a:lnRef idx="1">
                  <a:schemeClr val="accent1"/>
                </a:lnRef>
                <a:fillRef idx="0">
                  <a:schemeClr val="accent1"/>
                </a:fillRef>
                <a:effectRef idx="0">
                  <a:schemeClr val="accent1"/>
                </a:effectRef>
                <a:fontRef idx="minor">
                  <a:schemeClr val="tx1"/>
                </a:fontRef>
              </p:style>
            </p:cxnSp>
            <p:cxnSp>
              <p:nvCxnSpPr>
                <p:cNvPr id="149" name="直線接點 148">
                  <a:extLst>
                    <a:ext uri="{FF2B5EF4-FFF2-40B4-BE49-F238E27FC236}">
                      <a16:creationId xmlns:a16="http://schemas.microsoft.com/office/drawing/2014/main" id="{F9935268-B99E-47CB-85C5-E5241DECC676}"/>
                    </a:ext>
                  </a:extLst>
                </p:cNvPr>
                <p:cNvCxnSpPr>
                  <a:cxnSpLocks/>
                  <a:stCxn id="103" idx="6"/>
                  <a:endCxn id="111" idx="2"/>
                </p:cNvCxnSpPr>
                <p:nvPr/>
              </p:nvCxnSpPr>
              <p:spPr>
                <a:xfrm flipH="1" flipV="1">
                  <a:off x="5677855" y="3164237"/>
                  <a:ext cx="2278521" cy="755296"/>
                </a:xfrm>
                <a:prstGeom prst="line">
                  <a:avLst/>
                </a:prstGeom>
              </p:spPr>
              <p:style>
                <a:lnRef idx="1">
                  <a:schemeClr val="accent1"/>
                </a:lnRef>
                <a:fillRef idx="0">
                  <a:schemeClr val="accent1"/>
                </a:fillRef>
                <a:effectRef idx="0">
                  <a:schemeClr val="accent1"/>
                </a:effectRef>
                <a:fontRef idx="minor">
                  <a:schemeClr val="tx1"/>
                </a:fontRef>
              </p:style>
            </p:cxnSp>
            <p:cxnSp>
              <p:nvCxnSpPr>
                <p:cNvPr id="150" name="直線接點 149">
                  <a:extLst>
                    <a:ext uri="{FF2B5EF4-FFF2-40B4-BE49-F238E27FC236}">
                      <a16:creationId xmlns:a16="http://schemas.microsoft.com/office/drawing/2014/main" id="{F5AB194F-5575-4885-A204-72C0A204F6E3}"/>
                    </a:ext>
                  </a:extLst>
                </p:cNvPr>
                <p:cNvCxnSpPr>
                  <a:cxnSpLocks/>
                  <a:stCxn id="103" idx="6"/>
                  <a:endCxn id="112" idx="2"/>
                </p:cNvCxnSpPr>
                <p:nvPr/>
              </p:nvCxnSpPr>
              <p:spPr>
                <a:xfrm flipH="1" flipV="1">
                  <a:off x="5677855" y="3552926"/>
                  <a:ext cx="2278521" cy="366607"/>
                </a:xfrm>
                <a:prstGeom prst="line">
                  <a:avLst/>
                </a:prstGeom>
              </p:spPr>
              <p:style>
                <a:lnRef idx="1">
                  <a:schemeClr val="accent1"/>
                </a:lnRef>
                <a:fillRef idx="0">
                  <a:schemeClr val="accent1"/>
                </a:fillRef>
                <a:effectRef idx="0">
                  <a:schemeClr val="accent1"/>
                </a:effectRef>
                <a:fontRef idx="minor">
                  <a:schemeClr val="tx1"/>
                </a:fontRef>
              </p:style>
            </p:cxnSp>
            <p:cxnSp>
              <p:nvCxnSpPr>
                <p:cNvPr id="151" name="直線接點 150">
                  <a:extLst>
                    <a:ext uri="{FF2B5EF4-FFF2-40B4-BE49-F238E27FC236}">
                      <a16:creationId xmlns:a16="http://schemas.microsoft.com/office/drawing/2014/main" id="{9BFA0BD6-42A3-4895-BE3F-5C6C9CF4783B}"/>
                    </a:ext>
                  </a:extLst>
                </p:cNvPr>
                <p:cNvCxnSpPr>
                  <a:cxnSpLocks/>
                  <a:stCxn id="103" idx="6"/>
                  <a:endCxn id="113" idx="2"/>
                </p:cNvCxnSpPr>
                <p:nvPr/>
              </p:nvCxnSpPr>
              <p:spPr>
                <a:xfrm flipH="1">
                  <a:off x="5677855" y="3919533"/>
                  <a:ext cx="2278521" cy="28359"/>
                </a:xfrm>
                <a:prstGeom prst="line">
                  <a:avLst/>
                </a:prstGeom>
              </p:spPr>
              <p:style>
                <a:lnRef idx="1">
                  <a:schemeClr val="accent1"/>
                </a:lnRef>
                <a:fillRef idx="0">
                  <a:schemeClr val="accent1"/>
                </a:fillRef>
                <a:effectRef idx="0">
                  <a:schemeClr val="accent1"/>
                </a:effectRef>
                <a:fontRef idx="minor">
                  <a:schemeClr val="tx1"/>
                </a:fontRef>
              </p:style>
            </p:cxnSp>
            <p:cxnSp>
              <p:nvCxnSpPr>
                <p:cNvPr id="152" name="直線接點 151">
                  <a:extLst>
                    <a:ext uri="{FF2B5EF4-FFF2-40B4-BE49-F238E27FC236}">
                      <a16:creationId xmlns:a16="http://schemas.microsoft.com/office/drawing/2014/main" id="{1281BCB8-1CA8-4DCF-8B91-A9693963AFA6}"/>
                    </a:ext>
                  </a:extLst>
                </p:cNvPr>
                <p:cNvCxnSpPr>
                  <a:cxnSpLocks/>
                  <a:stCxn id="103" idx="6"/>
                  <a:endCxn id="117" idx="2"/>
                </p:cNvCxnSpPr>
                <p:nvPr/>
              </p:nvCxnSpPr>
              <p:spPr>
                <a:xfrm flipH="1">
                  <a:off x="5688050" y="3919533"/>
                  <a:ext cx="2268326" cy="1134927"/>
                </a:xfrm>
                <a:prstGeom prst="line">
                  <a:avLst/>
                </a:prstGeom>
              </p:spPr>
              <p:style>
                <a:lnRef idx="1">
                  <a:schemeClr val="accent1"/>
                </a:lnRef>
                <a:fillRef idx="0">
                  <a:schemeClr val="accent1"/>
                </a:fillRef>
                <a:effectRef idx="0">
                  <a:schemeClr val="accent1"/>
                </a:effectRef>
                <a:fontRef idx="minor">
                  <a:schemeClr val="tx1"/>
                </a:fontRef>
              </p:style>
            </p:cxnSp>
            <p:cxnSp>
              <p:nvCxnSpPr>
                <p:cNvPr id="153" name="直線接點 152">
                  <a:extLst>
                    <a:ext uri="{FF2B5EF4-FFF2-40B4-BE49-F238E27FC236}">
                      <a16:creationId xmlns:a16="http://schemas.microsoft.com/office/drawing/2014/main" id="{A0BC22D8-B4DF-4025-818A-0E1424988DAF}"/>
                    </a:ext>
                  </a:extLst>
                </p:cNvPr>
                <p:cNvCxnSpPr>
                  <a:cxnSpLocks/>
                  <a:stCxn id="104" idx="6"/>
                  <a:endCxn id="109" idx="2"/>
                </p:cNvCxnSpPr>
                <p:nvPr/>
              </p:nvCxnSpPr>
              <p:spPr>
                <a:xfrm flipH="1" flipV="1">
                  <a:off x="5677855" y="2340070"/>
                  <a:ext cx="2278521" cy="1968152"/>
                </a:xfrm>
                <a:prstGeom prst="line">
                  <a:avLst/>
                </a:prstGeom>
              </p:spPr>
              <p:style>
                <a:lnRef idx="1">
                  <a:schemeClr val="accent1"/>
                </a:lnRef>
                <a:fillRef idx="0">
                  <a:schemeClr val="accent1"/>
                </a:fillRef>
                <a:effectRef idx="0">
                  <a:schemeClr val="accent1"/>
                </a:effectRef>
                <a:fontRef idx="minor">
                  <a:schemeClr val="tx1"/>
                </a:fontRef>
              </p:style>
            </p:cxnSp>
            <p:cxnSp>
              <p:nvCxnSpPr>
                <p:cNvPr id="154" name="直線接點 153">
                  <a:extLst>
                    <a:ext uri="{FF2B5EF4-FFF2-40B4-BE49-F238E27FC236}">
                      <a16:creationId xmlns:a16="http://schemas.microsoft.com/office/drawing/2014/main" id="{553A3E9D-1CD9-4E05-8854-512E071B4C9D}"/>
                    </a:ext>
                  </a:extLst>
                </p:cNvPr>
                <p:cNvCxnSpPr>
                  <a:cxnSpLocks/>
                  <a:stCxn id="104" idx="6"/>
                  <a:endCxn id="110" idx="2"/>
                </p:cNvCxnSpPr>
                <p:nvPr/>
              </p:nvCxnSpPr>
              <p:spPr>
                <a:xfrm flipH="1" flipV="1">
                  <a:off x="5677855" y="2769271"/>
                  <a:ext cx="2278521" cy="1538951"/>
                </a:xfrm>
                <a:prstGeom prst="line">
                  <a:avLst/>
                </a:prstGeom>
              </p:spPr>
              <p:style>
                <a:lnRef idx="1">
                  <a:schemeClr val="accent1"/>
                </a:lnRef>
                <a:fillRef idx="0">
                  <a:schemeClr val="accent1"/>
                </a:fillRef>
                <a:effectRef idx="0">
                  <a:schemeClr val="accent1"/>
                </a:effectRef>
                <a:fontRef idx="minor">
                  <a:schemeClr val="tx1"/>
                </a:fontRef>
              </p:style>
            </p:cxnSp>
            <p:cxnSp>
              <p:nvCxnSpPr>
                <p:cNvPr id="155" name="直線接點 154">
                  <a:extLst>
                    <a:ext uri="{FF2B5EF4-FFF2-40B4-BE49-F238E27FC236}">
                      <a16:creationId xmlns:a16="http://schemas.microsoft.com/office/drawing/2014/main" id="{5940E645-ACD6-4A7A-ACF5-AA6A559240F7}"/>
                    </a:ext>
                  </a:extLst>
                </p:cNvPr>
                <p:cNvCxnSpPr>
                  <a:cxnSpLocks/>
                  <a:stCxn id="104" idx="6"/>
                  <a:endCxn id="111" idx="2"/>
                </p:cNvCxnSpPr>
                <p:nvPr/>
              </p:nvCxnSpPr>
              <p:spPr>
                <a:xfrm flipH="1" flipV="1">
                  <a:off x="5677855" y="3164237"/>
                  <a:ext cx="2278521" cy="1143985"/>
                </a:xfrm>
                <a:prstGeom prst="line">
                  <a:avLst/>
                </a:prstGeom>
              </p:spPr>
              <p:style>
                <a:lnRef idx="1">
                  <a:schemeClr val="accent1"/>
                </a:lnRef>
                <a:fillRef idx="0">
                  <a:schemeClr val="accent1"/>
                </a:fillRef>
                <a:effectRef idx="0">
                  <a:schemeClr val="accent1"/>
                </a:effectRef>
                <a:fontRef idx="minor">
                  <a:schemeClr val="tx1"/>
                </a:fontRef>
              </p:style>
            </p:cxnSp>
            <p:cxnSp>
              <p:nvCxnSpPr>
                <p:cNvPr id="156" name="直線接點 155">
                  <a:extLst>
                    <a:ext uri="{FF2B5EF4-FFF2-40B4-BE49-F238E27FC236}">
                      <a16:creationId xmlns:a16="http://schemas.microsoft.com/office/drawing/2014/main" id="{A20EA164-D2B2-405A-97A9-9C77EC75B999}"/>
                    </a:ext>
                  </a:extLst>
                </p:cNvPr>
                <p:cNvCxnSpPr>
                  <a:cxnSpLocks/>
                  <a:stCxn id="104" idx="6"/>
                  <a:endCxn id="112" idx="2"/>
                </p:cNvCxnSpPr>
                <p:nvPr/>
              </p:nvCxnSpPr>
              <p:spPr>
                <a:xfrm flipH="1" flipV="1">
                  <a:off x="5677855" y="3552926"/>
                  <a:ext cx="2278521" cy="755296"/>
                </a:xfrm>
                <a:prstGeom prst="line">
                  <a:avLst/>
                </a:prstGeom>
              </p:spPr>
              <p:style>
                <a:lnRef idx="1">
                  <a:schemeClr val="accent1"/>
                </a:lnRef>
                <a:fillRef idx="0">
                  <a:schemeClr val="accent1"/>
                </a:fillRef>
                <a:effectRef idx="0">
                  <a:schemeClr val="accent1"/>
                </a:effectRef>
                <a:fontRef idx="minor">
                  <a:schemeClr val="tx1"/>
                </a:fontRef>
              </p:style>
            </p:cxnSp>
            <p:cxnSp>
              <p:nvCxnSpPr>
                <p:cNvPr id="157" name="直線接點 156">
                  <a:extLst>
                    <a:ext uri="{FF2B5EF4-FFF2-40B4-BE49-F238E27FC236}">
                      <a16:creationId xmlns:a16="http://schemas.microsoft.com/office/drawing/2014/main" id="{D1CC23CF-1B3F-4793-AA0D-DC4B3CA377B4}"/>
                    </a:ext>
                  </a:extLst>
                </p:cNvPr>
                <p:cNvCxnSpPr>
                  <a:cxnSpLocks/>
                  <a:stCxn id="104" idx="6"/>
                  <a:endCxn id="113" idx="2"/>
                </p:cNvCxnSpPr>
                <p:nvPr/>
              </p:nvCxnSpPr>
              <p:spPr>
                <a:xfrm flipH="1" flipV="1">
                  <a:off x="5677855" y="3947892"/>
                  <a:ext cx="2278521" cy="36033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8" name="直線接點 157">
                  <a:extLst>
                    <a:ext uri="{FF2B5EF4-FFF2-40B4-BE49-F238E27FC236}">
                      <a16:creationId xmlns:a16="http://schemas.microsoft.com/office/drawing/2014/main" id="{98936EB6-00DC-442C-B83E-2AC3A2E55381}"/>
                    </a:ext>
                  </a:extLst>
                </p:cNvPr>
                <p:cNvCxnSpPr>
                  <a:cxnSpLocks/>
                  <a:stCxn id="104" idx="6"/>
                  <a:endCxn id="117" idx="2"/>
                </p:cNvCxnSpPr>
                <p:nvPr/>
              </p:nvCxnSpPr>
              <p:spPr>
                <a:xfrm flipH="1">
                  <a:off x="5688050" y="4308222"/>
                  <a:ext cx="2268326" cy="746238"/>
                </a:xfrm>
                <a:prstGeom prst="line">
                  <a:avLst/>
                </a:prstGeom>
              </p:spPr>
              <p:style>
                <a:lnRef idx="1">
                  <a:schemeClr val="accent1"/>
                </a:lnRef>
                <a:fillRef idx="0">
                  <a:schemeClr val="accent1"/>
                </a:fillRef>
                <a:effectRef idx="0">
                  <a:schemeClr val="accent1"/>
                </a:effectRef>
                <a:fontRef idx="minor">
                  <a:schemeClr val="tx1"/>
                </a:fontRef>
              </p:style>
            </p:cxnSp>
            <p:cxnSp>
              <p:nvCxnSpPr>
                <p:cNvPr id="159" name="直線接點 158">
                  <a:extLst>
                    <a:ext uri="{FF2B5EF4-FFF2-40B4-BE49-F238E27FC236}">
                      <a16:creationId xmlns:a16="http://schemas.microsoft.com/office/drawing/2014/main" id="{2E0AB361-B54C-4163-B455-6EC85CDAA236}"/>
                    </a:ext>
                  </a:extLst>
                </p:cNvPr>
                <p:cNvCxnSpPr>
                  <a:cxnSpLocks/>
                  <a:stCxn id="105" idx="6"/>
                  <a:endCxn id="109" idx="2"/>
                </p:cNvCxnSpPr>
                <p:nvPr/>
              </p:nvCxnSpPr>
              <p:spPr>
                <a:xfrm flipH="1" flipV="1">
                  <a:off x="5677855" y="2340070"/>
                  <a:ext cx="2278521" cy="2363118"/>
                </a:xfrm>
                <a:prstGeom prst="line">
                  <a:avLst/>
                </a:prstGeom>
              </p:spPr>
              <p:style>
                <a:lnRef idx="1">
                  <a:schemeClr val="accent1"/>
                </a:lnRef>
                <a:fillRef idx="0">
                  <a:schemeClr val="accent1"/>
                </a:fillRef>
                <a:effectRef idx="0">
                  <a:schemeClr val="accent1"/>
                </a:effectRef>
                <a:fontRef idx="minor">
                  <a:schemeClr val="tx1"/>
                </a:fontRef>
              </p:style>
            </p:cxnSp>
            <p:cxnSp>
              <p:nvCxnSpPr>
                <p:cNvPr id="160" name="直線接點 159">
                  <a:extLst>
                    <a:ext uri="{FF2B5EF4-FFF2-40B4-BE49-F238E27FC236}">
                      <a16:creationId xmlns:a16="http://schemas.microsoft.com/office/drawing/2014/main" id="{FF47E4BC-A83C-43CF-A80C-345FD6ABEAE8}"/>
                    </a:ext>
                  </a:extLst>
                </p:cNvPr>
                <p:cNvCxnSpPr>
                  <a:cxnSpLocks/>
                  <a:stCxn id="105" idx="6"/>
                  <a:endCxn id="110" idx="2"/>
                </p:cNvCxnSpPr>
                <p:nvPr/>
              </p:nvCxnSpPr>
              <p:spPr>
                <a:xfrm flipH="1" flipV="1">
                  <a:off x="5677855" y="2769271"/>
                  <a:ext cx="2278521" cy="1933917"/>
                </a:xfrm>
                <a:prstGeom prst="line">
                  <a:avLst/>
                </a:prstGeom>
              </p:spPr>
              <p:style>
                <a:lnRef idx="1">
                  <a:schemeClr val="accent1"/>
                </a:lnRef>
                <a:fillRef idx="0">
                  <a:schemeClr val="accent1"/>
                </a:fillRef>
                <a:effectRef idx="0">
                  <a:schemeClr val="accent1"/>
                </a:effectRef>
                <a:fontRef idx="minor">
                  <a:schemeClr val="tx1"/>
                </a:fontRef>
              </p:style>
            </p:cxnSp>
            <p:cxnSp>
              <p:nvCxnSpPr>
                <p:cNvPr id="161" name="直線接點 160">
                  <a:extLst>
                    <a:ext uri="{FF2B5EF4-FFF2-40B4-BE49-F238E27FC236}">
                      <a16:creationId xmlns:a16="http://schemas.microsoft.com/office/drawing/2014/main" id="{2EFEF731-E0FC-4F0E-BC1A-E5025BFCED22}"/>
                    </a:ext>
                  </a:extLst>
                </p:cNvPr>
                <p:cNvCxnSpPr>
                  <a:cxnSpLocks/>
                  <a:stCxn id="105" idx="6"/>
                  <a:endCxn id="111" idx="2"/>
                </p:cNvCxnSpPr>
                <p:nvPr/>
              </p:nvCxnSpPr>
              <p:spPr>
                <a:xfrm flipH="1" flipV="1">
                  <a:off x="5677855" y="3164237"/>
                  <a:ext cx="2278521" cy="1538951"/>
                </a:xfrm>
                <a:prstGeom prst="line">
                  <a:avLst/>
                </a:prstGeom>
              </p:spPr>
              <p:style>
                <a:lnRef idx="1">
                  <a:schemeClr val="accent1"/>
                </a:lnRef>
                <a:fillRef idx="0">
                  <a:schemeClr val="accent1"/>
                </a:fillRef>
                <a:effectRef idx="0">
                  <a:schemeClr val="accent1"/>
                </a:effectRef>
                <a:fontRef idx="minor">
                  <a:schemeClr val="tx1"/>
                </a:fontRef>
              </p:style>
            </p:cxnSp>
            <p:cxnSp>
              <p:nvCxnSpPr>
                <p:cNvPr id="162" name="直線接點 161">
                  <a:extLst>
                    <a:ext uri="{FF2B5EF4-FFF2-40B4-BE49-F238E27FC236}">
                      <a16:creationId xmlns:a16="http://schemas.microsoft.com/office/drawing/2014/main" id="{38D57645-283E-4252-9470-3D0FF1B1BACE}"/>
                    </a:ext>
                  </a:extLst>
                </p:cNvPr>
                <p:cNvCxnSpPr>
                  <a:cxnSpLocks/>
                  <a:stCxn id="105" idx="6"/>
                  <a:endCxn id="112" idx="2"/>
                </p:cNvCxnSpPr>
                <p:nvPr/>
              </p:nvCxnSpPr>
              <p:spPr>
                <a:xfrm flipH="1" flipV="1">
                  <a:off x="5677855" y="3552926"/>
                  <a:ext cx="2278521" cy="1150262"/>
                </a:xfrm>
                <a:prstGeom prst="line">
                  <a:avLst/>
                </a:prstGeom>
              </p:spPr>
              <p:style>
                <a:lnRef idx="1">
                  <a:schemeClr val="accent1"/>
                </a:lnRef>
                <a:fillRef idx="0">
                  <a:schemeClr val="accent1"/>
                </a:fillRef>
                <a:effectRef idx="0">
                  <a:schemeClr val="accent1"/>
                </a:effectRef>
                <a:fontRef idx="minor">
                  <a:schemeClr val="tx1"/>
                </a:fontRef>
              </p:style>
            </p:cxnSp>
            <p:cxnSp>
              <p:nvCxnSpPr>
                <p:cNvPr id="163" name="直線接點 162">
                  <a:extLst>
                    <a:ext uri="{FF2B5EF4-FFF2-40B4-BE49-F238E27FC236}">
                      <a16:creationId xmlns:a16="http://schemas.microsoft.com/office/drawing/2014/main" id="{1279FCB5-3CCA-4F7E-8DC8-A86374F6ED77}"/>
                    </a:ext>
                  </a:extLst>
                </p:cNvPr>
                <p:cNvCxnSpPr>
                  <a:cxnSpLocks/>
                  <a:stCxn id="105" idx="6"/>
                  <a:endCxn id="113" idx="2"/>
                </p:cNvCxnSpPr>
                <p:nvPr/>
              </p:nvCxnSpPr>
              <p:spPr>
                <a:xfrm flipH="1" flipV="1">
                  <a:off x="5677855" y="3947892"/>
                  <a:ext cx="2278521" cy="755296"/>
                </a:xfrm>
                <a:prstGeom prst="line">
                  <a:avLst/>
                </a:prstGeom>
              </p:spPr>
              <p:style>
                <a:lnRef idx="1">
                  <a:schemeClr val="accent1"/>
                </a:lnRef>
                <a:fillRef idx="0">
                  <a:schemeClr val="accent1"/>
                </a:fillRef>
                <a:effectRef idx="0">
                  <a:schemeClr val="accent1"/>
                </a:effectRef>
                <a:fontRef idx="minor">
                  <a:schemeClr val="tx1"/>
                </a:fontRef>
              </p:style>
            </p:cxnSp>
            <p:cxnSp>
              <p:nvCxnSpPr>
                <p:cNvPr id="164" name="直線接點 163">
                  <a:extLst>
                    <a:ext uri="{FF2B5EF4-FFF2-40B4-BE49-F238E27FC236}">
                      <a16:creationId xmlns:a16="http://schemas.microsoft.com/office/drawing/2014/main" id="{9137A4BE-A212-426F-8AC4-E8B9F35E2FBA}"/>
                    </a:ext>
                  </a:extLst>
                </p:cNvPr>
                <p:cNvCxnSpPr>
                  <a:cxnSpLocks/>
                  <a:stCxn id="105" idx="6"/>
                  <a:endCxn id="117" idx="2"/>
                </p:cNvCxnSpPr>
                <p:nvPr/>
              </p:nvCxnSpPr>
              <p:spPr>
                <a:xfrm flipH="1">
                  <a:off x="5688050" y="4703188"/>
                  <a:ext cx="2268326" cy="351272"/>
                </a:xfrm>
                <a:prstGeom prst="line">
                  <a:avLst/>
                </a:prstGeom>
              </p:spPr>
              <p:style>
                <a:lnRef idx="1">
                  <a:schemeClr val="accent1"/>
                </a:lnRef>
                <a:fillRef idx="0">
                  <a:schemeClr val="accent1"/>
                </a:fillRef>
                <a:effectRef idx="0">
                  <a:schemeClr val="accent1"/>
                </a:effectRef>
                <a:fontRef idx="minor">
                  <a:schemeClr val="tx1"/>
                </a:fontRef>
              </p:style>
            </p:cxnSp>
            <p:sp>
              <p:nvSpPr>
                <p:cNvPr id="165" name="橢圓 164">
                  <a:extLst>
                    <a:ext uri="{FF2B5EF4-FFF2-40B4-BE49-F238E27FC236}">
                      <a16:creationId xmlns:a16="http://schemas.microsoft.com/office/drawing/2014/main" id="{F7E93BE3-35C3-4AF0-AFC2-D44C8E0A83C3}"/>
                    </a:ext>
                  </a:extLst>
                </p:cNvPr>
                <p:cNvSpPr/>
                <p:nvPr/>
              </p:nvSpPr>
              <p:spPr>
                <a:xfrm flipH="1">
                  <a:off x="7956376" y="5665600"/>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66" name="直線接點 165">
                  <a:extLst>
                    <a:ext uri="{FF2B5EF4-FFF2-40B4-BE49-F238E27FC236}">
                      <a16:creationId xmlns:a16="http://schemas.microsoft.com/office/drawing/2014/main" id="{BE975002-33F6-4E33-B451-5C663DC721B0}"/>
                    </a:ext>
                  </a:extLst>
                </p:cNvPr>
                <p:cNvCxnSpPr>
                  <a:cxnSpLocks/>
                  <a:stCxn id="165" idx="6"/>
                  <a:endCxn id="109" idx="2"/>
                </p:cNvCxnSpPr>
                <p:nvPr/>
              </p:nvCxnSpPr>
              <p:spPr>
                <a:xfrm flipH="1" flipV="1">
                  <a:off x="5677855" y="2340070"/>
                  <a:ext cx="2278521" cy="3469546"/>
                </a:xfrm>
                <a:prstGeom prst="line">
                  <a:avLst/>
                </a:prstGeom>
              </p:spPr>
              <p:style>
                <a:lnRef idx="1">
                  <a:schemeClr val="accent1"/>
                </a:lnRef>
                <a:fillRef idx="0">
                  <a:schemeClr val="accent1"/>
                </a:fillRef>
                <a:effectRef idx="0">
                  <a:schemeClr val="accent1"/>
                </a:effectRef>
                <a:fontRef idx="minor">
                  <a:schemeClr val="tx1"/>
                </a:fontRef>
              </p:style>
            </p:cxnSp>
            <p:cxnSp>
              <p:nvCxnSpPr>
                <p:cNvPr id="167" name="直線接點 166">
                  <a:extLst>
                    <a:ext uri="{FF2B5EF4-FFF2-40B4-BE49-F238E27FC236}">
                      <a16:creationId xmlns:a16="http://schemas.microsoft.com/office/drawing/2014/main" id="{D60FFA0C-B960-4DC7-B91A-B8CC2AE7AF04}"/>
                    </a:ext>
                  </a:extLst>
                </p:cNvPr>
                <p:cNvCxnSpPr>
                  <a:cxnSpLocks/>
                  <a:stCxn id="165" idx="6"/>
                  <a:endCxn id="110" idx="2"/>
                </p:cNvCxnSpPr>
                <p:nvPr/>
              </p:nvCxnSpPr>
              <p:spPr>
                <a:xfrm flipH="1" flipV="1">
                  <a:off x="5677855" y="2769271"/>
                  <a:ext cx="2278521" cy="3040345"/>
                </a:xfrm>
                <a:prstGeom prst="line">
                  <a:avLst/>
                </a:prstGeom>
              </p:spPr>
              <p:style>
                <a:lnRef idx="1">
                  <a:schemeClr val="accent1"/>
                </a:lnRef>
                <a:fillRef idx="0">
                  <a:schemeClr val="accent1"/>
                </a:fillRef>
                <a:effectRef idx="0">
                  <a:schemeClr val="accent1"/>
                </a:effectRef>
                <a:fontRef idx="minor">
                  <a:schemeClr val="tx1"/>
                </a:fontRef>
              </p:style>
            </p:cxnSp>
            <p:cxnSp>
              <p:nvCxnSpPr>
                <p:cNvPr id="168" name="直線接點 167">
                  <a:extLst>
                    <a:ext uri="{FF2B5EF4-FFF2-40B4-BE49-F238E27FC236}">
                      <a16:creationId xmlns:a16="http://schemas.microsoft.com/office/drawing/2014/main" id="{27402B16-1480-4DA6-ACCC-ED33A9AFB077}"/>
                    </a:ext>
                  </a:extLst>
                </p:cNvPr>
                <p:cNvCxnSpPr>
                  <a:cxnSpLocks/>
                  <a:stCxn id="165" idx="6"/>
                  <a:endCxn id="111" idx="2"/>
                </p:cNvCxnSpPr>
                <p:nvPr/>
              </p:nvCxnSpPr>
              <p:spPr>
                <a:xfrm flipH="1" flipV="1">
                  <a:off x="5677855" y="3164237"/>
                  <a:ext cx="2278521" cy="2645379"/>
                </a:xfrm>
                <a:prstGeom prst="line">
                  <a:avLst/>
                </a:prstGeom>
              </p:spPr>
              <p:style>
                <a:lnRef idx="1">
                  <a:schemeClr val="accent1"/>
                </a:lnRef>
                <a:fillRef idx="0">
                  <a:schemeClr val="accent1"/>
                </a:fillRef>
                <a:effectRef idx="0">
                  <a:schemeClr val="accent1"/>
                </a:effectRef>
                <a:fontRef idx="minor">
                  <a:schemeClr val="tx1"/>
                </a:fontRef>
              </p:style>
            </p:cxnSp>
            <p:cxnSp>
              <p:nvCxnSpPr>
                <p:cNvPr id="169" name="直線接點 168">
                  <a:extLst>
                    <a:ext uri="{FF2B5EF4-FFF2-40B4-BE49-F238E27FC236}">
                      <a16:creationId xmlns:a16="http://schemas.microsoft.com/office/drawing/2014/main" id="{B0257BE8-53A1-4AE3-8769-6152F5F35210}"/>
                    </a:ext>
                  </a:extLst>
                </p:cNvPr>
                <p:cNvCxnSpPr>
                  <a:cxnSpLocks/>
                  <a:stCxn id="165" idx="6"/>
                  <a:endCxn id="112" idx="2"/>
                </p:cNvCxnSpPr>
                <p:nvPr/>
              </p:nvCxnSpPr>
              <p:spPr>
                <a:xfrm flipH="1" flipV="1">
                  <a:off x="5677855" y="3552926"/>
                  <a:ext cx="2278521" cy="225669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0" name="直線接點 169">
                  <a:extLst>
                    <a:ext uri="{FF2B5EF4-FFF2-40B4-BE49-F238E27FC236}">
                      <a16:creationId xmlns:a16="http://schemas.microsoft.com/office/drawing/2014/main" id="{58450DD0-7AA5-4CFA-9CF5-D8F92529DA68}"/>
                    </a:ext>
                  </a:extLst>
                </p:cNvPr>
                <p:cNvCxnSpPr>
                  <a:cxnSpLocks/>
                  <a:stCxn id="165" idx="6"/>
                  <a:endCxn id="113" idx="2"/>
                </p:cNvCxnSpPr>
                <p:nvPr/>
              </p:nvCxnSpPr>
              <p:spPr>
                <a:xfrm flipH="1" flipV="1">
                  <a:off x="5677855" y="3947892"/>
                  <a:ext cx="2278521" cy="18617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71" name="直線接點 170">
                  <a:extLst>
                    <a:ext uri="{FF2B5EF4-FFF2-40B4-BE49-F238E27FC236}">
                      <a16:creationId xmlns:a16="http://schemas.microsoft.com/office/drawing/2014/main" id="{4904B467-B27A-4CA8-8DB8-28E33742684C}"/>
                    </a:ext>
                  </a:extLst>
                </p:cNvPr>
                <p:cNvCxnSpPr>
                  <a:cxnSpLocks/>
                  <a:stCxn id="165" idx="6"/>
                  <a:endCxn id="117" idx="2"/>
                </p:cNvCxnSpPr>
                <p:nvPr/>
              </p:nvCxnSpPr>
              <p:spPr>
                <a:xfrm flipH="1" flipV="1">
                  <a:off x="5688050" y="5054460"/>
                  <a:ext cx="2268326" cy="755156"/>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9" name="群組 18">
                <a:extLst>
                  <a:ext uri="{FF2B5EF4-FFF2-40B4-BE49-F238E27FC236}">
                    <a16:creationId xmlns:a16="http://schemas.microsoft.com/office/drawing/2014/main" id="{93FB1F5E-2DA9-433B-A1E5-B02E6554E5C8}"/>
                  </a:ext>
                </a:extLst>
              </p:cNvPr>
              <p:cNvGrpSpPr/>
              <p:nvPr/>
            </p:nvGrpSpPr>
            <p:grpSpPr>
              <a:xfrm>
                <a:off x="5694983" y="1641503"/>
                <a:ext cx="2854585" cy="4180903"/>
                <a:chOff x="2987824" y="1556792"/>
                <a:chExt cx="2854585" cy="4180903"/>
              </a:xfrm>
            </p:grpSpPr>
            <p:sp>
              <p:nvSpPr>
                <p:cNvPr id="24" name="橢圓 23">
                  <a:extLst>
                    <a:ext uri="{FF2B5EF4-FFF2-40B4-BE49-F238E27FC236}">
                      <a16:creationId xmlns:a16="http://schemas.microsoft.com/office/drawing/2014/main" id="{7AB1865A-1746-4EE1-A66E-F5DB5C0BC974}"/>
                    </a:ext>
                  </a:extLst>
                </p:cNvPr>
                <p:cNvSpPr/>
                <p:nvPr/>
              </p:nvSpPr>
              <p:spPr>
                <a:xfrm>
                  <a:off x="2987824" y="1556792"/>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5" name="橢圓 24">
                  <a:extLst>
                    <a:ext uri="{FF2B5EF4-FFF2-40B4-BE49-F238E27FC236}">
                      <a16:creationId xmlns:a16="http://schemas.microsoft.com/office/drawing/2014/main" id="{0B9696FA-9D1A-47A0-AAA3-A9DF053F2FE6}"/>
                    </a:ext>
                  </a:extLst>
                </p:cNvPr>
                <p:cNvSpPr/>
                <p:nvPr/>
              </p:nvSpPr>
              <p:spPr>
                <a:xfrm>
                  <a:off x="2987824" y="1951758"/>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6" name="橢圓 25">
                  <a:extLst>
                    <a:ext uri="{FF2B5EF4-FFF2-40B4-BE49-F238E27FC236}">
                      <a16:creationId xmlns:a16="http://schemas.microsoft.com/office/drawing/2014/main" id="{823A63CB-338F-4007-B68E-E1BD20DAA4BC}"/>
                    </a:ext>
                  </a:extLst>
                </p:cNvPr>
                <p:cNvSpPr/>
                <p:nvPr/>
              </p:nvSpPr>
              <p:spPr>
                <a:xfrm>
                  <a:off x="2987824" y="2340447"/>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7" name="橢圓 26">
                  <a:extLst>
                    <a:ext uri="{FF2B5EF4-FFF2-40B4-BE49-F238E27FC236}">
                      <a16:creationId xmlns:a16="http://schemas.microsoft.com/office/drawing/2014/main" id="{9D923089-C538-49FB-9051-F3542300EF53}"/>
                    </a:ext>
                  </a:extLst>
                </p:cNvPr>
                <p:cNvSpPr/>
                <p:nvPr/>
              </p:nvSpPr>
              <p:spPr>
                <a:xfrm>
                  <a:off x="2987824" y="2735413"/>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8" name="橢圓 27">
                  <a:extLst>
                    <a:ext uri="{FF2B5EF4-FFF2-40B4-BE49-F238E27FC236}">
                      <a16:creationId xmlns:a16="http://schemas.microsoft.com/office/drawing/2014/main" id="{E0ABDB8D-9D37-4037-A55D-14627F6441E2}"/>
                    </a:ext>
                  </a:extLst>
                </p:cNvPr>
                <p:cNvSpPr/>
                <p:nvPr/>
              </p:nvSpPr>
              <p:spPr>
                <a:xfrm>
                  <a:off x="2987824" y="3164614"/>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9" name="橢圓 28">
                  <a:extLst>
                    <a:ext uri="{FF2B5EF4-FFF2-40B4-BE49-F238E27FC236}">
                      <a16:creationId xmlns:a16="http://schemas.microsoft.com/office/drawing/2014/main" id="{04BA76A4-DEFA-4EDE-B302-D1897756FD19}"/>
                    </a:ext>
                  </a:extLst>
                </p:cNvPr>
                <p:cNvSpPr/>
                <p:nvPr/>
              </p:nvSpPr>
              <p:spPr>
                <a:xfrm>
                  <a:off x="2987824" y="3559580"/>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橢圓 29">
                  <a:extLst>
                    <a:ext uri="{FF2B5EF4-FFF2-40B4-BE49-F238E27FC236}">
                      <a16:creationId xmlns:a16="http://schemas.microsoft.com/office/drawing/2014/main" id="{AE104A1F-5E16-409D-BD94-6CCB51A69DE5}"/>
                    </a:ext>
                  </a:extLst>
                </p:cNvPr>
                <p:cNvSpPr/>
                <p:nvPr/>
              </p:nvSpPr>
              <p:spPr>
                <a:xfrm>
                  <a:off x="2987824" y="3948269"/>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1" name="橢圓 30">
                  <a:extLst>
                    <a:ext uri="{FF2B5EF4-FFF2-40B4-BE49-F238E27FC236}">
                      <a16:creationId xmlns:a16="http://schemas.microsoft.com/office/drawing/2014/main" id="{4DC398D0-5379-441B-BB68-964361944B3F}"/>
                    </a:ext>
                  </a:extLst>
                </p:cNvPr>
                <p:cNvSpPr/>
                <p:nvPr/>
              </p:nvSpPr>
              <p:spPr>
                <a:xfrm>
                  <a:off x="2987824" y="4343235"/>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2" name="橢圓 31">
                  <a:extLst>
                    <a:ext uri="{FF2B5EF4-FFF2-40B4-BE49-F238E27FC236}">
                      <a16:creationId xmlns:a16="http://schemas.microsoft.com/office/drawing/2014/main" id="{CF03F1D1-31D6-44FB-AA6C-86D7399CBB3D}"/>
                    </a:ext>
                  </a:extLst>
                </p:cNvPr>
                <p:cNvSpPr/>
                <p:nvPr/>
              </p:nvSpPr>
              <p:spPr>
                <a:xfrm>
                  <a:off x="3098786" y="4838523"/>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3" name="橢圓 32">
                  <a:extLst>
                    <a:ext uri="{FF2B5EF4-FFF2-40B4-BE49-F238E27FC236}">
                      <a16:creationId xmlns:a16="http://schemas.microsoft.com/office/drawing/2014/main" id="{FACF11C1-E2D5-44C3-A661-5564C0017E6F}"/>
                    </a:ext>
                  </a:extLst>
                </p:cNvPr>
                <p:cNvSpPr/>
                <p:nvPr/>
              </p:nvSpPr>
              <p:spPr>
                <a:xfrm>
                  <a:off x="3102034" y="5016375"/>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4" name="橢圓 33">
                  <a:extLst>
                    <a:ext uri="{FF2B5EF4-FFF2-40B4-BE49-F238E27FC236}">
                      <a16:creationId xmlns:a16="http://schemas.microsoft.com/office/drawing/2014/main" id="{B382855B-7C7E-4080-8338-34057E991ABC}"/>
                    </a:ext>
                  </a:extLst>
                </p:cNvPr>
                <p:cNvSpPr/>
                <p:nvPr/>
              </p:nvSpPr>
              <p:spPr>
                <a:xfrm>
                  <a:off x="3098786" y="5200445"/>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5" name="橢圓 34">
                  <a:extLst>
                    <a:ext uri="{FF2B5EF4-FFF2-40B4-BE49-F238E27FC236}">
                      <a16:creationId xmlns:a16="http://schemas.microsoft.com/office/drawing/2014/main" id="{F16EDAA7-ED89-49BD-A147-C5CDE72878DD}"/>
                    </a:ext>
                  </a:extLst>
                </p:cNvPr>
                <p:cNvSpPr/>
                <p:nvPr/>
              </p:nvSpPr>
              <p:spPr>
                <a:xfrm>
                  <a:off x="5554377" y="1980117"/>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6" name="橢圓 35">
                  <a:extLst>
                    <a:ext uri="{FF2B5EF4-FFF2-40B4-BE49-F238E27FC236}">
                      <a16:creationId xmlns:a16="http://schemas.microsoft.com/office/drawing/2014/main" id="{7B93289B-5CE3-4F4E-8670-A26ED7DC63FE}"/>
                    </a:ext>
                  </a:extLst>
                </p:cNvPr>
                <p:cNvSpPr/>
                <p:nvPr/>
              </p:nvSpPr>
              <p:spPr>
                <a:xfrm>
                  <a:off x="5554377" y="2409318"/>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7" name="橢圓 36">
                  <a:extLst>
                    <a:ext uri="{FF2B5EF4-FFF2-40B4-BE49-F238E27FC236}">
                      <a16:creationId xmlns:a16="http://schemas.microsoft.com/office/drawing/2014/main" id="{08B1D975-8A26-4D8E-9B33-E3FF955BDECC}"/>
                    </a:ext>
                  </a:extLst>
                </p:cNvPr>
                <p:cNvSpPr/>
                <p:nvPr/>
              </p:nvSpPr>
              <p:spPr>
                <a:xfrm>
                  <a:off x="5554377" y="2804284"/>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8" name="橢圓 37">
                  <a:extLst>
                    <a:ext uri="{FF2B5EF4-FFF2-40B4-BE49-F238E27FC236}">
                      <a16:creationId xmlns:a16="http://schemas.microsoft.com/office/drawing/2014/main" id="{4E5844E4-9BA5-46EF-B399-0EB8A9869079}"/>
                    </a:ext>
                  </a:extLst>
                </p:cNvPr>
                <p:cNvSpPr/>
                <p:nvPr/>
              </p:nvSpPr>
              <p:spPr>
                <a:xfrm>
                  <a:off x="5554377" y="3192973"/>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9" name="橢圓 38">
                  <a:extLst>
                    <a:ext uri="{FF2B5EF4-FFF2-40B4-BE49-F238E27FC236}">
                      <a16:creationId xmlns:a16="http://schemas.microsoft.com/office/drawing/2014/main" id="{2656BE9E-9CFF-4523-BA47-D870E9EE0FDF}"/>
                    </a:ext>
                  </a:extLst>
                </p:cNvPr>
                <p:cNvSpPr/>
                <p:nvPr/>
              </p:nvSpPr>
              <p:spPr>
                <a:xfrm>
                  <a:off x="5554377" y="3587939"/>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0" name="橢圓 39">
                  <a:extLst>
                    <a:ext uri="{FF2B5EF4-FFF2-40B4-BE49-F238E27FC236}">
                      <a16:creationId xmlns:a16="http://schemas.microsoft.com/office/drawing/2014/main" id="{3FF5441D-6B7C-4768-A821-425BB3E7C1D9}"/>
                    </a:ext>
                  </a:extLst>
                </p:cNvPr>
                <p:cNvSpPr/>
                <p:nvPr/>
              </p:nvSpPr>
              <p:spPr>
                <a:xfrm>
                  <a:off x="5665339" y="4083227"/>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1" name="橢圓 40">
                  <a:extLst>
                    <a:ext uri="{FF2B5EF4-FFF2-40B4-BE49-F238E27FC236}">
                      <a16:creationId xmlns:a16="http://schemas.microsoft.com/office/drawing/2014/main" id="{2265E36C-BB51-4734-B9DE-4871CBA45A44}"/>
                    </a:ext>
                  </a:extLst>
                </p:cNvPr>
                <p:cNvSpPr/>
                <p:nvPr/>
              </p:nvSpPr>
              <p:spPr>
                <a:xfrm>
                  <a:off x="5668587" y="4261079"/>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2" name="橢圓 41">
                  <a:extLst>
                    <a:ext uri="{FF2B5EF4-FFF2-40B4-BE49-F238E27FC236}">
                      <a16:creationId xmlns:a16="http://schemas.microsoft.com/office/drawing/2014/main" id="{057EBB7F-AC12-4428-99EC-3D1A59DC013D}"/>
                    </a:ext>
                  </a:extLst>
                </p:cNvPr>
                <p:cNvSpPr/>
                <p:nvPr/>
              </p:nvSpPr>
              <p:spPr>
                <a:xfrm>
                  <a:off x="5665339" y="4445149"/>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3" name="橢圓 42">
                  <a:extLst>
                    <a:ext uri="{FF2B5EF4-FFF2-40B4-BE49-F238E27FC236}">
                      <a16:creationId xmlns:a16="http://schemas.microsoft.com/office/drawing/2014/main" id="{8F23F431-C928-474F-8272-5A5825137558}"/>
                    </a:ext>
                  </a:extLst>
                </p:cNvPr>
                <p:cNvSpPr/>
                <p:nvPr/>
              </p:nvSpPr>
              <p:spPr>
                <a:xfrm>
                  <a:off x="5544182" y="4694507"/>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44" name="直線接點 43">
                  <a:extLst>
                    <a:ext uri="{FF2B5EF4-FFF2-40B4-BE49-F238E27FC236}">
                      <a16:creationId xmlns:a16="http://schemas.microsoft.com/office/drawing/2014/main" id="{5FF76263-8F4A-4044-8970-24AAAACDD6BB}"/>
                    </a:ext>
                  </a:extLst>
                </p:cNvPr>
                <p:cNvCxnSpPr>
                  <a:cxnSpLocks/>
                  <a:stCxn id="24" idx="6"/>
                  <a:endCxn id="35" idx="2"/>
                </p:cNvCxnSpPr>
                <p:nvPr/>
              </p:nvCxnSpPr>
              <p:spPr>
                <a:xfrm>
                  <a:off x="3275856" y="1700808"/>
                  <a:ext cx="2278521" cy="423325"/>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直線接點 44">
                  <a:extLst>
                    <a:ext uri="{FF2B5EF4-FFF2-40B4-BE49-F238E27FC236}">
                      <a16:creationId xmlns:a16="http://schemas.microsoft.com/office/drawing/2014/main" id="{3656C5DE-4BB4-47B0-BDB5-755727FEA671}"/>
                    </a:ext>
                  </a:extLst>
                </p:cNvPr>
                <p:cNvCxnSpPr>
                  <a:cxnSpLocks/>
                  <a:stCxn id="24" idx="6"/>
                  <a:endCxn id="36" idx="2"/>
                </p:cNvCxnSpPr>
                <p:nvPr/>
              </p:nvCxnSpPr>
              <p:spPr>
                <a:xfrm>
                  <a:off x="3275856" y="1700808"/>
                  <a:ext cx="2278521" cy="852526"/>
                </a:xfrm>
                <a:prstGeom prst="line">
                  <a:avLst/>
                </a:prstGeom>
              </p:spPr>
              <p:style>
                <a:lnRef idx="1">
                  <a:schemeClr val="accent1"/>
                </a:lnRef>
                <a:fillRef idx="0">
                  <a:schemeClr val="accent1"/>
                </a:fillRef>
                <a:effectRef idx="0">
                  <a:schemeClr val="accent1"/>
                </a:effectRef>
                <a:fontRef idx="minor">
                  <a:schemeClr val="tx1"/>
                </a:fontRef>
              </p:style>
            </p:cxnSp>
            <p:cxnSp>
              <p:nvCxnSpPr>
                <p:cNvPr id="46" name="直線接點 45">
                  <a:extLst>
                    <a:ext uri="{FF2B5EF4-FFF2-40B4-BE49-F238E27FC236}">
                      <a16:creationId xmlns:a16="http://schemas.microsoft.com/office/drawing/2014/main" id="{93C2EDD4-5FEA-4599-ADE3-4B74D7AC4196}"/>
                    </a:ext>
                  </a:extLst>
                </p:cNvPr>
                <p:cNvCxnSpPr>
                  <a:cxnSpLocks/>
                  <a:stCxn id="24" idx="6"/>
                  <a:endCxn id="37" idx="2"/>
                </p:cNvCxnSpPr>
                <p:nvPr/>
              </p:nvCxnSpPr>
              <p:spPr>
                <a:xfrm>
                  <a:off x="3275856" y="1700808"/>
                  <a:ext cx="2278521" cy="1247492"/>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直線接點 46">
                  <a:extLst>
                    <a:ext uri="{FF2B5EF4-FFF2-40B4-BE49-F238E27FC236}">
                      <a16:creationId xmlns:a16="http://schemas.microsoft.com/office/drawing/2014/main" id="{BF41EED1-9432-42C5-B608-570D7A2A6CC0}"/>
                    </a:ext>
                  </a:extLst>
                </p:cNvPr>
                <p:cNvCxnSpPr>
                  <a:cxnSpLocks/>
                  <a:stCxn id="24" idx="6"/>
                  <a:endCxn id="38" idx="2"/>
                </p:cNvCxnSpPr>
                <p:nvPr/>
              </p:nvCxnSpPr>
              <p:spPr>
                <a:xfrm>
                  <a:off x="3275856" y="1700808"/>
                  <a:ext cx="2278521" cy="1636181"/>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直線接點 47">
                  <a:extLst>
                    <a:ext uri="{FF2B5EF4-FFF2-40B4-BE49-F238E27FC236}">
                      <a16:creationId xmlns:a16="http://schemas.microsoft.com/office/drawing/2014/main" id="{41642033-CDA4-429F-A220-A8657712F357}"/>
                    </a:ext>
                  </a:extLst>
                </p:cNvPr>
                <p:cNvCxnSpPr>
                  <a:cxnSpLocks/>
                  <a:stCxn id="24" idx="6"/>
                  <a:endCxn id="39" idx="2"/>
                </p:cNvCxnSpPr>
                <p:nvPr/>
              </p:nvCxnSpPr>
              <p:spPr>
                <a:xfrm>
                  <a:off x="3275856" y="1700808"/>
                  <a:ext cx="2278521" cy="2031147"/>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直線接點 48">
                  <a:extLst>
                    <a:ext uri="{FF2B5EF4-FFF2-40B4-BE49-F238E27FC236}">
                      <a16:creationId xmlns:a16="http://schemas.microsoft.com/office/drawing/2014/main" id="{66424DB8-899E-4AC7-BBDA-3D40189104A3}"/>
                    </a:ext>
                  </a:extLst>
                </p:cNvPr>
                <p:cNvCxnSpPr>
                  <a:cxnSpLocks/>
                  <a:stCxn id="24" idx="6"/>
                  <a:endCxn id="43" idx="2"/>
                </p:cNvCxnSpPr>
                <p:nvPr/>
              </p:nvCxnSpPr>
              <p:spPr>
                <a:xfrm>
                  <a:off x="3275856" y="1700808"/>
                  <a:ext cx="2268326" cy="3137715"/>
                </a:xfrm>
                <a:prstGeom prst="line">
                  <a:avLst/>
                </a:prstGeom>
              </p:spPr>
              <p:style>
                <a:lnRef idx="1">
                  <a:schemeClr val="accent1"/>
                </a:lnRef>
                <a:fillRef idx="0">
                  <a:schemeClr val="accent1"/>
                </a:fillRef>
                <a:effectRef idx="0">
                  <a:schemeClr val="accent1"/>
                </a:effectRef>
                <a:fontRef idx="minor">
                  <a:schemeClr val="tx1"/>
                </a:fontRef>
              </p:style>
            </p:cxnSp>
            <p:cxnSp>
              <p:nvCxnSpPr>
                <p:cNvPr id="50" name="直線接點 49">
                  <a:extLst>
                    <a:ext uri="{FF2B5EF4-FFF2-40B4-BE49-F238E27FC236}">
                      <a16:creationId xmlns:a16="http://schemas.microsoft.com/office/drawing/2014/main" id="{A3B743A6-B3E4-477C-A583-A59BD2350C01}"/>
                    </a:ext>
                  </a:extLst>
                </p:cNvPr>
                <p:cNvCxnSpPr>
                  <a:cxnSpLocks/>
                  <a:stCxn id="25" idx="6"/>
                  <a:endCxn id="35" idx="2"/>
                </p:cNvCxnSpPr>
                <p:nvPr/>
              </p:nvCxnSpPr>
              <p:spPr>
                <a:xfrm>
                  <a:off x="3275856" y="2095774"/>
                  <a:ext cx="2278521" cy="28359"/>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直線接點 50">
                  <a:extLst>
                    <a:ext uri="{FF2B5EF4-FFF2-40B4-BE49-F238E27FC236}">
                      <a16:creationId xmlns:a16="http://schemas.microsoft.com/office/drawing/2014/main" id="{09B5D52F-9CC6-48F4-8941-B156F5003AF0}"/>
                    </a:ext>
                  </a:extLst>
                </p:cNvPr>
                <p:cNvCxnSpPr>
                  <a:cxnSpLocks/>
                  <a:stCxn id="25" idx="6"/>
                  <a:endCxn id="36" idx="2"/>
                </p:cNvCxnSpPr>
                <p:nvPr/>
              </p:nvCxnSpPr>
              <p:spPr>
                <a:xfrm>
                  <a:off x="3275856" y="2095774"/>
                  <a:ext cx="2278521" cy="457560"/>
                </a:xfrm>
                <a:prstGeom prst="line">
                  <a:avLst/>
                </a:prstGeom>
              </p:spPr>
              <p:style>
                <a:lnRef idx="1">
                  <a:schemeClr val="accent1"/>
                </a:lnRef>
                <a:fillRef idx="0">
                  <a:schemeClr val="accent1"/>
                </a:fillRef>
                <a:effectRef idx="0">
                  <a:schemeClr val="accent1"/>
                </a:effectRef>
                <a:fontRef idx="minor">
                  <a:schemeClr val="tx1"/>
                </a:fontRef>
              </p:style>
            </p:cxnSp>
            <p:cxnSp>
              <p:nvCxnSpPr>
                <p:cNvPr id="52" name="直線接點 51">
                  <a:extLst>
                    <a:ext uri="{FF2B5EF4-FFF2-40B4-BE49-F238E27FC236}">
                      <a16:creationId xmlns:a16="http://schemas.microsoft.com/office/drawing/2014/main" id="{18B7523D-C82D-4259-8925-EFE70F52AF9F}"/>
                    </a:ext>
                  </a:extLst>
                </p:cNvPr>
                <p:cNvCxnSpPr>
                  <a:cxnSpLocks/>
                  <a:stCxn id="25" idx="6"/>
                  <a:endCxn id="37" idx="2"/>
                </p:cNvCxnSpPr>
                <p:nvPr/>
              </p:nvCxnSpPr>
              <p:spPr>
                <a:xfrm>
                  <a:off x="3275856" y="2095774"/>
                  <a:ext cx="2278521" cy="852526"/>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直線接點 52">
                  <a:extLst>
                    <a:ext uri="{FF2B5EF4-FFF2-40B4-BE49-F238E27FC236}">
                      <a16:creationId xmlns:a16="http://schemas.microsoft.com/office/drawing/2014/main" id="{B9DC29F9-9448-4590-BB4B-91B076D50F60}"/>
                    </a:ext>
                  </a:extLst>
                </p:cNvPr>
                <p:cNvCxnSpPr>
                  <a:cxnSpLocks/>
                  <a:stCxn id="25" idx="6"/>
                  <a:endCxn id="38" idx="2"/>
                </p:cNvCxnSpPr>
                <p:nvPr/>
              </p:nvCxnSpPr>
              <p:spPr>
                <a:xfrm>
                  <a:off x="3275856" y="2095774"/>
                  <a:ext cx="2278521" cy="1241215"/>
                </a:xfrm>
                <a:prstGeom prst="line">
                  <a:avLst/>
                </a:prstGeom>
              </p:spPr>
              <p:style>
                <a:lnRef idx="1">
                  <a:schemeClr val="accent1"/>
                </a:lnRef>
                <a:fillRef idx="0">
                  <a:schemeClr val="accent1"/>
                </a:fillRef>
                <a:effectRef idx="0">
                  <a:schemeClr val="accent1"/>
                </a:effectRef>
                <a:fontRef idx="minor">
                  <a:schemeClr val="tx1"/>
                </a:fontRef>
              </p:style>
            </p:cxnSp>
            <p:cxnSp>
              <p:nvCxnSpPr>
                <p:cNvPr id="54" name="直線接點 53">
                  <a:extLst>
                    <a:ext uri="{FF2B5EF4-FFF2-40B4-BE49-F238E27FC236}">
                      <a16:creationId xmlns:a16="http://schemas.microsoft.com/office/drawing/2014/main" id="{4280FBFA-F670-4780-B630-8002544774EA}"/>
                    </a:ext>
                  </a:extLst>
                </p:cNvPr>
                <p:cNvCxnSpPr>
                  <a:cxnSpLocks/>
                  <a:stCxn id="25" idx="6"/>
                  <a:endCxn id="39" idx="2"/>
                </p:cNvCxnSpPr>
                <p:nvPr/>
              </p:nvCxnSpPr>
              <p:spPr>
                <a:xfrm>
                  <a:off x="3275856" y="2095774"/>
                  <a:ext cx="2278521" cy="1636181"/>
                </a:xfrm>
                <a:prstGeom prst="line">
                  <a:avLst/>
                </a:prstGeom>
              </p:spPr>
              <p:style>
                <a:lnRef idx="1">
                  <a:schemeClr val="accent1"/>
                </a:lnRef>
                <a:fillRef idx="0">
                  <a:schemeClr val="accent1"/>
                </a:fillRef>
                <a:effectRef idx="0">
                  <a:schemeClr val="accent1"/>
                </a:effectRef>
                <a:fontRef idx="minor">
                  <a:schemeClr val="tx1"/>
                </a:fontRef>
              </p:style>
            </p:cxnSp>
            <p:cxnSp>
              <p:nvCxnSpPr>
                <p:cNvPr id="55" name="直線接點 54">
                  <a:extLst>
                    <a:ext uri="{FF2B5EF4-FFF2-40B4-BE49-F238E27FC236}">
                      <a16:creationId xmlns:a16="http://schemas.microsoft.com/office/drawing/2014/main" id="{5F19FB57-5AE0-4B33-8E28-27E0AB122E04}"/>
                    </a:ext>
                  </a:extLst>
                </p:cNvPr>
                <p:cNvCxnSpPr>
                  <a:cxnSpLocks/>
                  <a:stCxn id="25" idx="6"/>
                  <a:endCxn id="43" idx="2"/>
                </p:cNvCxnSpPr>
                <p:nvPr/>
              </p:nvCxnSpPr>
              <p:spPr>
                <a:xfrm>
                  <a:off x="3275856" y="2095774"/>
                  <a:ext cx="2268326" cy="2742749"/>
                </a:xfrm>
                <a:prstGeom prst="line">
                  <a:avLst/>
                </a:prstGeom>
              </p:spPr>
              <p:style>
                <a:lnRef idx="1">
                  <a:schemeClr val="accent1"/>
                </a:lnRef>
                <a:fillRef idx="0">
                  <a:schemeClr val="accent1"/>
                </a:fillRef>
                <a:effectRef idx="0">
                  <a:schemeClr val="accent1"/>
                </a:effectRef>
                <a:fontRef idx="minor">
                  <a:schemeClr val="tx1"/>
                </a:fontRef>
              </p:style>
            </p:cxnSp>
            <p:cxnSp>
              <p:nvCxnSpPr>
                <p:cNvPr id="56" name="直線接點 55">
                  <a:extLst>
                    <a:ext uri="{FF2B5EF4-FFF2-40B4-BE49-F238E27FC236}">
                      <a16:creationId xmlns:a16="http://schemas.microsoft.com/office/drawing/2014/main" id="{640349D3-602A-4EA6-8AB3-ECEC1D3C6BD1}"/>
                    </a:ext>
                  </a:extLst>
                </p:cNvPr>
                <p:cNvCxnSpPr>
                  <a:cxnSpLocks/>
                  <a:stCxn id="26" idx="6"/>
                  <a:endCxn id="35" idx="2"/>
                </p:cNvCxnSpPr>
                <p:nvPr/>
              </p:nvCxnSpPr>
              <p:spPr>
                <a:xfrm flipV="1">
                  <a:off x="3275856" y="2124133"/>
                  <a:ext cx="2278521" cy="360330"/>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直線接點 56">
                  <a:extLst>
                    <a:ext uri="{FF2B5EF4-FFF2-40B4-BE49-F238E27FC236}">
                      <a16:creationId xmlns:a16="http://schemas.microsoft.com/office/drawing/2014/main" id="{6AAFDC1A-7D7B-4DA2-8A5F-FCE78FCD07F0}"/>
                    </a:ext>
                  </a:extLst>
                </p:cNvPr>
                <p:cNvCxnSpPr>
                  <a:cxnSpLocks/>
                  <a:stCxn id="26" idx="6"/>
                  <a:endCxn id="36" idx="2"/>
                </p:cNvCxnSpPr>
                <p:nvPr/>
              </p:nvCxnSpPr>
              <p:spPr>
                <a:xfrm>
                  <a:off x="3275856" y="2484463"/>
                  <a:ext cx="2278521" cy="68871"/>
                </a:xfrm>
                <a:prstGeom prst="line">
                  <a:avLst/>
                </a:prstGeom>
              </p:spPr>
              <p:style>
                <a:lnRef idx="1">
                  <a:schemeClr val="accent1"/>
                </a:lnRef>
                <a:fillRef idx="0">
                  <a:schemeClr val="accent1"/>
                </a:fillRef>
                <a:effectRef idx="0">
                  <a:schemeClr val="accent1"/>
                </a:effectRef>
                <a:fontRef idx="minor">
                  <a:schemeClr val="tx1"/>
                </a:fontRef>
              </p:style>
            </p:cxnSp>
            <p:cxnSp>
              <p:nvCxnSpPr>
                <p:cNvPr id="58" name="直線接點 57">
                  <a:extLst>
                    <a:ext uri="{FF2B5EF4-FFF2-40B4-BE49-F238E27FC236}">
                      <a16:creationId xmlns:a16="http://schemas.microsoft.com/office/drawing/2014/main" id="{3F4FE134-0D0F-4A38-85D2-76778E88B61C}"/>
                    </a:ext>
                  </a:extLst>
                </p:cNvPr>
                <p:cNvCxnSpPr>
                  <a:cxnSpLocks/>
                  <a:stCxn id="26" idx="6"/>
                  <a:endCxn id="37" idx="2"/>
                </p:cNvCxnSpPr>
                <p:nvPr/>
              </p:nvCxnSpPr>
              <p:spPr>
                <a:xfrm>
                  <a:off x="3275856" y="2484463"/>
                  <a:ext cx="2278521" cy="463837"/>
                </a:xfrm>
                <a:prstGeom prst="line">
                  <a:avLst/>
                </a:prstGeom>
              </p:spPr>
              <p:style>
                <a:lnRef idx="1">
                  <a:schemeClr val="accent1"/>
                </a:lnRef>
                <a:fillRef idx="0">
                  <a:schemeClr val="accent1"/>
                </a:fillRef>
                <a:effectRef idx="0">
                  <a:schemeClr val="accent1"/>
                </a:effectRef>
                <a:fontRef idx="minor">
                  <a:schemeClr val="tx1"/>
                </a:fontRef>
              </p:style>
            </p:cxnSp>
            <p:cxnSp>
              <p:nvCxnSpPr>
                <p:cNvPr id="59" name="直線接點 58">
                  <a:extLst>
                    <a:ext uri="{FF2B5EF4-FFF2-40B4-BE49-F238E27FC236}">
                      <a16:creationId xmlns:a16="http://schemas.microsoft.com/office/drawing/2014/main" id="{115AD082-127F-4C8A-A713-5A1E273B4ACF}"/>
                    </a:ext>
                  </a:extLst>
                </p:cNvPr>
                <p:cNvCxnSpPr>
                  <a:cxnSpLocks/>
                  <a:stCxn id="26" idx="6"/>
                  <a:endCxn id="38" idx="2"/>
                </p:cNvCxnSpPr>
                <p:nvPr/>
              </p:nvCxnSpPr>
              <p:spPr>
                <a:xfrm>
                  <a:off x="3275856" y="2484463"/>
                  <a:ext cx="2278521" cy="852526"/>
                </a:xfrm>
                <a:prstGeom prst="line">
                  <a:avLst/>
                </a:prstGeom>
              </p:spPr>
              <p:style>
                <a:lnRef idx="1">
                  <a:schemeClr val="accent1"/>
                </a:lnRef>
                <a:fillRef idx="0">
                  <a:schemeClr val="accent1"/>
                </a:fillRef>
                <a:effectRef idx="0">
                  <a:schemeClr val="accent1"/>
                </a:effectRef>
                <a:fontRef idx="minor">
                  <a:schemeClr val="tx1"/>
                </a:fontRef>
              </p:style>
            </p:cxnSp>
            <p:cxnSp>
              <p:nvCxnSpPr>
                <p:cNvPr id="60" name="直線接點 59">
                  <a:extLst>
                    <a:ext uri="{FF2B5EF4-FFF2-40B4-BE49-F238E27FC236}">
                      <a16:creationId xmlns:a16="http://schemas.microsoft.com/office/drawing/2014/main" id="{D0CF9FF0-494B-4509-B8A2-70A6DA83914F}"/>
                    </a:ext>
                  </a:extLst>
                </p:cNvPr>
                <p:cNvCxnSpPr>
                  <a:cxnSpLocks/>
                  <a:stCxn id="26" idx="6"/>
                  <a:endCxn id="39" idx="2"/>
                </p:cNvCxnSpPr>
                <p:nvPr/>
              </p:nvCxnSpPr>
              <p:spPr>
                <a:xfrm>
                  <a:off x="3275856" y="2484463"/>
                  <a:ext cx="2278521" cy="1247492"/>
                </a:xfrm>
                <a:prstGeom prst="line">
                  <a:avLst/>
                </a:prstGeom>
              </p:spPr>
              <p:style>
                <a:lnRef idx="1">
                  <a:schemeClr val="accent1"/>
                </a:lnRef>
                <a:fillRef idx="0">
                  <a:schemeClr val="accent1"/>
                </a:fillRef>
                <a:effectRef idx="0">
                  <a:schemeClr val="accent1"/>
                </a:effectRef>
                <a:fontRef idx="minor">
                  <a:schemeClr val="tx1"/>
                </a:fontRef>
              </p:style>
            </p:cxnSp>
            <p:cxnSp>
              <p:nvCxnSpPr>
                <p:cNvPr id="61" name="直線接點 60">
                  <a:extLst>
                    <a:ext uri="{FF2B5EF4-FFF2-40B4-BE49-F238E27FC236}">
                      <a16:creationId xmlns:a16="http://schemas.microsoft.com/office/drawing/2014/main" id="{00C73148-BA4A-433A-A513-1BDD052BBEDE}"/>
                    </a:ext>
                  </a:extLst>
                </p:cNvPr>
                <p:cNvCxnSpPr>
                  <a:cxnSpLocks/>
                  <a:stCxn id="26" idx="6"/>
                  <a:endCxn id="43" idx="2"/>
                </p:cNvCxnSpPr>
                <p:nvPr/>
              </p:nvCxnSpPr>
              <p:spPr>
                <a:xfrm>
                  <a:off x="3275856" y="2484463"/>
                  <a:ext cx="2268326" cy="2354060"/>
                </a:xfrm>
                <a:prstGeom prst="line">
                  <a:avLst/>
                </a:prstGeom>
              </p:spPr>
              <p:style>
                <a:lnRef idx="1">
                  <a:schemeClr val="accent1"/>
                </a:lnRef>
                <a:fillRef idx="0">
                  <a:schemeClr val="accent1"/>
                </a:fillRef>
                <a:effectRef idx="0">
                  <a:schemeClr val="accent1"/>
                </a:effectRef>
                <a:fontRef idx="minor">
                  <a:schemeClr val="tx1"/>
                </a:fontRef>
              </p:style>
            </p:cxnSp>
            <p:cxnSp>
              <p:nvCxnSpPr>
                <p:cNvPr id="62" name="直線接點 61">
                  <a:extLst>
                    <a:ext uri="{FF2B5EF4-FFF2-40B4-BE49-F238E27FC236}">
                      <a16:creationId xmlns:a16="http://schemas.microsoft.com/office/drawing/2014/main" id="{4DD59EBD-C157-40D2-BC04-4EAC62AD2940}"/>
                    </a:ext>
                  </a:extLst>
                </p:cNvPr>
                <p:cNvCxnSpPr>
                  <a:cxnSpLocks/>
                  <a:stCxn id="27" idx="6"/>
                  <a:endCxn id="35" idx="2"/>
                </p:cNvCxnSpPr>
                <p:nvPr/>
              </p:nvCxnSpPr>
              <p:spPr>
                <a:xfrm flipV="1">
                  <a:off x="3275856" y="2124133"/>
                  <a:ext cx="2278521" cy="755296"/>
                </a:xfrm>
                <a:prstGeom prst="line">
                  <a:avLst/>
                </a:prstGeom>
              </p:spPr>
              <p:style>
                <a:lnRef idx="1">
                  <a:schemeClr val="accent1"/>
                </a:lnRef>
                <a:fillRef idx="0">
                  <a:schemeClr val="accent1"/>
                </a:fillRef>
                <a:effectRef idx="0">
                  <a:schemeClr val="accent1"/>
                </a:effectRef>
                <a:fontRef idx="minor">
                  <a:schemeClr val="tx1"/>
                </a:fontRef>
              </p:style>
            </p:cxnSp>
            <p:cxnSp>
              <p:nvCxnSpPr>
                <p:cNvPr id="63" name="直線接點 62">
                  <a:extLst>
                    <a:ext uri="{FF2B5EF4-FFF2-40B4-BE49-F238E27FC236}">
                      <a16:creationId xmlns:a16="http://schemas.microsoft.com/office/drawing/2014/main" id="{EFA31DC8-A09C-4563-A4B1-85E65C949F59}"/>
                    </a:ext>
                  </a:extLst>
                </p:cNvPr>
                <p:cNvCxnSpPr>
                  <a:cxnSpLocks/>
                  <a:stCxn id="27" idx="6"/>
                  <a:endCxn id="36" idx="2"/>
                </p:cNvCxnSpPr>
                <p:nvPr/>
              </p:nvCxnSpPr>
              <p:spPr>
                <a:xfrm flipV="1">
                  <a:off x="3275856" y="2553334"/>
                  <a:ext cx="2278521" cy="326095"/>
                </a:xfrm>
                <a:prstGeom prst="line">
                  <a:avLst/>
                </a:prstGeom>
              </p:spPr>
              <p:style>
                <a:lnRef idx="1">
                  <a:schemeClr val="accent1"/>
                </a:lnRef>
                <a:fillRef idx="0">
                  <a:schemeClr val="accent1"/>
                </a:fillRef>
                <a:effectRef idx="0">
                  <a:schemeClr val="accent1"/>
                </a:effectRef>
                <a:fontRef idx="minor">
                  <a:schemeClr val="tx1"/>
                </a:fontRef>
              </p:style>
            </p:cxnSp>
            <p:cxnSp>
              <p:nvCxnSpPr>
                <p:cNvPr id="64" name="直線接點 63">
                  <a:extLst>
                    <a:ext uri="{FF2B5EF4-FFF2-40B4-BE49-F238E27FC236}">
                      <a16:creationId xmlns:a16="http://schemas.microsoft.com/office/drawing/2014/main" id="{01820BE6-9CC3-411F-BFDA-DC1C8D74C086}"/>
                    </a:ext>
                  </a:extLst>
                </p:cNvPr>
                <p:cNvCxnSpPr>
                  <a:cxnSpLocks/>
                  <a:stCxn id="27" idx="6"/>
                  <a:endCxn id="37" idx="2"/>
                </p:cNvCxnSpPr>
                <p:nvPr/>
              </p:nvCxnSpPr>
              <p:spPr>
                <a:xfrm>
                  <a:off x="3275856" y="2879429"/>
                  <a:ext cx="2278521" cy="68871"/>
                </a:xfrm>
                <a:prstGeom prst="line">
                  <a:avLst/>
                </a:prstGeom>
              </p:spPr>
              <p:style>
                <a:lnRef idx="1">
                  <a:schemeClr val="accent1"/>
                </a:lnRef>
                <a:fillRef idx="0">
                  <a:schemeClr val="accent1"/>
                </a:fillRef>
                <a:effectRef idx="0">
                  <a:schemeClr val="accent1"/>
                </a:effectRef>
                <a:fontRef idx="minor">
                  <a:schemeClr val="tx1"/>
                </a:fontRef>
              </p:style>
            </p:cxnSp>
            <p:cxnSp>
              <p:nvCxnSpPr>
                <p:cNvPr id="65" name="直線接點 64">
                  <a:extLst>
                    <a:ext uri="{FF2B5EF4-FFF2-40B4-BE49-F238E27FC236}">
                      <a16:creationId xmlns:a16="http://schemas.microsoft.com/office/drawing/2014/main" id="{9ADEAF99-A03B-4245-8E72-2033BD6D5806}"/>
                    </a:ext>
                  </a:extLst>
                </p:cNvPr>
                <p:cNvCxnSpPr>
                  <a:cxnSpLocks/>
                  <a:stCxn id="27" idx="6"/>
                  <a:endCxn id="38" idx="2"/>
                </p:cNvCxnSpPr>
                <p:nvPr/>
              </p:nvCxnSpPr>
              <p:spPr>
                <a:xfrm>
                  <a:off x="3275856" y="2879429"/>
                  <a:ext cx="2278521" cy="457560"/>
                </a:xfrm>
                <a:prstGeom prst="line">
                  <a:avLst/>
                </a:prstGeom>
              </p:spPr>
              <p:style>
                <a:lnRef idx="1">
                  <a:schemeClr val="accent1"/>
                </a:lnRef>
                <a:fillRef idx="0">
                  <a:schemeClr val="accent1"/>
                </a:fillRef>
                <a:effectRef idx="0">
                  <a:schemeClr val="accent1"/>
                </a:effectRef>
                <a:fontRef idx="minor">
                  <a:schemeClr val="tx1"/>
                </a:fontRef>
              </p:style>
            </p:cxnSp>
            <p:cxnSp>
              <p:nvCxnSpPr>
                <p:cNvPr id="66" name="直線接點 65">
                  <a:extLst>
                    <a:ext uri="{FF2B5EF4-FFF2-40B4-BE49-F238E27FC236}">
                      <a16:creationId xmlns:a16="http://schemas.microsoft.com/office/drawing/2014/main" id="{D522F0A5-9D7F-415D-BDB6-A0D8C581C27E}"/>
                    </a:ext>
                  </a:extLst>
                </p:cNvPr>
                <p:cNvCxnSpPr>
                  <a:cxnSpLocks/>
                  <a:stCxn id="27" idx="6"/>
                  <a:endCxn id="43" idx="2"/>
                </p:cNvCxnSpPr>
                <p:nvPr/>
              </p:nvCxnSpPr>
              <p:spPr>
                <a:xfrm>
                  <a:off x="3275856" y="2879429"/>
                  <a:ext cx="2268326" cy="1959094"/>
                </a:xfrm>
                <a:prstGeom prst="line">
                  <a:avLst/>
                </a:prstGeom>
              </p:spPr>
              <p:style>
                <a:lnRef idx="1">
                  <a:schemeClr val="accent1"/>
                </a:lnRef>
                <a:fillRef idx="0">
                  <a:schemeClr val="accent1"/>
                </a:fillRef>
                <a:effectRef idx="0">
                  <a:schemeClr val="accent1"/>
                </a:effectRef>
                <a:fontRef idx="minor">
                  <a:schemeClr val="tx1"/>
                </a:fontRef>
              </p:style>
            </p:cxnSp>
            <p:cxnSp>
              <p:nvCxnSpPr>
                <p:cNvPr id="67" name="直線接點 66">
                  <a:extLst>
                    <a:ext uri="{FF2B5EF4-FFF2-40B4-BE49-F238E27FC236}">
                      <a16:creationId xmlns:a16="http://schemas.microsoft.com/office/drawing/2014/main" id="{77E9F670-B6A5-49CD-B118-0321BEFF3FD9}"/>
                    </a:ext>
                  </a:extLst>
                </p:cNvPr>
                <p:cNvCxnSpPr>
                  <a:cxnSpLocks/>
                  <a:stCxn id="28" idx="6"/>
                  <a:endCxn id="35" idx="2"/>
                </p:cNvCxnSpPr>
                <p:nvPr/>
              </p:nvCxnSpPr>
              <p:spPr>
                <a:xfrm flipV="1">
                  <a:off x="3275856" y="2124133"/>
                  <a:ext cx="2278521" cy="1184497"/>
                </a:xfrm>
                <a:prstGeom prst="line">
                  <a:avLst/>
                </a:prstGeom>
              </p:spPr>
              <p:style>
                <a:lnRef idx="1">
                  <a:schemeClr val="accent1"/>
                </a:lnRef>
                <a:fillRef idx="0">
                  <a:schemeClr val="accent1"/>
                </a:fillRef>
                <a:effectRef idx="0">
                  <a:schemeClr val="accent1"/>
                </a:effectRef>
                <a:fontRef idx="minor">
                  <a:schemeClr val="tx1"/>
                </a:fontRef>
              </p:style>
            </p:cxnSp>
            <p:cxnSp>
              <p:nvCxnSpPr>
                <p:cNvPr id="68" name="直線接點 67">
                  <a:extLst>
                    <a:ext uri="{FF2B5EF4-FFF2-40B4-BE49-F238E27FC236}">
                      <a16:creationId xmlns:a16="http://schemas.microsoft.com/office/drawing/2014/main" id="{84136073-C550-43BB-8309-5F2A23D8D5D4}"/>
                    </a:ext>
                  </a:extLst>
                </p:cNvPr>
                <p:cNvCxnSpPr>
                  <a:cxnSpLocks/>
                  <a:stCxn id="28" idx="6"/>
                  <a:endCxn id="36" idx="2"/>
                </p:cNvCxnSpPr>
                <p:nvPr/>
              </p:nvCxnSpPr>
              <p:spPr>
                <a:xfrm flipV="1">
                  <a:off x="3275856" y="2553334"/>
                  <a:ext cx="2278521" cy="755296"/>
                </a:xfrm>
                <a:prstGeom prst="line">
                  <a:avLst/>
                </a:prstGeom>
              </p:spPr>
              <p:style>
                <a:lnRef idx="1">
                  <a:schemeClr val="accent1"/>
                </a:lnRef>
                <a:fillRef idx="0">
                  <a:schemeClr val="accent1"/>
                </a:fillRef>
                <a:effectRef idx="0">
                  <a:schemeClr val="accent1"/>
                </a:effectRef>
                <a:fontRef idx="minor">
                  <a:schemeClr val="tx1"/>
                </a:fontRef>
              </p:style>
            </p:cxnSp>
            <p:cxnSp>
              <p:nvCxnSpPr>
                <p:cNvPr id="69" name="直線接點 68">
                  <a:extLst>
                    <a:ext uri="{FF2B5EF4-FFF2-40B4-BE49-F238E27FC236}">
                      <a16:creationId xmlns:a16="http://schemas.microsoft.com/office/drawing/2014/main" id="{B3AC863A-B633-4B7F-8A75-23DD795D8073}"/>
                    </a:ext>
                  </a:extLst>
                </p:cNvPr>
                <p:cNvCxnSpPr>
                  <a:cxnSpLocks/>
                  <a:stCxn id="28" idx="6"/>
                  <a:endCxn id="37" idx="2"/>
                </p:cNvCxnSpPr>
                <p:nvPr/>
              </p:nvCxnSpPr>
              <p:spPr>
                <a:xfrm flipV="1">
                  <a:off x="3275856" y="2948300"/>
                  <a:ext cx="2278521" cy="360330"/>
                </a:xfrm>
                <a:prstGeom prst="line">
                  <a:avLst/>
                </a:prstGeom>
              </p:spPr>
              <p:style>
                <a:lnRef idx="1">
                  <a:schemeClr val="accent1"/>
                </a:lnRef>
                <a:fillRef idx="0">
                  <a:schemeClr val="accent1"/>
                </a:fillRef>
                <a:effectRef idx="0">
                  <a:schemeClr val="accent1"/>
                </a:effectRef>
                <a:fontRef idx="minor">
                  <a:schemeClr val="tx1"/>
                </a:fontRef>
              </p:style>
            </p:cxnSp>
            <p:cxnSp>
              <p:nvCxnSpPr>
                <p:cNvPr id="70" name="直線接點 69">
                  <a:extLst>
                    <a:ext uri="{FF2B5EF4-FFF2-40B4-BE49-F238E27FC236}">
                      <a16:creationId xmlns:a16="http://schemas.microsoft.com/office/drawing/2014/main" id="{D3B308E7-9191-4015-BFD4-1AB2901E640C}"/>
                    </a:ext>
                  </a:extLst>
                </p:cNvPr>
                <p:cNvCxnSpPr>
                  <a:cxnSpLocks/>
                  <a:stCxn id="28" idx="6"/>
                  <a:endCxn id="38" idx="2"/>
                </p:cNvCxnSpPr>
                <p:nvPr/>
              </p:nvCxnSpPr>
              <p:spPr>
                <a:xfrm>
                  <a:off x="3275856" y="3308630"/>
                  <a:ext cx="2278521" cy="28359"/>
                </a:xfrm>
                <a:prstGeom prst="line">
                  <a:avLst/>
                </a:prstGeom>
              </p:spPr>
              <p:style>
                <a:lnRef idx="1">
                  <a:schemeClr val="accent1"/>
                </a:lnRef>
                <a:fillRef idx="0">
                  <a:schemeClr val="accent1"/>
                </a:fillRef>
                <a:effectRef idx="0">
                  <a:schemeClr val="accent1"/>
                </a:effectRef>
                <a:fontRef idx="minor">
                  <a:schemeClr val="tx1"/>
                </a:fontRef>
              </p:style>
            </p:cxnSp>
            <p:cxnSp>
              <p:nvCxnSpPr>
                <p:cNvPr id="71" name="直線接點 70">
                  <a:extLst>
                    <a:ext uri="{FF2B5EF4-FFF2-40B4-BE49-F238E27FC236}">
                      <a16:creationId xmlns:a16="http://schemas.microsoft.com/office/drawing/2014/main" id="{443F9665-E834-4E35-B3CC-FECC7A6A9561}"/>
                    </a:ext>
                  </a:extLst>
                </p:cNvPr>
                <p:cNvCxnSpPr>
                  <a:cxnSpLocks/>
                  <a:stCxn id="28" idx="6"/>
                  <a:endCxn id="39" idx="2"/>
                </p:cNvCxnSpPr>
                <p:nvPr/>
              </p:nvCxnSpPr>
              <p:spPr>
                <a:xfrm>
                  <a:off x="3275856" y="3308630"/>
                  <a:ext cx="2278521" cy="423325"/>
                </a:xfrm>
                <a:prstGeom prst="line">
                  <a:avLst/>
                </a:prstGeom>
              </p:spPr>
              <p:style>
                <a:lnRef idx="1">
                  <a:schemeClr val="accent1"/>
                </a:lnRef>
                <a:fillRef idx="0">
                  <a:schemeClr val="accent1"/>
                </a:fillRef>
                <a:effectRef idx="0">
                  <a:schemeClr val="accent1"/>
                </a:effectRef>
                <a:fontRef idx="minor">
                  <a:schemeClr val="tx1"/>
                </a:fontRef>
              </p:style>
            </p:cxnSp>
            <p:cxnSp>
              <p:nvCxnSpPr>
                <p:cNvPr id="72" name="直線接點 71">
                  <a:extLst>
                    <a:ext uri="{FF2B5EF4-FFF2-40B4-BE49-F238E27FC236}">
                      <a16:creationId xmlns:a16="http://schemas.microsoft.com/office/drawing/2014/main" id="{55C72FEA-A4DB-4113-A971-D89F05A6BF4B}"/>
                    </a:ext>
                  </a:extLst>
                </p:cNvPr>
                <p:cNvCxnSpPr>
                  <a:cxnSpLocks/>
                  <a:stCxn id="28" idx="6"/>
                  <a:endCxn id="43" idx="2"/>
                </p:cNvCxnSpPr>
                <p:nvPr/>
              </p:nvCxnSpPr>
              <p:spPr>
                <a:xfrm>
                  <a:off x="3275856" y="3308630"/>
                  <a:ext cx="2268326" cy="1529893"/>
                </a:xfrm>
                <a:prstGeom prst="line">
                  <a:avLst/>
                </a:prstGeom>
              </p:spPr>
              <p:style>
                <a:lnRef idx="1">
                  <a:schemeClr val="accent1"/>
                </a:lnRef>
                <a:fillRef idx="0">
                  <a:schemeClr val="accent1"/>
                </a:fillRef>
                <a:effectRef idx="0">
                  <a:schemeClr val="accent1"/>
                </a:effectRef>
                <a:fontRef idx="minor">
                  <a:schemeClr val="tx1"/>
                </a:fontRef>
              </p:style>
            </p:cxnSp>
            <p:cxnSp>
              <p:nvCxnSpPr>
                <p:cNvPr id="73" name="直線接點 72">
                  <a:extLst>
                    <a:ext uri="{FF2B5EF4-FFF2-40B4-BE49-F238E27FC236}">
                      <a16:creationId xmlns:a16="http://schemas.microsoft.com/office/drawing/2014/main" id="{AFCFEB27-6E60-480B-B61B-2BDA64AD0880}"/>
                    </a:ext>
                  </a:extLst>
                </p:cNvPr>
                <p:cNvCxnSpPr>
                  <a:cxnSpLocks/>
                  <a:stCxn id="29" idx="6"/>
                  <a:endCxn id="35" idx="2"/>
                </p:cNvCxnSpPr>
                <p:nvPr/>
              </p:nvCxnSpPr>
              <p:spPr>
                <a:xfrm flipV="1">
                  <a:off x="3275856" y="2124133"/>
                  <a:ext cx="2278521" cy="1579463"/>
                </a:xfrm>
                <a:prstGeom prst="line">
                  <a:avLst/>
                </a:prstGeom>
              </p:spPr>
              <p:style>
                <a:lnRef idx="1">
                  <a:schemeClr val="accent1"/>
                </a:lnRef>
                <a:fillRef idx="0">
                  <a:schemeClr val="accent1"/>
                </a:fillRef>
                <a:effectRef idx="0">
                  <a:schemeClr val="accent1"/>
                </a:effectRef>
                <a:fontRef idx="minor">
                  <a:schemeClr val="tx1"/>
                </a:fontRef>
              </p:style>
            </p:cxnSp>
            <p:cxnSp>
              <p:nvCxnSpPr>
                <p:cNvPr id="74" name="直線接點 73">
                  <a:extLst>
                    <a:ext uri="{FF2B5EF4-FFF2-40B4-BE49-F238E27FC236}">
                      <a16:creationId xmlns:a16="http://schemas.microsoft.com/office/drawing/2014/main" id="{7876577D-1ECB-41A4-82A4-6110DEE9145B}"/>
                    </a:ext>
                  </a:extLst>
                </p:cNvPr>
                <p:cNvCxnSpPr>
                  <a:cxnSpLocks/>
                  <a:stCxn id="29" idx="6"/>
                  <a:endCxn id="36" idx="2"/>
                </p:cNvCxnSpPr>
                <p:nvPr/>
              </p:nvCxnSpPr>
              <p:spPr>
                <a:xfrm flipV="1">
                  <a:off x="3275856" y="2553334"/>
                  <a:ext cx="2278521" cy="1150262"/>
                </a:xfrm>
                <a:prstGeom prst="line">
                  <a:avLst/>
                </a:prstGeom>
              </p:spPr>
              <p:style>
                <a:lnRef idx="1">
                  <a:schemeClr val="accent1"/>
                </a:lnRef>
                <a:fillRef idx="0">
                  <a:schemeClr val="accent1"/>
                </a:fillRef>
                <a:effectRef idx="0">
                  <a:schemeClr val="accent1"/>
                </a:effectRef>
                <a:fontRef idx="minor">
                  <a:schemeClr val="tx1"/>
                </a:fontRef>
              </p:style>
            </p:cxnSp>
            <p:cxnSp>
              <p:nvCxnSpPr>
                <p:cNvPr id="75" name="直線接點 74">
                  <a:extLst>
                    <a:ext uri="{FF2B5EF4-FFF2-40B4-BE49-F238E27FC236}">
                      <a16:creationId xmlns:a16="http://schemas.microsoft.com/office/drawing/2014/main" id="{17FCE0D5-6BA3-463B-9F1F-4BDBBE061BC8}"/>
                    </a:ext>
                  </a:extLst>
                </p:cNvPr>
                <p:cNvCxnSpPr>
                  <a:cxnSpLocks/>
                  <a:stCxn id="29" idx="6"/>
                  <a:endCxn id="37" idx="2"/>
                </p:cNvCxnSpPr>
                <p:nvPr/>
              </p:nvCxnSpPr>
              <p:spPr>
                <a:xfrm flipV="1">
                  <a:off x="3275856" y="2948300"/>
                  <a:ext cx="2278521" cy="755296"/>
                </a:xfrm>
                <a:prstGeom prst="line">
                  <a:avLst/>
                </a:prstGeom>
              </p:spPr>
              <p:style>
                <a:lnRef idx="1">
                  <a:schemeClr val="accent1"/>
                </a:lnRef>
                <a:fillRef idx="0">
                  <a:schemeClr val="accent1"/>
                </a:fillRef>
                <a:effectRef idx="0">
                  <a:schemeClr val="accent1"/>
                </a:effectRef>
                <a:fontRef idx="minor">
                  <a:schemeClr val="tx1"/>
                </a:fontRef>
              </p:style>
            </p:cxnSp>
            <p:cxnSp>
              <p:nvCxnSpPr>
                <p:cNvPr id="76" name="直線接點 75">
                  <a:extLst>
                    <a:ext uri="{FF2B5EF4-FFF2-40B4-BE49-F238E27FC236}">
                      <a16:creationId xmlns:a16="http://schemas.microsoft.com/office/drawing/2014/main" id="{8A98A1D5-E031-4250-887A-1D04EE1BB613}"/>
                    </a:ext>
                  </a:extLst>
                </p:cNvPr>
                <p:cNvCxnSpPr>
                  <a:cxnSpLocks/>
                  <a:stCxn id="29" idx="6"/>
                  <a:endCxn id="38" idx="2"/>
                </p:cNvCxnSpPr>
                <p:nvPr/>
              </p:nvCxnSpPr>
              <p:spPr>
                <a:xfrm flipV="1">
                  <a:off x="3275856" y="3336989"/>
                  <a:ext cx="2278521" cy="366607"/>
                </a:xfrm>
                <a:prstGeom prst="line">
                  <a:avLst/>
                </a:prstGeom>
              </p:spPr>
              <p:style>
                <a:lnRef idx="1">
                  <a:schemeClr val="accent1"/>
                </a:lnRef>
                <a:fillRef idx="0">
                  <a:schemeClr val="accent1"/>
                </a:fillRef>
                <a:effectRef idx="0">
                  <a:schemeClr val="accent1"/>
                </a:effectRef>
                <a:fontRef idx="minor">
                  <a:schemeClr val="tx1"/>
                </a:fontRef>
              </p:style>
            </p:cxnSp>
            <p:cxnSp>
              <p:nvCxnSpPr>
                <p:cNvPr id="77" name="直線接點 76">
                  <a:extLst>
                    <a:ext uri="{FF2B5EF4-FFF2-40B4-BE49-F238E27FC236}">
                      <a16:creationId xmlns:a16="http://schemas.microsoft.com/office/drawing/2014/main" id="{5B2D99FB-17DF-43B7-870E-5BE82B488D4B}"/>
                    </a:ext>
                  </a:extLst>
                </p:cNvPr>
                <p:cNvCxnSpPr>
                  <a:cxnSpLocks/>
                  <a:stCxn id="29" idx="6"/>
                  <a:endCxn id="39" idx="2"/>
                </p:cNvCxnSpPr>
                <p:nvPr/>
              </p:nvCxnSpPr>
              <p:spPr>
                <a:xfrm>
                  <a:off x="3275856" y="3703596"/>
                  <a:ext cx="2278521" cy="28359"/>
                </a:xfrm>
                <a:prstGeom prst="line">
                  <a:avLst/>
                </a:prstGeom>
              </p:spPr>
              <p:style>
                <a:lnRef idx="1">
                  <a:schemeClr val="accent1"/>
                </a:lnRef>
                <a:fillRef idx="0">
                  <a:schemeClr val="accent1"/>
                </a:fillRef>
                <a:effectRef idx="0">
                  <a:schemeClr val="accent1"/>
                </a:effectRef>
                <a:fontRef idx="minor">
                  <a:schemeClr val="tx1"/>
                </a:fontRef>
              </p:style>
            </p:cxnSp>
            <p:cxnSp>
              <p:nvCxnSpPr>
                <p:cNvPr id="78" name="直線接點 77">
                  <a:extLst>
                    <a:ext uri="{FF2B5EF4-FFF2-40B4-BE49-F238E27FC236}">
                      <a16:creationId xmlns:a16="http://schemas.microsoft.com/office/drawing/2014/main" id="{D78230AA-852B-4EB1-B2C1-66389AB61744}"/>
                    </a:ext>
                  </a:extLst>
                </p:cNvPr>
                <p:cNvCxnSpPr>
                  <a:cxnSpLocks/>
                  <a:stCxn id="29" idx="6"/>
                  <a:endCxn id="43" idx="2"/>
                </p:cNvCxnSpPr>
                <p:nvPr/>
              </p:nvCxnSpPr>
              <p:spPr>
                <a:xfrm>
                  <a:off x="3275856" y="3703596"/>
                  <a:ext cx="2268326" cy="1134927"/>
                </a:xfrm>
                <a:prstGeom prst="line">
                  <a:avLst/>
                </a:prstGeom>
              </p:spPr>
              <p:style>
                <a:lnRef idx="1">
                  <a:schemeClr val="accent1"/>
                </a:lnRef>
                <a:fillRef idx="0">
                  <a:schemeClr val="accent1"/>
                </a:fillRef>
                <a:effectRef idx="0">
                  <a:schemeClr val="accent1"/>
                </a:effectRef>
                <a:fontRef idx="minor">
                  <a:schemeClr val="tx1"/>
                </a:fontRef>
              </p:style>
            </p:cxnSp>
            <p:cxnSp>
              <p:nvCxnSpPr>
                <p:cNvPr id="79" name="直線接點 78">
                  <a:extLst>
                    <a:ext uri="{FF2B5EF4-FFF2-40B4-BE49-F238E27FC236}">
                      <a16:creationId xmlns:a16="http://schemas.microsoft.com/office/drawing/2014/main" id="{4CFD6526-36EF-48EA-86FD-B26BF30D6791}"/>
                    </a:ext>
                  </a:extLst>
                </p:cNvPr>
                <p:cNvCxnSpPr>
                  <a:cxnSpLocks/>
                  <a:stCxn id="30" idx="6"/>
                  <a:endCxn id="35" idx="2"/>
                </p:cNvCxnSpPr>
                <p:nvPr/>
              </p:nvCxnSpPr>
              <p:spPr>
                <a:xfrm flipV="1">
                  <a:off x="3275856" y="2124133"/>
                  <a:ext cx="2278521" cy="1968152"/>
                </a:xfrm>
                <a:prstGeom prst="line">
                  <a:avLst/>
                </a:prstGeom>
              </p:spPr>
              <p:style>
                <a:lnRef idx="1">
                  <a:schemeClr val="accent1"/>
                </a:lnRef>
                <a:fillRef idx="0">
                  <a:schemeClr val="accent1"/>
                </a:fillRef>
                <a:effectRef idx="0">
                  <a:schemeClr val="accent1"/>
                </a:effectRef>
                <a:fontRef idx="minor">
                  <a:schemeClr val="tx1"/>
                </a:fontRef>
              </p:style>
            </p:cxnSp>
            <p:cxnSp>
              <p:nvCxnSpPr>
                <p:cNvPr id="80" name="直線接點 79">
                  <a:extLst>
                    <a:ext uri="{FF2B5EF4-FFF2-40B4-BE49-F238E27FC236}">
                      <a16:creationId xmlns:a16="http://schemas.microsoft.com/office/drawing/2014/main" id="{515CFBBE-496B-4B4F-B5CF-02D87AAF2F45}"/>
                    </a:ext>
                  </a:extLst>
                </p:cNvPr>
                <p:cNvCxnSpPr>
                  <a:cxnSpLocks/>
                  <a:stCxn id="30" idx="6"/>
                  <a:endCxn id="36" idx="2"/>
                </p:cNvCxnSpPr>
                <p:nvPr/>
              </p:nvCxnSpPr>
              <p:spPr>
                <a:xfrm flipV="1">
                  <a:off x="3275856" y="2553334"/>
                  <a:ext cx="2278521" cy="1538951"/>
                </a:xfrm>
                <a:prstGeom prst="line">
                  <a:avLst/>
                </a:prstGeom>
              </p:spPr>
              <p:style>
                <a:lnRef idx="1">
                  <a:schemeClr val="accent1"/>
                </a:lnRef>
                <a:fillRef idx="0">
                  <a:schemeClr val="accent1"/>
                </a:fillRef>
                <a:effectRef idx="0">
                  <a:schemeClr val="accent1"/>
                </a:effectRef>
                <a:fontRef idx="minor">
                  <a:schemeClr val="tx1"/>
                </a:fontRef>
              </p:style>
            </p:cxnSp>
            <p:cxnSp>
              <p:nvCxnSpPr>
                <p:cNvPr id="81" name="直線接點 80">
                  <a:extLst>
                    <a:ext uri="{FF2B5EF4-FFF2-40B4-BE49-F238E27FC236}">
                      <a16:creationId xmlns:a16="http://schemas.microsoft.com/office/drawing/2014/main" id="{E27E61EA-EA08-4879-A14A-062D4F0CD9B3}"/>
                    </a:ext>
                  </a:extLst>
                </p:cNvPr>
                <p:cNvCxnSpPr>
                  <a:cxnSpLocks/>
                  <a:stCxn id="30" idx="6"/>
                  <a:endCxn id="37" idx="2"/>
                </p:cNvCxnSpPr>
                <p:nvPr/>
              </p:nvCxnSpPr>
              <p:spPr>
                <a:xfrm flipV="1">
                  <a:off x="3275856" y="2948300"/>
                  <a:ext cx="2278521" cy="1143985"/>
                </a:xfrm>
                <a:prstGeom prst="line">
                  <a:avLst/>
                </a:prstGeom>
              </p:spPr>
              <p:style>
                <a:lnRef idx="1">
                  <a:schemeClr val="accent1"/>
                </a:lnRef>
                <a:fillRef idx="0">
                  <a:schemeClr val="accent1"/>
                </a:fillRef>
                <a:effectRef idx="0">
                  <a:schemeClr val="accent1"/>
                </a:effectRef>
                <a:fontRef idx="minor">
                  <a:schemeClr val="tx1"/>
                </a:fontRef>
              </p:style>
            </p:cxnSp>
            <p:cxnSp>
              <p:nvCxnSpPr>
                <p:cNvPr id="82" name="直線接點 81">
                  <a:extLst>
                    <a:ext uri="{FF2B5EF4-FFF2-40B4-BE49-F238E27FC236}">
                      <a16:creationId xmlns:a16="http://schemas.microsoft.com/office/drawing/2014/main" id="{08EF72B5-94DC-4E9A-9C5E-34568E78991E}"/>
                    </a:ext>
                  </a:extLst>
                </p:cNvPr>
                <p:cNvCxnSpPr>
                  <a:cxnSpLocks/>
                  <a:stCxn id="30" idx="6"/>
                  <a:endCxn id="38" idx="2"/>
                </p:cNvCxnSpPr>
                <p:nvPr/>
              </p:nvCxnSpPr>
              <p:spPr>
                <a:xfrm flipV="1">
                  <a:off x="3275856" y="3336989"/>
                  <a:ext cx="2278521" cy="755296"/>
                </a:xfrm>
                <a:prstGeom prst="line">
                  <a:avLst/>
                </a:prstGeom>
              </p:spPr>
              <p:style>
                <a:lnRef idx="1">
                  <a:schemeClr val="accent1"/>
                </a:lnRef>
                <a:fillRef idx="0">
                  <a:schemeClr val="accent1"/>
                </a:fillRef>
                <a:effectRef idx="0">
                  <a:schemeClr val="accent1"/>
                </a:effectRef>
                <a:fontRef idx="minor">
                  <a:schemeClr val="tx1"/>
                </a:fontRef>
              </p:style>
            </p:cxnSp>
            <p:cxnSp>
              <p:nvCxnSpPr>
                <p:cNvPr id="83" name="直線接點 82">
                  <a:extLst>
                    <a:ext uri="{FF2B5EF4-FFF2-40B4-BE49-F238E27FC236}">
                      <a16:creationId xmlns:a16="http://schemas.microsoft.com/office/drawing/2014/main" id="{38F0DB3B-3B1A-479F-B0D9-19D1D7636D7B}"/>
                    </a:ext>
                  </a:extLst>
                </p:cNvPr>
                <p:cNvCxnSpPr>
                  <a:cxnSpLocks/>
                  <a:stCxn id="30" idx="6"/>
                  <a:endCxn id="39" idx="2"/>
                </p:cNvCxnSpPr>
                <p:nvPr/>
              </p:nvCxnSpPr>
              <p:spPr>
                <a:xfrm flipV="1">
                  <a:off x="3275856" y="3731955"/>
                  <a:ext cx="2278521" cy="360330"/>
                </a:xfrm>
                <a:prstGeom prst="line">
                  <a:avLst/>
                </a:prstGeom>
              </p:spPr>
              <p:style>
                <a:lnRef idx="1">
                  <a:schemeClr val="accent1"/>
                </a:lnRef>
                <a:fillRef idx="0">
                  <a:schemeClr val="accent1"/>
                </a:fillRef>
                <a:effectRef idx="0">
                  <a:schemeClr val="accent1"/>
                </a:effectRef>
                <a:fontRef idx="minor">
                  <a:schemeClr val="tx1"/>
                </a:fontRef>
              </p:style>
            </p:cxnSp>
            <p:cxnSp>
              <p:nvCxnSpPr>
                <p:cNvPr id="84" name="直線接點 83">
                  <a:extLst>
                    <a:ext uri="{FF2B5EF4-FFF2-40B4-BE49-F238E27FC236}">
                      <a16:creationId xmlns:a16="http://schemas.microsoft.com/office/drawing/2014/main" id="{57222BF4-7CDA-48F6-8A9E-82ED97650BE7}"/>
                    </a:ext>
                  </a:extLst>
                </p:cNvPr>
                <p:cNvCxnSpPr>
                  <a:cxnSpLocks/>
                  <a:stCxn id="30" idx="6"/>
                  <a:endCxn id="43" idx="2"/>
                </p:cNvCxnSpPr>
                <p:nvPr/>
              </p:nvCxnSpPr>
              <p:spPr>
                <a:xfrm>
                  <a:off x="3275856" y="4092285"/>
                  <a:ext cx="2268326" cy="746238"/>
                </a:xfrm>
                <a:prstGeom prst="line">
                  <a:avLst/>
                </a:prstGeom>
              </p:spPr>
              <p:style>
                <a:lnRef idx="1">
                  <a:schemeClr val="accent1"/>
                </a:lnRef>
                <a:fillRef idx="0">
                  <a:schemeClr val="accent1"/>
                </a:fillRef>
                <a:effectRef idx="0">
                  <a:schemeClr val="accent1"/>
                </a:effectRef>
                <a:fontRef idx="minor">
                  <a:schemeClr val="tx1"/>
                </a:fontRef>
              </p:style>
            </p:cxnSp>
            <p:cxnSp>
              <p:nvCxnSpPr>
                <p:cNvPr id="85" name="直線接點 84">
                  <a:extLst>
                    <a:ext uri="{FF2B5EF4-FFF2-40B4-BE49-F238E27FC236}">
                      <a16:creationId xmlns:a16="http://schemas.microsoft.com/office/drawing/2014/main" id="{C1D4A95F-AA7C-4161-9187-434BDED51E4F}"/>
                    </a:ext>
                  </a:extLst>
                </p:cNvPr>
                <p:cNvCxnSpPr>
                  <a:cxnSpLocks/>
                  <a:stCxn id="31" idx="6"/>
                  <a:endCxn id="35" idx="2"/>
                </p:cNvCxnSpPr>
                <p:nvPr/>
              </p:nvCxnSpPr>
              <p:spPr>
                <a:xfrm flipV="1">
                  <a:off x="3275856" y="2124133"/>
                  <a:ext cx="2278521" cy="2363118"/>
                </a:xfrm>
                <a:prstGeom prst="line">
                  <a:avLst/>
                </a:prstGeom>
              </p:spPr>
              <p:style>
                <a:lnRef idx="1">
                  <a:schemeClr val="accent1"/>
                </a:lnRef>
                <a:fillRef idx="0">
                  <a:schemeClr val="accent1"/>
                </a:fillRef>
                <a:effectRef idx="0">
                  <a:schemeClr val="accent1"/>
                </a:effectRef>
                <a:fontRef idx="minor">
                  <a:schemeClr val="tx1"/>
                </a:fontRef>
              </p:style>
            </p:cxnSp>
            <p:cxnSp>
              <p:nvCxnSpPr>
                <p:cNvPr id="86" name="直線接點 85">
                  <a:extLst>
                    <a:ext uri="{FF2B5EF4-FFF2-40B4-BE49-F238E27FC236}">
                      <a16:creationId xmlns:a16="http://schemas.microsoft.com/office/drawing/2014/main" id="{E6700355-9F16-4528-9F7D-0CB8210BB9F6}"/>
                    </a:ext>
                  </a:extLst>
                </p:cNvPr>
                <p:cNvCxnSpPr>
                  <a:cxnSpLocks/>
                  <a:stCxn id="31" idx="6"/>
                  <a:endCxn id="36" idx="2"/>
                </p:cNvCxnSpPr>
                <p:nvPr/>
              </p:nvCxnSpPr>
              <p:spPr>
                <a:xfrm flipV="1">
                  <a:off x="3275856" y="2553334"/>
                  <a:ext cx="2278521" cy="1933917"/>
                </a:xfrm>
                <a:prstGeom prst="line">
                  <a:avLst/>
                </a:prstGeom>
              </p:spPr>
              <p:style>
                <a:lnRef idx="1">
                  <a:schemeClr val="accent1"/>
                </a:lnRef>
                <a:fillRef idx="0">
                  <a:schemeClr val="accent1"/>
                </a:fillRef>
                <a:effectRef idx="0">
                  <a:schemeClr val="accent1"/>
                </a:effectRef>
                <a:fontRef idx="minor">
                  <a:schemeClr val="tx1"/>
                </a:fontRef>
              </p:style>
            </p:cxnSp>
            <p:cxnSp>
              <p:nvCxnSpPr>
                <p:cNvPr id="87" name="直線接點 86">
                  <a:extLst>
                    <a:ext uri="{FF2B5EF4-FFF2-40B4-BE49-F238E27FC236}">
                      <a16:creationId xmlns:a16="http://schemas.microsoft.com/office/drawing/2014/main" id="{F912255E-8949-450E-B2A2-3430F0717377}"/>
                    </a:ext>
                  </a:extLst>
                </p:cNvPr>
                <p:cNvCxnSpPr>
                  <a:cxnSpLocks/>
                  <a:stCxn id="31" idx="6"/>
                  <a:endCxn id="37" idx="2"/>
                </p:cNvCxnSpPr>
                <p:nvPr/>
              </p:nvCxnSpPr>
              <p:spPr>
                <a:xfrm flipV="1">
                  <a:off x="3275856" y="2948300"/>
                  <a:ext cx="2278521" cy="1538951"/>
                </a:xfrm>
                <a:prstGeom prst="line">
                  <a:avLst/>
                </a:prstGeom>
              </p:spPr>
              <p:style>
                <a:lnRef idx="1">
                  <a:schemeClr val="accent1"/>
                </a:lnRef>
                <a:fillRef idx="0">
                  <a:schemeClr val="accent1"/>
                </a:fillRef>
                <a:effectRef idx="0">
                  <a:schemeClr val="accent1"/>
                </a:effectRef>
                <a:fontRef idx="minor">
                  <a:schemeClr val="tx1"/>
                </a:fontRef>
              </p:style>
            </p:cxnSp>
            <p:cxnSp>
              <p:nvCxnSpPr>
                <p:cNvPr id="88" name="直線接點 87">
                  <a:extLst>
                    <a:ext uri="{FF2B5EF4-FFF2-40B4-BE49-F238E27FC236}">
                      <a16:creationId xmlns:a16="http://schemas.microsoft.com/office/drawing/2014/main" id="{29D82AE4-4F9A-4735-9223-0C96F98C93DF}"/>
                    </a:ext>
                  </a:extLst>
                </p:cNvPr>
                <p:cNvCxnSpPr>
                  <a:cxnSpLocks/>
                  <a:stCxn id="31" idx="6"/>
                  <a:endCxn id="38" idx="2"/>
                </p:cNvCxnSpPr>
                <p:nvPr/>
              </p:nvCxnSpPr>
              <p:spPr>
                <a:xfrm flipV="1">
                  <a:off x="3275856" y="3336989"/>
                  <a:ext cx="2278521" cy="1150262"/>
                </a:xfrm>
                <a:prstGeom prst="line">
                  <a:avLst/>
                </a:prstGeom>
              </p:spPr>
              <p:style>
                <a:lnRef idx="1">
                  <a:schemeClr val="accent1"/>
                </a:lnRef>
                <a:fillRef idx="0">
                  <a:schemeClr val="accent1"/>
                </a:fillRef>
                <a:effectRef idx="0">
                  <a:schemeClr val="accent1"/>
                </a:effectRef>
                <a:fontRef idx="minor">
                  <a:schemeClr val="tx1"/>
                </a:fontRef>
              </p:style>
            </p:cxnSp>
            <p:cxnSp>
              <p:nvCxnSpPr>
                <p:cNvPr id="89" name="直線接點 88">
                  <a:extLst>
                    <a:ext uri="{FF2B5EF4-FFF2-40B4-BE49-F238E27FC236}">
                      <a16:creationId xmlns:a16="http://schemas.microsoft.com/office/drawing/2014/main" id="{6EA9DE71-5C10-4211-8612-F4E4D96DCFC2}"/>
                    </a:ext>
                  </a:extLst>
                </p:cNvPr>
                <p:cNvCxnSpPr>
                  <a:cxnSpLocks/>
                  <a:stCxn id="31" idx="6"/>
                  <a:endCxn id="39" idx="2"/>
                </p:cNvCxnSpPr>
                <p:nvPr/>
              </p:nvCxnSpPr>
              <p:spPr>
                <a:xfrm flipV="1">
                  <a:off x="3275856" y="3731955"/>
                  <a:ext cx="2278521" cy="755296"/>
                </a:xfrm>
                <a:prstGeom prst="line">
                  <a:avLst/>
                </a:prstGeom>
              </p:spPr>
              <p:style>
                <a:lnRef idx="1">
                  <a:schemeClr val="accent1"/>
                </a:lnRef>
                <a:fillRef idx="0">
                  <a:schemeClr val="accent1"/>
                </a:fillRef>
                <a:effectRef idx="0">
                  <a:schemeClr val="accent1"/>
                </a:effectRef>
                <a:fontRef idx="minor">
                  <a:schemeClr val="tx1"/>
                </a:fontRef>
              </p:style>
            </p:cxnSp>
            <p:cxnSp>
              <p:nvCxnSpPr>
                <p:cNvPr id="90" name="直線接點 89">
                  <a:extLst>
                    <a:ext uri="{FF2B5EF4-FFF2-40B4-BE49-F238E27FC236}">
                      <a16:creationId xmlns:a16="http://schemas.microsoft.com/office/drawing/2014/main" id="{13D9A257-D512-41EC-9AA1-B4AB35CCA1C5}"/>
                    </a:ext>
                  </a:extLst>
                </p:cNvPr>
                <p:cNvCxnSpPr>
                  <a:cxnSpLocks/>
                  <a:stCxn id="31" idx="6"/>
                  <a:endCxn id="43" idx="2"/>
                </p:cNvCxnSpPr>
                <p:nvPr/>
              </p:nvCxnSpPr>
              <p:spPr>
                <a:xfrm>
                  <a:off x="3275856" y="4487251"/>
                  <a:ext cx="2268326" cy="351272"/>
                </a:xfrm>
                <a:prstGeom prst="line">
                  <a:avLst/>
                </a:prstGeom>
              </p:spPr>
              <p:style>
                <a:lnRef idx="1">
                  <a:schemeClr val="accent1"/>
                </a:lnRef>
                <a:fillRef idx="0">
                  <a:schemeClr val="accent1"/>
                </a:fillRef>
                <a:effectRef idx="0">
                  <a:schemeClr val="accent1"/>
                </a:effectRef>
                <a:fontRef idx="minor">
                  <a:schemeClr val="tx1"/>
                </a:fontRef>
              </p:style>
            </p:cxnSp>
            <p:sp>
              <p:nvSpPr>
                <p:cNvPr id="91" name="橢圓 90">
                  <a:extLst>
                    <a:ext uri="{FF2B5EF4-FFF2-40B4-BE49-F238E27FC236}">
                      <a16:creationId xmlns:a16="http://schemas.microsoft.com/office/drawing/2014/main" id="{26A84BFA-5EC4-4D44-BC07-DA466CCCC9C1}"/>
                    </a:ext>
                  </a:extLst>
                </p:cNvPr>
                <p:cNvSpPr/>
                <p:nvPr/>
              </p:nvSpPr>
              <p:spPr>
                <a:xfrm>
                  <a:off x="2987824" y="5449663"/>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92" name="直線接點 91">
                  <a:extLst>
                    <a:ext uri="{FF2B5EF4-FFF2-40B4-BE49-F238E27FC236}">
                      <a16:creationId xmlns:a16="http://schemas.microsoft.com/office/drawing/2014/main" id="{18C479CC-58B7-4556-9763-08EB0B07EB3F}"/>
                    </a:ext>
                  </a:extLst>
                </p:cNvPr>
                <p:cNvCxnSpPr>
                  <a:cxnSpLocks/>
                  <a:stCxn id="91" idx="6"/>
                  <a:endCxn id="35" idx="2"/>
                </p:cNvCxnSpPr>
                <p:nvPr/>
              </p:nvCxnSpPr>
              <p:spPr>
                <a:xfrm flipV="1">
                  <a:off x="3275856" y="2124133"/>
                  <a:ext cx="2278521" cy="3469546"/>
                </a:xfrm>
                <a:prstGeom prst="line">
                  <a:avLst/>
                </a:prstGeom>
              </p:spPr>
              <p:style>
                <a:lnRef idx="1">
                  <a:schemeClr val="accent1"/>
                </a:lnRef>
                <a:fillRef idx="0">
                  <a:schemeClr val="accent1"/>
                </a:fillRef>
                <a:effectRef idx="0">
                  <a:schemeClr val="accent1"/>
                </a:effectRef>
                <a:fontRef idx="minor">
                  <a:schemeClr val="tx1"/>
                </a:fontRef>
              </p:style>
            </p:cxnSp>
            <p:cxnSp>
              <p:nvCxnSpPr>
                <p:cNvPr id="93" name="直線接點 92">
                  <a:extLst>
                    <a:ext uri="{FF2B5EF4-FFF2-40B4-BE49-F238E27FC236}">
                      <a16:creationId xmlns:a16="http://schemas.microsoft.com/office/drawing/2014/main" id="{91A879FB-FB44-4CF0-8C67-B26E8258B83F}"/>
                    </a:ext>
                  </a:extLst>
                </p:cNvPr>
                <p:cNvCxnSpPr>
                  <a:cxnSpLocks/>
                  <a:stCxn id="91" idx="6"/>
                  <a:endCxn id="36" idx="2"/>
                </p:cNvCxnSpPr>
                <p:nvPr/>
              </p:nvCxnSpPr>
              <p:spPr>
                <a:xfrm flipV="1">
                  <a:off x="3275856" y="2553334"/>
                  <a:ext cx="2278521" cy="3040345"/>
                </a:xfrm>
                <a:prstGeom prst="line">
                  <a:avLst/>
                </a:prstGeom>
              </p:spPr>
              <p:style>
                <a:lnRef idx="1">
                  <a:schemeClr val="accent1"/>
                </a:lnRef>
                <a:fillRef idx="0">
                  <a:schemeClr val="accent1"/>
                </a:fillRef>
                <a:effectRef idx="0">
                  <a:schemeClr val="accent1"/>
                </a:effectRef>
                <a:fontRef idx="minor">
                  <a:schemeClr val="tx1"/>
                </a:fontRef>
              </p:style>
            </p:cxnSp>
            <p:cxnSp>
              <p:nvCxnSpPr>
                <p:cNvPr id="94" name="直線接點 93">
                  <a:extLst>
                    <a:ext uri="{FF2B5EF4-FFF2-40B4-BE49-F238E27FC236}">
                      <a16:creationId xmlns:a16="http://schemas.microsoft.com/office/drawing/2014/main" id="{C50E98EA-9DED-46F0-9888-0593FEB2D7F4}"/>
                    </a:ext>
                  </a:extLst>
                </p:cNvPr>
                <p:cNvCxnSpPr>
                  <a:cxnSpLocks/>
                  <a:stCxn id="91" idx="6"/>
                  <a:endCxn id="37" idx="2"/>
                </p:cNvCxnSpPr>
                <p:nvPr/>
              </p:nvCxnSpPr>
              <p:spPr>
                <a:xfrm flipV="1">
                  <a:off x="3275856" y="2948300"/>
                  <a:ext cx="2278521" cy="2645379"/>
                </a:xfrm>
                <a:prstGeom prst="line">
                  <a:avLst/>
                </a:prstGeom>
              </p:spPr>
              <p:style>
                <a:lnRef idx="1">
                  <a:schemeClr val="accent1"/>
                </a:lnRef>
                <a:fillRef idx="0">
                  <a:schemeClr val="accent1"/>
                </a:fillRef>
                <a:effectRef idx="0">
                  <a:schemeClr val="accent1"/>
                </a:effectRef>
                <a:fontRef idx="minor">
                  <a:schemeClr val="tx1"/>
                </a:fontRef>
              </p:style>
            </p:cxnSp>
            <p:cxnSp>
              <p:nvCxnSpPr>
                <p:cNvPr id="95" name="直線接點 94">
                  <a:extLst>
                    <a:ext uri="{FF2B5EF4-FFF2-40B4-BE49-F238E27FC236}">
                      <a16:creationId xmlns:a16="http://schemas.microsoft.com/office/drawing/2014/main" id="{9F5C5DAB-D264-4AFD-9348-B686F9D69387}"/>
                    </a:ext>
                  </a:extLst>
                </p:cNvPr>
                <p:cNvCxnSpPr>
                  <a:cxnSpLocks/>
                  <a:stCxn id="91" idx="6"/>
                  <a:endCxn id="38" idx="2"/>
                </p:cNvCxnSpPr>
                <p:nvPr/>
              </p:nvCxnSpPr>
              <p:spPr>
                <a:xfrm flipV="1">
                  <a:off x="3275856" y="3336989"/>
                  <a:ext cx="2278521" cy="2256690"/>
                </a:xfrm>
                <a:prstGeom prst="line">
                  <a:avLst/>
                </a:prstGeom>
              </p:spPr>
              <p:style>
                <a:lnRef idx="1">
                  <a:schemeClr val="accent1"/>
                </a:lnRef>
                <a:fillRef idx="0">
                  <a:schemeClr val="accent1"/>
                </a:fillRef>
                <a:effectRef idx="0">
                  <a:schemeClr val="accent1"/>
                </a:effectRef>
                <a:fontRef idx="minor">
                  <a:schemeClr val="tx1"/>
                </a:fontRef>
              </p:style>
            </p:cxnSp>
            <p:cxnSp>
              <p:nvCxnSpPr>
                <p:cNvPr id="96" name="直線接點 95">
                  <a:extLst>
                    <a:ext uri="{FF2B5EF4-FFF2-40B4-BE49-F238E27FC236}">
                      <a16:creationId xmlns:a16="http://schemas.microsoft.com/office/drawing/2014/main" id="{78046E52-8D1D-43EC-A079-39E7F55F8BEA}"/>
                    </a:ext>
                  </a:extLst>
                </p:cNvPr>
                <p:cNvCxnSpPr>
                  <a:cxnSpLocks/>
                  <a:stCxn id="91" idx="6"/>
                  <a:endCxn id="39" idx="2"/>
                </p:cNvCxnSpPr>
                <p:nvPr/>
              </p:nvCxnSpPr>
              <p:spPr>
                <a:xfrm flipV="1">
                  <a:off x="3275856" y="3731955"/>
                  <a:ext cx="2278521" cy="1861724"/>
                </a:xfrm>
                <a:prstGeom prst="line">
                  <a:avLst/>
                </a:prstGeom>
              </p:spPr>
              <p:style>
                <a:lnRef idx="1">
                  <a:schemeClr val="accent1"/>
                </a:lnRef>
                <a:fillRef idx="0">
                  <a:schemeClr val="accent1"/>
                </a:fillRef>
                <a:effectRef idx="0">
                  <a:schemeClr val="accent1"/>
                </a:effectRef>
                <a:fontRef idx="minor">
                  <a:schemeClr val="tx1"/>
                </a:fontRef>
              </p:style>
            </p:cxnSp>
            <p:cxnSp>
              <p:nvCxnSpPr>
                <p:cNvPr id="97" name="直線接點 96">
                  <a:extLst>
                    <a:ext uri="{FF2B5EF4-FFF2-40B4-BE49-F238E27FC236}">
                      <a16:creationId xmlns:a16="http://schemas.microsoft.com/office/drawing/2014/main" id="{BE4AC365-EE65-4DBE-B883-3A1AA25F1A1B}"/>
                    </a:ext>
                  </a:extLst>
                </p:cNvPr>
                <p:cNvCxnSpPr>
                  <a:cxnSpLocks/>
                  <a:stCxn id="91" idx="6"/>
                  <a:endCxn id="43" idx="2"/>
                </p:cNvCxnSpPr>
                <p:nvPr/>
              </p:nvCxnSpPr>
              <p:spPr>
                <a:xfrm flipV="1">
                  <a:off x="3275856" y="4838523"/>
                  <a:ext cx="2268326" cy="755156"/>
                </a:xfrm>
                <a:prstGeom prst="line">
                  <a:avLst/>
                </a:prstGeom>
              </p:spPr>
              <p:style>
                <a:lnRef idx="1">
                  <a:schemeClr val="accent1"/>
                </a:lnRef>
                <a:fillRef idx="0">
                  <a:schemeClr val="accent1"/>
                </a:fillRef>
                <a:effectRef idx="0">
                  <a:schemeClr val="accent1"/>
                </a:effectRef>
                <a:fontRef idx="minor">
                  <a:schemeClr val="tx1"/>
                </a:fontRef>
              </p:style>
            </p:cxnSp>
          </p:grpSp>
          <p:sp>
            <p:nvSpPr>
              <p:cNvPr id="20" name="橢圓 19">
                <a:extLst>
                  <a:ext uri="{FF2B5EF4-FFF2-40B4-BE49-F238E27FC236}">
                    <a16:creationId xmlns:a16="http://schemas.microsoft.com/office/drawing/2014/main" id="{5D0A3771-0F8A-4471-BC68-502A6AD8E928}"/>
                  </a:ext>
                </a:extLst>
              </p:cNvPr>
              <p:cNvSpPr/>
              <p:nvPr/>
            </p:nvSpPr>
            <p:spPr>
              <a:xfrm flipH="1">
                <a:off x="3692687" y="3903951"/>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 name="橢圓 20">
                <a:extLst>
                  <a:ext uri="{FF2B5EF4-FFF2-40B4-BE49-F238E27FC236}">
                    <a16:creationId xmlns:a16="http://schemas.microsoft.com/office/drawing/2014/main" id="{364FFFD1-4AAE-46C5-BC20-E16467D4B71B}"/>
                  </a:ext>
                </a:extLst>
              </p:cNvPr>
              <p:cNvSpPr/>
              <p:nvPr/>
            </p:nvSpPr>
            <p:spPr>
              <a:xfrm flipH="1">
                <a:off x="4314470" y="3903951"/>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2" name="橢圓 21">
                <a:extLst>
                  <a:ext uri="{FF2B5EF4-FFF2-40B4-BE49-F238E27FC236}">
                    <a16:creationId xmlns:a16="http://schemas.microsoft.com/office/drawing/2014/main" id="{A824D952-727D-4901-B745-CCAE958886C5}"/>
                  </a:ext>
                </a:extLst>
              </p:cNvPr>
              <p:cNvSpPr/>
              <p:nvPr/>
            </p:nvSpPr>
            <p:spPr>
              <a:xfrm flipH="1">
                <a:off x="4936253" y="3903951"/>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3" name="橢圓 22">
                <a:extLst>
                  <a:ext uri="{FF2B5EF4-FFF2-40B4-BE49-F238E27FC236}">
                    <a16:creationId xmlns:a16="http://schemas.microsoft.com/office/drawing/2014/main" id="{6330F24A-57FB-4B0E-AEEA-9885FFC52309}"/>
                  </a:ext>
                </a:extLst>
              </p:cNvPr>
              <p:cNvSpPr/>
              <p:nvPr/>
            </p:nvSpPr>
            <p:spPr>
              <a:xfrm flipH="1">
                <a:off x="5561559" y="3903951"/>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9" name="左大括弧 8">
              <a:extLst>
                <a:ext uri="{FF2B5EF4-FFF2-40B4-BE49-F238E27FC236}">
                  <a16:creationId xmlns:a16="http://schemas.microsoft.com/office/drawing/2014/main" id="{7433E7B2-6969-4A53-BE1B-5AB18EBFF418}"/>
                </a:ext>
              </a:extLst>
            </p:cNvPr>
            <p:cNvSpPr/>
            <p:nvPr/>
          </p:nvSpPr>
          <p:spPr>
            <a:xfrm>
              <a:off x="413990" y="2173637"/>
              <a:ext cx="233997" cy="283359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10" name="文字方塊 9">
              <a:extLst>
                <a:ext uri="{FF2B5EF4-FFF2-40B4-BE49-F238E27FC236}">
                  <a16:creationId xmlns:a16="http://schemas.microsoft.com/office/drawing/2014/main" id="{B23D620B-C47C-4D7B-8F43-10C13000FC8A}"/>
                </a:ext>
              </a:extLst>
            </p:cNvPr>
            <p:cNvSpPr txBox="1"/>
            <p:nvPr/>
          </p:nvSpPr>
          <p:spPr>
            <a:xfrm>
              <a:off x="-63364" y="3397956"/>
              <a:ext cx="982547" cy="641381"/>
            </a:xfrm>
            <a:prstGeom prst="rect">
              <a:avLst/>
            </a:prstGeom>
            <a:noFill/>
          </p:spPr>
          <p:txBody>
            <a:bodyPr wrap="square" rtlCol="0">
              <a:spAutoFit/>
            </a:bodyPr>
            <a:lstStyle/>
            <a:p>
              <a:r>
                <a:rPr lang="en-US" altLang="zh-TW" dirty="0"/>
                <a:t>424</a:t>
              </a:r>
              <a:endParaRPr lang="zh-TW" altLang="en-US" dirty="0"/>
            </a:p>
          </p:txBody>
        </p:sp>
        <p:sp>
          <p:nvSpPr>
            <p:cNvPr id="11" name="右大括弧 10">
              <a:extLst>
                <a:ext uri="{FF2B5EF4-FFF2-40B4-BE49-F238E27FC236}">
                  <a16:creationId xmlns:a16="http://schemas.microsoft.com/office/drawing/2014/main" id="{A3732794-6BBB-459E-9B30-6FFDD26CBBBA}"/>
                </a:ext>
              </a:extLst>
            </p:cNvPr>
            <p:cNvSpPr/>
            <p:nvPr/>
          </p:nvSpPr>
          <p:spPr>
            <a:xfrm>
              <a:off x="3612115" y="1772816"/>
              <a:ext cx="246046" cy="4036887"/>
            </a:xfrm>
            <a:prstGeom prst="rightBrace">
              <a:avLst>
                <a:gd name="adj1" fmla="val 8333"/>
                <a:gd name="adj2" fmla="val 20909"/>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12" name="文字方塊 11">
              <a:extLst>
                <a:ext uri="{FF2B5EF4-FFF2-40B4-BE49-F238E27FC236}">
                  <a16:creationId xmlns:a16="http://schemas.microsoft.com/office/drawing/2014/main" id="{C9B0E8B7-7E56-4276-8D17-C74C5D9D3E2D}"/>
                </a:ext>
              </a:extLst>
            </p:cNvPr>
            <p:cNvSpPr txBox="1"/>
            <p:nvPr/>
          </p:nvSpPr>
          <p:spPr>
            <a:xfrm>
              <a:off x="4327307" y="2448429"/>
              <a:ext cx="672890" cy="641381"/>
            </a:xfrm>
            <a:prstGeom prst="rect">
              <a:avLst/>
            </a:prstGeom>
            <a:noFill/>
          </p:spPr>
          <p:txBody>
            <a:bodyPr wrap="square" rtlCol="0">
              <a:spAutoFit/>
            </a:bodyPr>
            <a:lstStyle/>
            <a:p>
              <a:r>
                <a:rPr lang="en-US" altLang="zh-TW" dirty="0"/>
                <a:t>1200</a:t>
              </a:r>
              <a:endParaRPr lang="zh-TW" altLang="en-US" dirty="0"/>
            </a:p>
          </p:txBody>
        </p:sp>
        <p:sp>
          <p:nvSpPr>
            <p:cNvPr id="13" name="左大括弧 12">
              <a:extLst>
                <a:ext uri="{FF2B5EF4-FFF2-40B4-BE49-F238E27FC236}">
                  <a16:creationId xmlns:a16="http://schemas.microsoft.com/office/drawing/2014/main" id="{0C1E87AE-B095-4D04-B643-F3B2B4A4A7DF}"/>
                </a:ext>
              </a:extLst>
            </p:cNvPr>
            <p:cNvSpPr/>
            <p:nvPr/>
          </p:nvSpPr>
          <p:spPr>
            <a:xfrm rot="16200000">
              <a:off x="4292798" y="4991591"/>
              <a:ext cx="600880" cy="235571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14" name="文字方塊 13">
              <a:extLst>
                <a:ext uri="{FF2B5EF4-FFF2-40B4-BE49-F238E27FC236}">
                  <a16:creationId xmlns:a16="http://schemas.microsoft.com/office/drawing/2014/main" id="{7C17350A-C449-4C8E-8CDB-3061072B6A06}"/>
                </a:ext>
              </a:extLst>
            </p:cNvPr>
            <p:cNvSpPr txBox="1"/>
            <p:nvPr/>
          </p:nvSpPr>
          <p:spPr>
            <a:xfrm>
              <a:off x="4456660" y="6466549"/>
              <a:ext cx="986174" cy="641381"/>
            </a:xfrm>
            <a:prstGeom prst="rect">
              <a:avLst/>
            </a:prstGeom>
            <a:noFill/>
          </p:spPr>
          <p:txBody>
            <a:bodyPr wrap="square" rtlCol="0">
              <a:spAutoFit/>
            </a:bodyPr>
            <a:lstStyle/>
            <a:p>
              <a:r>
                <a:rPr lang="en-US" altLang="zh-TW" dirty="0"/>
                <a:t>8</a:t>
              </a:r>
              <a:endParaRPr lang="zh-TW" altLang="en-US" dirty="0"/>
            </a:p>
          </p:txBody>
        </p:sp>
        <p:sp>
          <p:nvSpPr>
            <p:cNvPr id="15" name="右大括弧 14">
              <a:extLst>
                <a:ext uri="{FF2B5EF4-FFF2-40B4-BE49-F238E27FC236}">
                  <a16:creationId xmlns:a16="http://schemas.microsoft.com/office/drawing/2014/main" id="{CE703D81-4AAC-4D5B-B8E4-D46B2D328578}"/>
                </a:ext>
              </a:extLst>
            </p:cNvPr>
            <p:cNvSpPr/>
            <p:nvPr/>
          </p:nvSpPr>
          <p:spPr>
            <a:xfrm>
              <a:off x="8468996" y="2167782"/>
              <a:ext cx="217804" cy="2742749"/>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16" name="文字方塊 15">
              <a:extLst>
                <a:ext uri="{FF2B5EF4-FFF2-40B4-BE49-F238E27FC236}">
                  <a16:creationId xmlns:a16="http://schemas.microsoft.com/office/drawing/2014/main" id="{CD9E0EBE-F528-48E1-A08D-96F4B80B9AB2}"/>
                </a:ext>
              </a:extLst>
            </p:cNvPr>
            <p:cNvSpPr txBox="1"/>
            <p:nvPr/>
          </p:nvSpPr>
          <p:spPr>
            <a:xfrm>
              <a:off x="8686800" y="3324287"/>
              <a:ext cx="485012" cy="641381"/>
            </a:xfrm>
            <a:prstGeom prst="rect">
              <a:avLst/>
            </a:prstGeom>
            <a:noFill/>
          </p:spPr>
          <p:txBody>
            <a:bodyPr wrap="square" rtlCol="0">
              <a:spAutoFit/>
            </a:bodyPr>
            <a:lstStyle/>
            <a:p>
              <a:r>
                <a:rPr lang="en-US" altLang="zh-TW" dirty="0"/>
                <a:t>38</a:t>
              </a:r>
              <a:endParaRPr lang="zh-TW" altLang="en-US" dirty="0"/>
            </a:p>
          </p:txBody>
        </p:sp>
        <p:sp>
          <p:nvSpPr>
            <p:cNvPr id="17" name="左大括弧 16">
              <a:extLst>
                <a:ext uri="{FF2B5EF4-FFF2-40B4-BE49-F238E27FC236}">
                  <a16:creationId xmlns:a16="http://schemas.microsoft.com/office/drawing/2014/main" id="{B516B1C1-A84F-4A83-BC92-1C626BE09345}"/>
                </a:ext>
              </a:extLst>
            </p:cNvPr>
            <p:cNvSpPr/>
            <p:nvPr/>
          </p:nvSpPr>
          <p:spPr>
            <a:xfrm>
              <a:off x="5326379" y="1772816"/>
              <a:ext cx="288032" cy="3952176"/>
            </a:xfrm>
            <a:prstGeom prst="leftBrace">
              <a:avLst>
                <a:gd name="adj1" fmla="val 8333"/>
                <a:gd name="adj2" fmla="val 21873"/>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grpSp>
    </p:spTree>
    <p:extLst>
      <p:ext uri="{BB962C8B-B14F-4D97-AF65-F5344CB8AC3E}">
        <p14:creationId xmlns:p14="http://schemas.microsoft.com/office/powerpoint/2010/main" val="19214142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5AD5A20-6655-4B38-AF07-DF40D8A2FD5C}"/>
              </a:ext>
            </a:extLst>
          </p:cNvPr>
          <p:cNvSpPr>
            <a:spLocks noGrp="1"/>
          </p:cNvSpPr>
          <p:nvPr>
            <p:ph type="title"/>
          </p:nvPr>
        </p:nvSpPr>
        <p:spPr/>
        <p:txBody>
          <a:bodyPr/>
          <a:lstStyle/>
          <a:p>
            <a:pPr algn="l"/>
            <a:r>
              <a:rPr lang="en-US" altLang="zh-TW" dirty="0">
                <a:latin typeface="Times New Roman" panose="02020603050405020304" pitchFamily="18" charset="0"/>
                <a:cs typeface="Times New Roman" panose="02020603050405020304" pitchFamily="18" charset="0"/>
              </a:rPr>
              <a:t>Policy neural network (PNN)</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EB5CD2D5-9119-48C2-B605-933EE65694D8}"/>
                  </a:ext>
                </a:extLst>
              </p:cNvPr>
              <p:cNvSpPr>
                <a:spLocks noGrp="1"/>
              </p:cNvSpPr>
              <p:nvPr>
                <p:ph sz="half" idx="1"/>
              </p:nvPr>
            </p:nvSpPr>
            <p:spPr>
              <a:xfrm>
                <a:off x="457200" y="1600200"/>
                <a:ext cx="8229600" cy="4525963"/>
              </a:xfrm>
            </p:spPr>
            <p:txBody>
              <a:bodyPr/>
              <a:lstStyle/>
              <a:p>
                <a14:m>
                  <m:oMath xmlns:m="http://schemas.openxmlformats.org/officeDocument/2006/math">
                    <m:r>
                      <a:rPr lang="en-US" altLang="zh-TW">
                        <a:latin typeface="Cambria Math" panose="02040503050406030204" pitchFamily="18" charset="0"/>
                        <a:cs typeface="Times New Roman" panose="02020603050405020304" pitchFamily="18" charset="0"/>
                      </a:rPr>
                      <m:t>𝜃</m:t>
                    </m:r>
                    <m:r>
                      <a:rPr lang="en-US" altLang="zh-TW">
                        <a:latin typeface="Cambria Math" panose="02040503050406030204" pitchFamily="18" charset="0"/>
                        <a:cs typeface="Times New Roman" panose="02020603050405020304" pitchFamily="18" charset="0"/>
                      </a:rPr>
                      <m:t>←</m:t>
                    </m:r>
                    <m:r>
                      <a:rPr lang="en-US" altLang="zh-TW">
                        <a:latin typeface="Cambria Math" panose="02040503050406030204" pitchFamily="18" charset="0"/>
                        <a:cs typeface="Times New Roman" panose="02020603050405020304" pitchFamily="18" charset="0"/>
                      </a:rPr>
                      <m:t>𝜃</m:t>
                    </m:r>
                    <m:r>
                      <a:rPr lang="en-US" altLang="zh-TW">
                        <a:latin typeface="Cambria Math" panose="02040503050406030204" pitchFamily="18" charset="0"/>
                        <a:cs typeface="Times New Roman" panose="02020603050405020304" pitchFamily="18" charset="0"/>
                      </a:rPr>
                      <m:t>+</m:t>
                    </m:r>
                    <m:r>
                      <a:rPr lang="en-US" altLang="zh-TW">
                        <a:latin typeface="Cambria Math" panose="02040503050406030204" pitchFamily="18" charset="0"/>
                        <a:cs typeface="Times New Roman" panose="02020603050405020304" pitchFamily="18" charset="0"/>
                      </a:rPr>
                      <m:t>𝛼</m:t>
                    </m:r>
                    <m:r>
                      <a:rPr lang="en-US" altLang="zh-TW">
                        <a:latin typeface="Cambria Math" panose="02040503050406030204" pitchFamily="18" charset="0"/>
                        <a:cs typeface="Times New Roman" panose="02020603050405020304" pitchFamily="18" charset="0"/>
                      </a:rPr>
                      <m:t>𝑟</m:t>
                    </m:r>
                    <m:box>
                      <m:boxPr>
                        <m:ctrlPr>
                          <a:rPr lang="en-US" altLang="zh-TW" i="1">
                            <a:latin typeface="Cambria Math" panose="02040503050406030204" pitchFamily="18" charset="0"/>
                            <a:cs typeface="Times New Roman" panose="02020603050405020304" pitchFamily="18" charset="0"/>
                          </a:rPr>
                        </m:ctrlPr>
                      </m:boxPr>
                      <m:e>
                        <m:argPr>
                          <m:argSz m:val="-1"/>
                        </m:argPr>
                        <m:f>
                          <m:fPr>
                            <m:ctrlPr>
                              <a:rPr lang="en-US" altLang="zh-TW" i="1">
                                <a:latin typeface="Cambria Math" panose="02040503050406030204" pitchFamily="18" charset="0"/>
                                <a:cs typeface="Times New Roman" panose="02020603050405020304" pitchFamily="18" charset="0"/>
                              </a:rPr>
                            </m:ctrlPr>
                          </m:fPr>
                          <m:num>
                            <m:r>
                              <a:rPr lang="en-US" altLang="zh-TW">
                                <a:latin typeface="Cambria Math" panose="02040503050406030204" pitchFamily="18" charset="0"/>
                                <a:cs typeface="Times New Roman" panose="02020603050405020304" pitchFamily="18" charset="0"/>
                              </a:rPr>
                              <m:t>1</m:t>
                            </m:r>
                          </m:num>
                          <m:den>
                            <m:r>
                              <a:rPr lang="en-US" altLang="zh-TW">
                                <a:latin typeface="Cambria Math" panose="02040503050406030204" pitchFamily="18" charset="0"/>
                                <a:cs typeface="Times New Roman" panose="02020603050405020304" pitchFamily="18" charset="0"/>
                              </a:rPr>
                              <m:t>𝑀</m:t>
                            </m:r>
                          </m:den>
                        </m:f>
                        <m:nary>
                          <m:naryPr>
                            <m:chr m:val="∑"/>
                            <m:ctrlPr>
                              <a:rPr lang="en-US" altLang="zh-TW" i="1">
                                <a:latin typeface="Cambria Math" panose="02040503050406030204" pitchFamily="18" charset="0"/>
                                <a:cs typeface="Times New Roman" panose="02020603050405020304" pitchFamily="18" charset="0"/>
                              </a:rPr>
                            </m:ctrlPr>
                          </m:naryPr>
                          <m:sub>
                            <m:r>
                              <a:rPr lang="en-US" altLang="zh-TW">
                                <a:latin typeface="Cambria Math" panose="02040503050406030204" pitchFamily="18" charset="0"/>
                                <a:cs typeface="Times New Roman" panose="02020603050405020304" pitchFamily="18" charset="0"/>
                              </a:rPr>
                              <m:t>𝑖</m:t>
                            </m:r>
                            <m:r>
                              <a:rPr lang="en-US" altLang="zh-TW">
                                <a:latin typeface="Cambria Math" panose="02040503050406030204" pitchFamily="18" charset="0"/>
                                <a:cs typeface="Times New Roman" panose="02020603050405020304" pitchFamily="18" charset="0"/>
                              </a:rPr>
                              <m:t>=1</m:t>
                            </m:r>
                          </m:sub>
                          <m:sup>
                            <m:r>
                              <a:rPr lang="en-US" altLang="zh-TW">
                                <a:latin typeface="Cambria Math" panose="02040503050406030204" pitchFamily="18" charset="0"/>
                                <a:cs typeface="Times New Roman" panose="02020603050405020304" pitchFamily="18" charset="0"/>
                              </a:rPr>
                              <m:t>𝑀</m:t>
                            </m:r>
                          </m:sup>
                          <m:e>
                            <m:sSub>
                              <m:sSubPr>
                                <m:ctrlPr>
                                  <a:rPr lang="en-US" altLang="zh-TW" i="1">
                                    <a:latin typeface="Cambria Math" panose="02040503050406030204" pitchFamily="18" charset="0"/>
                                    <a:cs typeface="Times New Roman" panose="02020603050405020304" pitchFamily="18" charset="0"/>
                                  </a:rPr>
                                </m:ctrlPr>
                              </m:sSubPr>
                              <m:e>
                                <m:r>
                                  <m:rPr>
                                    <m:sty m:val="p"/>
                                  </m:rPr>
                                  <a:rPr lang="en-US" altLang="zh-TW">
                                    <a:latin typeface="Cambria Math" panose="02040503050406030204" pitchFamily="18" charset="0"/>
                                    <a:cs typeface="Times New Roman" panose="02020603050405020304" pitchFamily="18" charset="0"/>
                                  </a:rPr>
                                  <m:t>∇</m:t>
                                </m:r>
                              </m:e>
                              <m:sub>
                                <m:r>
                                  <a:rPr lang="en-US" altLang="zh-TW">
                                    <a:latin typeface="Cambria Math" panose="02040503050406030204" pitchFamily="18" charset="0"/>
                                    <a:cs typeface="Times New Roman" panose="02020603050405020304" pitchFamily="18" charset="0"/>
                                  </a:rPr>
                                  <m:t>𝜃</m:t>
                                </m:r>
                              </m:sub>
                            </m:sSub>
                            <m:r>
                              <m:rPr>
                                <m:sty m:val="p"/>
                              </m:rPr>
                              <a:rPr lang="en-US" altLang="zh-TW">
                                <a:latin typeface="Cambria Math" panose="02040503050406030204" pitchFamily="18" charset="0"/>
                                <a:cs typeface="Times New Roman" panose="02020603050405020304" pitchFamily="18" charset="0"/>
                              </a:rPr>
                              <m:t>log</m:t>
                            </m:r>
                            <m:r>
                              <a:rPr lang="en-US" altLang="zh-TW">
                                <a:latin typeface="Cambria Math" panose="02040503050406030204" pitchFamily="18" charset="0"/>
                                <a:cs typeface="Times New Roman" panose="02020603050405020304" pitchFamily="18" charset="0"/>
                              </a:rPr>
                              <m:t>(</m:t>
                            </m:r>
                            <m:sSub>
                              <m:sSubPr>
                                <m:ctrlPr>
                                  <a:rPr lang="en-US" altLang="zh-TW" i="1">
                                    <a:latin typeface="Cambria Math" panose="02040503050406030204" pitchFamily="18" charset="0"/>
                                    <a:cs typeface="Times New Roman" panose="02020603050405020304" pitchFamily="18" charset="0"/>
                                  </a:rPr>
                                </m:ctrlPr>
                              </m:sSubPr>
                              <m:e>
                                <m:r>
                                  <a:rPr lang="en-US" altLang="zh-TW">
                                    <a:latin typeface="Cambria Math" panose="02040503050406030204" pitchFamily="18" charset="0"/>
                                    <a:cs typeface="Times New Roman" panose="02020603050405020304" pitchFamily="18" charset="0"/>
                                  </a:rPr>
                                  <m:t>𝜎</m:t>
                                </m:r>
                              </m:e>
                              <m:sub>
                                <m:r>
                                  <a:rPr lang="en-US" altLang="zh-TW">
                                    <a:latin typeface="Cambria Math" panose="02040503050406030204" pitchFamily="18" charset="0"/>
                                    <a:cs typeface="Times New Roman" panose="02020603050405020304" pitchFamily="18" charset="0"/>
                                  </a:rPr>
                                  <m:t>𝜃</m:t>
                                </m:r>
                              </m:sub>
                            </m:sSub>
                            <m:r>
                              <a:rPr lang="en-US" altLang="zh-TW">
                                <a:latin typeface="Cambria Math" panose="02040503050406030204" pitchFamily="18" charset="0"/>
                                <a:cs typeface="Times New Roman" panose="02020603050405020304" pitchFamily="18" charset="0"/>
                              </a:rPr>
                              <m:t>(</m:t>
                            </m:r>
                            <m:sSub>
                              <m:sSubPr>
                                <m:ctrlPr>
                                  <a:rPr lang="en-US" altLang="zh-TW" i="1">
                                    <a:latin typeface="Cambria Math" panose="02040503050406030204" pitchFamily="18" charset="0"/>
                                    <a:cs typeface="Times New Roman" panose="02020603050405020304" pitchFamily="18" charset="0"/>
                                  </a:rPr>
                                </m:ctrlPr>
                              </m:sSubPr>
                              <m:e>
                                <m:r>
                                  <a:rPr lang="en-US" altLang="zh-TW">
                                    <a:latin typeface="Cambria Math" panose="02040503050406030204" pitchFamily="18" charset="0"/>
                                    <a:cs typeface="Times New Roman" panose="02020603050405020304" pitchFamily="18" charset="0"/>
                                  </a:rPr>
                                  <m:t>𝑏</m:t>
                                </m:r>
                              </m:e>
                              <m:sub>
                                <m:r>
                                  <a:rPr lang="en-US" altLang="zh-TW">
                                    <a:latin typeface="Cambria Math" panose="02040503050406030204" pitchFamily="18" charset="0"/>
                                    <a:cs typeface="Times New Roman" panose="02020603050405020304" pitchFamily="18" charset="0"/>
                                  </a:rPr>
                                  <m:t>𝑖</m:t>
                                </m:r>
                              </m:sub>
                            </m:sSub>
                            <m:r>
                              <a:rPr lang="en-US" altLang="zh-TW">
                                <a:latin typeface="Cambria Math" panose="02040503050406030204" pitchFamily="18" charset="0"/>
                                <a:cs typeface="Times New Roman" panose="02020603050405020304" pitchFamily="18" charset="0"/>
                              </a:rPr>
                              <m:t>|</m:t>
                            </m:r>
                            <m:sSub>
                              <m:sSubPr>
                                <m:ctrlPr>
                                  <a:rPr lang="en-US" altLang="zh-TW" i="1">
                                    <a:latin typeface="Cambria Math" panose="02040503050406030204" pitchFamily="18" charset="0"/>
                                    <a:cs typeface="Times New Roman" panose="02020603050405020304" pitchFamily="18" charset="0"/>
                                  </a:rPr>
                                </m:ctrlPr>
                              </m:sSubPr>
                              <m:e>
                                <m:r>
                                  <a:rPr lang="en-US" altLang="zh-TW">
                                    <a:latin typeface="Cambria Math" panose="02040503050406030204" pitchFamily="18" charset="0"/>
                                    <a:cs typeface="Times New Roman" panose="02020603050405020304" pitchFamily="18" charset="0"/>
                                  </a:rPr>
                                  <m:t>𝑠</m:t>
                                </m:r>
                              </m:e>
                              <m:sub>
                                <m:r>
                                  <a:rPr lang="en-US" altLang="zh-TW">
                                    <a:latin typeface="Cambria Math" panose="02040503050406030204" pitchFamily="18" charset="0"/>
                                    <a:cs typeface="Times New Roman" panose="02020603050405020304" pitchFamily="18" charset="0"/>
                                  </a:rPr>
                                  <m:t>𝑖</m:t>
                                </m:r>
                              </m:sub>
                            </m:sSub>
                            <m:r>
                              <a:rPr lang="en-US" altLang="zh-TW">
                                <a:latin typeface="Cambria Math" panose="02040503050406030204" pitchFamily="18" charset="0"/>
                                <a:cs typeface="Times New Roman" panose="02020603050405020304" pitchFamily="18" charset="0"/>
                              </a:rPr>
                              <m:t>))</m:t>
                            </m:r>
                          </m:e>
                        </m:nary>
                      </m:e>
                    </m:box>
                  </m:oMath>
                </a14:m>
                <a:endParaRPr lang="en-US" altLang="zh-TW" dirty="0">
                  <a:latin typeface="Times New Roman" panose="02020603050405020304" pitchFamily="18" charset="0"/>
                  <a:cs typeface="Times New Roman" panose="02020603050405020304" pitchFamily="18" charset="0"/>
                </a:endParaRPr>
              </a:p>
              <a:p>
                <a14:m>
                  <m:oMath xmlns:m="http://schemas.openxmlformats.org/officeDocument/2006/math">
                    <m:r>
                      <a:rPr lang="en-US" altLang="zh-TW">
                        <a:latin typeface="Cambria Math" panose="02040503050406030204" pitchFamily="18" charset="0"/>
                        <a:cs typeface="Times New Roman" panose="02020603050405020304" pitchFamily="18" charset="0"/>
                      </a:rPr>
                      <m:t>𝑀</m:t>
                    </m:r>
                    <m:r>
                      <a:rPr lang="en-US" altLang="zh-TW">
                        <a:latin typeface="Cambria Math" panose="02040503050406030204" pitchFamily="18" charset="0"/>
                        <a:cs typeface="Times New Roman" panose="02020603050405020304" pitchFamily="18" charset="0"/>
                      </a:rPr>
                      <m:t>:</m:t>
                    </m:r>
                  </m:oMath>
                </a14:m>
                <a:r>
                  <a:rPr lang="en-US" altLang="zh-TW" dirty="0">
                    <a:latin typeface="Times New Roman" panose="02020603050405020304" pitchFamily="18" charset="0"/>
                    <a:cs typeface="Times New Roman" panose="02020603050405020304" pitchFamily="18" charset="0"/>
                  </a:rPr>
                  <a:t> number of bids called by the target PNN</a:t>
                </a:r>
              </a:p>
              <a:p>
                <a14:m>
                  <m:oMath xmlns:m="http://schemas.openxmlformats.org/officeDocument/2006/math">
                    <m:sSub>
                      <m:sSubPr>
                        <m:ctrlPr>
                          <a:rPr lang="en-US" altLang="zh-TW" i="1">
                            <a:latin typeface="Cambria Math" panose="02040503050406030204" pitchFamily="18" charset="0"/>
                            <a:cs typeface="Times New Roman" panose="02020603050405020304" pitchFamily="18" charset="0"/>
                          </a:rPr>
                        </m:ctrlPr>
                      </m:sSubPr>
                      <m:e>
                        <m:r>
                          <a:rPr lang="en-US" altLang="zh-TW">
                            <a:latin typeface="Cambria Math" panose="02040503050406030204" pitchFamily="18" charset="0"/>
                            <a:cs typeface="Times New Roman" panose="02020603050405020304" pitchFamily="18" charset="0"/>
                          </a:rPr>
                          <m:t>𝑏</m:t>
                        </m:r>
                      </m:e>
                      <m:sub>
                        <m:r>
                          <a:rPr lang="en-US" altLang="zh-TW">
                            <a:latin typeface="Cambria Math" panose="02040503050406030204" pitchFamily="18" charset="0"/>
                            <a:cs typeface="Times New Roman" panose="02020603050405020304" pitchFamily="18" charset="0"/>
                          </a:rPr>
                          <m:t>𝑖</m:t>
                        </m:r>
                      </m:sub>
                    </m:sSub>
                    <m:r>
                      <a:rPr lang="en-US" altLang="zh-TW">
                        <a:latin typeface="Cambria Math" panose="02040503050406030204" pitchFamily="18" charset="0"/>
                        <a:cs typeface="Times New Roman" panose="02020603050405020304" pitchFamily="18" charset="0"/>
                      </a:rPr>
                      <m:t> </m:t>
                    </m:r>
                    <m:r>
                      <a:rPr lang="en-US" altLang="zh-TW">
                        <a:latin typeface="Cambria Math" panose="02040503050406030204" pitchFamily="18" charset="0"/>
                        <a:cs typeface="Times New Roman" panose="02020603050405020304" pitchFamily="18" charset="0"/>
                      </a:rPr>
                      <m:t>𝑎𝑛𝑑</m:t>
                    </m:r>
                    <m:r>
                      <a:rPr lang="en-US" altLang="zh-TW">
                        <a:latin typeface="Cambria Math" panose="02040503050406030204" pitchFamily="18" charset="0"/>
                        <a:cs typeface="Times New Roman" panose="02020603050405020304" pitchFamily="18" charset="0"/>
                      </a:rPr>
                      <m:t> </m:t>
                    </m:r>
                    <m:sSub>
                      <m:sSubPr>
                        <m:ctrlPr>
                          <a:rPr lang="en-US" altLang="zh-TW" i="1">
                            <a:latin typeface="Cambria Math" panose="02040503050406030204" pitchFamily="18" charset="0"/>
                            <a:cs typeface="Times New Roman" panose="02020603050405020304" pitchFamily="18" charset="0"/>
                          </a:rPr>
                        </m:ctrlPr>
                      </m:sSubPr>
                      <m:e>
                        <m:r>
                          <a:rPr lang="en-US" altLang="zh-TW">
                            <a:latin typeface="Cambria Math" panose="02040503050406030204" pitchFamily="18" charset="0"/>
                            <a:cs typeface="Times New Roman" panose="02020603050405020304" pitchFamily="18" charset="0"/>
                          </a:rPr>
                          <m:t>𝑠</m:t>
                        </m:r>
                      </m:e>
                      <m:sub>
                        <m:r>
                          <a:rPr lang="en-US" altLang="zh-TW">
                            <a:latin typeface="Cambria Math" panose="02040503050406030204" pitchFamily="18" charset="0"/>
                            <a:cs typeface="Times New Roman" panose="02020603050405020304" pitchFamily="18" charset="0"/>
                          </a:rPr>
                          <m:t>𝑖</m:t>
                        </m:r>
                      </m:sub>
                    </m:sSub>
                    <m:r>
                      <a:rPr lang="en-US" altLang="zh-TW">
                        <a:latin typeface="Cambria Math" panose="02040503050406030204" pitchFamily="18" charset="0"/>
                        <a:cs typeface="Times New Roman" panose="02020603050405020304" pitchFamily="18" charset="0"/>
                      </a:rPr>
                      <m:t>:</m:t>
                    </m:r>
                  </m:oMath>
                </a14:m>
                <a:r>
                  <a:rPr lang="en-US" altLang="zh-TW" dirty="0">
                    <a:latin typeface="Times New Roman" panose="02020603050405020304" pitchFamily="18" charset="0"/>
                    <a:cs typeface="Times New Roman" panose="02020603050405020304" pitchFamily="18" charset="0"/>
                  </a:rPr>
                  <a:t> </a:t>
                </a:r>
                <a:r>
                  <a:rPr lang="en-US" altLang="zh-TW" dirty="0" err="1">
                    <a:latin typeface="Times New Roman" panose="02020603050405020304" pitchFamily="18" charset="0"/>
                    <a:cs typeface="Times New Roman" panose="02020603050405020304" pitchFamily="18" charset="0"/>
                  </a:rPr>
                  <a:t>i-th</a:t>
                </a:r>
                <a:r>
                  <a:rPr lang="en-US" altLang="zh-TW" dirty="0">
                    <a:latin typeface="Times New Roman" panose="02020603050405020304" pitchFamily="18" charset="0"/>
                    <a:cs typeface="Times New Roman" panose="02020603050405020304" pitchFamily="18" charset="0"/>
                  </a:rPr>
                  <a:t> sampled bid and feature vector of </a:t>
                </a:r>
                <a14:m>
                  <m:oMath xmlns:m="http://schemas.openxmlformats.org/officeDocument/2006/math">
                    <m:sSub>
                      <m:sSubPr>
                        <m:ctrlPr>
                          <a:rPr lang="en-US" altLang="zh-TW" i="1">
                            <a:latin typeface="Cambria Math" panose="02040503050406030204" pitchFamily="18" charset="0"/>
                            <a:cs typeface="Times New Roman" panose="02020603050405020304" pitchFamily="18" charset="0"/>
                          </a:rPr>
                        </m:ctrlPr>
                      </m:sSubPr>
                      <m:e>
                        <m:r>
                          <a:rPr lang="en-US" altLang="zh-TW">
                            <a:latin typeface="Cambria Math" panose="02040503050406030204" pitchFamily="18" charset="0"/>
                            <a:cs typeface="Times New Roman" panose="02020603050405020304" pitchFamily="18" charset="0"/>
                          </a:rPr>
                          <m:t>𝜎</m:t>
                        </m:r>
                      </m:e>
                      <m:sub>
                        <m:r>
                          <a:rPr lang="en-US" altLang="zh-TW">
                            <a:latin typeface="Cambria Math" panose="02040503050406030204" pitchFamily="18" charset="0"/>
                            <a:cs typeface="Times New Roman" panose="02020603050405020304" pitchFamily="18" charset="0"/>
                          </a:rPr>
                          <m:t>𝜃</m:t>
                        </m:r>
                      </m:sub>
                    </m:sSub>
                  </m:oMath>
                </a14:m>
                <a:endParaRPr lang="en-US" altLang="zh-TW" dirty="0">
                  <a:latin typeface="Times New Roman" panose="02020603050405020304" pitchFamily="18" charset="0"/>
                  <a:cs typeface="Times New Roman" panose="02020603050405020304" pitchFamily="18" charset="0"/>
                </a:endParaRPr>
              </a:p>
              <a:p>
                <a14:m>
                  <m:oMath xmlns:m="http://schemas.openxmlformats.org/officeDocument/2006/math">
                    <m:sSub>
                      <m:sSubPr>
                        <m:ctrlPr>
                          <a:rPr lang="en-US" altLang="zh-TW" i="1" smtClean="0">
                            <a:solidFill>
                              <a:srgbClr val="FF0000"/>
                            </a:solidFill>
                            <a:latin typeface="Cambria Math" panose="02040503050406030204" pitchFamily="18" charset="0"/>
                            <a:cs typeface="Times New Roman" panose="02020603050405020304" pitchFamily="18" charset="0"/>
                          </a:rPr>
                        </m:ctrlPr>
                      </m:sSubPr>
                      <m:e>
                        <m:r>
                          <a:rPr lang="en-US" altLang="zh-TW">
                            <a:solidFill>
                              <a:srgbClr val="FF0000"/>
                            </a:solidFill>
                            <a:latin typeface="Cambria Math" panose="02040503050406030204" pitchFamily="18" charset="0"/>
                            <a:cs typeface="Times New Roman" panose="02020603050405020304" pitchFamily="18" charset="0"/>
                          </a:rPr>
                          <m:t>𝜎</m:t>
                        </m:r>
                      </m:e>
                      <m:sub>
                        <m:r>
                          <a:rPr lang="en-US" altLang="zh-TW">
                            <a:solidFill>
                              <a:srgbClr val="FF0000"/>
                            </a:solidFill>
                            <a:latin typeface="Cambria Math" panose="02040503050406030204" pitchFamily="18" charset="0"/>
                            <a:cs typeface="Times New Roman" panose="02020603050405020304" pitchFamily="18" charset="0"/>
                          </a:rPr>
                          <m:t>𝜃</m:t>
                        </m:r>
                      </m:sub>
                    </m:sSub>
                    <m:d>
                      <m:dPr>
                        <m:ctrlPr>
                          <a:rPr lang="en-US" altLang="zh-TW" i="1">
                            <a:latin typeface="Cambria Math" panose="02040503050406030204" pitchFamily="18" charset="0"/>
                            <a:cs typeface="Times New Roman" panose="02020603050405020304" pitchFamily="18" charset="0"/>
                          </a:rPr>
                        </m:ctrlPr>
                      </m:dPr>
                      <m:e>
                        <m:sSub>
                          <m:sSubPr>
                            <m:ctrlPr>
                              <a:rPr lang="en-US" altLang="zh-TW" i="1">
                                <a:latin typeface="Cambria Math" panose="02040503050406030204" pitchFamily="18" charset="0"/>
                                <a:cs typeface="Times New Roman" panose="02020603050405020304" pitchFamily="18" charset="0"/>
                              </a:rPr>
                            </m:ctrlPr>
                          </m:sSubPr>
                          <m:e>
                            <m:r>
                              <a:rPr lang="en-US" altLang="zh-TW">
                                <a:latin typeface="Cambria Math" panose="02040503050406030204" pitchFamily="18" charset="0"/>
                                <a:cs typeface="Times New Roman" panose="02020603050405020304" pitchFamily="18" charset="0"/>
                              </a:rPr>
                              <m:t>𝑏</m:t>
                            </m:r>
                          </m:e>
                          <m:sub>
                            <m:r>
                              <a:rPr lang="en-US" altLang="zh-TW">
                                <a:latin typeface="Cambria Math" panose="02040503050406030204" pitchFamily="18" charset="0"/>
                                <a:cs typeface="Times New Roman" panose="02020603050405020304" pitchFamily="18" charset="0"/>
                              </a:rPr>
                              <m:t>𝑖</m:t>
                            </m:r>
                          </m:sub>
                        </m:sSub>
                      </m:e>
                      <m:e>
                        <m:sSub>
                          <m:sSubPr>
                            <m:ctrlPr>
                              <a:rPr lang="en-US" altLang="zh-TW" i="1">
                                <a:latin typeface="Cambria Math" panose="02040503050406030204" pitchFamily="18" charset="0"/>
                                <a:cs typeface="Times New Roman" panose="02020603050405020304" pitchFamily="18" charset="0"/>
                              </a:rPr>
                            </m:ctrlPr>
                          </m:sSubPr>
                          <m:e>
                            <m:r>
                              <a:rPr lang="en-US" altLang="zh-TW">
                                <a:latin typeface="Cambria Math" panose="02040503050406030204" pitchFamily="18" charset="0"/>
                                <a:cs typeface="Times New Roman" panose="02020603050405020304" pitchFamily="18" charset="0"/>
                              </a:rPr>
                              <m:t>𝑠</m:t>
                            </m:r>
                          </m:e>
                          <m:sub>
                            <m:r>
                              <a:rPr lang="en-US" altLang="zh-TW">
                                <a:latin typeface="Cambria Math" panose="02040503050406030204" pitchFamily="18" charset="0"/>
                                <a:cs typeface="Times New Roman" panose="02020603050405020304" pitchFamily="18" charset="0"/>
                              </a:rPr>
                              <m:t>𝑖</m:t>
                            </m:r>
                          </m:sub>
                        </m:sSub>
                      </m:e>
                    </m:d>
                    <m:r>
                      <a:rPr lang="en-US" altLang="zh-TW">
                        <a:latin typeface="Cambria Math" panose="02040503050406030204" pitchFamily="18" charset="0"/>
                        <a:cs typeface="Times New Roman" panose="02020603050405020304" pitchFamily="18" charset="0"/>
                      </a:rPr>
                      <m:t>:</m:t>
                    </m:r>
                  </m:oMath>
                </a14:m>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probability of calling </a:t>
                </a:r>
                <a14:m>
                  <m:oMath xmlns:m="http://schemas.openxmlformats.org/officeDocument/2006/math">
                    <m:sSub>
                      <m:sSubPr>
                        <m:ctrlPr>
                          <a:rPr lang="en-US" altLang="zh-TW" i="1">
                            <a:latin typeface="Cambria Math" panose="02040503050406030204" pitchFamily="18" charset="0"/>
                            <a:cs typeface="Times New Roman" panose="02020603050405020304" pitchFamily="18" charset="0"/>
                          </a:rPr>
                        </m:ctrlPr>
                      </m:sSubPr>
                      <m:e>
                        <m:r>
                          <a:rPr lang="en-US" altLang="zh-TW">
                            <a:latin typeface="Cambria Math" panose="02040503050406030204" pitchFamily="18" charset="0"/>
                            <a:cs typeface="Times New Roman" panose="02020603050405020304" pitchFamily="18" charset="0"/>
                          </a:rPr>
                          <m:t>𝑏</m:t>
                        </m:r>
                      </m:e>
                      <m:sub>
                        <m:r>
                          <a:rPr lang="en-US" altLang="zh-TW">
                            <a:latin typeface="Cambria Math" panose="02040503050406030204" pitchFamily="18" charset="0"/>
                            <a:cs typeface="Times New Roman" panose="02020603050405020304" pitchFamily="18" charset="0"/>
                          </a:rPr>
                          <m:t>𝑖</m:t>
                        </m:r>
                      </m:sub>
                    </m:sSub>
                  </m:oMath>
                </a14:m>
                <a:r>
                  <a:rPr lang="en-US" altLang="zh-TW" dirty="0">
                    <a:latin typeface="Times New Roman" panose="02020603050405020304" pitchFamily="18" charset="0"/>
                    <a:cs typeface="Times New Roman" panose="02020603050405020304" pitchFamily="18" charset="0"/>
                  </a:rPr>
                  <a:t> given the input </a:t>
                </a:r>
                <a14:m>
                  <m:oMath xmlns:m="http://schemas.openxmlformats.org/officeDocument/2006/math">
                    <m:sSub>
                      <m:sSubPr>
                        <m:ctrlPr>
                          <a:rPr lang="en-US" altLang="zh-TW" i="1">
                            <a:latin typeface="Cambria Math" panose="02040503050406030204" pitchFamily="18" charset="0"/>
                            <a:cs typeface="Times New Roman" panose="02020603050405020304" pitchFamily="18" charset="0"/>
                          </a:rPr>
                        </m:ctrlPr>
                      </m:sSubPr>
                      <m:e>
                        <m:r>
                          <a:rPr lang="en-US" altLang="zh-TW">
                            <a:latin typeface="Cambria Math" panose="02040503050406030204" pitchFamily="18" charset="0"/>
                            <a:cs typeface="Times New Roman" panose="02020603050405020304" pitchFamily="18" charset="0"/>
                          </a:rPr>
                          <m:t>𝑠</m:t>
                        </m:r>
                      </m:e>
                      <m:sub>
                        <m:r>
                          <a:rPr lang="en-US" altLang="zh-TW">
                            <a:latin typeface="Cambria Math" panose="02040503050406030204" pitchFamily="18" charset="0"/>
                            <a:cs typeface="Times New Roman" panose="02020603050405020304" pitchFamily="18" charset="0"/>
                          </a:rPr>
                          <m:t>𝑖</m:t>
                        </m:r>
                      </m:sub>
                    </m:sSub>
                  </m:oMath>
                </a14:m>
                <a:endParaRPr lang="en-US" altLang="zh-TW" dirty="0">
                  <a:latin typeface="Times New Roman" panose="02020603050405020304" pitchFamily="18" charset="0"/>
                  <a:cs typeface="Times New Roman" panose="02020603050405020304" pitchFamily="18" charset="0"/>
                </a:endParaRPr>
              </a:p>
              <a:p>
                <a:endParaRPr lang="zh-TW" altLang="en-US" dirty="0"/>
              </a:p>
            </p:txBody>
          </p:sp>
        </mc:Choice>
        <mc:Fallback xmlns="">
          <p:sp>
            <p:nvSpPr>
              <p:cNvPr id="3" name="內容版面配置區 2">
                <a:extLst>
                  <a:ext uri="{FF2B5EF4-FFF2-40B4-BE49-F238E27FC236}">
                    <a16:creationId xmlns:a16="http://schemas.microsoft.com/office/drawing/2014/main" id="{EB5CD2D5-9119-48C2-B605-933EE65694D8}"/>
                  </a:ext>
                </a:extLst>
              </p:cNvPr>
              <p:cNvSpPr>
                <a:spLocks noGrp="1" noRot="1" noChangeAspect="1" noMove="1" noResize="1" noEditPoints="1" noAdjustHandles="1" noChangeArrowheads="1" noChangeShapeType="1" noTextEdit="1"/>
              </p:cNvSpPr>
              <p:nvPr>
                <p:ph sz="half" idx="1"/>
              </p:nvPr>
            </p:nvSpPr>
            <p:spPr>
              <a:xfrm>
                <a:off x="457200" y="1600200"/>
                <a:ext cx="8229600" cy="4525963"/>
              </a:xfrm>
              <a:blipFill>
                <a:blip r:embed="rId2"/>
                <a:stretch>
                  <a:fillRect/>
                </a:stretch>
              </a:blipFill>
            </p:spPr>
            <p:txBody>
              <a:bodyPr/>
              <a:lstStyle/>
              <a:p>
                <a:r>
                  <a:rPr lang="zh-TW" altLang="en-US">
                    <a:noFill/>
                  </a:rPr>
                  <a:t> </a:t>
                </a:r>
              </a:p>
            </p:txBody>
          </p:sp>
        </mc:Fallback>
      </mc:AlternateContent>
      <p:grpSp>
        <p:nvGrpSpPr>
          <p:cNvPr id="7" name="群組 6">
            <a:extLst>
              <a:ext uri="{FF2B5EF4-FFF2-40B4-BE49-F238E27FC236}">
                <a16:creationId xmlns:a16="http://schemas.microsoft.com/office/drawing/2014/main" id="{F84C93B3-643C-473C-BADB-53689B65C43E}"/>
              </a:ext>
            </a:extLst>
          </p:cNvPr>
          <p:cNvGrpSpPr/>
          <p:nvPr/>
        </p:nvGrpSpPr>
        <p:grpSpPr>
          <a:xfrm>
            <a:off x="-2577" y="3863181"/>
            <a:ext cx="9144000" cy="3155096"/>
            <a:chOff x="-63364" y="1628800"/>
            <a:chExt cx="9235176" cy="5479130"/>
          </a:xfrm>
        </p:grpSpPr>
        <p:grpSp>
          <p:nvGrpSpPr>
            <p:cNvPr id="8" name="群組 7">
              <a:extLst>
                <a:ext uri="{FF2B5EF4-FFF2-40B4-BE49-F238E27FC236}">
                  <a16:creationId xmlns:a16="http://schemas.microsoft.com/office/drawing/2014/main" id="{657FF49C-7981-4927-A0FD-D0B8D4D6BA99}"/>
                </a:ext>
              </a:extLst>
            </p:cNvPr>
            <p:cNvGrpSpPr/>
            <p:nvPr/>
          </p:nvGrpSpPr>
          <p:grpSpPr>
            <a:xfrm>
              <a:off x="675004" y="1628800"/>
              <a:ext cx="7793992" cy="4240208"/>
              <a:chOff x="755576" y="1641503"/>
              <a:chExt cx="7793992" cy="4240208"/>
            </a:xfrm>
          </p:grpSpPr>
          <p:grpSp>
            <p:nvGrpSpPr>
              <p:cNvPr id="18" name="群組 17">
                <a:extLst>
                  <a:ext uri="{FF2B5EF4-FFF2-40B4-BE49-F238E27FC236}">
                    <a16:creationId xmlns:a16="http://schemas.microsoft.com/office/drawing/2014/main" id="{75F1B892-D813-4A57-A81B-BC70BE70D475}"/>
                  </a:ext>
                </a:extLst>
              </p:cNvPr>
              <p:cNvGrpSpPr/>
              <p:nvPr/>
            </p:nvGrpSpPr>
            <p:grpSpPr>
              <a:xfrm>
                <a:off x="755576" y="1700808"/>
                <a:ext cx="2854585" cy="4180903"/>
                <a:chOff x="5389823" y="1772729"/>
                <a:chExt cx="2854585" cy="4180903"/>
              </a:xfrm>
            </p:grpSpPr>
            <p:sp>
              <p:nvSpPr>
                <p:cNvPr id="98" name="橢圓 97">
                  <a:extLst>
                    <a:ext uri="{FF2B5EF4-FFF2-40B4-BE49-F238E27FC236}">
                      <a16:creationId xmlns:a16="http://schemas.microsoft.com/office/drawing/2014/main" id="{56E00C6B-8148-477C-BA2C-10D75E1C1B65}"/>
                    </a:ext>
                  </a:extLst>
                </p:cNvPr>
                <p:cNvSpPr/>
                <p:nvPr/>
              </p:nvSpPr>
              <p:spPr>
                <a:xfrm flipH="1">
                  <a:off x="7956376" y="1772729"/>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9" name="橢圓 98">
                  <a:extLst>
                    <a:ext uri="{FF2B5EF4-FFF2-40B4-BE49-F238E27FC236}">
                      <a16:creationId xmlns:a16="http://schemas.microsoft.com/office/drawing/2014/main" id="{157B0604-72E5-4CFB-A38E-BD0B8753E1F3}"/>
                    </a:ext>
                  </a:extLst>
                </p:cNvPr>
                <p:cNvSpPr/>
                <p:nvPr/>
              </p:nvSpPr>
              <p:spPr>
                <a:xfrm flipH="1">
                  <a:off x="7956376" y="2167695"/>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0" name="橢圓 99">
                  <a:extLst>
                    <a:ext uri="{FF2B5EF4-FFF2-40B4-BE49-F238E27FC236}">
                      <a16:creationId xmlns:a16="http://schemas.microsoft.com/office/drawing/2014/main" id="{AFA625C6-48CA-4661-999F-CDEB25C6D247}"/>
                    </a:ext>
                  </a:extLst>
                </p:cNvPr>
                <p:cNvSpPr/>
                <p:nvPr/>
              </p:nvSpPr>
              <p:spPr>
                <a:xfrm flipH="1">
                  <a:off x="7956376" y="2556384"/>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1" name="橢圓 100">
                  <a:extLst>
                    <a:ext uri="{FF2B5EF4-FFF2-40B4-BE49-F238E27FC236}">
                      <a16:creationId xmlns:a16="http://schemas.microsoft.com/office/drawing/2014/main" id="{62EE02D6-6406-4AAC-A940-4170FC340937}"/>
                    </a:ext>
                  </a:extLst>
                </p:cNvPr>
                <p:cNvSpPr/>
                <p:nvPr/>
              </p:nvSpPr>
              <p:spPr>
                <a:xfrm flipH="1">
                  <a:off x="7956376" y="2951350"/>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2" name="橢圓 101">
                  <a:extLst>
                    <a:ext uri="{FF2B5EF4-FFF2-40B4-BE49-F238E27FC236}">
                      <a16:creationId xmlns:a16="http://schemas.microsoft.com/office/drawing/2014/main" id="{A0560EA1-AF0C-4C53-B130-F7EC3B7C700A}"/>
                    </a:ext>
                  </a:extLst>
                </p:cNvPr>
                <p:cNvSpPr/>
                <p:nvPr/>
              </p:nvSpPr>
              <p:spPr>
                <a:xfrm flipH="1">
                  <a:off x="7956376" y="3380551"/>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3" name="橢圓 102">
                  <a:extLst>
                    <a:ext uri="{FF2B5EF4-FFF2-40B4-BE49-F238E27FC236}">
                      <a16:creationId xmlns:a16="http://schemas.microsoft.com/office/drawing/2014/main" id="{374B6751-32F4-4B74-A831-BE270071898C}"/>
                    </a:ext>
                  </a:extLst>
                </p:cNvPr>
                <p:cNvSpPr/>
                <p:nvPr/>
              </p:nvSpPr>
              <p:spPr>
                <a:xfrm flipH="1">
                  <a:off x="7956376" y="3775517"/>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4" name="橢圓 103">
                  <a:extLst>
                    <a:ext uri="{FF2B5EF4-FFF2-40B4-BE49-F238E27FC236}">
                      <a16:creationId xmlns:a16="http://schemas.microsoft.com/office/drawing/2014/main" id="{50D37AC6-F6D0-4893-B142-8425DDD5176D}"/>
                    </a:ext>
                  </a:extLst>
                </p:cNvPr>
                <p:cNvSpPr/>
                <p:nvPr/>
              </p:nvSpPr>
              <p:spPr>
                <a:xfrm flipH="1">
                  <a:off x="7956376" y="4164206"/>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5" name="橢圓 104">
                  <a:extLst>
                    <a:ext uri="{FF2B5EF4-FFF2-40B4-BE49-F238E27FC236}">
                      <a16:creationId xmlns:a16="http://schemas.microsoft.com/office/drawing/2014/main" id="{4F1B106C-714D-490A-82FD-EFE366647912}"/>
                    </a:ext>
                  </a:extLst>
                </p:cNvPr>
                <p:cNvSpPr/>
                <p:nvPr/>
              </p:nvSpPr>
              <p:spPr>
                <a:xfrm flipH="1">
                  <a:off x="7956376" y="4559172"/>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6" name="橢圓 105">
                  <a:extLst>
                    <a:ext uri="{FF2B5EF4-FFF2-40B4-BE49-F238E27FC236}">
                      <a16:creationId xmlns:a16="http://schemas.microsoft.com/office/drawing/2014/main" id="{061C9B8F-07BE-478C-BC1C-F74F14CB9D5B}"/>
                    </a:ext>
                  </a:extLst>
                </p:cNvPr>
                <p:cNvSpPr/>
                <p:nvPr/>
              </p:nvSpPr>
              <p:spPr>
                <a:xfrm flipH="1">
                  <a:off x="8087727" y="5054460"/>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7" name="橢圓 106">
                  <a:extLst>
                    <a:ext uri="{FF2B5EF4-FFF2-40B4-BE49-F238E27FC236}">
                      <a16:creationId xmlns:a16="http://schemas.microsoft.com/office/drawing/2014/main" id="{4A2290C5-B60A-4BDA-8935-DA58E4E3B5D6}"/>
                    </a:ext>
                  </a:extLst>
                </p:cNvPr>
                <p:cNvSpPr/>
                <p:nvPr/>
              </p:nvSpPr>
              <p:spPr>
                <a:xfrm flipH="1">
                  <a:off x="8084479" y="5232312"/>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8" name="橢圓 107">
                  <a:extLst>
                    <a:ext uri="{FF2B5EF4-FFF2-40B4-BE49-F238E27FC236}">
                      <a16:creationId xmlns:a16="http://schemas.microsoft.com/office/drawing/2014/main" id="{EB993D0B-58E1-4B56-9B1B-2777B77DD026}"/>
                    </a:ext>
                  </a:extLst>
                </p:cNvPr>
                <p:cNvSpPr/>
                <p:nvPr/>
              </p:nvSpPr>
              <p:spPr>
                <a:xfrm flipH="1">
                  <a:off x="8087727" y="5416382"/>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9" name="橢圓 108">
                  <a:extLst>
                    <a:ext uri="{FF2B5EF4-FFF2-40B4-BE49-F238E27FC236}">
                      <a16:creationId xmlns:a16="http://schemas.microsoft.com/office/drawing/2014/main" id="{C9CFC0CB-267D-42EE-82A7-9AD0450D3006}"/>
                    </a:ext>
                  </a:extLst>
                </p:cNvPr>
                <p:cNvSpPr/>
                <p:nvPr/>
              </p:nvSpPr>
              <p:spPr>
                <a:xfrm flipH="1">
                  <a:off x="5389823" y="2196054"/>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0" name="橢圓 109">
                  <a:extLst>
                    <a:ext uri="{FF2B5EF4-FFF2-40B4-BE49-F238E27FC236}">
                      <a16:creationId xmlns:a16="http://schemas.microsoft.com/office/drawing/2014/main" id="{1F6A416F-AB45-427B-ABA9-999B784BEC6A}"/>
                    </a:ext>
                  </a:extLst>
                </p:cNvPr>
                <p:cNvSpPr/>
                <p:nvPr/>
              </p:nvSpPr>
              <p:spPr>
                <a:xfrm flipH="1">
                  <a:off x="5389823" y="2625255"/>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1" name="橢圓 110">
                  <a:extLst>
                    <a:ext uri="{FF2B5EF4-FFF2-40B4-BE49-F238E27FC236}">
                      <a16:creationId xmlns:a16="http://schemas.microsoft.com/office/drawing/2014/main" id="{DC2F7E21-E974-41F0-9458-9FD967496D15}"/>
                    </a:ext>
                  </a:extLst>
                </p:cNvPr>
                <p:cNvSpPr/>
                <p:nvPr/>
              </p:nvSpPr>
              <p:spPr>
                <a:xfrm flipH="1">
                  <a:off x="5389823" y="3020221"/>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2" name="橢圓 111">
                  <a:extLst>
                    <a:ext uri="{FF2B5EF4-FFF2-40B4-BE49-F238E27FC236}">
                      <a16:creationId xmlns:a16="http://schemas.microsoft.com/office/drawing/2014/main" id="{F9262D00-8834-46DA-AF23-8DED27434F0D}"/>
                    </a:ext>
                  </a:extLst>
                </p:cNvPr>
                <p:cNvSpPr/>
                <p:nvPr/>
              </p:nvSpPr>
              <p:spPr>
                <a:xfrm flipH="1">
                  <a:off x="5389823" y="3408910"/>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3" name="橢圓 112">
                  <a:extLst>
                    <a:ext uri="{FF2B5EF4-FFF2-40B4-BE49-F238E27FC236}">
                      <a16:creationId xmlns:a16="http://schemas.microsoft.com/office/drawing/2014/main" id="{589F2518-D300-4D9C-BC0C-F117ADDBBE60}"/>
                    </a:ext>
                  </a:extLst>
                </p:cNvPr>
                <p:cNvSpPr/>
                <p:nvPr/>
              </p:nvSpPr>
              <p:spPr>
                <a:xfrm flipH="1">
                  <a:off x="5389823" y="3803876"/>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4" name="橢圓 113">
                  <a:extLst>
                    <a:ext uri="{FF2B5EF4-FFF2-40B4-BE49-F238E27FC236}">
                      <a16:creationId xmlns:a16="http://schemas.microsoft.com/office/drawing/2014/main" id="{D9D18C68-8CC6-4C08-B5D3-63EEDDF4DADB}"/>
                    </a:ext>
                  </a:extLst>
                </p:cNvPr>
                <p:cNvSpPr/>
                <p:nvPr/>
              </p:nvSpPr>
              <p:spPr>
                <a:xfrm flipH="1">
                  <a:off x="5521174" y="4299164"/>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5" name="橢圓 114">
                  <a:extLst>
                    <a:ext uri="{FF2B5EF4-FFF2-40B4-BE49-F238E27FC236}">
                      <a16:creationId xmlns:a16="http://schemas.microsoft.com/office/drawing/2014/main" id="{C5F5B450-2259-44C5-8BA2-98806CDA249E}"/>
                    </a:ext>
                  </a:extLst>
                </p:cNvPr>
                <p:cNvSpPr/>
                <p:nvPr/>
              </p:nvSpPr>
              <p:spPr>
                <a:xfrm flipH="1">
                  <a:off x="5517926" y="4477016"/>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6" name="橢圓 115">
                  <a:extLst>
                    <a:ext uri="{FF2B5EF4-FFF2-40B4-BE49-F238E27FC236}">
                      <a16:creationId xmlns:a16="http://schemas.microsoft.com/office/drawing/2014/main" id="{0841DC4C-D95D-4675-8E99-595CBA73F51F}"/>
                    </a:ext>
                  </a:extLst>
                </p:cNvPr>
                <p:cNvSpPr/>
                <p:nvPr/>
              </p:nvSpPr>
              <p:spPr>
                <a:xfrm flipH="1">
                  <a:off x="5521174" y="4661086"/>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7" name="橢圓 116">
                  <a:extLst>
                    <a:ext uri="{FF2B5EF4-FFF2-40B4-BE49-F238E27FC236}">
                      <a16:creationId xmlns:a16="http://schemas.microsoft.com/office/drawing/2014/main" id="{2045B80F-2EBB-4530-B0EE-DF4020F559F7}"/>
                    </a:ext>
                  </a:extLst>
                </p:cNvPr>
                <p:cNvSpPr/>
                <p:nvPr/>
              </p:nvSpPr>
              <p:spPr>
                <a:xfrm flipH="1">
                  <a:off x="5400018" y="4910444"/>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18" name="直線接點 117">
                  <a:extLst>
                    <a:ext uri="{FF2B5EF4-FFF2-40B4-BE49-F238E27FC236}">
                      <a16:creationId xmlns:a16="http://schemas.microsoft.com/office/drawing/2014/main" id="{3CCB40DE-3B40-4C6D-BA24-B7B588DD0C8B}"/>
                    </a:ext>
                  </a:extLst>
                </p:cNvPr>
                <p:cNvCxnSpPr>
                  <a:cxnSpLocks/>
                  <a:stCxn id="98" idx="6"/>
                  <a:endCxn id="109" idx="2"/>
                </p:cNvCxnSpPr>
                <p:nvPr/>
              </p:nvCxnSpPr>
              <p:spPr>
                <a:xfrm flipH="1">
                  <a:off x="5677855" y="1916745"/>
                  <a:ext cx="2278521" cy="423325"/>
                </a:xfrm>
                <a:prstGeom prst="line">
                  <a:avLst/>
                </a:prstGeom>
              </p:spPr>
              <p:style>
                <a:lnRef idx="1">
                  <a:schemeClr val="accent1"/>
                </a:lnRef>
                <a:fillRef idx="0">
                  <a:schemeClr val="accent1"/>
                </a:fillRef>
                <a:effectRef idx="0">
                  <a:schemeClr val="accent1"/>
                </a:effectRef>
                <a:fontRef idx="minor">
                  <a:schemeClr val="tx1"/>
                </a:fontRef>
              </p:style>
            </p:cxnSp>
            <p:cxnSp>
              <p:nvCxnSpPr>
                <p:cNvPr id="119" name="直線接點 118">
                  <a:extLst>
                    <a:ext uri="{FF2B5EF4-FFF2-40B4-BE49-F238E27FC236}">
                      <a16:creationId xmlns:a16="http://schemas.microsoft.com/office/drawing/2014/main" id="{6B6EB86B-5A5F-401F-9502-A96C4381A500}"/>
                    </a:ext>
                  </a:extLst>
                </p:cNvPr>
                <p:cNvCxnSpPr>
                  <a:cxnSpLocks/>
                  <a:stCxn id="98" idx="6"/>
                  <a:endCxn id="110" idx="2"/>
                </p:cNvCxnSpPr>
                <p:nvPr/>
              </p:nvCxnSpPr>
              <p:spPr>
                <a:xfrm flipH="1">
                  <a:off x="5677855" y="1916745"/>
                  <a:ext cx="2278521" cy="852526"/>
                </a:xfrm>
                <a:prstGeom prst="line">
                  <a:avLst/>
                </a:prstGeom>
              </p:spPr>
              <p:style>
                <a:lnRef idx="1">
                  <a:schemeClr val="accent1"/>
                </a:lnRef>
                <a:fillRef idx="0">
                  <a:schemeClr val="accent1"/>
                </a:fillRef>
                <a:effectRef idx="0">
                  <a:schemeClr val="accent1"/>
                </a:effectRef>
                <a:fontRef idx="minor">
                  <a:schemeClr val="tx1"/>
                </a:fontRef>
              </p:style>
            </p:cxnSp>
            <p:cxnSp>
              <p:nvCxnSpPr>
                <p:cNvPr id="120" name="直線接點 119">
                  <a:extLst>
                    <a:ext uri="{FF2B5EF4-FFF2-40B4-BE49-F238E27FC236}">
                      <a16:creationId xmlns:a16="http://schemas.microsoft.com/office/drawing/2014/main" id="{B15C1AF8-961A-4AF6-8475-95BE30FF9267}"/>
                    </a:ext>
                  </a:extLst>
                </p:cNvPr>
                <p:cNvCxnSpPr>
                  <a:cxnSpLocks/>
                  <a:stCxn id="98" idx="6"/>
                  <a:endCxn id="111" idx="2"/>
                </p:cNvCxnSpPr>
                <p:nvPr/>
              </p:nvCxnSpPr>
              <p:spPr>
                <a:xfrm flipH="1">
                  <a:off x="5677855" y="1916745"/>
                  <a:ext cx="2278521" cy="1247492"/>
                </a:xfrm>
                <a:prstGeom prst="line">
                  <a:avLst/>
                </a:prstGeom>
              </p:spPr>
              <p:style>
                <a:lnRef idx="1">
                  <a:schemeClr val="accent1"/>
                </a:lnRef>
                <a:fillRef idx="0">
                  <a:schemeClr val="accent1"/>
                </a:fillRef>
                <a:effectRef idx="0">
                  <a:schemeClr val="accent1"/>
                </a:effectRef>
                <a:fontRef idx="minor">
                  <a:schemeClr val="tx1"/>
                </a:fontRef>
              </p:style>
            </p:cxnSp>
            <p:cxnSp>
              <p:nvCxnSpPr>
                <p:cNvPr id="121" name="直線接點 120">
                  <a:extLst>
                    <a:ext uri="{FF2B5EF4-FFF2-40B4-BE49-F238E27FC236}">
                      <a16:creationId xmlns:a16="http://schemas.microsoft.com/office/drawing/2014/main" id="{3DB40411-92CF-4954-974C-CD532E74AC28}"/>
                    </a:ext>
                  </a:extLst>
                </p:cNvPr>
                <p:cNvCxnSpPr>
                  <a:cxnSpLocks/>
                  <a:stCxn id="98" idx="6"/>
                  <a:endCxn id="112" idx="2"/>
                </p:cNvCxnSpPr>
                <p:nvPr/>
              </p:nvCxnSpPr>
              <p:spPr>
                <a:xfrm flipH="1">
                  <a:off x="5677855" y="1916745"/>
                  <a:ext cx="2278521" cy="1636181"/>
                </a:xfrm>
                <a:prstGeom prst="line">
                  <a:avLst/>
                </a:prstGeom>
              </p:spPr>
              <p:style>
                <a:lnRef idx="1">
                  <a:schemeClr val="accent1"/>
                </a:lnRef>
                <a:fillRef idx="0">
                  <a:schemeClr val="accent1"/>
                </a:fillRef>
                <a:effectRef idx="0">
                  <a:schemeClr val="accent1"/>
                </a:effectRef>
                <a:fontRef idx="minor">
                  <a:schemeClr val="tx1"/>
                </a:fontRef>
              </p:style>
            </p:cxnSp>
            <p:cxnSp>
              <p:nvCxnSpPr>
                <p:cNvPr id="122" name="直線接點 121">
                  <a:extLst>
                    <a:ext uri="{FF2B5EF4-FFF2-40B4-BE49-F238E27FC236}">
                      <a16:creationId xmlns:a16="http://schemas.microsoft.com/office/drawing/2014/main" id="{AC2B0673-A28C-436E-89C0-5A3D916C04EE}"/>
                    </a:ext>
                  </a:extLst>
                </p:cNvPr>
                <p:cNvCxnSpPr>
                  <a:cxnSpLocks/>
                  <a:stCxn id="98" idx="6"/>
                  <a:endCxn id="113" idx="2"/>
                </p:cNvCxnSpPr>
                <p:nvPr/>
              </p:nvCxnSpPr>
              <p:spPr>
                <a:xfrm flipH="1">
                  <a:off x="5677855" y="1916745"/>
                  <a:ext cx="2278521" cy="2031147"/>
                </a:xfrm>
                <a:prstGeom prst="line">
                  <a:avLst/>
                </a:prstGeom>
              </p:spPr>
              <p:style>
                <a:lnRef idx="1">
                  <a:schemeClr val="accent1"/>
                </a:lnRef>
                <a:fillRef idx="0">
                  <a:schemeClr val="accent1"/>
                </a:fillRef>
                <a:effectRef idx="0">
                  <a:schemeClr val="accent1"/>
                </a:effectRef>
                <a:fontRef idx="minor">
                  <a:schemeClr val="tx1"/>
                </a:fontRef>
              </p:style>
            </p:cxnSp>
            <p:cxnSp>
              <p:nvCxnSpPr>
                <p:cNvPr id="123" name="直線接點 122">
                  <a:extLst>
                    <a:ext uri="{FF2B5EF4-FFF2-40B4-BE49-F238E27FC236}">
                      <a16:creationId xmlns:a16="http://schemas.microsoft.com/office/drawing/2014/main" id="{43BA58ED-0B6D-4316-93EB-21930CD157BC}"/>
                    </a:ext>
                  </a:extLst>
                </p:cNvPr>
                <p:cNvCxnSpPr>
                  <a:cxnSpLocks/>
                  <a:stCxn id="98" idx="6"/>
                  <a:endCxn id="117" idx="2"/>
                </p:cNvCxnSpPr>
                <p:nvPr/>
              </p:nvCxnSpPr>
              <p:spPr>
                <a:xfrm flipH="1">
                  <a:off x="5688050" y="1916745"/>
                  <a:ext cx="2268326" cy="3137715"/>
                </a:xfrm>
                <a:prstGeom prst="line">
                  <a:avLst/>
                </a:prstGeom>
              </p:spPr>
              <p:style>
                <a:lnRef idx="1">
                  <a:schemeClr val="accent1"/>
                </a:lnRef>
                <a:fillRef idx="0">
                  <a:schemeClr val="accent1"/>
                </a:fillRef>
                <a:effectRef idx="0">
                  <a:schemeClr val="accent1"/>
                </a:effectRef>
                <a:fontRef idx="minor">
                  <a:schemeClr val="tx1"/>
                </a:fontRef>
              </p:style>
            </p:cxnSp>
            <p:cxnSp>
              <p:nvCxnSpPr>
                <p:cNvPr id="124" name="直線接點 123">
                  <a:extLst>
                    <a:ext uri="{FF2B5EF4-FFF2-40B4-BE49-F238E27FC236}">
                      <a16:creationId xmlns:a16="http://schemas.microsoft.com/office/drawing/2014/main" id="{72AB9EEF-7211-4233-AB7C-5211A9DDCD50}"/>
                    </a:ext>
                  </a:extLst>
                </p:cNvPr>
                <p:cNvCxnSpPr>
                  <a:cxnSpLocks/>
                  <a:stCxn id="99" idx="6"/>
                  <a:endCxn id="109" idx="2"/>
                </p:cNvCxnSpPr>
                <p:nvPr/>
              </p:nvCxnSpPr>
              <p:spPr>
                <a:xfrm flipH="1">
                  <a:off x="5677855" y="2311711"/>
                  <a:ext cx="2278521" cy="28359"/>
                </a:xfrm>
                <a:prstGeom prst="line">
                  <a:avLst/>
                </a:prstGeom>
              </p:spPr>
              <p:style>
                <a:lnRef idx="1">
                  <a:schemeClr val="accent1"/>
                </a:lnRef>
                <a:fillRef idx="0">
                  <a:schemeClr val="accent1"/>
                </a:fillRef>
                <a:effectRef idx="0">
                  <a:schemeClr val="accent1"/>
                </a:effectRef>
                <a:fontRef idx="minor">
                  <a:schemeClr val="tx1"/>
                </a:fontRef>
              </p:style>
            </p:cxnSp>
            <p:cxnSp>
              <p:nvCxnSpPr>
                <p:cNvPr id="125" name="直線接點 124">
                  <a:extLst>
                    <a:ext uri="{FF2B5EF4-FFF2-40B4-BE49-F238E27FC236}">
                      <a16:creationId xmlns:a16="http://schemas.microsoft.com/office/drawing/2014/main" id="{67F80233-9133-4AF4-9647-D1297D97B5AF}"/>
                    </a:ext>
                  </a:extLst>
                </p:cNvPr>
                <p:cNvCxnSpPr>
                  <a:cxnSpLocks/>
                  <a:stCxn id="99" idx="6"/>
                  <a:endCxn id="110" idx="2"/>
                </p:cNvCxnSpPr>
                <p:nvPr/>
              </p:nvCxnSpPr>
              <p:spPr>
                <a:xfrm flipH="1">
                  <a:off x="5677855" y="2311711"/>
                  <a:ext cx="2278521" cy="45756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6" name="直線接點 125">
                  <a:extLst>
                    <a:ext uri="{FF2B5EF4-FFF2-40B4-BE49-F238E27FC236}">
                      <a16:creationId xmlns:a16="http://schemas.microsoft.com/office/drawing/2014/main" id="{D848BE49-1FC6-42C7-962C-1FF0B2CBE60A}"/>
                    </a:ext>
                  </a:extLst>
                </p:cNvPr>
                <p:cNvCxnSpPr>
                  <a:cxnSpLocks/>
                  <a:stCxn id="99" idx="6"/>
                  <a:endCxn id="111" idx="2"/>
                </p:cNvCxnSpPr>
                <p:nvPr/>
              </p:nvCxnSpPr>
              <p:spPr>
                <a:xfrm flipH="1">
                  <a:off x="5677855" y="2311711"/>
                  <a:ext cx="2278521" cy="852526"/>
                </a:xfrm>
                <a:prstGeom prst="line">
                  <a:avLst/>
                </a:prstGeom>
              </p:spPr>
              <p:style>
                <a:lnRef idx="1">
                  <a:schemeClr val="accent1"/>
                </a:lnRef>
                <a:fillRef idx="0">
                  <a:schemeClr val="accent1"/>
                </a:fillRef>
                <a:effectRef idx="0">
                  <a:schemeClr val="accent1"/>
                </a:effectRef>
                <a:fontRef idx="minor">
                  <a:schemeClr val="tx1"/>
                </a:fontRef>
              </p:style>
            </p:cxnSp>
            <p:cxnSp>
              <p:nvCxnSpPr>
                <p:cNvPr id="127" name="直線接點 126">
                  <a:extLst>
                    <a:ext uri="{FF2B5EF4-FFF2-40B4-BE49-F238E27FC236}">
                      <a16:creationId xmlns:a16="http://schemas.microsoft.com/office/drawing/2014/main" id="{C44831EF-2B61-4FE8-8D1E-236C9FEB0FAB}"/>
                    </a:ext>
                  </a:extLst>
                </p:cNvPr>
                <p:cNvCxnSpPr>
                  <a:cxnSpLocks/>
                  <a:stCxn id="99" idx="6"/>
                  <a:endCxn id="112" idx="2"/>
                </p:cNvCxnSpPr>
                <p:nvPr/>
              </p:nvCxnSpPr>
              <p:spPr>
                <a:xfrm flipH="1">
                  <a:off x="5677855" y="2311711"/>
                  <a:ext cx="2278521" cy="1241215"/>
                </a:xfrm>
                <a:prstGeom prst="line">
                  <a:avLst/>
                </a:prstGeom>
              </p:spPr>
              <p:style>
                <a:lnRef idx="1">
                  <a:schemeClr val="accent1"/>
                </a:lnRef>
                <a:fillRef idx="0">
                  <a:schemeClr val="accent1"/>
                </a:fillRef>
                <a:effectRef idx="0">
                  <a:schemeClr val="accent1"/>
                </a:effectRef>
                <a:fontRef idx="minor">
                  <a:schemeClr val="tx1"/>
                </a:fontRef>
              </p:style>
            </p:cxnSp>
            <p:cxnSp>
              <p:nvCxnSpPr>
                <p:cNvPr id="128" name="直線接點 127">
                  <a:extLst>
                    <a:ext uri="{FF2B5EF4-FFF2-40B4-BE49-F238E27FC236}">
                      <a16:creationId xmlns:a16="http://schemas.microsoft.com/office/drawing/2014/main" id="{4AB20ECB-A7DD-4DA9-A813-F1C05363D217}"/>
                    </a:ext>
                  </a:extLst>
                </p:cNvPr>
                <p:cNvCxnSpPr>
                  <a:cxnSpLocks/>
                  <a:stCxn id="99" idx="6"/>
                  <a:endCxn id="113" idx="2"/>
                </p:cNvCxnSpPr>
                <p:nvPr/>
              </p:nvCxnSpPr>
              <p:spPr>
                <a:xfrm flipH="1">
                  <a:off x="5677855" y="2311711"/>
                  <a:ext cx="2278521" cy="1636181"/>
                </a:xfrm>
                <a:prstGeom prst="line">
                  <a:avLst/>
                </a:prstGeom>
              </p:spPr>
              <p:style>
                <a:lnRef idx="1">
                  <a:schemeClr val="accent1"/>
                </a:lnRef>
                <a:fillRef idx="0">
                  <a:schemeClr val="accent1"/>
                </a:fillRef>
                <a:effectRef idx="0">
                  <a:schemeClr val="accent1"/>
                </a:effectRef>
                <a:fontRef idx="minor">
                  <a:schemeClr val="tx1"/>
                </a:fontRef>
              </p:style>
            </p:cxnSp>
            <p:cxnSp>
              <p:nvCxnSpPr>
                <p:cNvPr id="129" name="直線接點 128">
                  <a:extLst>
                    <a:ext uri="{FF2B5EF4-FFF2-40B4-BE49-F238E27FC236}">
                      <a16:creationId xmlns:a16="http://schemas.microsoft.com/office/drawing/2014/main" id="{2DB9CBA2-9134-432F-9E33-55863741FDBE}"/>
                    </a:ext>
                  </a:extLst>
                </p:cNvPr>
                <p:cNvCxnSpPr>
                  <a:cxnSpLocks/>
                  <a:stCxn id="99" idx="6"/>
                  <a:endCxn id="117" idx="2"/>
                </p:cNvCxnSpPr>
                <p:nvPr/>
              </p:nvCxnSpPr>
              <p:spPr>
                <a:xfrm flipH="1">
                  <a:off x="5688050" y="2311711"/>
                  <a:ext cx="2268326" cy="2742749"/>
                </a:xfrm>
                <a:prstGeom prst="line">
                  <a:avLst/>
                </a:prstGeom>
              </p:spPr>
              <p:style>
                <a:lnRef idx="1">
                  <a:schemeClr val="accent1"/>
                </a:lnRef>
                <a:fillRef idx="0">
                  <a:schemeClr val="accent1"/>
                </a:fillRef>
                <a:effectRef idx="0">
                  <a:schemeClr val="accent1"/>
                </a:effectRef>
                <a:fontRef idx="minor">
                  <a:schemeClr val="tx1"/>
                </a:fontRef>
              </p:style>
            </p:cxnSp>
            <p:cxnSp>
              <p:nvCxnSpPr>
                <p:cNvPr id="130" name="直線接點 129">
                  <a:extLst>
                    <a:ext uri="{FF2B5EF4-FFF2-40B4-BE49-F238E27FC236}">
                      <a16:creationId xmlns:a16="http://schemas.microsoft.com/office/drawing/2014/main" id="{A73153A5-EAEF-496F-974F-AEA36A4FA9A3}"/>
                    </a:ext>
                  </a:extLst>
                </p:cNvPr>
                <p:cNvCxnSpPr>
                  <a:cxnSpLocks/>
                  <a:stCxn id="100" idx="6"/>
                  <a:endCxn id="109" idx="2"/>
                </p:cNvCxnSpPr>
                <p:nvPr/>
              </p:nvCxnSpPr>
              <p:spPr>
                <a:xfrm flipH="1" flipV="1">
                  <a:off x="5677855" y="2340070"/>
                  <a:ext cx="2278521" cy="36033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1" name="直線接點 130">
                  <a:extLst>
                    <a:ext uri="{FF2B5EF4-FFF2-40B4-BE49-F238E27FC236}">
                      <a16:creationId xmlns:a16="http://schemas.microsoft.com/office/drawing/2014/main" id="{334C8EAC-F799-4785-AEB6-192B31334FB4}"/>
                    </a:ext>
                  </a:extLst>
                </p:cNvPr>
                <p:cNvCxnSpPr>
                  <a:cxnSpLocks/>
                  <a:stCxn id="100" idx="6"/>
                  <a:endCxn id="110" idx="2"/>
                </p:cNvCxnSpPr>
                <p:nvPr/>
              </p:nvCxnSpPr>
              <p:spPr>
                <a:xfrm flipH="1">
                  <a:off x="5677855" y="2700400"/>
                  <a:ext cx="2278521" cy="68871"/>
                </a:xfrm>
                <a:prstGeom prst="line">
                  <a:avLst/>
                </a:prstGeom>
              </p:spPr>
              <p:style>
                <a:lnRef idx="1">
                  <a:schemeClr val="accent1"/>
                </a:lnRef>
                <a:fillRef idx="0">
                  <a:schemeClr val="accent1"/>
                </a:fillRef>
                <a:effectRef idx="0">
                  <a:schemeClr val="accent1"/>
                </a:effectRef>
                <a:fontRef idx="minor">
                  <a:schemeClr val="tx1"/>
                </a:fontRef>
              </p:style>
            </p:cxnSp>
            <p:cxnSp>
              <p:nvCxnSpPr>
                <p:cNvPr id="132" name="直線接點 131">
                  <a:extLst>
                    <a:ext uri="{FF2B5EF4-FFF2-40B4-BE49-F238E27FC236}">
                      <a16:creationId xmlns:a16="http://schemas.microsoft.com/office/drawing/2014/main" id="{5F028BD3-E6D7-44E0-82D4-AE2CCC2CDBE8}"/>
                    </a:ext>
                  </a:extLst>
                </p:cNvPr>
                <p:cNvCxnSpPr>
                  <a:cxnSpLocks/>
                  <a:stCxn id="100" idx="6"/>
                  <a:endCxn id="111" idx="2"/>
                </p:cNvCxnSpPr>
                <p:nvPr/>
              </p:nvCxnSpPr>
              <p:spPr>
                <a:xfrm flipH="1">
                  <a:off x="5677855" y="2700400"/>
                  <a:ext cx="2278521" cy="4638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33" name="直線接點 132">
                  <a:extLst>
                    <a:ext uri="{FF2B5EF4-FFF2-40B4-BE49-F238E27FC236}">
                      <a16:creationId xmlns:a16="http://schemas.microsoft.com/office/drawing/2014/main" id="{B1AB65E6-047E-46A3-B13B-0D24A137D393}"/>
                    </a:ext>
                  </a:extLst>
                </p:cNvPr>
                <p:cNvCxnSpPr>
                  <a:cxnSpLocks/>
                  <a:stCxn id="100" idx="6"/>
                  <a:endCxn id="112" idx="2"/>
                </p:cNvCxnSpPr>
                <p:nvPr/>
              </p:nvCxnSpPr>
              <p:spPr>
                <a:xfrm flipH="1">
                  <a:off x="5677855" y="2700400"/>
                  <a:ext cx="2278521" cy="852526"/>
                </a:xfrm>
                <a:prstGeom prst="line">
                  <a:avLst/>
                </a:prstGeom>
              </p:spPr>
              <p:style>
                <a:lnRef idx="1">
                  <a:schemeClr val="accent1"/>
                </a:lnRef>
                <a:fillRef idx="0">
                  <a:schemeClr val="accent1"/>
                </a:fillRef>
                <a:effectRef idx="0">
                  <a:schemeClr val="accent1"/>
                </a:effectRef>
                <a:fontRef idx="minor">
                  <a:schemeClr val="tx1"/>
                </a:fontRef>
              </p:style>
            </p:cxnSp>
            <p:cxnSp>
              <p:nvCxnSpPr>
                <p:cNvPr id="134" name="直線接點 133">
                  <a:extLst>
                    <a:ext uri="{FF2B5EF4-FFF2-40B4-BE49-F238E27FC236}">
                      <a16:creationId xmlns:a16="http://schemas.microsoft.com/office/drawing/2014/main" id="{7E31A3E6-6270-4D76-8C82-F019DD3951C8}"/>
                    </a:ext>
                  </a:extLst>
                </p:cNvPr>
                <p:cNvCxnSpPr>
                  <a:cxnSpLocks/>
                  <a:stCxn id="100" idx="6"/>
                  <a:endCxn id="113" idx="2"/>
                </p:cNvCxnSpPr>
                <p:nvPr/>
              </p:nvCxnSpPr>
              <p:spPr>
                <a:xfrm flipH="1">
                  <a:off x="5677855" y="2700400"/>
                  <a:ext cx="2278521" cy="1247492"/>
                </a:xfrm>
                <a:prstGeom prst="line">
                  <a:avLst/>
                </a:prstGeom>
              </p:spPr>
              <p:style>
                <a:lnRef idx="1">
                  <a:schemeClr val="accent1"/>
                </a:lnRef>
                <a:fillRef idx="0">
                  <a:schemeClr val="accent1"/>
                </a:fillRef>
                <a:effectRef idx="0">
                  <a:schemeClr val="accent1"/>
                </a:effectRef>
                <a:fontRef idx="minor">
                  <a:schemeClr val="tx1"/>
                </a:fontRef>
              </p:style>
            </p:cxnSp>
            <p:cxnSp>
              <p:nvCxnSpPr>
                <p:cNvPr id="135" name="直線接點 134">
                  <a:extLst>
                    <a:ext uri="{FF2B5EF4-FFF2-40B4-BE49-F238E27FC236}">
                      <a16:creationId xmlns:a16="http://schemas.microsoft.com/office/drawing/2014/main" id="{E83AE4A5-5920-4B28-AB2A-75FA4CC5DA45}"/>
                    </a:ext>
                  </a:extLst>
                </p:cNvPr>
                <p:cNvCxnSpPr>
                  <a:cxnSpLocks/>
                  <a:stCxn id="100" idx="6"/>
                  <a:endCxn id="117" idx="2"/>
                </p:cNvCxnSpPr>
                <p:nvPr/>
              </p:nvCxnSpPr>
              <p:spPr>
                <a:xfrm flipH="1">
                  <a:off x="5688050" y="2700400"/>
                  <a:ext cx="2268326" cy="235406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6" name="直線接點 135">
                  <a:extLst>
                    <a:ext uri="{FF2B5EF4-FFF2-40B4-BE49-F238E27FC236}">
                      <a16:creationId xmlns:a16="http://schemas.microsoft.com/office/drawing/2014/main" id="{2976BDAD-2C72-407B-A93C-B3AACE1651CD}"/>
                    </a:ext>
                  </a:extLst>
                </p:cNvPr>
                <p:cNvCxnSpPr>
                  <a:cxnSpLocks/>
                  <a:stCxn id="101" idx="6"/>
                  <a:endCxn id="109" idx="2"/>
                </p:cNvCxnSpPr>
                <p:nvPr/>
              </p:nvCxnSpPr>
              <p:spPr>
                <a:xfrm flipH="1" flipV="1">
                  <a:off x="5677855" y="2340070"/>
                  <a:ext cx="2278521" cy="755296"/>
                </a:xfrm>
                <a:prstGeom prst="line">
                  <a:avLst/>
                </a:prstGeom>
              </p:spPr>
              <p:style>
                <a:lnRef idx="1">
                  <a:schemeClr val="accent1"/>
                </a:lnRef>
                <a:fillRef idx="0">
                  <a:schemeClr val="accent1"/>
                </a:fillRef>
                <a:effectRef idx="0">
                  <a:schemeClr val="accent1"/>
                </a:effectRef>
                <a:fontRef idx="minor">
                  <a:schemeClr val="tx1"/>
                </a:fontRef>
              </p:style>
            </p:cxnSp>
            <p:cxnSp>
              <p:nvCxnSpPr>
                <p:cNvPr id="137" name="直線接點 136">
                  <a:extLst>
                    <a:ext uri="{FF2B5EF4-FFF2-40B4-BE49-F238E27FC236}">
                      <a16:creationId xmlns:a16="http://schemas.microsoft.com/office/drawing/2014/main" id="{5B72200F-5BCF-4C3F-B7FD-3DAC1A5C1F67}"/>
                    </a:ext>
                  </a:extLst>
                </p:cNvPr>
                <p:cNvCxnSpPr>
                  <a:cxnSpLocks/>
                  <a:stCxn id="101" idx="6"/>
                  <a:endCxn id="110" idx="2"/>
                </p:cNvCxnSpPr>
                <p:nvPr/>
              </p:nvCxnSpPr>
              <p:spPr>
                <a:xfrm flipH="1" flipV="1">
                  <a:off x="5677855" y="2769271"/>
                  <a:ext cx="2278521" cy="326095"/>
                </a:xfrm>
                <a:prstGeom prst="line">
                  <a:avLst/>
                </a:prstGeom>
              </p:spPr>
              <p:style>
                <a:lnRef idx="1">
                  <a:schemeClr val="accent1"/>
                </a:lnRef>
                <a:fillRef idx="0">
                  <a:schemeClr val="accent1"/>
                </a:fillRef>
                <a:effectRef idx="0">
                  <a:schemeClr val="accent1"/>
                </a:effectRef>
                <a:fontRef idx="minor">
                  <a:schemeClr val="tx1"/>
                </a:fontRef>
              </p:style>
            </p:cxnSp>
            <p:cxnSp>
              <p:nvCxnSpPr>
                <p:cNvPr id="138" name="直線接點 137">
                  <a:extLst>
                    <a:ext uri="{FF2B5EF4-FFF2-40B4-BE49-F238E27FC236}">
                      <a16:creationId xmlns:a16="http://schemas.microsoft.com/office/drawing/2014/main" id="{BF7D5B88-72FA-4622-AD1E-D0B9579D7FA4}"/>
                    </a:ext>
                  </a:extLst>
                </p:cNvPr>
                <p:cNvCxnSpPr>
                  <a:cxnSpLocks/>
                  <a:stCxn id="101" idx="6"/>
                  <a:endCxn id="111" idx="2"/>
                </p:cNvCxnSpPr>
                <p:nvPr/>
              </p:nvCxnSpPr>
              <p:spPr>
                <a:xfrm flipH="1">
                  <a:off x="5677855" y="3095366"/>
                  <a:ext cx="2278521" cy="68871"/>
                </a:xfrm>
                <a:prstGeom prst="line">
                  <a:avLst/>
                </a:prstGeom>
              </p:spPr>
              <p:style>
                <a:lnRef idx="1">
                  <a:schemeClr val="accent1"/>
                </a:lnRef>
                <a:fillRef idx="0">
                  <a:schemeClr val="accent1"/>
                </a:fillRef>
                <a:effectRef idx="0">
                  <a:schemeClr val="accent1"/>
                </a:effectRef>
                <a:fontRef idx="minor">
                  <a:schemeClr val="tx1"/>
                </a:fontRef>
              </p:style>
            </p:cxnSp>
            <p:cxnSp>
              <p:nvCxnSpPr>
                <p:cNvPr id="139" name="直線接點 138">
                  <a:extLst>
                    <a:ext uri="{FF2B5EF4-FFF2-40B4-BE49-F238E27FC236}">
                      <a16:creationId xmlns:a16="http://schemas.microsoft.com/office/drawing/2014/main" id="{F233C201-41B9-4027-A0E8-D3525846B859}"/>
                    </a:ext>
                  </a:extLst>
                </p:cNvPr>
                <p:cNvCxnSpPr>
                  <a:cxnSpLocks/>
                  <a:stCxn id="101" idx="6"/>
                  <a:endCxn id="112" idx="2"/>
                </p:cNvCxnSpPr>
                <p:nvPr/>
              </p:nvCxnSpPr>
              <p:spPr>
                <a:xfrm flipH="1">
                  <a:off x="5677855" y="3095366"/>
                  <a:ext cx="2278521" cy="45756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0" name="直線接點 139">
                  <a:extLst>
                    <a:ext uri="{FF2B5EF4-FFF2-40B4-BE49-F238E27FC236}">
                      <a16:creationId xmlns:a16="http://schemas.microsoft.com/office/drawing/2014/main" id="{4FD29991-A05C-4811-9949-9270E3C1D5AA}"/>
                    </a:ext>
                  </a:extLst>
                </p:cNvPr>
                <p:cNvCxnSpPr>
                  <a:cxnSpLocks/>
                  <a:stCxn id="101" idx="6"/>
                  <a:endCxn id="117" idx="2"/>
                </p:cNvCxnSpPr>
                <p:nvPr/>
              </p:nvCxnSpPr>
              <p:spPr>
                <a:xfrm flipH="1">
                  <a:off x="5688050" y="3095366"/>
                  <a:ext cx="2268326" cy="1959094"/>
                </a:xfrm>
                <a:prstGeom prst="line">
                  <a:avLst/>
                </a:prstGeom>
              </p:spPr>
              <p:style>
                <a:lnRef idx="1">
                  <a:schemeClr val="accent1"/>
                </a:lnRef>
                <a:fillRef idx="0">
                  <a:schemeClr val="accent1"/>
                </a:fillRef>
                <a:effectRef idx="0">
                  <a:schemeClr val="accent1"/>
                </a:effectRef>
                <a:fontRef idx="minor">
                  <a:schemeClr val="tx1"/>
                </a:fontRef>
              </p:style>
            </p:cxnSp>
            <p:cxnSp>
              <p:nvCxnSpPr>
                <p:cNvPr id="141" name="直線接點 140">
                  <a:extLst>
                    <a:ext uri="{FF2B5EF4-FFF2-40B4-BE49-F238E27FC236}">
                      <a16:creationId xmlns:a16="http://schemas.microsoft.com/office/drawing/2014/main" id="{4948A34B-04F0-4EFC-AB08-6C08887F0111}"/>
                    </a:ext>
                  </a:extLst>
                </p:cNvPr>
                <p:cNvCxnSpPr>
                  <a:cxnSpLocks/>
                  <a:stCxn id="102" idx="6"/>
                  <a:endCxn id="109" idx="2"/>
                </p:cNvCxnSpPr>
                <p:nvPr/>
              </p:nvCxnSpPr>
              <p:spPr>
                <a:xfrm flipH="1" flipV="1">
                  <a:off x="5677855" y="2340070"/>
                  <a:ext cx="2278521" cy="1184497"/>
                </a:xfrm>
                <a:prstGeom prst="line">
                  <a:avLst/>
                </a:prstGeom>
              </p:spPr>
              <p:style>
                <a:lnRef idx="1">
                  <a:schemeClr val="accent1"/>
                </a:lnRef>
                <a:fillRef idx="0">
                  <a:schemeClr val="accent1"/>
                </a:fillRef>
                <a:effectRef idx="0">
                  <a:schemeClr val="accent1"/>
                </a:effectRef>
                <a:fontRef idx="minor">
                  <a:schemeClr val="tx1"/>
                </a:fontRef>
              </p:style>
            </p:cxnSp>
            <p:cxnSp>
              <p:nvCxnSpPr>
                <p:cNvPr id="142" name="直線接點 141">
                  <a:extLst>
                    <a:ext uri="{FF2B5EF4-FFF2-40B4-BE49-F238E27FC236}">
                      <a16:creationId xmlns:a16="http://schemas.microsoft.com/office/drawing/2014/main" id="{5DBF523E-9D2B-4482-A0EF-0803DCA90741}"/>
                    </a:ext>
                  </a:extLst>
                </p:cNvPr>
                <p:cNvCxnSpPr>
                  <a:cxnSpLocks/>
                  <a:stCxn id="102" idx="6"/>
                  <a:endCxn id="110" idx="2"/>
                </p:cNvCxnSpPr>
                <p:nvPr/>
              </p:nvCxnSpPr>
              <p:spPr>
                <a:xfrm flipH="1" flipV="1">
                  <a:off x="5677855" y="2769271"/>
                  <a:ext cx="2278521" cy="755296"/>
                </a:xfrm>
                <a:prstGeom prst="line">
                  <a:avLst/>
                </a:prstGeom>
              </p:spPr>
              <p:style>
                <a:lnRef idx="1">
                  <a:schemeClr val="accent1"/>
                </a:lnRef>
                <a:fillRef idx="0">
                  <a:schemeClr val="accent1"/>
                </a:fillRef>
                <a:effectRef idx="0">
                  <a:schemeClr val="accent1"/>
                </a:effectRef>
                <a:fontRef idx="minor">
                  <a:schemeClr val="tx1"/>
                </a:fontRef>
              </p:style>
            </p:cxnSp>
            <p:cxnSp>
              <p:nvCxnSpPr>
                <p:cNvPr id="143" name="直線接點 142">
                  <a:extLst>
                    <a:ext uri="{FF2B5EF4-FFF2-40B4-BE49-F238E27FC236}">
                      <a16:creationId xmlns:a16="http://schemas.microsoft.com/office/drawing/2014/main" id="{E1089789-97DF-44EE-A0F2-971DA6CA4572}"/>
                    </a:ext>
                  </a:extLst>
                </p:cNvPr>
                <p:cNvCxnSpPr>
                  <a:cxnSpLocks/>
                  <a:stCxn id="102" idx="6"/>
                  <a:endCxn id="111" idx="2"/>
                </p:cNvCxnSpPr>
                <p:nvPr/>
              </p:nvCxnSpPr>
              <p:spPr>
                <a:xfrm flipH="1" flipV="1">
                  <a:off x="5677855" y="3164237"/>
                  <a:ext cx="2278521" cy="36033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4" name="直線接點 143">
                  <a:extLst>
                    <a:ext uri="{FF2B5EF4-FFF2-40B4-BE49-F238E27FC236}">
                      <a16:creationId xmlns:a16="http://schemas.microsoft.com/office/drawing/2014/main" id="{6E705A5F-54F8-4203-B83F-027EC527B130}"/>
                    </a:ext>
                  </a:extLst>
                </p:cNvPr>
                <p:cNvCxnSpPr>
                  <a:cxnSpLocks/>
                  <a:stCxn id="102" idx="6"/>
                  <a:endCxn id="112" idx="2"/>
                </p:cNvCxnSpPr>
                <p:nvPr/>
              </p:nvCxnSpPr>
              <p:spPr>
                <a:xfrm flipH="1">
                  <a:off x="5677855" y="3524567"/>
                  <a:ext cx="2278521" cy="28359"/>
                </a:xfrm>
                <a:prstGeom prst="line">
                  <a:avLst/>
                </a:prstGeom>
              </p:spPr>
              <p:style>
                <a:lnRef idx="1">
                  <a:schemeClr val="accent1"/>
                </a:lnRef>
                <a:fillRef idx="0">
                  <a:schemeClr val="accent1"/>
                </a:fillRef>
                <a:effectRef idx="0">
                  <a:schemeClr val="accent1"/>
                </a:effectRef>
                <a:fontRef idx="minor">
                  <a:schemeClr val="tx1"/>
                </a:fontRef>
              </p:style>
            </p:cxnSp>
            <p:cxnSp>
              <p:nvCxnSpPr>
                <p:cNvPr id="145" name="直線接點 144">
                  <a:extLst>
                    <a:ext uri="{FF2B5EF4-FFF2-40B4-BE49-F238E27FC236}">
                      <a16:creationId xmlns:a16="http://schemas.microsoft.com/office/drawing/2014/main" id="{C196BFE9-D161-4BC7-AF33-89D735B07927}"/>
                    </a:ext>
                  </a:extLst>
                </p:cNvPr>
                <p:cNvCxnSpPr>
                  <a:cxnSpLocks/>
                  <a:stCxn id="102" idx="6"/>
                  <a:endCxn id="113" idx="2"/>
                </p:cNvCxnSpPr>
                <p:nvPr/>
              </p:nvCxnSpPr>
              <p:spPr>
                <a:xfrm flipH="1">
                  <a:off x="5677855" y="3524567"/>
                  <a:ext cx="2278521" cy="423325"/>
                </a:xfrm>
                <a:prstGeom prst="line">
                  <a:avLst/>
                </a:prstGeom>
              </p:spPr>
              <p:style>
                <a:lnRef idx="1">
                  <a:schemeClr val="accent1"/>
                </a:lnRef>
                <a:fillRef idx="0">
                  <a:schemeClr val="accent1"/>
                </a:fillRef>
                <a:effectRef idx="0">
                  <a:schemeClr val="accent1"/>
                </a:effectRef>
                <a:fontRef idx="minor">
                  <a:schemeClr val="tx1"/>
                </a:fontRef>
              </p:style>
            </p:cxnSp>
            <p:cxnSp>
              <p:nvCxnSpPr>
                <p:cNvPr id="146" name="直線接點 145">
                  <a:extLst>
                    <a:ext uri="{FF2B5EF4-FFF2-40B4-BE49-F238E27FC236}">
                      <a16:creationId xmlns:a16="http://schemas.microsoft.com/office/drawing/2014/main" id="{96AA966D-1C72-4CF1-93F9-29D225172EE8}"/>
                    </a:ext>
                  </a:extLst>
                </p:cNvPr>
                <p:cNvCxnSpPr>
                  <a:cxnSpLocks/>
                  <a:stCxn id="102" idx="6"/>
                  <a:endCxn id="117" idx="2"/>
                </p:cNvCxnSpPr>
                <p:nvPr/>
              </p:nvCxnSpPr>
              <p:spPr>
                <a:xfrm flipH="1">
                  <a:off x="5688050" y="3524567"/>
                  <a:ext cx="2268326" cy="1529893"/>
                </a:xfrm>
                <a:prstGeom prst="line">
                  <a:avLst/>
                </a:prstGeom>
              </p:spPr>
              <p:style>
                <a:lnRef idx="1">
                  <a:schemeClr val="accent1"/>
                </a:lnRef>
                <a:fillRef idx="0">
                  <a:schemeClr val="accent1"/>
                </a:fillRef>
                <a:effectRef idx="0">
                  <a:schemeClr val="accent1"/>
                </a:effectRef>
                <a:fontRef idx="minor">
                  <a:schemeClr val="tx1"/>
                </a:fontRef>
              </p:style>
            </p:cxnSp>
            <p:cxnSp>
              <p:nvCxnSpPr>
                <p:cNvPr id="147" name="直線接點 146">
                  <a:extLst>
                    <a:ext uri="{FF2B5EF4-FFF2-40B4-BE49-F238E27FC236}">
                      <a16:creationId xmlns:a16="http://schemas.microsoft.com/office/drawing/2014/main" id="{266E69CE-73B8-4269-9593-F6C46FEBAED0}"/>
                    </a:ext>
                  </a:extLst>
                </p:cNvPr>
                <p:cNvCxnSpPr>
                  <a:cxnSpLocks/>
                  <a:stCxn id="103" idx="6"/>
                  <a:endCxn id="109" idx="2"/>
                </p:cNvCxnSpPr>
                <p:nvPr/>
              </p:nvCxnSpPr>
              <p:spPr>
                <a:xfrm flipH="1" flipV="1">
                  <a:off x="5677855" y="2340070"/>
                  <a:ext cx="2278521" cy="1579463"/>
                </a:xfrm>
                <a:prstGeom prst="line">
                  <a:avLst/>
                </a:prstGeom>
              </p:spPr>
              <p:style>
                <a:lnRef idx="1">
                  <a:schemeClr val="accent1"/>
                </a:lnRef>
                <a:fillRef idx="0">
                  <a:schemeClr val="accent1"/>
                </a:fillRef>
                <a:effectRef idx="0">
                  <a:schemeClr val="accent1"/>
                </a:effectRef>
                <a:fontRef idx="minor">
                  <a:schemeClr val="tx1"/>
                </a:fontRef>
              </p:style>
            </p:cxnSp>
            <p:cxnSp>
              <p:nvCxnSpPr>
                <p:cNvPr id="148" name="直線接點 147">
                  <a:extLst>
                    <a:ext uri="{FF2B5EF4-FFF2-40B4-BE49-F238E27FC236}">
                      <a16:creationId xmlns:a16="http://schemas.microsoft.com/office/drawing/2014/main" id="{B8DD339E-D3B2-430F-BF7E-3CB10E973B9A}"/>
                    </a:ext>
                  </a:extLst>
                </p:cNvPr>
                <p:cNvCxnSpPr>
                  <a:cxnSpLocks/>
                  <a:stCxn id="103" idx="6"/>
                  <a:endCxn id="110" idx="2"/>
                </p:cNvCxnSpPr>
                <p:nvPr/>
              </p:nvCxnSpPr>
              <p:spPr>
                <a:xfrm flipH="1" flipV="1">
                  <a:off x="5677855" y="2769271"/>
                  <a:ext cx="2278521" cy="1150262"/>
                </a:xfrm>
                <a:prstGeom prst="line">
                  <a:avLst/>
                </a:prstGeom>
              </p:spPr>
              <p:style>
                <a:lnRef idx="1">
                  <a:schemeClr val="accent1"/>
                </a:lnRef>
                <a:fillRef idx="0">
                  <a:schemeClr val="accent1"/>
                </a:fillRef>
                <a:effectRef idx="0">
                  <a:schemeClr val="accent1"/>
                </a:effectRef>
                <a:fontRef idx="minor">
                  <a:schemeClr val="tx1"/>
                </a:fontRef>
              </p:style>
            </p:cxnSp>
            <p:cxnSp>
              <p:nvCxnSpPr>
                <p:cNvPr id="149" name="直線接點 148">
                  <a:extLst>
                    <a:ext uri="{FF2B5EF4-FFF2-40B4-BE49-F238E27FC236}">
                      <a16:creationId xmlns:a16="http://schemas.microsoft.com/office/drawing/2014/main" id="{F9935268-B99E-47CB-85C5-E5241DECC676}"/>
                    </a:ext>
                  </a:extLst>
                </p:cNvPr>
                <p:cNvCxnSpPr>
                  <a:cxnSpLocks/>
                  <a:stCxn id="103" idx="6"/>
                  <a:endCxn id="111" idx="2"/>
                </p:cNvCxnSpPr>
                <p:nvPr/>
              </p:nvCxnSpPr>
              <p:spPr>
                <a:xfrm flipH="1" flipV="1">
                  <a:off x="5677855" y="3164237"/>
                  <a:ext cx="2278521" cy="755296"/>
                </a:xfrm>
                <a:prstGeom prst="line">
                  <a:avLst/>
                </a:prstGeom>
              </p:spPr>
              <p:style>
                <a:lnRef idx="1">
                  <a:schemeClr val="accent1"/>
                </a:lnRef>
                <a:fillRef idx="0">
                  <a:schemeClr val="accent1"/>
                </a:fillRef>
                <a:effectRef idx="0">
                  <a:schemeClr val="accent1"/>
                </a:effectRef>
                <a:fontRef idx="minor">
                  <a:schemeClr val="tx1"/>
                </a:fontRef>
              </p:style>
            </p:cxnSp>
            <p:cxnSp>
              <p:nvCxnSpPr>
                <p:cNvPr id="150" name="直線接點 149">
                  <a:extLst>
                    <a:ext uri="{FF2B5EF4-FFF2-40B4-BE49-F238E27FC236}">
                      <a16:creationId xmlns:a16="http://schemas.microsoft.com/office/drawing/2014/main" id="{F5AB194F-5575-4885-A204-72C0A204F6E3}"/>
                    </a:ext>
                  </a:extLst>
                </p:cNvPr>
                <p:cNvCxnSpPr>
                  <a:cxnSpLocks/>
                  <a:stCxn id="103" idx="6"/>
                  <a:endCxn id="112" idx="2"/>
                </p:cNvCxnSpPr>
                <p:nvPr/>
              </p:nvCxnSpPr>
              <p:spPr>
                <a:xfrm flipH="1" flipV="1">
                  <a:off x="5677855" y="3552926"/>
                  <a:ext cx="2278521" cy="366607"/>
                </a:xfrm>
                <a:prstGeom prst="line">
                  <a:avLst/>
                </a:prstGeom>
              </p:spPr>
              <p:style>
                <a:lnRef idx="1">
                  <a:schemeClr val="accent1"/>
                </a:lnRef>
                <a:fillRef idx="0">
                  <a:schemeClr val="accent1"/>
                </a:fillRef>
                <a:effectRef idx="0">
                  <a:schemeClr val="accent1"/>
                </a:effectRef>
                <a:fontRef idx="minor">
                  <a:schemeClr val="tx1"/>
                </a:fontRef>
              </p:style>
            </p:cxnSp>
            <p:cxnSp>
              <p:nvCxnSpPr>
                <p:cNvPr id="151" name="直線接點 150">
                  <a:extLst>
                    <a:ext uri="{FF2B5EF4-FFF2-40B4-BE49-F238E27FC236}">
                      <a16:creationId xmlns:a16="http://schemas.microsoft.com/office/drawing/2014/main" id="{9BFA0BD6-42A3-4895-BE3F-5C6C9CF4783B}"/>
                    </a:ext>
                  </a:extLst>
                </p:cNvPr>
                <p:cNvCxnSpPr>
                  <a:cxnSpLocks/>
                  <a:stCxn id="103" idx="6"/>
                  <a:endCxn id="113" idx="2"/>
                </p:cNvCxnSpPr>
                <p:nvPr/>
              </p:nvCxnSpPr>
              <p:spPr>
                <a:xfrm flipH="1">
                  <a:off x="5677855" y="3919533"/>
                  <a:ext cx="2278521" cy="28359"/>
                </a:xfrm>
                <a:prstGeom prst="line">
                  <a:avLst/>
                </a:prstGeom>
              </p:spPr>
              <p:style>
                <a:lnRef idx="1">
                  <a:schemeClr val="accent1"/>
                </a:lnRef>
                <a:fillRef idx="0">
                  <a:schemeClr val="accent1"/>
                </a:fillRef>
                <a:effectRef idx="0">
                  <a:schemeClr val="accent1"/>
                </a:effectRef>
                <a:fontRef idx="minor">
                  <a:schemeClr val="tx1"/>
                </a:fontRef>
              </p:style>
            </p:cxnSp>
            <p:cxnSp>
              <p:nvCxnSpPr>
                <p:cNvPr id="152" name="直線接點 151">
                  <a:extLst>
                    <a:ext uri="{FF2B5EF4-FFF2-40B4-BE49-F238E27FC236}">
                      <a16:creationId xmlns:a16="http://schemas.microsoft.com/office/drawing/2014/main" id="{1281BCB8-1CA8-4DCF-8B91-A9693963AFA6}"/>
                    </a:ext>
                  </a:extLst>
                </p:cNvPr>
                <p:cNvCxnSpPr>
                  <a:cxnSpLocks/>
                  <a:stCxn id="103" idx="6"/>
                  <a:endCxn id="117" idx="2"/>
                </p:cNvCxnSpPr>
                <p:nvPr/>
              </p:nvCxnSpPr>
              <p:spPr>
                <a:xfrm flipH="1">
                  <a:off x="5688050" y="3919533"/>
                  <a:ext cx="2268326" cy="1134927"/>
                </a:xfrm>
                <a:prstGeom prst="line">
                  <a:avLst/>
                </a:prstGeom>
              </p:spPr>
              <p:style>
                <a:lnRef idx="1">
                  <a:schemeClr val="accent1"/>
                </a:lnRef>
                <a:fillRef idx="0">
                  <a:schemeClr val="accent1"/>
                </a:fillRef>
                <a:effectRef idx="0">
                  <a:schemeClr val="accent1"/>
                </a:effectRef>
                <a:fontRef idx="minor">
                  <a:schemeClr val="tx1"/>
                </a:fontRef>
              </p:style>
            </p:cxnSp>
            <p:cxnSp>
              <p:nvCxnSpPr>
                <p:cNvPr id="153" name="直線接點 152">
                  <a:extLst>
                    <a:ext uri="{FF2B5EF4-FFF2-40B4-BE49-F238E27FC236}">
                      <a16:creationId xmlns:a16="http://schemas.microsoft.com/office/drawing/2014/main" id="{A0BC22D8-B4DF-4025-818A-0E1424988DAF}"/>
                    </a:ext>
                  </a:extLst>
                </p:cNvPr>
                <p:cNvCxnSpPr>
                  <a:cxnSpLocks/>
                  <a:stCxn id="104" idx="6"/>
                  <a:endCxn id="109" idx="2"/>
                </p:cNvCxnSpPr>
                <p:nvPr/>
              </p:nvCxnSpPr>
              <p:spPr>
                <a:xfrm flipH="1" flipV="1">
                  <a:off x="5677855" y="2340070"/>
                  <a:ext cx="2278521" cy="1968152"/>
                </a:xfrm>
                <a:prstGeom prst="line">
                  <a:avLst/>
                </a:prstGeom>
              </p:spPr>
              <p:style>
                <a:lnRef idx="1">
                  <a:schemeClr val="accent1"/>
                </a:lnRef>
                <a:fillRef idx="0">
                  <a:schemeClr val="accent1"/>
                </a:fillRef>
                <a:effectRef idx="0">
                  <a:schemeClr val="accent1"/>
                </a:effectRef>
                <a:fontRef idx="minor">
                  <a:schemeClr val="tx1"/>
                </a:fontRef>
              </p:style>
            </p:cxnSp>
            <p:cxnSp>
              <p:nvCxnSpPr>
                <p:cNvPr id="154" name="直線接點 153">
                  <a:extLst>
                    <a:ext uri="{FF2B5EF4-FFF2-40B4-BE49-F238E27FC236}">
                      <a16:creationId xmlns:a16="http://schemas.microsoft.com/office/drawing/2014/main" id="{553A3E9D-1CD9-4E05-8854-512E071B4C9D}"/>
                    </a:ext>
                  </a:extLst>
                </p:cNvPr>
                <p:cNvCxnSpPr>
                  <a:cxnSpLocks/>
                  <a:stCxn id="104" idx="6"/>
                  <a:endCxn id="110" idx="2"/>
                </p:cNvCxnSpPr>
                <p:nvPr/>
              </p:nvCxnSpPr>
              <p:spPr>
                <a:xfrm flipH="1" flipV="1">
                  <a:off x="5677855" y="2769271"/>
                  <a:ext cx="2278521" cy="1538951"/>
                </a:xfrm>
                <a:prstGeom prst="line">
                  <a:avLst/>
                </a:prstGeom>
              </p:spPr>
              <p:style>
                <a:lnRef idx="1">
                  <a:schemeClr val="accent1"/>
                </a:lnRef>
                <a:fillRef idx="0">
                  <a:schemeClr val="accent1"/>
                </a:fillRef>
                <a:effectRef idx="0">
                  <a:schemeClr val="accent1"/>
                </a:effectRef>
                <a:fontRef idx="minor">
                  <a:schemeClr val="tx1"/>
                </a:fontRef>
              </p:style>
            </p:cxnSp>
            <p:cxnSp>
              <p:nvCxnSpPr>
                <p:cNvPr id="155" name="直線接點 154">
                  <a:extLst>
                    <a:ext uri="{FF2B5EF4-FFF2-40B4-BE49-F238E27FC236}">
                      <a16:creationId xmlns:a16="http://schemas.microsoft.com/office/drawing/2014/main" id="{5940E645-ACD6-4A7A-ACF5-AA6A559240F7}"/>
                    </a:ext>
                  </a:extLst>
                </p:cNvPr>
                <p:cNvCxnSpPr>
                  <a:cxnSpLocks/>
                  <a:stCxn id="104" idx="6"/>
                  <a:endCxn id="111" idx="2"/>
                </p:cNvCxnSpPr>
                <p:nvPr/>
              </p:nvCxnSpPr>
              <p:spPr>
                <a:xfrm flipH="1" flipV="1">
                  <a:off x="5677855" y="3164237"/>
                  <a:ext cx="2278521" cy="1143985"/>
                </a:xfrm>
                <a:prstGeom prst="line">
                  <a:avLst/>
                </a:prstGeom>
              </p:spPr>
              <p:style>
                <a:lnRef idx="1">
                  <a:schemeClr val="accent1"/>
                </a:lnRef>
                <a:fillRef idx="0">
                  <a:schemeClr val="accent1"/>
                </a:fillRef>
                <a:effectRef idx="0">
                  <a:schemeClr val="accent1"/>
                </a:effectRef>
                <a:fontRef idx="minor">
                  <a:schemeClr val="tx1"/>
                </a:fontRef>
              </p:style>
            </p:cxnSp>
            <p:cxnSp>
              <p:nvCxnSpPr>
                <p:cNvPr id="156" name="直線接點 155">
                  <a:extLst>
                    <a:ext uri="{FF2B5EF4-FFF2-40B4-BE49-F238E27FC236}">
                      <a16:creationId xmlns:a16="http://schemas.microsoft.com/office/drawing/2014/main" id="{A20EA164-D2B2-405A-97A9-9C77EC75B999}"/>
                    </a:ext>
                  </a:extLst>
                </p:cNvPr>
                <p:cNvCxnSpPr>
                  <a:cxnSpLocks/>
                  <a:stCxn id="104" idx="6"/>
                  <a:endCxn id="112" idx="2"/>
                </p:cNvCxnSpPr>
                <p:nvPr/>
              </p:nvCxnSpPr>
              <p:spPr>
                <a:xfrm flipH="1" flipV="1">
                  <a:off x="5677855" y="3552926"/>
                  <a:ext cx="2278521" cy="755296"/>
                </a:xfrm>
                <a:prstGeom prst="line">
                  <a:avLst/>
                </a:prstGeom>
              </p:spPr>
              <p:style>
                <a:lnRef idx="1">
                  <a:schemeClr val="accent1"/>
                </a:lnRef>
                <a:fillRef idx="0">
                  <a:schemeClr val="accent1"/>
                </a:fillRef>
                <a:effectRef idx="0">
                  <a:schemeClr val="accent1"/>
                </a:effectRef>
                <a:fontRef idx="minor">
                  <a:schemeClr val="tx1"/>
                </a:fontRef>
              </p:style>
            </p:cxnSp>
            <p:cxnSp>
              <p:nvCxnSpPr>
                <p:cNvPr id="157" name="直線接點 156">
                  <a:extLst>
                    <a:ext uri="{FF2B5EF4-FFF2-40B4-BE49-F238E27FC236}">
                      <a16:creationId xmlns:a16="http://schemas.microsoft.com/office/drawing/2014/main" id="{D1CC23CF-1B3F-4793-AA0D-DC4B3CA377B4}"/>
                    </a:ext>
                  </a:extLst>
                </p:cNvPr>
                <p:cNvCxnSpPr>
                  <a:cxnSpLocks/>
                  <a:stCxn id="104" idx="6"/>
                  <a:endCxn id="113" idx="2"/>
                </p:cNvCxnSpPr>
                <p:nvPr/>
              </p:nvCxnSpPr>
              <p:spPr>
                <a:xfrm flipH="1" flipV="1">
                  <a:off x="5677855" y="3947892"/>
                  <a:ext cx="2278521" cy="36033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8" name="直線接點 157">
                  <a:extLst>
                    <a:ext uri="{FF2B5EF4-FFF2-40B4-BE49-F238E27FC236}">
                      <a16:creationId xmlns:a16="http://schemas.microsoft.com/office/drawing/2014/main" id="{98936EB6-00DC-442C-B83E-2AC3A2E55381}"/>
                    </a:ext>
                  </a:extLst>
                </p:cNvPr>
                <p:cNvCxnSpPr>
                  <a:cxnSpLocks/>
                  <a:stCxn id="104" idx="6"/>
                  <a:endCxn id="117" idx="2"/>
                </p:cNvCxnSpPr>
                <p:nvPr/>
              </p:nvCxnSpPr>
              <p:spPr>
                <a:xfrm flipH="1">
                  <a:off x="5688050" y="4308222"/>
                  <a:ext cx="2268326" cy="746238"/>
                </a:xfrm>
                <a:prstGeom prst="line">
                  <a:avLst/>
                </a:prstGeom>
              </p:spPr>
              <p:style>
                <a:lnRef idx="1">
                  <a:schemeClr val="accent1"/>
                </a:lnRef>
                <a:fillRef idx="0">
                  <a:schemeClr val="accent1"/>
                </a:fillRef>
                <a:effectRef idx="0">
                  <a:schemeClr val="accent1"/>
                </a:effectRef>
                <a:fontRef idx="minor">
                  <a:schemeClr val="tx1"/>
                </a:fontRef>
              </p:style>
            </p:cxnSp>
            <p:cxnSp>
              <p:nvCxnSpPr>
                <p:cNvPr id="159" name="直線接點 158">
                  <a:extLst>
                    <a:ext uri="{FF2B5EF4-FFF2-40B4-BE49-F238E27FC236}">
                      <a16:creationId xmlns:a16="http://schemas.microsoft.com/office/drawing/2014/main" id="{2E0AB361-B54C-4163-B455-6EC85CDAA236}"/>
                    </a:ext>
                  </a:extLst>
                </p:cNvPr>
                <p:cNvCxnSpPr>
                  <a:cxnSpLocks/>
                  <a:stCxn id="105" idx="6"/>
                  <a:endCxn id="109" idx="2"/>
                </p:cNvCxnSpPr>
                <p:nvPr/>
              </p:nvCxnSpPr>
              <p:spPr>
                <a:xfrm flipH="1" flipV="1">
                  <a:off x="5677855" y="2340070"/>
                  <a:ext cx="2278521" cy="2363118"/>
                </a:xfrm>
                <a:prstGeom prst="line">
                  <a:avLst/>
                </a:prstGeom>
              </p:spPr>
              <p:style>
                <a:lnRef idx="1">
                  <a:schemeClr val="accent1"/>
                </a:lnRef>
                <a:fillRef idx="0">
                  <a:schemeClr val="accent1"/>
                </a:fillRef>
                <a:effectRef idx="0">
                  <a:schemeClr val="accent1"/>
                </a:effectRef>
                <a:fontRef idx="minor">
                  <a:schemeClr val="tx1"/>
                </a:fontRef>
              </p:style>
            </p:cxnSp>
            <p:cxnSp>
              <p:nvCxnSpPr>
                <p:cNvPr id="160" name="直線接點 159">
                  <a:extLst>
                    <a:ext uri="{FF2B5EF4-FFF2-40B4-BE49-F238E27FC236}">
                      <a16:creationId xmlns:a16="http://schemas.microsoft.com/office/drawing/2014/main" id="{FF47E4BC-A83C-43CF-A80C-345FD6ABEAE8}"/>
                    </a:ext>
                  </a:extLst>
                </p:cNvPr>
                <p:cNvCxnSpPr>
                  <a:cxnSpLocks/>
                  <a:stCxn id="105" idx="6"/>
                  <a:endCxn id="110" idx="2"/>
                </p:cNvCxnSpPr>
                <p:nvPr/>
              </p:nvCxnSpPr>
              <p:spPr>
                <a:xfrm flipH="1" flipV="1">
                  <a:off x="5677855" y="2769271"/>
                  <a:ext cx="2278521" cy="1933917"/>
                </a:xfrm>
                <a:prstGeom prst="line">
                  <a:avLst/>
                </a:prstGeom>
              </p:spPr>
              <p:style>
                <a:lnRef idx="1">
                  <a:schemeClr val="accent1"/>
                </a:lnRef>
                <a:fillRef idx="0">
                  <a:schemeClr val="accent1"/>
                </a:fillRef>
                <a:effectRef idx="0">
                  <a:schemeClr val="accent1"/>
                </a:effectRef>
                <a:fontRef idx="minor">
                  <a:schemeClr val="tx1"/>
                </a:fontRef>
              </p:style>
            </p:cxnSp>
            <p:cxnSp>
              <p:nvCxnSpPr>
                <p:cNvPr id="161" name="直線接點 160">
                  <a:extLst>
                    <a:ext uri="{FF2B5EF4-FFF2-40B4-BE49-F238E27FC236}">
                      <a16:creationId xmlns:a16="http://schemas.microsoft.com/office/drawing/2014/main" id="{2EFEF731-E0FC-4F0E-BC1A-E5025BFCED22}"/>
                    </a:ext>
                  </a:extLst>
                </p:cNvPr>
                <p:cNvCxnSpPr>
                  <a:cxnSpLocks/>
                  <a:stCxn id="105" idx="6"/>
                  <a:endCxn id="111" idx="2"/>
                </p:cNvCxnSpPr>
                <p:nvPr/>
              </p:nvCxnSpPr>
              <p:spPr>
                <a:xfrm flipH="1" flipV="1">
                  <a:off x="5677855" y="3164237"/>
                  <a:ext cx="2278521" cy="1538951"/>
                </a:xfrm>
                <a:prstGeom prst="line">
                  <a:avLst/>
                </a:prstGeom>
              </p:spPr>
              <p:style>
                <a:lnRef idx="1">
                  <a:schemeClr val="accent1"/>
                </a:lnRef>
                <a:fillRef idx="0">
                  <a:schemeClr val="accent1"/>
                </a:fillRef>
                <a:effectRef idx="0">
                  <a:schemeClr val="accent1"/>
                </a:effectRef>
                <a:fontRef idx="minor">
                  <a:schemeClr val="tx1"/>
                </a:fontRef>
              </p:style>
            </p:cxnSp>
            <p:cxnSp>
              <p:nvCxnSpPr>
                <p:cNvPr id="162" name="直線接點 161">
                  <a:extLst>
                    <a:ext uri="{FF2B5EF4-FFF2-40B4-BE49-F238E27FC236}">
                      <a16:creationId xmlns:a16="http://schemas.microsoft.com/office/drawing/2014/main" id="{38D57645-283E-4252-9470-3D0FF1B1BACE}"/>
                    </a:ext>
                  </a:extLst>
                </p:cNvPr>
                <p:cNvCxnSpPr>
                  <a:cxnSpLocks/>
                  <a:stCxn id="105" idx="6"/>
                  <a:endCxn id="112" idx="2"/>
                </p:cNvCxnSpPr>
                <p:nvPr/>
              </p:nvCxnSpPr>
              <p:spPr>
                <a:xfrm flipH="1" flipV="1">
                  <a:off x="5677855" y="3552926"/>
                  <a:ext cx="2278521" cy="1150262"/>
                </a:xfrm>
                <a:prstGeom prst="line">
                  <a:avLst/>
                </a:prstGeom>
              </p:spPr>
              <p:style>
                <a:lnRef idx="1">
                  <a:schemeClr val="accent1"/>
                </a:lnRef>
                <a:fillRef idx="0">
                  <a:schemeClr val="accent1"/>
                </a:fillRef>
                <a:effectRef idx="0">
                  <a:schemeClr val="accent1"/>
                </a:effectRef>
                <a:fontRef idx="minor">
                  <a:schemeClr val="tx1"/>
                </a:fontRef>
              </p:style>
            </p:cxnSp>
            <p:cxnSp>
              <p:nvCxnSpPr>
                <p:cNvPr id="163" name="直線接點 162">
                  <a:extLst>
                    <a:ext uri="{FF2B5EF4-FFF2-40B4-BE49-F238E27FC236}">
                      <a16:creationId xmlns:a16="http://schemas.microsoft.com/office/drawing/2014/main" id="{1279FCB5-3CCA-4F7E-8DC8-A86374F6ED77}"/>
                    </a:ext>
                  </a:extLst>
                </p:cNvPr>
                <p:cNvCxnSpPr>
                  <a:cxnSpLocks/>
                  <a:stCxn id="105" idx="6"/>
                  <a:endCxn id="113" idx="2"/>
                </p:cNvCxnSpPr>
                <p:nvPr/>
              </p:nvCxnSpPr>
              <p:spPr>
                <a:xfrm flipH="1" flipV="1">
                  <a:off x="5677855" y="3947892"/>
                  <a:ext cx="2278521" cy="755296"/>
                </a:xfrm>
                <a:prstGeom prst="line">
                  <a:avLst/>
                </a:prstGeom>
              </p:spPr>
              <p:style>
                <a:lnRef idx="1">
                  <a:schemeClr val="accent1"/>
                </a:lnRef>
                <a:fillRef idx="0">
                  <a:schemeClr val="accent1"/>
                </a:fillRef>
                <a:effectRef idx="0">
                  <a:schemeClr val="accent1"/>
                </a:effectRef>
                <a:fontRef idx="minor">
                  <a:schemeClr val="tx1"/>
                </a:fontRef>
              </p:style>
            </p:cxnSp>
            <p:cxnSp>
              <p:nvCxnSpPr>
                <p:cNvPr id="164" name="直線接點 163">
                  <a:extLst>
                    <a:ext uri="{FF2B5EF4-FFF2-40B4-BE49-F238E27FC236}">
                      <a16:creationId xmlns:a16="http://schemas.microsoft.com/office/drawing/2014/main" id="{9137A4BE-A212-426F-8AC4-E8B9F35E2FBA}"/>
                    </a:ext>
                  </a:extLst>
                </p:cNvPr>
                <p:cNvCxnSpPr>
                  <a:cxnSpLocks/>
                  <a:stCxn id="105" idx="6"/>
                  <a:endCxn id="117" idx="2"/>
                </p:cNvCxnSpPr>
                <p:nvPr/>
              </p:nvCxnSpPr>
              <p:spPr>
                <a:xfrm flipH="1">
                  <a:off x="5688050" y="4703188"/>
                  <a:ext cx="2268326" cy="351272"/>
                </a:xfrm>
                <a:prstGeom prst="line">
                  <a:avLst/>
                </a:prstGeom>
              </p:spPr>
              <p:style>
                <a:lnRef idx="1">
                  <a:schemeClr val="accent1"/>
                </a:lnRef>
                <a:fillRef idx="0">
                  <a:schemeClr val="accent1"/>
                </a:fillRef>
                <a:effectRef idx="0">
                  <a:schemeClr val="accent1"/>
                </a:effectRef>
                <a:fontRef idx="minor">
                  <a:schemeClr val="tx1"/>
                </a:fontRef>
              </p:style>
            </p:cxnSp>
            <p:sp>
              <p:nvSpPr>
                <p:cNvPr id="165" name="橢圓 164">
                  <a:extLst>
                    <a:ext uri="{FF2B5EF4-FFF2-40B4-BE49-F238E27FC236}">
                      <a16:creationId xmlns:a16="http://schemas.microsoft.com/office/drawing/2014/main" id="{F7E93BE3-35C3-4AF0-AFC2-D44C8E0A83C3}"/>
                    </a:ext>
                  </a:extLst>
                </p:cNvPr>
                <p:cNvSpPr/>
                <p:nvPr/>
              </p:nvSpPr>
              <p:spPr>
                <a:xfrm flipH="1">
                  <a:off x="7956376" y="5665600"/>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66" name="直線接點 165">
                  <a:extLst>
                    <a:ext uri="{FF2B5EF4-FFF2-40B4-BE49-F238E27FC236}">
                      <a16:creationId xmlns:a16="http://schemas.microsoft.com/office/drawing/2014/main" id="{BE975002-33F6-4E33-B451-5C663DC721B0}"/>
                    </a:ext>
                  </a:extLst>
                </p:cNvPr>
                <p:cNvCxnSpPr>
                  <a:cxnSpLocks/>
                  <a:stCxn id="165" idx="6"/>
                  <a:endCxn id="109" idx="2"/>
                </p:cNvCxnSpPr>
                <p:nvPr/>
              </p:nvCxnSpPr>
              <p:spPr>
                <a:xfrm flipH="1" flipV="1">
                  <a:off x="5677855" y="2340070"/>
                  <a:ext cx="2278521" cy="3469546"/>
                </a:xfrm>
                <a:prstGeom prst="line">
                  <a:avLst/>
                </a:prstGeom>
              </p:spPr>
              <p:style>
                <a:lnRef idx="1">
                  <a:schemeClr val="accent1"/>
                </a:lnRef>
                <a:fillRef idx="0">
                  <a:schemeClr val="accent1"/>
                </a:fillRef>
                <a:effectRef idx="0">
                  <a:schemeClr val="accent1"/>
                </a:effectRef>
                <a:fontRef idx="minor">
                  <a:schemeClr val="tx1"/>
                </a:fontRef>
              </p:style>
            </p:cxnSp>
            <p:cxnSp>
              <p:nvCxnSpPr>
                <p:cNvPr id="167" name="直線接點 166">
                  <a:extLst>
                    <a:ext uri="{FF2B5EF4-FFF2-40B4-BE49-F238E27FC236}">
                      <a16:creationId xmlns:a16="http://schemas.microsoft.com/office/drawing/2014/main" id="{D60FFA0C-B960-4DC7-B91A-B8CC2AE7AF04}"/>
                    </a:ext>
                  </a:extLst>
                </p:cNvPr>
                <p:cNvCxnSpPr>
                  <a:cxnSpLocks/>
                  <a:stCxn id="165" idx="6"/>
                  <a:endCxn id="110" idx="2"/>
                </p:cNvCxnSpPr>
                <p:nvPr/>
              </p:nvCxnSpPr>
              <p:spPr>
                <a:xfrm flipH="1" flipV="1">
                  <a:off x="5677855" y="2769271"/>
                  <a:ext cx="2278521" cy="3040345"/>
                </a:xfrm>
                <a:prstGeom prst="line">
                  <a:avLst/>
                </a:prstGeom>
              </p:spPr>
              <p:style>
                <a:lnRef idx="1">
                  <a:schemeClr val="accent1"/>
                </a:lnRef>
                <a:fillRef idx="0">
                  <a:schemeClr val="accent1"/>
                </a:fillRef>
                <a:effectRef idx="0">
                  <a:schemeClr val="accent1"/>
                </a:effectRef>
                <a:fontRef idx="minor">
                  <a:schemeClr val="tx1"/>
                </a:fontRef>
              </p:style>
            </p:cxnSp>
            <p:cxnSp>
              <p:nvCxnSpPr>
                <p:cNvPr id="168" name="直線接點 167">
                  <a:extLst>
                    <a:ext uri="{FF2B5EF4-FFF2-40B4-BE49-F238E27FC236}">
                      <a16:creationId xmlns:a16="http://schemas.microsoft.com/office/drawing/2014/main" id="{27402B16-1480-4DA6-ACCC-ED33A9AFB077}"/>
                    </a:ext>
                  </a:extLst>
                </p:cNvPr>
                <p:cNvCxnSpPr>
                  <a:cxnSpLocks/>
                  <a:stCxn id="165" idx="6"/>
                  <a:endCxn id="111" idx="2"/>
                </p:cNvCxnSpPr>
                <p:nvPr/>
              </p:nvCxnSpPr>
              <p:spPr>
                <a:xfrm flipH="1" flipV="1">
                  <a:off x="5677855" y="3164237"/>
                  <a:ext cx="2278521" cy="2645379"/>
                </a:xfrm>
                <a:prstGeom prst="line">
                  <a:avLst/>
                </a:prstGeom>
              </p:spPr>
              <p:style>
                <a:lnRef idx="1">
                  <a:schemeClr val="accent1"/>
                </a:lnRef>
                <a:fillRef idx="0">
                  <a:schemeClr val="accent1"/>
                </a:fillRef>
                <a:effectRef idx="0">
                  <a:schemeClr val="accent1"/>
                </a:effectRef>
                <a:fontRef idx="minor">
                  <a:schemeClr val="tx1"/>
                </a:fontRef>
              </p:style>
            </p:cxnSp>
            <p:cxnSp>
              <p:nvCxnSpPr>
                <p:cNvPr id="169" name="直線接點 168">
                  <a:extLst>
                    <a:ext uri="{FF2B5EF4-FFF2-40B4-BE49-F238E27FC236}">
                      <a16:creationId xmlns:a16="http://schemas.microsoft.com/office/drawing/2014/main" id="{B0257BE8-53A1-4AE3-8769-6152F5F35210}"/>
                    </a:ext>
                  </a:extLst>
                </p:cNvPr>
                <p:cNvCxnSpPr>
                  <a:cxnSpLocks/>
                  <a:stCxn id="165" idx="6"/>
                  <a:endCxn id="112" idx="2"/>
                </p:cNvCxnSpPr>
                <p:nvPr/>
              </p:nvCxnSpPr>
              <p:spPr>
                <a:xfrm flipH="1" flipV="1">
                  <a:off x="5677855" y="3552926"/>
                  <a:ext cx="2278521" cy="225669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0" name="直線接點 169">
                  <a:extLst>
                    <a:ext uri="{FF2B5EF4-FFF2-40B4-BE49-F238E27FC236}">
                      <a16:creationId xmlns:a16="http://schemas.microsoft.com/office/drawing/2014/main" id="{58450DD0-7AA5-4CFA-9CF5-D8F92529DA68}"/>
                    </a:ext>
                  </a:extLst>
                </p:cNvPr>
                <p:cNvCxnSpPr>
                  <a:cxnSpLocks/>
                  <a:stCxn id="165" idx="6"/>
                  <a:endCxn id="113" idx="2"/>
                </p:cNvCxnSpPr>
                <p:nvPr/>
              </p:nvCxnSpPr>
              <p:spPr>
                <a:xfrm flipH="1" flipV="1">
                  <a:off x="5677855" y="3947892"/>
                  <a:ext cx="2278521" cy="18617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71" name="直線接點 170">
                  <a:extLst>
                    <a:ext uri="{FF2B5EF4-FFF2-40B4-BE49-F238E27FC236}">
                      <a16:creationId xmlns:a16="http://schemas.microsoft.com/office/drawing/2014/main" id="{4904B467-B27A-4CA8-8DB8-28E33742684C}"/>
                    </a:ext>
                  </a:extLst>
                </p:cNvPr>
                <p:cNvCxnSpPr>
                  <a:cxnSpLocks/>
                  <a:stCxn id="165" idx="6"/>
                  <a:endCxn id="117" idx="2"/>
                </p:cNvCxnSpPr>
                <p:nvPr/>
              </p:nvCxnSpPr>
              <p:spPr>
                <a:xfrm flipH="1" flipV="1">
                  <a:off x="5688050" y="5054460"/>
                  <a:ext cx="2268326" cy="755156"/>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9" name="群組 18">
                <a:extLst>
                  <a:ext uri="{FF2B5EF4-FFF2-40B4-BE49-F238E27FC236}">
                    <a16:creationId xmlns:a16="http://schemas.microsoft.com/office/drawing/2014/main" id="{93FB1F5E-2DA9-433B-A1E5-B02E6554E5C8}"/>
                  </a:ext>
                </a:extLst>
              </p:cNvPr>
              <p:cNvGrpSpPr/>
              <p:nvPr/>
            </p:nvGrpSpPr>
            <p:grpSpPr>
              <a:xfrm>
                <a:off x="5694983" y="1641503"/>
                <a:ext cx="2854585" cy="4180903"/>
                <a:chOff x="2987824" y="1556792"/>
                <a:chExt cx="2854585" cy="4180903"/>
              </a:xfrm>
            </p:grpSpPr>
            <p:sp>
              <p:nvSpPr>
                <p:cNvPr id="24" name="橢圓 23">
                  <a:extLst>
                    <a:ext uri="{FF2B5EF4-FFF2-40B4-BE49-F238E27FC236}">
                      <a16:creationId xmlns:a16="http://schemas.microsoft.com/office/drawing/2014/main" id="{7AB1865A-1746-4EE1-A66E-F5DB5C0BC974}"/>
                    </a:ext>
                  </a:extLst>
                </p:cNvPr>
                <p:cNvSpPr/>
                <p:nvPr/>
              </p:nvSpPr>
              <p:spPr>
                <a:xfrm>
                  <a:off x="2987824" y="1556792"/>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5" name="橢圓 24">
                  <a:extLst>
                    <a:ext uri="{FF2B5EF4-FFF2-40B4-BE49-F238E27FC236}">
                      <a16:creationId xmlns:a16="http://schemas.microsoft.com/office/drawing/2014/main" id="{0B9696FA-9D1A-47A0-AAA3-A9DF053F2FE6}"/>
                    </a:ext>
                  </a:extLst>
                </p:cNvPr>
                <p:cNvSpPr/>
                <p:nvPr/>
              </p:nvSpPr>
              <p:spPr>
                <a:xfrm>
                  <a:off x="2987824" y="1951758"/>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6" name="橢圓 25">
                  <a:extLst>
                    <a:ext uri="{FF2B5EF4-FFF2-40B4-BE49-F238E27FC236}">
                      <a16:creationId xmlns:a16="http://schemas.microsoft.com/office/drawing/2014/main" id="{823A63CB-338F-4007-B68E-E1BD20DAA4BC}"/>
                    </a:ext>
                  </a:extLst>
                </p:cNvPr>
                <p:cNvSpPr/>
                <p:nvPr/>
              </p:nvSpPr>
              <p:spPr>
                <a:xfrm>
                  <a:off x="2987824" y="2340447"/>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7" name="橢圓 26">
                  <a:extLst>
                    <a:ext uri="{FF2B5EF4-FFF2-40B4-BE49-F238E27FC236}">
                      <a16:creationId xmlns:a16="http://schemas.microsoft.com/office/drawing/2014/main" id="{9D923089-C538-49FB-9051-F3542300EF53}"/>
                    </a:ext>
                  </a:extLst>
                </p:cNvPr>
                <p:cNvSpPr/>
                <p:nvPr/>
              </p:nvSpPr>
              <p:spPr>
                <a:xfrm>
                  <a:off x="2987824" y="2735413"/>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8" name="橢圓 27">
                  <a:extLst>
                    <a:ext uri="{FF2B5EF4-FFF2-40B4-BE49-F238E27FC236}">
                      <a16:creationId xmlns:a16="http://schemas.microsoft.com/office/drawing/2014/main" id="{E0ABDB8D-9D37-4037-A55D-14627F6441E2}"/>
                    </a:ext>
                  </a:extLst>
                </p:cNvPr>
                <p:cNvSpPr/>
                <p:nvPr/>
              </p:nvSpPr>
              <p:spPr>
                <a:xfrm>
                  <a:off x="2987824" y="3164614"/>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9" name="橢圓 28">
                  <a:extLst>
                    <a:ext uri="{FF2B5EF4-FFF2-40B4-BE49-F238E27FC236}">
                      <a16:creationId xmlns:a16="http://schemas.microsoft.com/office/drawing/2014/main" id="{04BA76A4-DEFA-4EDE-B302-D1897756FD19}"/>
                    </a:ext>
                  </a:extLst>
                </p:cNvPr>
                <p:cNvSpPr/>
                <p:nvPr/>
              </p:nvSpPr>
              <p:spPr>
                <a:xfrm>
                  <a:off x="2987824" y="3559580"/>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橢圓 29">
                  <a:extLst>
                    <a:ext uri="{FF2B5EF4-FFF2-40B4-BE49-F238E27FC236}">
                      <a16:creationId xmlns:a16="http://schemas.microsoft.com/office/drawing/2014/main" id="{AE104A1F-5E16-409D-BD94-6CCB51A69DE5}"/>
                    </a:ext>
                  </a:extLst>
                </p:cNvPr>
                <p:cNvSpPr/>
                <p:nvPr/>
              </p:nvSpPr>
              <p:spPr>
                <a:xfrm>
                  <a:off x="2987824" y="3948269"/>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1" name="橢圓 30">
                  <a:extLst>
                    <a:ext uri="{FF2B5EF4-FFF2-40B4-BE49-F238E27FC236}">
                      <a16:creationId xmlns:a16="http://schemas.microsoft.com/office/drawing/2014/main" id="{4DC398D0-5379-441B-BB68-964361944B3F}"/>
                    </a:ext>
                  </a:extLst>
                </p:cNvPr>
                <p:cNvSpPr/>
                <p:nvPr/>
              </p:nvSpPr>
              <p:spPr>
                <a:xfrm>
                  <a:off x="2987824" y="4343235"/>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2" name="橢圓 31">
                  <a:extLst>
                    <a:ext uri="{FF2B5EF4-FFF2-40B4-BE49-F238E27FC236}">
                      <a16:creationId xmlns:a16="http://schemas.microsoft.com/office/drawing/2014/main" id="{CF03F1D1-31D6-44FB-AA6C-86D7399CBB3D}"/>
                    </a:ext>
                  </a:extLst>
                </p:cNvPr>
                <p:cNvSpPr/>
                <p:nvPr/>
              </p:nvSpPr>
              <p:spPr>
                <a:xfrm>
                  <a:off x="3098786" y="4838523"/>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3" name="橢圓 32">
                  <a:extLst>
                    <a:ext uri="{FF2B5EF4-FFF2-40B4-BE49-F238E27FC236}">
                      <a16:creationId xmlns:a16="http://schemas.microsoft.com/office/drawing/2014/main" id="{FACF11C1-E2D5-44C3-A661-5564C0017E6F}"/>
                    </a:ext>
                  </a:extLst>
                </p:cNvPr>
                <p:cNvSpPr/>
                <p:nvPr/>
              </p:nvSpPr>
              <p:spPr>
                <a:xfrm>
                  <a:off x="3102034" y="5016375"/>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4" name="橢圓 33">
                  <a:extLst>
                    <a:ext uri="{FF2B5EF4-FFF2-40B4-BE49-F238E27FC236}">
                      <a16:creationId xmlns:a16="http://schemas.microsoft.com/office/drawing/2014/main" id="{B382855B-7C7E-4080-8338-34057E991ABC}"/>
                    </a:ext>
                  </a:extLst>
                </p:cNvPr>
                <p:cNvSpPr/>
                <p:nvPr/>
              </p:nvSpPr>
              <p:spPr>
                <a:xfrm>
                  <a:off x="3098786" y="5200445"/>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5" name="橢圓 34">
                  <a:extLst>
                    <a:ext uri="{FF2B5EF4-FFF2-40B4-BE49-F238E27FC236}">
                      <a16:creationId xmlns:a16="http://schemas.microsoft.com/office/drawing/2014/main" id="{F16EDAA7-ED89-49BD-A147-C5CDE72878DD}"/>
                    </a:ext>
                  </a:extLst>
                </p:cNvPr>
                <p:cNvSpPr/>
                <p:nvPr/>
              </p:nvSpPr>
              <p:spPr>
                <a:xfrm>
                  <a:off x="5554377" y="1980117"/>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6" name="橢圓 35">
                  <a:extLst>
                    <a:ext uri="{FF2B5EF4-FFF2-40B4-BE49-F238E27FC236}">
                      <a16:creationId xmlns:a16="http://schemas.microsoft.com/office/drawing/2014/main" id="{7B93289B-5CE3-4F4E-8670-A26ED7DC63FE}"/>
                    </a:ext>
                  </a:extLst>
                </p:cNvPr>
                <p:cNvSpPr/>
                <p:nvPr/>
              </p:nvSpPr>
              <p:spPr>
                <a:xfrm>
                  <a:off x="5554377" y="2409318"/>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7" name="橢圓 36">
                  <a:extLst>
                    <a:ext uri="{FF2B5EF4-FFF2-40B4-BE49-F238E27FC236}">
                      <a16:creationId xmlns:a16="http://schemas.microsoft.com/office/drawing/2014/main" id="{08B1D975-8A26-4D8E-9B33-E3FF955BDECC}"/>
                    </a:ext>
                  </a:extLst>
                </p:cNvPr>
                <p:cNvSpPr/>
                <p:nvPr/>
              </p:nvSpPr>
              <p:spPr>
                <a:xfrm>
                  <a:off x="5554377" y="2804284"/>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8" name="橢圓 37">
                  <a:extLst>
                    <a:ext uri="{FF2B5EF4-FFF2-40B4-BE49-F238E27FC236}">
                      <a16:creationId xmlns:a16="http://schemas.microsoft.com/office/drawing/2014/main" id="{4E5844E4-9BA5-46EF-B399-0EB8A9869079}"/>
                    </a:ext>
                  </a:extLst>
                </p:cNvPr>
                <p:cNvSpPr/>
                <p:nvPr/>
              </p:nvSpPr>
              <p:spPr>
                <a:xfrm>
                  <a:off x="5554377" y="3192973"/>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9" name="橢圓 38">
                  <a:extLst>
                    <a:ext uri="{FF2B5EF4-FFF2-40B4-BE49-F238E27FC236}">
                      <a16:creationId xmlns:a16="http://schemas.microsoft.com/office/drawing/2014/main" id="{2656BE9E-9CFF-4523-BA47-D870E9EE0FDF}"/>
                    </a:ext>
                  </a:extLst>
                </p:cNvPr>
                <p:cNvSpPr/>
                <p:nvPr/>
              </p:nvSpPr>
              <p:spPr>
                <a:xfrm>
                  <a:off x="5554377" y="3587939"/>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0" name="橢圓 39">
                  <a:extLst>
                    <a:ext uri="{FF2B5EF4-FFF2-40B4-BE49-F238E27FC236}">
                      <a16:creationId xmlns:a16="http://schemas.microsoft.com/office/drawing/2014/main" id="{3FF5441D-6B7C-4768-A821-425BB3E7C1D9}"/>
                    </a:ext>
                  </a:extLst>
                </p:cNvPr>
                <p:cNvSpPr/>
                <p:nvPr/>
              </p:nvSpPr>
              <p:spPr>
                <a:xfrm>
                  <a:off x="5665339" y="4083227"/>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1" name="橢圓 40">
                  <a:extLst>
                    <a:ext uri="{FF2B5EF4-FFF2-40B4-BE49-F238E27FC236}">
                      <a16:creationId xmlns:a16="http://schemas.microsoft.com/office/drawing/2014/main" id="{2265E36C-BB51-4734-B9DE-4871CBA45A44}"/>
                    </a:ext>
                  </a:extLst>
                </p:cNvPr>
                <p:cNvSpPr/>
                <p:nvPr/>
              </p:nvSpPr>
              <p:spPr>
                <a:xfrm>
                  <a:off x="5668587" y="4261079"/>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2" name="橢圓 41">
                  <a:extLst>
                    <a:ext uri="{FF2B5EF4-FFF2-40B4-BE49-F238E27FC236}">
                      <a16:creationId xmlns:a16="http://schemas.microsoft.com/office/drawing/2014/main" id="{057EBB7F-AC12-4428-99EC-3D1A59DC013D}"/>
                    </a:ext>
                  </a:extLst>
                </p:cNvPr>
                <p:cNvSpPr/>
                <p:nvPr/>
              </p:nvSpPr>
              <p:spPr>
                <a:xfrm>
                  <a:off x="5665339" y="4445149"/>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3" name="橢圓 42">
                  <a:extLst>
                    <a:ext uri="{FF2B5EF4-FFF2-40B4-BE49-F238E27FC236}">
                      <a16:creationId xmlns:a16="http://schemas.microsoft.com/office/drawing/2014/main" id="{8F23F431-C928-474F-8272-5A5825137558}"/>
                    </a:ext>
                  </a:extLst>
                </p:cNvPr>
                <p:cNvSpPr/>
                <p:nvPr/>
              </p:nvSpPr>
              <p:spPr>
                <a:xfrm>
                  <a:off x="5544182" y="4694507"/>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44" name="直線接點 43">
                  <a:extLst>
                    <a:ext uri="{FF2B5EF4-FFF2-40B4-BE49-F238E27FC236}">
                      <a16:creationId xmlns:a16="http://schemas.microsoft.com/office/drawing/2014/main" id="{5FF76263-8F4A-4044-8970-24AAAACDD6BB}"/>
                    </a:ext>
                  </a:extLst>
                </p:cNvPr>
                <p:cNvCxnSpPr>
                  <a:cxnSpLocks/>
                  <a:stCxn id="24" idx="6"/>
                  <a:endCxn id="35" idx="2"/>
                </p:cNvCxnSpPr>
                <p:nvPr/>
              </p:nvCxnSpPr>
              <p:spPr>
                <a:xfrm>
                  <a:off x="3275856" y="1700808"/>
                  <a:ext cx="2278521" cy="423325"/>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直線接點 44">
                  <a:extLst>
                    <a:ext uri="{FF2B5EF4-FFF2-40B4-BE49-F238E27FC236}">
                      <a16:creationId xmlns:a16="http://schemas.microsoft.com/office/drawing/2014/main" id="{3656C5DE-4BB4-47B0-BDB5-755727FEA671}"/>
                    </a:ext>
                  </a:extLst>
                </p:cNvPr>
                <p:cNvCxnSpPr>
                  <a:cxnSpLocks/>
                  <a:stCxn id="24" idx="6"/>
                  <a:endCxn id="36" idx="2"/>
                </p:cNvCxnSpPr>
                <p:nvPr/>
              </p:nvCxnSpPr>
              <p:spPr>
                <a:xfrm>
                  <a:off x="3275856" y="1700808"/>
                  <a:ext cx="2278521" cy="852526"/>
                </a:xfrm>
                <a:prstGeom prst="line">
                  <a:avLst/>
                </a:prstGeom>
              </p:spPr>
              <p:style>
                <a:lnRef idx="1">
                  <a:schemeClr val="accent1"/>
                </a:lnRef>
                <a:fillRef idx="0">
                  <a:schemeClr val="accent1"/>
                </a:fillRef>
                <a:effectRef idx="0">
                  <a:schemeClr val="accent1"/>
                </a:effectRef>
                <a:fontRef idx="minor">
                  <a:schemeClr val="tx1"/>
                </a:fontRef>
              </p:style>
            </p:cxnSp>
            <p:cxnSp>
              <p:nvCxnSpPr>
                <p:cNvPr id="46" name="直線接點 45">
                  <a:extLst>
                    <a:ext uri="{FF2B5EF4-FFF2-40B4-BE49-F238E27FC236}">
                      <a16:creationId xmlns:a16="http://schemas.microsoft.com/office/drawing/2014/main" id="{93C2EDD4-5FEA-4599-ADE3-4B74D7AC4196}"/>
                    </a:ext>
                  </a:extLst>
                </p:cNvPr>
                <p:cNvCxnSpPr>
                  <a:cxnSpLocks/>
                  <a:stCxn id="24" idx="6"/>
                  <a:endCxn id="37" idx="2"/>
                </p:cNvCxnSpPr>
                <p:nvPr/>
              </p:nvCxnSpPr>
              <p:spPr>
                <a:xfrm>
                  <a:off x="3275856" y="1700808"/>
                  <a:ext cx="2278521" cy="1247492"/>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直線接點 46">
                  <a:extLst>
                    <a:ext uri="{FF2B5EF4-FFF2-40B4-BE49-F238E27FC236}">
                      <a16:creationId xmlns:a16="http://schemas.microsoft.com/office/drawing/2014/main" id="{BF41EED1-9432-42C5-B608-570D7A2A6CC0}"/>
                    </a:ext>
                  </a:extLst>
                </p:cNvPr>
                <p:cNvCxnSpPr>
                  <a:cxnSpLocks/>
                  <a:stCxn id="24" idx="6"/>
                  <a:endCxn id="38" idx="2"/>
                </p:cNvCxnSpPr>
                <p:nvPr/>
              </p:nvCxnSpPr>
              <p:spPr>
                <a:xfrm>
                  <a:off x="3275856" y="1700808"/>
                  <a:ext cx="2278521" cy="1636181"/>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直線接點 47">
                  <a:extLst>
                    <a:ext uri="{FF2B5EF4-FFF2-40B4-BE49-F238E27FC236}">
                      <a16:creationId xmlns:a16="http://schemas.microsoft.com/office/drawing/2014/main" id="{41642033-CDA4-429F-A220-A8657712F357}"/>
                    </a:ext>
                  </a:extLst>
                </p:cNvPr>
                <p:cNvCxnSpPr>
                  <a:cxnSpLocks/>
                  <a:stCxn id="24" idx="6"/>
                  <a:endCxn id="39" idx="2"/>
                </p:cNvCxnSpPr>
                <p:nvPr/>
              </p:nvCxnSpPr>
              <p:spPr>
                <a:xfrm>
                  <a:off x="3275856" y="1700808"/>
                  <a:ext cx="2278521" cy="2031147"/>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直線接點 48">
                  <a:extLst>
                    <a:ext uri="{FF2B5EF4-FFF2-40B4-BE49-F238E27FC236}">
                      <a16:creationId xmlns:a16="http://schemas.microsoft.com/office/drawing/2014/main" id="{66424DB8-899E-4AC7-BBDA-3D40189104A3}"/>
                    </a:ext>
                  </a:extLst>
                </p:cNvPr>
                <p:cNvCxnSpPr>
                  <a:cxnSpLocks/>
                  <a:stCxn id="24" idx="6"/>
                  <a:endCxn id="43" idx="2"/>
                </p:cNvCxnSpPr>
                <p:nvPr/>
              </p:nvCxnSpPr>
              <p:spPr>
                <a:xfrm>
                  <a:off x="3275856" y="1700808"/>
                  <a:ext cx="2268326" cy="3137715"/>
                </a:xfrm>
                <a:prstGeom prst="line">
                  <a:avLst/>
                </a:prstGeom>
              </p:spPr>
              <p:style>
                <a:lnRef idx="1">
                  <a:schemeClr val="accent1"/>
                </a:lnRef>
                <a:fillRef idx="0">
                  <a:schemeClr val="accent1"/>
                </a:fillRef>
                <a:effectRef idx="0">
                  <a:schemeClr val="accent1"/>
                </a:effectRef>
                <a:fontRef idx="minor">
                  <a:schemeClr val="tx1"/>
                </a:fontRef>
              </p:style>
            </p:cxnSp>
            <p:cxnSp>
              <p:nvCxnSpPr>
                <p:cNvPr id="50" name="直線接點 49">
                  <a:extLst>
                    <a:ext uri="{FF2B5EF4-FFF2-40B4-BE49-F238E27FC236}">
                      <a16:creationId xmlns:a16="http://schemas.microsoft.com/office/drawing/2014/main" id="{A3B743A6-B3E4-477C-A583-A59BD2350C01}"/>
                    </a:ext>
                  </a:extLst>
                </p:cNvPr>
                <p:cNvCxnSpPr>
                  <a:cxnSpLocks/>
                  <a:stCxn id="25" idx="6"/>
                  <a:endCxn id="35" idx="2"/>
                </p:cNvCxnSpPr>
                <p:nvPr/>
              </p:nvCxnSpPr>
              <p:spPr>
                <a:xfrm>
                  <a:off x="3275856" y="2095774"/>
                  <a:ext cx="2278521" cy="28359"/>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直線接點 50">
                  <a:extLst>
                    <a:ext uri="{FF2B5EF4-FFF2-40B4-BE49-F238E27FC236}">
                      <a16:creationId xmlns:a16="http://schemas.microsoft.com/office/drawing/2014/main" id="{09B5D52F-9CC6-48F4-8941-B156F5003AF0}"/>
                    </a:ext>
                  </a:extLst>
                </p:cNvPr>
                <p:cNvCxnSpPr>
                  <a:cxnSpLocks/>
                  <a:stCxn id="25" idx="6"/>
                  <a:endCxn id="36" idx="2"/>
                </p:cNvCxnSpPr>
                <p:nvPr/>
              </p:nvCxnSpPr>
              <p:spPr>
                <a:xfrm>
                  <a:off x="3275856" y="2095774"/>
                  <a:ext cx="2278521" cy="457560"/>
                </a:xfrm>
                <a:prstGeom prst="line">
                  <a:avLst/>
                </a:prstGeom>
              </p:spPr>
              <p:style>
                <a:lnRef idx="1">
                  <a:schemeClr val="accent1"/>
                </a:lnRef>
                <a:fillRef idx="0">
                  <a:schemeClr val="accent1"/>
                </a:fillRef>
                <a:effectRef idx="0">
                  <a:schemeClr val="accent1"/>
                </a:effectRef>
                <a:fontRef idx="minor">
                  <a:schemeClr val="tx1"/>
                </a:fontRef>
              </p:style>
            </p:cxnSp>
            <p:cxnSp>
              <p:nvCxnSpPr>
                <p:cNvPr id="52" name="直線接點 51">
                  <a:extLst>
                    <a:ext uri="{FF2B5EF4-FFF2-40B4-BE49-F238E27FC236}">
                      <a16:creationId xmlns:a16="http://schemas.microsoft.com/office/drawing/2014/main" id="{18B7523D-C82D-4259-8925-EFE70F52AF9F}"/>
                    </a:ext>
                  </a:extLst>
                </p:cNvPr>
                <p:cNvCxnSpPr>
                  <a:cxnSpLocks/>
                  <a:stCxn id="25" idx="6"/>
                  <a:endCxn id="37" idx="2"/>
                </p:cNvCxnSpPr>
                <p:nvPr/>
              </p:nvCxnSpPr>
              <p:spPr>
                <a:xfrm>
                  <a:off x="3275856" y="2095774"/>
                  <a:ext cx="2278521" cy="852526"/>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直線接點 52">
                  <a:extLst>
                    <a:ext uri="{FF2B5EF4-FFF2-40B4-BE49-F238E27FC236}">
                      <a16:creationId xmlns:a16="http://schemas.microsoft.com/office/drawing/2014/main" id="{B9DC29F9-9448-4590-BB4B-91B076D50F60}"/>
                    </a:ext>
                  </a:extLst>
                </p:cNvPr>
                <p:cNvCxnSpPr>
                  <a:cxnSpLocks/>
                  <a:stCxn id="25" idx="6"/>
                  <a:endCxn id="38" idx="2"/>
                </p:cNvCxnSpPr>
                <p:nvPr/>
              </p:nvCxnSpPr>
              <p:spPr>
                <a:xfrm>
                  <a:off x="3275856" y="2095774"/>
                  <a:ext cx="2278521" cy="1241215"/>
                </a:xfrm>
                <a:prstGeom prst="line">
                  <a:avLst/>
                </a:prstGeom>
              </p:spPr>
              <p:style>
                <a:lnRef idx="1">
                  <a:schemeClr val="accent1"/>
                </a:lnRef>
                <a:fillRef idx="0">
                  <a:schemeClr val="accent1"/>
                </a:fillRef>
                <a:effectRef idx="0">
                  <a:schemeClr val="accent1"/>
                </a:effectRef>
                <a:fontRef idx="minor">
                  <a:schemeClr val="tx1"/>
                </a:fontRef>
              </p:style>
            </p:cxnSp>
            <p:cxnSp>
              <p:nvCxnSpPr>
                <p:cNvPr id="54" name="直線接點 53">
                  <a:extLst>
                    <a:ext uri="{FF2B5EF4-FFF2-40B4-BE49-F238E27FC236}">
                      <a16:creationId xmlns:a16="http://schemas.microsoft.com/office/drawing/2014/main" id="{4280FBFA-F670-4780-B630-8002544774EA}"/>
                    </a:ext>
                  </a:extLst>
                </p:cNvPr>
                <p:cNvCxnSpPr>
                  <a:cxnSpLocks/>
                  <a:stCxn id="25" idx="6"/>
                  <a:endCxn id="39" idx="2"/>
                </p:cNvCxnSpPr>
                <p:nvPr/>
              </p:nvCxnSpPr>
              <p:spPr>
                <a:xfrm>
                  <a:off x="3275856" y="2095774"/>
                  <a:ext cx="2278521" cy="1636181"/>
                </a:xfrm>
                <a:prstGeom prst="line">
                  <a:avLst/>
                </a:prstGeom>
              </p:spPr>
              <p:style>
                <a:lnRef idx="1">
                  <a:schemeClr val="accent1"/>
                </a:lnRef>
                <a:fillRef idx="0">
                  <a:schemeClr val="accent1"/>
                </a:fillRef>
                <a:effectRef idx="0">
                  <a:schemeClr val="accent1"/>
                </a:effectRef>
                <a:fontRef idx="minor">
                  <a:schemeClr val="tx1"/>
                </a:fontRef>
              </p:style>
            </p:cxnSp>
            <p:cxnSp>
              <p:nvCxnSpPr>
                <p:cNvPr id="55" name="直線接點 54">
                  <a:extLst>
                    <a:ext uri="{FF2B5EF4-FFF2-40B4-BE49-F238E27FC236}">
                      <a16:creationId xmlns:a16="http://schemas.microsoft.com/office/drawing/2014/main" id="{5F19FB57-5AE0-4B33-8E28-27E0AB122E04}"/>
                    </a:ext>
                  </a:extLst>
                </p:cNvPr>
                <p:cNvCxnSpPr>
                  <a:cxnSpLocks/>
                  <a:stCxn id="25" idx="6"/>
                  <a:endCxn id="43" idx="2"/>
                </p:cNvCxnSpPr>
                <p:nvPr/>
              </p:nvCxnSpPr>
              <p:spPr>
                <a:xfrm>
                  <a:off x="3275856" y="2095774"/>
                  <a:ext cx="2268326" cy="2742749"/>
                </a:xfrm>
                <a:prstGeom prst="line">
                  <a:avLst/>
                </a:prstGeom>
              </p:spPr>
              <p:style>
                <a:lnRef idx="1">
                  <a:schemeClr val="accent1"/>
                </a:lnRef>
                <a:fillRef idx="0">
                  <a:schemeClr val="accent1"/>
                </a:fillRef>
                <a:effectRef idx="0">
                  <a:schemeClr val="accent1"/>
                </a:effectRef>
                <a:fontRef idx="minor">
                  <a:schemeClr val="tx1"/>
                </a:fontRef>
              </p:style>
            </p:cxnSp>
            <p:cxnSp>
              <p:nvCxnSpPr>
                <p:cNvPr id="56" name="直線接點 55">
                  <a:extLst>
                    <a:ext uri="{FF2B5EF4-FFF2-40B4-BE49-F238E27FC236}">
                      <a16:creationId xmlns:a16="http://schemas.microsoft.com/office/drawing/2014/main" id="{640349D3-602A-4EA6-8AB3-ECEC1D3C6BD1}"/>
                    </a:ext>
                  </a:extLst>
                </p:cNvPr>
                <p:cNvCxnSpPr>
                  <a:cxnSpLocks/>
                  <a:stCxn id="26" idx="6"/>
                  <a:endCxn id="35" idx="2"/>
                </p:cNvCxnSpPr>
                <p:nvPr/>
              </p:nvCxnSpPr>
              <p:spPr>
                <a:xfrm flipV="1">
                  <a:off x="3275856" y="2124133"/>
                  <a:ext cx="2278521" cy="360330"/>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直線接點 56">
                  <a:extLst>
                    <a:ext uri="{FF2B5EF4-FFF2-40B4-BE49-F238E27FC236}">
                      <a16:creationId xmlns:a16="http://schemas.microsoft.com/office/drawing/2014/main" id="{6AAFDC1A-7D7B-4DA2-8A5F-FCE78FCD07F0}"/>
                    </a:ext>
                  </a:extLst>
                </p:cNvPr>
                <p:cNvCxnSpPr>
                  <a:cxnSpLocks/>
                  <a:stCxn id="26" idx="6"/>
                  <a:endCxn id="36" idx="2"/>
                </p:cNvCxnSpPr>
                <p:nvPr/>
              </p:nvCxnSpPr>
              <p:spPr>
                <a:xfrm>
                  <a:off x="3275856" y="2484463"/>
                  <a:ext cx="2278521" cy="68871"/>
                </a:xfrm>
                <a:prstGeom prst="line">
                  <a:avLst/>
                </a:prstGeom>
              </p:spPr>
              <p:style>
                <a:lnRef idx="1">
                  <a:schemeClr val="accent1"/>
                </a:lnRef>
                <a:fillRef idx="0">
                  <a:schemeClr val="accent1"/>
                </a:fillRef>
                <a:effectRef idx="0">
                  <a:schemeClr val="accent1"/>
                </a:effectRef>
                <a:fontRef idx="minor">
                  <a:schemeClr val="tx1"/>
                </a:fontRef>
              </p:style>
            </p:cxnSp>
            <p:cxnSp>
              <p:nvCxnSpPr>
                <p:cNvPr id="58" name="直線接點 57">
                  <a:extLst>
                    <a:ext uri="{FF2B5EF4-FFF2-40B4-BE49-F238E27FC236}">
                      <a16:creationId xmlns:a16="http://schemas.microsoft.com/office/drawing/2014/main" id="{3F4FE134-0D0F-4A38-85D2-76778E88B61C}"/>
                    </a:ext>
                  </a:extLst>
                </p:cNvPr>
                <p:cNvCxnSpPr>
                  <a:cxnSpLocks/>
                  <a:stCxn id="26" idx="6"/>
                  <a:endCxn id="37" idx="2"/>
                </p:cNvCxnSpPr>
                <p:nvPr/>
              </p:nvCxnSpPr>
              <p:spPr>
                <a:xfrm>
                  <a:off x="3275856" y="2484463"/>
                  <a:ext cx="2278521" cy="463837"/>
                </a:xfrm>
                <a:prstGeom prst="line">
                  <a:avLst/>
                </a:prstGeom>
              </p:spPr>
              <p:style>
                <a:lnRef idx="1">
                  <a:schemeClr val="accent1"/>
                </a:lnRef>
                <a:fillRef idx="0">
                  <a:schemeClr val="accent1"/>
                </a:fillRef>
                <a:effectRef idx="0">
                  <a:schemeClr val="accent1"/>
                </a:effectRef>
                <a:fontRef idx="minor">
                  <a:schemeClr val="tx1"/>
                </a:fontRef>
              </p:style>
            </p:cxnSp>
            <p:cxnSp>
              <p:nvCxnSpPr>
                <p:cNvPr id="59" name="直線接點 58">
                  <a:extLst>
                    <a:ext uri="{FF2B5EF4-FFF2-40B4-BE49-F238E27FC236}">
                      <a16:creationId xmlns:a16="http://schemas.microsoft.com/office/drawing/2014/main" id="{115AD082-127F-4C8A-A713-5A1E273B4ACF}"/>
                    </a:ext>
                  </a:extLst>
                </p:cNvPr>
                <p:cNvCxnSpPr>
                  <a:cxnSpLocks/>
                  <a:stCxn id="26" idx="6"/>
                  <a:endCxn id="38" idx="2"/>
                </p:cNvCxnSpPr>
                <p:nvPr/>
              </p:nvCxnSpPr>
              <p:spPr>
                <a:xfrm>
                  <a:off x="3275856" y="2484463"/>
                  <a:ext cx="2278521" cy="852526"/>
                </a:xfrm>
                <a:prstGeom prst="line">
                  <a:avLst/>
                </a:prstGeom>
              </p:spPr>
              <p:style>
                <a:lnRef idx="1">
                  <a:schemeClr val="accent1"/>
                </a:lnRef>
                <a:fillRef idx="0">
                  <a:schemeClr val="accent1"/>
                </a:fillRef>
                <a:effectRef idx="0">
                  <a:schemeClr val="accent1"/>
                </a:effectRef>
                <a:fontRef idx="minor">
                  <a:schemeClr val="tx1"/>
                </a:fontRef>
              </p:style>
            </p:cxnSp>
            <p:cxnSp>
              <p:nvCxnSpPr>
                <p:cNvPr id="60" name="直線接點 59">
                  <a:extLst>
                    <a:ext uri="{FF2B5EF4-FFF2-40B4-BE49-F238E27FC236}">
                      <a16:creationId xmlns:a16="http://schemas.microsoft.com/office/drawing/2014/main" id="{D0CF9FF0-494B-4509-B8A2-70A6DA83914F}"/>
                    </a:ext>
                  </a:extLst>
                </p:cNvPr>
                <p:cNvCxnSpPr>
                  <a:cxnSpLocks/>
                  <a:stCxn id="26" idx="6"/>
                  <a:endCxn id="39" idx="2"/>
                </p:cNvCxnSpPr>
                <p:nvPr/>
              </p:nvCxnSpPr>
              <p:spPr>
                <a:xfrm>
                  <a:off x="3275856" y="2484463"/>
                  <a:ext cx="2278521" cy="1247492"/>
                </a:xfrm>
                <a:prstGeom prst="line">
                  <a:avLst/>
                </a:prstGeom>
              </p:spPr>
              <p:style>
                <a:lnRef idx="1">
                  <a:schemeClr val="accent1"/>
                </a:lnRef>
                <a:fillRef idx="0">
                  <a:schemeClr val="accent1"/>
                </a:fillRef>
                <a:effectRef idx="0">
                  <a:schemeClr val="accent1"/>
                </a:effectRef>
                <a:fontRef idx="minor">
                  <a:schemeClr val="tx1"/>
                </a:fontRef>
              </p:style>
            </p:cxnSp>
            <p:cxnSp>
              <p:nvCxnSpPr>
                <p:cNvPr id="61" name="直線接點 60">
                  <a:extLst>
                    <a:ext uri="{FF2B5EF4-FFF2-40B4-BE49-F238E27FC236}">
                      <a16:creationId xmlns:a16="http://schemas.microsoft.com/office/drawing/2014/main" id="{00C73148-BA4A-433A-A513-1BDD052BBEDE}"/>
                    </a:ext>
                  </a:extLst>
                </p:cNvPr>
                <p:cNvCxnSpPr>
                  <a:cxnSpLocks/>
                  <a:stCxn id="26" idx="6"/>
                  <a:endCxn id="43" idx="2"/>
                </p:cNvCxnSpPr>
                <p:nvPr/>
              </p:nvCxnSpPr>
              <p:spPr>
                <a:xfrm>
                  <a:off x="3275856" y="2484463"/>
                  <a:ext cx="2268326" cy="2354060"/>
                </a:xfrm>
                <a:prstGeom prst="line">
                  <a:avLst/>
                </a:prstGeom>
              </p:spPr>
              <p:style>
                <a:lnRef idx="1">
                  <a:schemeClr val="accent1"/>
                </a:lnRef>
                <a:fillRef idx="0">
                  <a:schemeClr val="accent1"/>
                </a:fillRef>
                <a:effectRef idx="0">
                  <a:schemeClr val="accent1"/>
                </a:effectRef>
                <a:fontRef idx="minor">
                  <a:schemeClr val="tx1"/>
                </a:fontRef>
              </p:style>
            </p:cxnSp>
            <p:cxnSp>
              <p:nvCxnSpPr>
                <p:cNvPr id="62" name="直線接點 61">
                  <a:extLst>
                    <a:ext uri="{FF2B5EF4-FFF2-40B4-BE49-F238E27FC236}">
                      <a16:creationId xmlns:a16="http://schemas.microsoft.com/office/drawing/2014/main" id="{4DD59EBD-C157-40D2-BC04-4EAC62AD2940}"/>
                    </a:ext>
                  </a:extLst>
                </p:cNvPr>
                <p:cNvCxnSpPr>
                  <a:cxnSpLocks/>
                  <a:stCxn id="27" idx="6"/>
                  <a:endCxn id="35" idx="2"/>
                </p:cNvCxnSpPr>
                <p:nvPr/>
              </p:nvCxnSpPr>
              <p:spPr>
                <a:xfrm flipV="1">
                  <a:off x="3275856" y="2124133"/>
                  <a:ext cx="2278521" cy="755296"/>
                </a:xfrm>
                <a:prstGeom prst="line">
                  <a:avLst/>
                </a:prstGeom>
              </p:spPr>
              <p:style>
                <a:lnRef idx="1">
                  <a:schemeClr val="accent1"/>
                </a:lnRef>
                <a:fillRef idx="0">
                  <a:schemeClr val="accent1"/>
                </a:fillRef>
                <a:effectRef idx="0">
                  <a:schemeClr val="accent1"/>
                </a:effectRef>
                <a:fontRef idx="minor">
                  <a:schemeClr val="tx1"/>
                </a:fontRef>
              </p:style>
            </p:cxnSp>
            <p:cxnSp>
              <p:nvCxnSpPr>
                <p:cNvPr id="63" name="直線接點 62">
                  <a:extLst>
                    <a:ext uri="{FF2B5EF4-FFF2-40B4-BE49-F238E27FC236}">
                      <a16:creationId xmlns:a16="http://schemas.microsoft.com/office/drawing/2014/main" id="{EFA31DC8-A09C-4563-A4B1-85E65C949F59}"/>
                    </a:ext>
                  </a:extLst>
                </p:cNvPr>
                <p:cNvCxnSpPr>
                  <a:cxnSpLocks/>
                  <a:stCxn id="27" idx="6"/>
                  <a:endCxn id="36" idx="2"/>
                </p:cNvCxnSpPr>
                <p:nvPr/>
              </p:nvCxnSpPr>
              <p:spPr>
                <a:xfrm flipV="1">
                  <a:off x="3275856" y="2553334"/>
                  <a:ext cx="2278521" cy="326095"/>
                </a:xfrm>
                <a:prstGeom prst="line">
                  <a:avLst/>
                </a:prstGeom>
              </p:spPr>
              <p:style>
                <a:lnRef idx="1">
                  <a:schemeClr val="accent1"/>
                </a:lnRef>
                <a:fillRef idx="0">
                  <a:schemeClr val="accent1"/>
                </a:fillRef>
                <a:effectRef idx="0">
                  <a:schemeClr val="accent1"/>
                </a:effectRef>
                <a:fontRef idx="minor">
                  <a:schemeClr val="tx1"/>
                </a:fontRef>
              </p:style>
            </p:cxnSp>
            <p:cxnSp>
              <p:nvCxnSpPr>
                <p:cNvPr id="64" name="直線接點 63">
                  <a:extLst>
                    <a:ext uri="{FF2B5EF4-FFF2-40B4-BE49-F238E27FC236}">
                      <a16:creationId xmlns:a16="http://schemas.microsoft.com/office/drawing/2014/main" id="{01820BE6-9CC3-411F-BFDA-DC1C8D74C086}"/>
                    </a:ext>
                  </a:extLst>
                </p:cNvPr>
                <p:cNvCxnSpPr>
                  <a:cxnSpLocks/>
                  <a:stCxn id="27" idx="6"/>
                  <a:endCxn id="37" idx="2"/>
                </p:cNvCxnSpPr>
                <p:nvPr/>
              </p:nvCxnSpPr>
              <p:spPr>
                <a:xfrm>
                  <a:off x="3275856" y="2879429"/>
                  <a:ext cx="2278521" cy="68871"/>
                </a:xfrm>
                <a:prstGeom prst="line">
                  <a:avLst/>
                </a:prstGeom>
              </p:spPr>
              <p:style>
                <a:lnRef idx="1">
                  <a:schemeClr val="accent1"/>
                </a:lnRef>
                <a:fillRef idx="0">
                  <a:schemeClr val="accent1"/>
                </a:fillRef>
                <a:effectRef idx="0">
                  <a:schemeClr val="accent1"/>
                </a:effectRef>
                <a:fontRef idx="minor">
                  <a:schemeClr val="tx1"/>
                </a:fontRef>
              </p:style>
            </p:cxnSp>
            <p:cxnSp>
              <p:nvCxnSpPr>
                <p:cNvPr id="65" name="直線接點 64">
                  <a:extLst>
                    <a:ext uri="{FF2B5EF4-FFF2-40B4-BE49-F238E27FC236}">
                      <a16:creationId xmlns:a16="http://schemas.microsoft.com/office/drawing/2014/main" id="{9ADEAF99-A03B-4245-8E72-2033BD6D5806}"/>
                    </a:ext>
                  </a:extLst>
                </p:cNvPr>
                <p:cNvCxnSpPr>
                  <a:cxnSpLocks/>
                  <a:stCxn id="27" idx="6"/>
                  <a:endCxn id="38" idx="2"/>
                </p:cNvCxnSpPr>
                <p:nvPr/>
              </p:nvCxnSpPr>
              <p:spPr>
                <a:xfrm>
                  <a:off x="3275856" y="2879429"/>
                  <a:ext cx="2278521" cy="457560"/>
                </a:xfrm>
                <a:prstGeom prst="line">
                  <a:avLst/>
                </a:prstGeom>
              </p:spPr>
              <p:style>
                <a:lnRef idx="1">
                  <a:schemeClr val="accent1"/>
                </a:lnRef>
                <a:fillRef idx="0">
                  <a:schemeClr val="accent1"/>
                </a:fillRef>
                <a:effectRef idx="0">
                  <a:schemeClr val="accent1"/>
                </a:effectRef>
                <a:fontRef idx="minor">
                  <a:schemeClr val="tx1"/>
                </a:fontRef>
              </p:style>
            </p:cxnSp>
            <p:cxnSp>
              <p:nvCxnSpPr>
                <p:cNvPr id="66" name="直線接點 65">
                  <a:extLst>
                    <a:ext uri="{FF2B5EF4-FFF2-40B4-BE49-F238E27FC236}">
                      <a16:creationId xmlns:a16="http://schemas.microsoft.com/office/drawing/2014/main" id="{D522F0A5-9D7F-415D-BDB6-A0D8C581C27E}"/>
                    </a:ext>
                  </a:extLst>
                </p:cNvPr>
                <p:cNvCxnSpPr>
                  <a:cxnSpLocks/>
                  <a:stCxn id="27" idx="6"/>
                  <a:endCxn id="43" idx="2"/>
                </p:cNvCxnSpPr>
                <p:nvPr/>
              </p:nvCxnSpPr>
              <p:spPr>
                <a:xfrm>
                  <a:off x="3275856" y="2879429"/>
                  <a:ext cx="2268326" cy="1959094"/>
                </a:xfrm>
                <a:prstGeom prst="line">
                  <a:avLst/>
                </a:prstGeom>
              </p:spPr>
              <p:style>
                <a:lnRef idx="1">
                  <a:schemeClr val="accent1"/>
                </a:lnRef>
                <a:fillRef idx="0">
                  <a:schemeClr val="accent1"/>
                </a:fillRef>
                <a:effectRef idx="0">
                  <a:schemeClr val="accent1"/>
                </a:effectRef>
                <a:fontRef idx="minor">
                  <a:schemeClr val="tx1"/>
                </a:fontRef>
              </p:style>
            </p:cxnSp>
            <p:cxnSp>
              <p:nvCxnSpPr>
                <p:cNvPr id="67" name="直線接點 66">
                  <a:extLst>
                    <a:ext uri="{FF2B5EF4-FFF2-40B4-BE49-F238E27FC236}">
                      <a16:creationId xmlns:a16="http://schemas.microsoft.com/office/drawing/2014/main" id="{77E9F670-B6A5-49CD-B118-0321BEFF3FD9}"/>
                    </a:ext>
                  </a:extLst>
                </p:cNvPr>
                <p:cNvCxnSpPr>
                  <a:cxnSpLocks/>
                  <a:stCxn id="28" idx="6"/>
                  <a:endCxn id="35" idx="2"/>
                </p:cNvCxnSpPr>
                <p:nvPr/>
              </p:nvCxnSpPr>
              <p:spPr>
                <a:xfrm flipV="1">
                  <a:off x="3275856" y="2124133"/>
                  <a:ext cx="2278521" cy="1184497"/>
                </a:xfrm>
                <a:prstGeom prst="line">
                  <a:avLst/>
                </a:prstGeom>
              </p:spPr>
              <p:style>
                <a:lnRef idx="1">
                  <a:schemeClr val="accent1"/>
                </a:lnRef>
                <a:fillRef idx="0">
                  <a:schemeClr val="accent1"/>
                </a:fillRef>
                <a:effectRef idx="0">
                  <a:schemeClr val="accent1"/>
                </a:effectRef>
                <a:fontRef idx="minor">
                  <a:schemeClr val="tx1"/>
                </a:fontRef>
              </p:style>
            </p:cxnSp>
            <p:cxnSp>
              <p:nvCxnSpPr>
                <p:cNvPr id="68" name="直線接點 67">
                  <a:extLst>
                    <a:ext uri="{FF2B5EF4-FFF2-40B4-BE49-F238E27FC236}">
                      <a16:creationId xmlns:a16="http://schemas.microsoft.com/office/drawing/2014/main" id="{84136073-C550-43BB-8309-5F2A23D8D5D4}"/>
                    </a:ext>
                  </a:extLst>
                </p:cNvPr>
                <p:cNvCxnSpPr>
                  <a:cxnSpLocks/>
                  <a:stCxn id="28" idx="6"/>
                  <a:endCxn id="36" idx="2"/>
                </p:cNvCxnSpPr>
                <p:nvPr/>
              </p:nvCxnSpPr>
              <p:spPr>
                <a:xfrm flipV="1">
                  <a:off x="3275856" y="2553334"/>
                  <a:ext cx="2278521" cy="755296"/>
                </a:xfrm>
                <a:prstGeom prst="line">
                  <a:avLst/>
                </a:prstGeom>
              </p:spPr>
              <p:style>
                <a:lnRef idx="1">
                  <a:schemeClr val="accent1"/>
                </a:lnRef>
                <a:fillRef idx="0">
                  <a:schemeClr val="accent1"/>
                </a:fillRef>
                <a:effectRef idx="0">
                  <a:schemeClr val="accent1"/>
                </a:effectRef>
                <a:fontRef idx="minor">
                  <a:schemeClr val="tx1"/>
                </a:fontRef>
              </p:style>
            </p:cxnSp>
            <p:cxnSp>
              <p:nvCxnSpPr>
                <p:cNvPr id="69" name="直線接點 68">
                  <a:extLst>
                    <a:ext uri="{FF2B5EF4-FFF2-40B4-BE49-F238E27FC236}">
                      <a16:creationId xmlns:a16="http://schemas.microsoft.com/office/drawing/2014/main" id="{B3AC863A-B633-4B7F-8A75-23DD795D8073}"/>
                    </a:ext>
                  </a:extLst>
                </p:cNvPr>
                <p:cNvCxnSpPr>
                  <a:cxnSpLocks/>
                  <a:stCxn id="28" idx="6"/>
                  <a:endCxn id="37" idx="2"/>
                </p:cNvCxnSpPr>
                <p:nvPr/>
              </p:nvCxnSpPr>
              <p:spPr>
                <a:xfrm flipV="1">
                  <a:off x="3275856" y="2948300"/>
                  <a:ext cx="2278521" cy="360330"/>
                </a:xfrm>
                <a:prstGeom prst="line">
                  <a:avLst/>
                </a:prstGeom>
              </p:spPr>
              <p:style>
                <a:lnRef idx="1">
                  <a:schemeClr val="accent1"/>
                </a:lnRef>
                <a:fillRef idx="0">
                  <a:schemeClr val="accent1"/>
                </a:fillRef>
                <a:effectRef idx="0">
                  <a:schemeClr val="accent1"/>
                </a:effectRef>
                <a:fontRef idx="minor">
                  <a:schemeClr val="tx1"/>
                </a:fontRef>
              </p:style>
            </p:cxnSp>
            <p:cxnSp>
              <p:nvCxnSpPr>
                <p:cNvPr id="70" name="直線接點 69">
                  <a:extLst>
                    <a:ext uri="{FF2B5EF4-FFF2-40B4-BE49-F238E27FC236}">
                      <a16:creationId xmlns:a16="http://schemas.microsoft.com/office/drawing/2014/main" id="{D3B308E7-9191-4015-BFD4-1AB2901E640C}"/>
                    </a:ext>
                  </a:extLst>
                </p:cNvPr>
                <p:cNvCxnSpPr>
                  <a:cxnSpLocks/>
                  <a:stCxn id="28" idx="6"/>
                  <a:endCxn id="38" idx="2"/>
                </p:cNvCxnSpPr>
                <p:nvPr/>
              </p:nvCxnSpPr>
              <p:spPr>
                <a:xfrm>
                  <a:off x="3275856" y="3308630"/>
                  <a:ext cx="2278521" cy="28359"/>
                </a:xfrm>
                <a:prstGeom prst="line">
                  <a:avLst/>
                </a:prstGeom>
              </p:spPr>
              <p:style>
                <a:lnRef idx="1">
                  <a:schemeClr val="accent1"/>
                </a:lnRef>
                <a:fillRef idx="0">
                  <a:schemeClr val="accent1"/>
                </a:fillRef>
                <a:effectRef idx="0">
                  <a:schemeClr val="accent1"/>
                </a:effectRef>
                <a:fontRef idx="minor">
                  <a:schemeClr val="tx1"/>
                </a:fontRef>
              </p:style>
            </p:cxnSp>
            <p:cxnSp>
              <p:nvCxnSpPr>
                <p:cNvPr id="71" name="直線接點 70">
                  <a:extLst>
                    <a:ext uri="{FF2B5EF4-FFF2-40B4-BE49-F238E27FC236}">
                      <a16:creationId xmlns:a16="http://schemas.microsoft.com/office/drawing/2014/main" id="{443F9665-E834-4E35-B3CC-FECC7A6A9561}"/>
                    </a:ext>
                  </a:extLst>
                </p:cNvPr>
                <p:cNvCxnSpPr>
                  <a:cxnSpLocks/>
                  <a:stCxn id="28" idx="6"/>
                  <a:endCxn id="39" idx="2"/>
                </p:cNvCxnSpPr>
                <p:nvPr/>
              </p:nvCxnSpPr>
              <p:spPr>
                <a:xfrm>
                  <a:off x="3275856" y="3308630"/>
                  <a:ext cx="2278521" cy="423325"/>
                </a:xfrm>
                <a:prstGeom prst="line">
                  <a:avLst/>
                </a:prstGeom>
              </p:spPr>
              <p:style>
                <a:lnRef idx="1">
                  <a:schemeClr val="accent1"/>
                </a:lnRef>
                <a:fillRef idx="0">
                  <a:schemeClr val="accent1"/>
                </a:fillRef>
                <a:effectRef idx="0">
                  <a:schemeClr val="accent1"/>
                </a:effectRef>
                <a:fontRef idx="minor">
                  <a:schemeClr val="tx1"/>
                </a:fontRef>
              </p:style>
            </p:cxnSp>
            <p:cxnSp>
              <p:nvCxnSpPr>
                <p:cNvPr id="72" name="直線接點 71">
                  <a:extLst>
                    <a:ext uri="{FF2B5EF4-FFF2-40B4-BE49-F238E27FC236}">
                      <a16:creationId xmlns:a16="http://schemas.microsoft.com/office/drawing/2014/main" id="{55C72FEA-A4DB-4113-A971-D89F05A6BF4B}"/>
                    </a:ext>
                  </a:extLst>
                </p:cNvPr>
                <p:cNvCxnSpPr>
                  <a:cxnSpLocks/>
                  <a:stCxn id="28" idx="6"/>
                  <a:endCxn id="43" idx="2"/>
                </p:cNvCxnSpPr>
                <p:nvPr/>
              </p:nvCxnSpPr>
              <p:spPr>
                <a:xfrm>
                  <a:off x="3275856" y="3308630"/>
                  <a:ext cx="2268326" cy="1529893"/>
                </a:xfrm>
                <a:prstGeom prst="line">
                  <a:avLst/>
                </a:prstGeom>
              </p:spPr>
              <p:style>
                <a:lnRef idx="1">
                  <a:schemeClr val="accent1"/>
                </a:lnRef>
                <a:fillRef idx="0">
                  <a:schemeClr val="accent1"/>
                </a:fillRef>
                <a:effectRef idx="0">
                  <a:schemeClr val="accent1"/>
                </a:effectRef>
                <a:fontRef idx="minor">
                  <a:schemeClr val="tx1"/>
                </a:fontRef>
              </p:style>
            </p:cxnSp>
            <p:cxnSp>
              <p:nvCxnSpPr>
                <p:cNvPr id="73" name="直線接點 72">
                  <a:extLst>
                    <a:ext uri="{FF2B5EF4-FFF2-40B4-BE49-F238E27FC236}">
                      <a16:creationId xmlns:a16="http://schemas.microsoft.com/office/drawing/2014/main" id="{AFCFEB27-6E60-480B-B61B-2BDA64AD0880}"/>
                    </a:ext>
                  </a:extLst>
                </p:cNvPr>
                <p:cNvCxnSpPr>
                  <a:cxnSpLocks/>
                  <a:stCxn id="29" idx="6"/>
                  <a:endCxn id="35" idx="2"/>
                </p:cNvCxnSpPr>
                <p:nvPr/>
              </p:nvCxnSpPr>
              <p:spPr>
                <a:xfrm flipV="1">
                  <a:off x="3275856" y="2124133"/>
                  <a:ext cx="2278521" cy="1579463"/>
                </a:xfrm>
                <a:prstGeom prst="line">
                  <a:avLst/>
                </a:prstGeom>
              </p:spPr>
              <p:style>
                <a:lnRef idx="1">
                  <a:schemeClr val="accent1"/>
                </a:lnRef>
                <a:fillRef idx="0">
                  <a:schemeClr val="accent1"/>
                </a:fillRef>
                <a:effectRef idx="0">
                  <a:schemeClr val="accent1"/>
                </a:effectRef>
                <a:fontRef idx="minor">
                  <a:schemeClr val="tx1"/>
                </a:fontRef>
              </p:style>
            </p:cxnSp>
            <p:cxnSp>
              <p:nvCxnSpPr>
                <p:cNvPr id="74" name="直線接點 73">
                  <a:extLst>
                    <a:ext uri="{FF2B5EF4-FFF2-40B4-BE49-F238E27FC236}">
                      <a16:creationId xmlns:a16="http://schemas.microsoft.com/office/drawing/2014/main" id="{7876577D-1ECB-41A4-82A4-6110DEE9145B}"/>
                    </a:ext>
                  </a:extLst>
                </p:cNvPr>
                <p:cNvCxnSpPr>
                  <a:cxnSpLocks/>
                  <a:stCxn id="29" idx="6"/>
                  <a:endCxn id="36" idx="2"/>
                </p:cNvCxnSpPr>
                <p:nvPr/>
              </p:nvCxnSpPr>
              <p:spPr>
                <a:xfrm flipV="1">
                  <a:off x="3275856" y="2553334"/>
                  <a:ext cx="2278521" cy="1150262"/>
                </a:xfrm>
                <a:prstGeom prst="line">
                  <a:avLst/>
                </a:prstGeom>
              </p:spPr>
              <p:style>
                <a:lnRef idx="1">
                  <a:schemeClr val="accent1"/>
                </a:lnRef>
                <a:fillRef idx="0">
                  <a:schemeClr val="accent1"/>
                </a:fillRef>
                <a:effectRef idx="0">
                  <a:schemeClr val="accent1"/>
                </a:effectRef>
                <a:fontRef idx="minor">
                  <a:schemeClr val="tx1"/>
                </a:fontRef>
              </p:style>
            </p:cxnSp>
            <p:cxnSp>
              <p:nvCxnSpPr>
                <p:cNvPr id="75" name="直線接點 74">
                  <a:extLst>
                    <a:ext uri="{FF2B5EF4-FFF2-40B4-BE49-F238E27FC236}">
                      <a16:creationId xmlns:a16="http://schemas.microsoft.com/office/drawing/2014/main" id="{17FCE0D5-6BA3-463B-9F1F-4BDBBE061BC8}"/>
                    </a:ext>
                  </a:extLst>
                </p:cNvPr>
                <p:cNvCxnSpPr>
                  <a:cxnSpLocks/>
                  <a:stCxn id="29" idx="6"/>
                  <a:endCxn id="37" idx="2"/>
                </p:cNvCxnSpPr>
                <p:nvPr/>
              </p:nvCxnSpPr>
              <p:spPr>
                <a:xfrm flipV="1">
                  <a:off x="3275856" y="2948300"/>
                  <a:ext cx="2278521" cy="755296"/>
                </a:xfrm>
                <a:prstGeom prst="line">
                  <a:avLst/>
                </a:prstGeom>
              </p:spPr>
              <p:style>
                <a:lnRef idx="1">
                  <a:schemeClr val="accent1"/>
                </a:lnRef>
                <a:fillRef idx="0">
                  <a:schemeClr val="accent1"/>
                </a:fillRef>
                <a:effectRef idx="0">
                  <a:schemeClr val="accent1"/>
                </a:effectRef>
                <a:fontRef idx="minor">
                  <a:schemeClr val="tx1"/>
                </a:fontRef>
              </p:style>
            </p:cxnSp>
            <p:cxnSp>
              <p:nvCxnSpPr>
                <p:cNvPr id="76" name="直線接點 75">
                  <a:extLst>
                    <a:ext uri="{FF2B5EF4-FFF2-40B4-BE49-F238E27FC236}">
                      <a16:creationId xmlns:a16="http://schemas.microsoft.com/office/drawing/2014/main" id="{8A98A1D5-E031-4250-887A-1D04EE1BB613}"/>
                    </a:ext>
                  </a:extLst>
                </p:cNvPr>
                <p:cNvCxnSpPr>
                  <a:cxnSpLocks/>
                  <a:stCxn id="29" idx="6"/>
                  <a:endCxn id="38" idx="2"/>
                </p:cNvCxnSpPr>
                <p:nvPr/>
              </p:nvCxnSpPr>
              <p:spPr>
                <a:xfrm flipV="1">
                  <a:off x="3275856" y="3336989"/>
                  <a:ext cx="2278521" cy="366607"/>
                </a:xfrm>
                <a:prstGeom prst="line">
                  <a:avLst/>
                </a:prstGeom>
              </p:spPr>
              <p:style>
                <a:lnRef idx="1">
                  <a:schemeClr val="accent1"/>
                </a:lnRef>
                <a:fillRef idx="0">
                  <a:schemeClr val="accent1"/>
                </a:fillRef>
                <a:effectRef idx="0">
                  <a:schemeClr val="accent1"/>
                </a:effectRef>
                <a:fontRef idx="minor">
                  <a:schemeClr val="tx1"/>
                </a:fontRef>
              </p:style>
            </p:cxnSp>
            <p:cxnSp>
              <p:nvCxnSpPr>
                <p:cNvPr id="77" name="直線接點 76">
                  <a:extLst>
                    <a:ext uri="{FF2B5EF4-FFF2-40B4-BE49-F238E27FC236}">
                      <a16:creationId xmlns:a16="http://schemas.microsoft.com/office/drawing/2014/main" id="{5B2D99FB-17DF-43B7-870E-5BE82B488D4B}"/>
                    </a:ext>
                  </a:extLst>
                </p:cNvPr>
                <p:cNvCxnSpPr>
                  <a:cxnSpLocks/>
                  <a:stCxn id="29" idx="6"/>
                  <a:endCxn id="39" idx="2"/>
                </p:cNvCxnSpPr>
                <p:nvPr/>
              </p:nvCxnSpPr>
              <p:spPr>
                <a:xfrm>
                  <a:off x="3275856" y="3703596"/>
                  <a:ext cx="2278521" cy="28359"/>
                </a:xfrm>
                <a:prstGeom prst="line">
                  <a:avLst/>
                </a:prstGeom>
              </p:spPr>
              <p:style>
                <a:lnRef idx="1">
                  <a:schemeClr val="accent1"/>
                </a:lnRef>
                <a:fillRef idx="0">
                  <a:schemeClr val="accent1"/>
                </a:fillRef>
                <a:effectRef idx="0">
                  <a:schemeClr val="accent1"/>
                </a:effectRef>
                <a:fontRef idx="minor">
                  <a:schemeClr val="tx1"/>
                </a:fontRef>
              </p:style>
            </p:cxnSp>
            <p:cxnSp>
              <p:nvCxnSpPr>
                <p:cNvPr id="78" name="直線接點 77">
                  <a:extLst>
                    <a:ext uri="{FF2B5EF4-FFF2-40B4-BE49-F238E27FC236}">
                      <a16:creationId xmlns:a16="http://schemas.microsoft.com/office/drawing/2014/main" id="{D78230AA-852B-4EB1-B2C1-66389AB61744}"/>
                    </a:ext>
                  </a:extLst>
                </p:cNvPr>
                <p:cNvCxnSpPr>
                  <a:cxnSpLocks/>
                  <a:stCxn id="29" idx="6"/>
                  <a:endCxn id="43" idx="2"/>
                </p:cNvCxnSpPr>
                <p:nvPr/>
              </p:nvCxnSpPr>
              <p:spPr>
                <a:xfrm>
                  <a:off x="3275856" y="3703596"/>
                  <a:ext cx="2268326" cy="1134927"/>
                </a:xfrm>
                <a:prstGeom prst="line">
                  <a:avLst/>
                </a:prstGeom>
              </p:spPr>
              <p:style>
                <a:lnRef idx="1">
                  <a:schemeClr val="accent1"/>
                </a:lnRef>
                <a:fillRef idx="0">
                  <a:schemeClr val="accent1"/>
                </a:fillRef>
                <a:effectRef idx="0">
                  <a:schemeClr val="accent1"/>
                </a:effectRef>
                <a:fontRef idx="minor">
                  <a:schemeClr val="tx1"/>
                </a:fontRef>
              </p:style>
            </p:cxnSp>
            <p:cxnSp>
              <p:nvCxnSpPr>
                <p:cNvPr id="79" name="直線接點 78">
                  <a:extLst>
                    <a:ext uri="{FF2B5EF4-FFF2-40B4-BE49-F238E27FC236}">
                      <a16:creationId xmlns:a16="http://schemas.microsoft.com/office/drawing/2014/main" id="{4CFD6526-36EF-48EA-86FD-B26BF30D6791}"/>
                    </a:ext>
                  </a:extLst>
                </p:cNvPr>
                <p:cNvCxnSpPr>
                  <a:cxnSpLocks/>
                  <a:stCxn id="30" idx="6"/>
                  <a:endCxn id="35" idx="2"/>
                </p:cNvCxnSpPr>
                <p:nvPr/>
              </p:nvCxnSpPr>
              <p:spPr>
                <a:xfrm flipV="1">
                  <a:off x="3275856" y="2124133"/>
                  <a:ext cx="2278521" cy="1968152"/>
                </a:xfrm>
                <a:prstGeom prst="line">
                  <a:avLst/>
                </a:prstGeom>
              </p:spPr>
              <p:style>
                <a:lnRef idx="1">
                  <a:schemeClr val="accent1"/>
                </a:lnRef>
                <a:fillRef idx="0">
                  <a:schemeClr val="accent1"/>
                </a:fillRef>
                <a:effectRef idx="0">
                  <a:schemeClr val="accent1"/>
                </a:effectRef>
                <a:fontRef idx="minor">
                  <a:schemeClr val="tx1"/>
                </a:fontRef>
              </p:style>
            </p:cxnSp>
            <p:cxnSp>
              <p:nvCxnSpPr>
                <p:cNvPr id="80" name="直線接點 79">
                  <a:extLst>
                    <a:ext uri="{FF2B5EF4-FFF2-40B4-BE49-F238E27FC236}">
                      <a16:creationId xmlns:a16="http://schemas.microsoft.com/office/drawing/2014/main" id="{515CFBBE-496B-4B4F-B5CF-02D87AAF2F45}"/>
                    </a:ext>
                  </a:extLst>
                </p:cNvPr>
                <p:cNvCxnSpPr>
                  <a:cxnSpLocks/>
                  <a:stCxn id="30" idx="6"/>
                  <a:endCxn id="36" idx="2"/>
                </p:cNvCxnSpPr>
                <p:nvPr/>
              </p:nvCxnSpPr>
              <p:spPr>
                <a:xfrm flipV="1">
                  <a:off x="3275856" y="2553334"/>
                  <a:ext cx="2278521" cy="1538951"/>
                </a:xfrm>
                <a:prstGeom prst="line">
                  <a:avLst/>
                </a:prstGeom>
              </p:spPr>
              <p:style>
                <a:lnRef idx="1">
                  <a:schemeClr val="accent1"/>
                </a:lnRef>
                <a:fillRef idx="0">
                  <a:schemeClr val="accent1"/>
                </a:fillRef>
                <a:effectRef idx="0">
                  <a:schemeClr val="accent1"/>
                </a:effectRef>
                <a:fontRef idx="minor">
                  <a:schemeClr val="tx1"/>
                </a:fontRef>
              </p:style>
            </p:cxnSp>
            <p:cxnSp>
              <p:nvCxnSpPr>
                <p:cNvPr id="81" name="直線接點 80">
                  <a:extLst>
                    <a:ext uri="{FF2B5EF4-FFF2-40B4-BE49-F238E27FC236}">
                      <a16:creationId xmlns:a16="http://schemas.microsoft.com/office/drawing/2014/main" id="{E27E61EA-EA08-4879-A14A-062D4F0CD9B3}"/>
                    </a:ext>
                  </a:extLst>
                </p:cNvPr>
                <p:cNvCxnSpPr>
                  <a:cxnSpLocks/>
                  <a:stCxn id="30" idx="6"/>
                  <a:endCxn id="37" idx="2"/>
                </p:cNvCxnSpPr>
                <p:nvPr/>
              </p:nvCxnSpPr>
              <p:spPr>
                <a:xfrm flipV="1">
                  <a:off x="3275856" y="2948300"/>
                  <a:ext cx="2278521" cy="1143985"/>
                </a:xfrm>
                <a:prstGeom prst="line">
                  <a:avLst/>
                </a:prstGeom>
              </p:spPr>
              <p:style>
                <a:lnRef idx="1">
                  <a:schemeClr val="accent1"/>
                </a:lnRef>
                <a:fillRef idx="0">
                  <a:schemeClr val="accent1"/>
                </a:fillRef>
                <a:effectRef idx="0">
                  <a:schemeClr val="accent1"/>
                </a:effectRef>
                <a:fontRef idx="minor">
                  <a:schemeClr val="tx1"/>
                </a:fontRef>
              </p:style>
            </p:cxnSp>
            <p:cxnSp>
              <p:nvCxnSpPr>
                <p:cNvPr id="82" name="直線接點 81">
                  <a:extLst>
                    <a:ext uri="{FF2B5EF4-FFF2-40B4-BE49-F238E27FC236}">
                      <a16:creationId xmlns:a16="http://schemas.microsoft.com/office/drawing/2014/main" id="{08EF72B5-94DC-4E9A-9C5E-34568E78991E}"/>
                    </a:ext>
                  </a:extLst>
                </p:cNvPr>
                <p:cNvCxnSpPr>
                  <a:cxnSpLocks/>
                  <a:stCxn id="30" idx="6"/>
                  <a:endCxn id="38" idx="2"/>
                </p:cNvCxnSpPr>
                <p:nvPr/>
              </p:nvCxnSpPr>
              <p:spPr>
                <a:xfrm flipV="1">
                  <a:off x="3275856" y="3336989"/>
                  <a:ext cx="2278521" cy="755296"/>
                </a:xfrm>
                <a:prstGeom prst="line">
                  <a:avLst/>
                </a:prstGeom>
              </p:spPr>
              <p:style>
                <a:lnRef idx="1">
                  <a:schemeClr val="accent1"/>
                </a:lnRef>
                <a:fillRef idx="0">
                  <a:schemeClr val="accent1"/>
                </a:fillRef>
                <a:effectRef idx="0">
                  <a:schemeClr val="accent1"/>
                </a:effectRef>
                <a:fontRef idx="minor">
                  <a:schemeClr val="tx1"/>
                </a:fontRef>
              </p:style>
            </p:cxnSp>
            <p:cxnSp>
              <p:nvCxnSpPr>
                <p:cNvPr id="83" name="直線接點 82">
                  <a:extLst>
                    <a:ext uri="{FF2B5EF4-FFF2-40B4-BE49-F238E27FC236}">
                      <a16:creationId xmlns:a16="http://schemas.microsoft.com/office/drawing/2014/main" id="{38F0DB3B-3B1A-479F-B0D9-19D1D7636D7B}"/>
                    </a:ext>
                  </a:extLst>
                </p:cNvPr>
                <p:cNvCxnSpPr>
                  <a:cxnSpLocks/>
                  <a:stCxn id="30" idx="6"/>
                  <a:endCxn id="39" idx="2"/>
                </p:cNvCxnSpPr>
                <p:nvPr/>
              </p:nvCxnSpPr>
              <p:spPr>
                <a:xfrm flipV="1">
                  <a:off x="3275856" y="3731955"/>
                  <a:ext cx="2278521" cy="360330"/>
                </a:xfrm>
                <a:prstGeom prst="line">
                  <a:avLst/>
                </a:prstGeom>
              </p:spPr>
              <p:style>
                <a:lnRef idx="1">
                  <a:schemeClr val="accent1"/>
                </a:lnRef>
                <a:fillRef idx="0">
                  <a:schemeClr val="accent1"/>
                </a:fillRef>
                <a:effectRef idx="0">
                  <a:schemeClr val="accent1"/>
                </a:effectRef>
                <a:fontRef idx="minor">
                  <a:schemeClr val="tx1"/>
                </a:fontRef>
              </p:style>
            </p:cxnSp>
            <p:cxnSp>
              <p:nvCxnSpPr>
                <p:cNvPr id="84" name="直線接點 83">
                  <a:extLst>
                    <a:ext uri="{FF2B5EF4-FFF2-40B4-BE49-F238E27FC236}">
                      <a16:creationId xmlns:a16="http://schemas.microsoft.com/office/drawing/2014/main" id="{57222BF4-7CDA-48F6-8A9E-82ED97650BE7}"/>
                    </a:ext>
                  </a:extLst>
                </p:cNvPr>
                <p:cNvCxnSpPr>
                  <a:cxnSpLocks/>
                  <a:stCxn id="30" idx="6"/>
                  <a:endCxn id="43" idx="2"/>
                </p:cNvCxnSpPr>
                <p:nvPr/>
              </p:nvCxnSpPr>
              <p:spPr>
                <a:xfrm>
                  <a:off x="3275856" y="4092285"/>
                  <a:ext cx="2268326" cy="746238"/>
                </a:xfrm>
                <a:prstGeom prst="line">
                  <a:avLst/>
                </a:prstGeom>
              </p:spPr>
              <p:style>
                <a:lnRef idx="1">
                  <a:schemeClr val="accent1"/>
                </a:lnRef>
                <a:fillRef idx="0">
                  <a:schemeClr val="accent1"/>
                </a:fillRef>
                <a:effectRef idx="0">
                  <a:schemeClr val="accent1"/>
                </a:effectRef>
                <a:fontRef idx="minor">
                  <a:schemeClr val="tx1"/>
                </a:fontRef>
              </p:style>
            </p:cxnSp>
            <p:cxnSp>
              <p:nvCxnSpPr>
                <p:cNvPr id="85" name="直線接點 84">
                  <a:extLst>
                    <a:ext uri="{FF2B5EF4-FFF2-40B4-BE49-F238E27FC236}">
                      <a16:creationId xmlns:a16="http://schemas.microsoft.com/office/drawing/2014/main" id="{C1D4A95F-AA7C-4161-9187-434BDED51E4F}"/>
                    </a:ext>
                  </a:extLst>
                </p:cNvPr>
                <p:cNvCxnSpPr>
                  <a:cxnSpLocks/>
                  <a:stCxn id="31" idx="6"/>
                  <a:endCxn id="35" idx="2"/>
                </p:cNvCxnSpPr>
                <p:nvPr/>
              </p:nvCxnSpPr>
              <p:spPr>
                <a:xfrm flipV="1">
                  <a:off x="3275856" y="2124133"/>
                  <a:ext cx="2278521" cy="2363118"/>
                </a:xfrm>
                <a:prstGeom prst="line">
                  <a:avLst/>
                </a:prstGeom>
              </p:spPr>
              <p:style>
                <a:lnRef idx="1">
                  <a:schemeClr val="accent1"/>
                </a:lnRef>
                <a:fillRef idx="0">
                  <a:schemeClr val="accent1"/>
                </a:fillRef>
                <a:effectRef idx="0">
                  <a:schemeClr val="accent1"/>
                </a:effectRef>
                <a:fontRef idx="minor">
                  <a:schemeClr val="tx1"/>
                </a:fontRef>
              </p:style>
            </p:cxnSp>
            <p:cxnSp>
              <p:nvCxnSpPr>
                <p:cNvPr id="86" name="直線接點 85">
                  <a:extLst>
                    <a:ext uri="{FF2B5EF4-FFF2-40B4-BE49-F238E27FC236}">
                      <a16:creationId xmlns:a16="http://schemas.microsoft.com/office/drawing/2014/main" id="{E6700355-9F16-4528-9F7D-0CB8210BB9F6}"/>
                    </a:ext>
                  </a:extLst>
                </p:cNvPr>
                <p:cNvCxnSpPr>
                  <a:cxnSpLocks/>
                  <a:stCxn id="31" idx="6"/>
                  <a:endCxn id="36" idx="2"/>
                </p:cNvCxnSpPr>
                <p:nvPr/>
              </p:nvCxnSpPr>
              <p:spPr>
                <a:xfrm flipV="1">
                  <a:off x="3275856" y="2553334"/>
                  <a:ext cx="2278521" cy="1933917"/>
                </a:xfrm>
                <a:prstGeom prst="line">
                  <a:avLst/>
                </a:prstGeom>
              </p:spPr>
              <p:style>
                <a:lnRef idx="1">
                  <a:schemeClr val="accent1"/>
                </a:lnRef>
                <a:fillRef idx="0">
                  <a:schemeClr val="accent1"/>
                </a:fillRef>
                <a:effectRef idx="0">
                  <a:schemeClr val="accent1"/>
                </a:effectRef>
                <a:fontRef idx="minor">
                  <a:schemeClr val="tx1"/>
                </a:fontRef>
              </p:style>
            </p:cxnSp>
            <p:cxnSp>
              <p:nvCxnSpPr>
                <p:cNvPr id="87" name="直線接點 86">
                  <a:extLst>
                    <a:ext uri="{FF2B5EF4-FFF2-40B4-BE49-F238E27FC236}">
                      <a16:creationId xmlns:a16="http://schemas.microsoft.com/office/drawing/2014/main" id="{F912255E-8949-450E-B2A2-3430F0717377}"/>
                    </a:ext>
                  </a:extLst>
                </p:cNvPr>
                <p:cNvCxnSpPr>
                  <a:cxnSpLocks/>
                  <a:stCxn id="31" idx="6"/>
                  <a:endCxn id="37" idx="2"/>
                </p:cNvCxnSpPr>
                <p:nvPr/>
              </p:nvCxnSpPr>
              <p:spPr>
                <a:xfrm flipV="1">
                  <a:off x="3275856" y="2948300"/>
                  <a:ext cx="2278521" cy="1538951"/>
                </a:xfrm>
                <a:prstGeom prst="line">
                  <a:avLst/>
                </a:prstGeom>
              </p:spPr>
              <p:style>
                <a:lnRef idx="1">
                  <a:schemeClr val="accent1"/>
                </a:lnRef>
                <a:fillRef idx="0">
                  <a:schemeClr val="accent1"/>
                </a:fillRef>
                <a:effectRef idx="0">
                  <a:schemeClr val="accent1"/>
                </a:effectRef>
                <a:fontRef idx="minor">
                  <a:schemeClr val="tx1"/>
                </a:fontRef>
              </p:style>
            </p:cxnSp>
            <p:cxnSp>
              <p:nvCxnSpPr>
                <p:cNvPr id="88" name="直線接點 87">
                  <a:extLst>
                    <a:ext uri="{FF2B5EF4-FFF2-40B4-BE49-F238E27FC236}">
                      <a16:creationId xmlns:a16="http://schemas.microsoft.com/office/drawing/2014/main" id="{29D82AE4-4F9A-4735-9223-0C96F98C93DF}"/>
                    </a:ext>
                  </a:extLst>
                </p:cNvPr>
                <p:cNvCxnSpPr>
                  <a:cxnSpLocks/>
                  <a:stCxn id="31" idx="6"/>
                  <a:endCxn id="38" idx="2"/>
                </p:cNvCxnSpPr>
                <p:nvPr/>
              </p:nvCxnSpPr>
              <p:spPr>
                <a:xfrm flipV="1">
                  <a:off x="3275856" y="3336989"/>
                  <a:ext cx="2278521" cy="1150262"/>
                </a:xfrm>
                <a:prstGeom prst="line">
                  <a:avLst/>
                </a:prstGeom>
              </p:spPr>
              <p:style>
                <a:lnRef idx="1">
                  <a:schemeClr val="accent1"/>
                </a:lnRef>
                <a:fillRef idx="0">
                  <a:schemeClr val="accent1"/>
                </a:fillRef>
                <a:effectRef idx="0">
                  <a:schemeClr val="accent1"/>
                </a:effectRef>
                <a:fontRef idx="minor">
                  <a:schemeClr val="tx1"/>
                </a:fontRef>
              </p:style>
            </p:cxnSp>
            <p:cxnSp>
              <p:nvCxnSpPr>
                <p:cNvPr id="89" name="直線接點 88">
                  <a:extLst>
                    <a:ext uri="{FF2B5EF4-FFF2-40B4-BE49-F238E27FC236}">
                      <a16:creationId xmlns:a16="http://schemas.microsoft.com/office/drawing/2014/main" id="{6EA9DE71-5C10-4211-8612-F4E4D96DCFC2}"/>
                    </a:ext>
                  </a:extLst>
                </p:cNvPr>
                <p:cNvCxnSpPr>
                  <a:cxnSpLocks/>
                  <a:stCxn id="31" idx="6"/>
                  <a:endCxn id="39" idx="2"/>
                </p:cNvCxnSpPr>
                <p:nvPr/>
              </p:nvCxnSpPr>
              <p:spPr>
                <a:xfrm flipV="1">
                  <a:off x="3275856" y="3731955"/>
                  <a:ext cx="2278521" cy="755296"/>
                </a:xfrm>
                <a:prstGeom prst="line">
                  <a:avLst/>
                </a:prstGeom>
              </p:spPr>
              <p:style>
                <a:lnRef idx="1">
                  <a:schemeClr val="accent1"/>
                </a:lnRef>
                <a:fillRef idx="0">
                  <a:schemeClr val="accent1"/>
                </a:fillRef>
                <a:effectRef idx="0">
                  <a:schemeClr val="accent1"/>
                </a:effectRef>
                <a:fontRef idx="minor">
                  <a:schemeClr val="tx1"/>
                </a:fontRef>
              </p:style>
            </p:cxnSp>
            <p:cxnSp>
              <p:nvCxnSpPr>
                <p:cNvPr id="90" name="直線接點 89">
                  <a:extLst>
                    <a:ext uri="{FF2B5EF4-FFF2-40B4-BE49-F238E27FC236}">
                      <a16:creationId xmlns:a16="http://schemas.microsoft.com/office/drawing/2014/main" id="{13D9A257-D512-41EC-9AA1-B4AB35CCA1C5}"/>
                    </a:ext>
                  </a:extLst>
                </p:cNvPr>
                <p:cNvCxnSpPr>
                  <a:cxnSpLocks/>
                  <a:stCxn id="31" idx="6"/>
                  <a:endCxn id="43" idx="2"/>
                </p:cNvCxnSpPr>
                <p:nvPr/>
              </p:nvCxnSpPr>
              <p:spPr>
                <a:xfrm>
                  <a:off x="3275856" y="4487251"/>
                  <a:ext cx="2268326" cy="351272"/>
                </a:xfrm>
                <a:prstGeom prst="line">
                  <a:avLst/>
                </a:prstGeom>
              </p:spPr>
              <p:style>
                <a:lnRef idx="1">
                  <a:schemeClr val="accent1"/>
                </a:lnRef>
                <a:fillRef idx="0">
                  <a:schemeClr val="accent1"/>
                </a:fillRef>
                <a:effectRef idx="0">
                  <a:schemeClr val="accent1"/>
                </a:effectRef>
                <a:fontRef idx="minor">
                  <a:schemeClr val="tx1"/>
                </a:fontRef>
              </p:style>
            </p:cxnSp>
            <p:sp>
              <p:nvSpPr>
                <p:cNvPr id="91" name="橢圓 90">
                  <a:extLst>
                    <a:ext uri="{FF2B5EF4-FFF2-40B4-BE49-F238E27FC236}">
                      <a16:creationId xmlns:a16="http://schemas.microsoft.com/office/drawing/2014/main" id="{26A84BFA-5EC4-4D44-BC07-DA466CCCC9C1}"/>
                    </a:ext>
                  </a:extLst>
                </p:cNvPr>
                <p:cNvSpPr/>
                <p:nvPr/>
              </p:nvSpPr>
              <p:spPr>
                <a:xfrm>
                  <a:off x="2987824" y="5449663"/>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92" name="直線接點 91">
                  <a:extLst>
                    <a:ext uri="{FF2B5EF4-FFF2-40B4-BE49-F238E27FC236}">
                      <a16:creationId xmlns:a16="http://schemas.microsoft.com/office/drawing/2014/main" id="{18C479CC-58B7-4556-9763-08EB0B07EB3F}"/>
                    </a:ext>
                  </a:extLst>
                </p:cNvPr>
                <p:cNvCxnSpPr>
                  <a:cxnSpLocks/>
                  <a:stCxn id="91" idx="6"/>
                  <a:endCxn id="35" idx="2"/>
                </p:cNvCxnSpPr>
                <p:nvPr/>
              </p:nvCxnSpPr>
              <p:spPr>
                <a:xfrm flipV="1">
                  <a:off x="3275856" y="2124133"/>
                  <a:ext cx="2278521" cy="3469546"/>
                </a:xfrm>
                <a:prstGeom prst="line">
                  <a:avLst/>
                </a:prstGeom>
              </p:spPr>
              <p:style>
                <a:lnRef idx="1">
                  <a:schemeClr val="accent1"/>
                </a:lnRef>
                <a:fillRef idx="0">
                  <a:schemeClr val="accent1"/>
                </a:fillRef>
                <a:effectRef idx="0">
                  <a:schemeClr val="accent1"/>
                </a:effectRef>
                <a:fontRef idx="minor">
                  <a:schemeClr val="tx1"/>
                </a:fontRef>
              </p:style>
            </p:cxnSp>
            <p:cxnSp>
              <p:nvCxnSpPr>
                <p:cNvPr id="93" name="直線接點 92">
                  <a:extLst>
                    <a:ext uri="{FF2B5EF4-FFF2-40B4-BE49-F238E27FC236}">
                      <a16:creationId xmlns:a16="http://schemas.microsoft.com/office/drawing/2014/main" id="{91A879FB-FB44-4CF0-8C67-B26E8258B83F}"/>
                    </a:ext>
                  </a:extLst>
                </p:cNvPr>
                <p:cNvCxnSpPr>
                  <a:cxnSpLocks/>
                  <a:stCxn id="91" idx="6"/>
                  <a:endCxn id="36" idx="2"/>
                </p:cNvCxnSpPr>
                <p:nvPr/>
              </p:nvCxnSpPr>
              <p:spPr>
                <a:xfrm flipV="1">
                  <a:off x="3275856" y="2553334"/>
                  <a:ext cx="2278521" cy="3040345"/>
                </a:xfrm>
                <a:prstGeom prst="line">
                  <a:avLst/>
                </a:prstGeom>
              </p:spPr>
              <p:style>
                <a:lnRef idx="1">
                  <a:schemeClr val="accent1"/>
                </a:lnRef>
                <a:fillRef idx="0">
                  <a:schemeClr val="accent1"/>
                </a:fillRef>
                <a:effectRef idx="0">
                  <a:schemeClr val="accent1"/>
                </a:effectRef>
                <a:fontRef idx="minor">
                  <a:schemeClr val="tx1"/>
                </a:fontRef>
              </p:style>
            </p:cxnSp>
            <p:cxnSp>
              <p:nvCxnSpPr>
                <p:cNvPr id="94" name="直線接點 93">
                  <a:extLst>
                    <a:ext uri="{FF2B5EF4-FFF2-40B4-BE49-F238E27FC236}">
                      <a16:creationId xmlns:a16="http://schemas.microsoft.com/office/drawing/2014/main" id="{C50E98EA-9DED-46F0-9888-0593FEB2D7F4}"/>
                    </a:ext>
                  </a:extLst>
                </p:cNvPr>
                <p:cNvCxnSpPr>
                  <a:cxnSpLocks/>
                  <a:stCxn id="91" idx="6"/>
                  <a:endCxn id="37" idx="2"/>
                </p:cNvCxnSpPr>
                <p:nvPr/>
              </p:nvCxnSpPr>
              <p:spPr>
                <a:xfrm flipV="1">
                  <a:off x="3275856" y="2948300"/>
                  <a:ext cx="2278521" cy="2645379"/>
                </a:xfrm>
                <a:prstGeom prst="line">
                  <a:avLst/>
                </a:prstGeom>
              </p:spPr>
              <p:style>
                <a:lnRef idx="1">
                  <a:schemeClr val="accent1"/>
                </a:lnRef>
                <a:fillRef idx="0">
                  <a:schemeClr val="accent1"/>
                </a:fillRef>
                <a:effectRef idx="0">
                  <a:schemeClr val="accent1"/>
                </a:effectRef>
                <a:fontRef idx="minor">
                  <a:schemeClr val="tx1"/>
                </a:fontRef>
              </p:style>
            </p:cxnSp>
            <p:cxnSp>
              <p:nvCxnSpPr>
                <p:cNvPr id="95" name="直線接點 94">
                  <a:extLst>
                    <a:ext uri="{FF2B5EF4-FFF2-40B4-BE49-F238E27FC236}">
                      <a16:creationId xmlns:a16="http://schemas.microsoft.com/office/drawing/2014/main" id="{9F5C5DAB-D264-4AFD-9348-B686F9D69387}"/>
                    </a:ext>
                  </a:extLst>
                </p:cNvPr>
                <p:cNvCxnSpPr>
                  <a:cxnSpLocks/>
                  <a:stCxn id="91" idx="6"/>
                  <a:endCxn id="38" idx="2"/>
                </p:cNvCxnSpPr>
                <p:nvPr/>
              </p:nvCxnSpPr>
              <p:spPr>
                <a:xfrm flipV="1">
                  <a:off x="3275856" y="3336989"/>
                  <a:ext cx="2278521" cy="2256690"/>
                </a:xfrm>
                <a:prstGeom prst="line">
                  <a:avLst/>
                </a:prstGeom>
              </p:spPr>
              <p:style>
                <a:lnRef idx="1">
                  <a:schemeClr val="accent1"/>
                </a:lnRef>
                <a:fillRef idx="0">
                  <a:schemeClr val="accent1"/>
                </a:fillRef>
                <a:effectRef idx="0">
                  <a:schemeClr val="accent1"/>
                </a:effectRef>
                <a:fontRef idx="minor">
                  <a:schemeClr val="tx1"/>
                </a:fontRef>
              </p:style>
            </p:cxnSp>
            <p:cxnSp>
              <p:nvCxnSpPr>
                <p:cNvPr id="96" name="直線接點 95">
                  <a:extLst>
                    <a:ext uri="{FF2B5EF4-FFF2-40B4-BE49-F238E27FC236}">
                      <a16:creationId xmlns:a16="http://schemas.microsoft.com/office/drawing/2014/main" id="{78046E52-8D1D-43EC-A079-39E7F55F8BEA}"/>
                    </a:ext>
                  </a:extLst>
                </p:cNvPr>
                <p:cNvCxnSpPr>
                  <a:cxnSpLocks/>
                  <a:stCxn id="91" idx="6"/>
                  <a:endCxn id="39" idx="2"/>
                </p:cNvCxnSpPr>
                <p:nvPr/>
              </p:nvCxnSpPr>
              <p:spPr>
                <a:xfrm flipV="1">
                  <a:off x="3275856" y="3731955"/>
                  <a:ext cx="2278521" cy="1861724"/>
                </a:xfrm>
                <a:prstGeom prst="line">
                  <a:avLst/>
                </a:prstGeom>
              </p:spPr>
              <p:style>
                <a:lnRef idx="1">
                  <a:schemeClr val="accent1"/>
                </a:lnRef>
                <a:fillRef idx="0">
                  <a:schemeClr val="accent1"/>
                </a:fillRef>
                <a:effectRef idx="0">
                  <a:schemeClr val="accent1"/>
                </a:effectRef>
                <a:fontRef idx="minor">
                  <a:schemeClr val="tx1"/>
                </a:fontRef>
              </p:style>
            </p:cxnSp>
            <p:cxnSp>
              <p:nvCxnSpPr>
                <p:cNvPr id="97" name="直線接點 96">
                  <a:extLst>
                    <a:ext uri="{FF2B5EF4-FFF2-40B4-BE49-F238E27FC236}">
                      <a16:creationId xmlns:a16="http://schemas.microsoft.com/office/drawing/2014/main" id="{BE4AC365-EE65-4DBE-B883-3A1AA25F1A1B}"/>
                    </a:ext>
                  </a:extLst>
                </p:cNvPr>
                <p:cNvCxnSpPr>
                  <a:cxnSpLocks/>
                  <a:stCxn id="91" idx="6"/>
                  <a:endCxn id="43" idx="2"/>
                </p:cNvCxnSpPr>
                <p:nvPr/>
              </p:nvCxnSpPr>
              <p:spPr>
                <a:xfrm flipV="1">
                  <a:off x="3275856" y="4838523"/>
                  <a:ext cx="2268326" cy="755156"/>
                </a:xfrm>
                <a:prstGeom prst="line">
                  <a:avLst/>
                </a:prstGeom>
              </p:spPr>
              <p:style>
                <a:lnRef idx="1">
                  <a:schemeClr val="accent1"/>
                </a:lnRef>
                <a:fillRef idx="0">
                  <a:schemeClr val="accent1"/>
                </a:fillRef>
                <a:effectRef idx="0">
                  <a:schemeClr val="accent1"/>
                </a:effectRef>
                <a:fontRef idx="minor">
                  <a:schemeClr val="tx1"/>
                </a:fontRef>
              </p:style>
            </p:cxnSp>
          </p:grpSp>
          <p:sp>
            <p:nvSpPr>
              <p:cNvPr id="20" name="橢圓 19">
                <a:extLst>
                  <a:ext uri="{FF2B5EF4-FFF2-40B4-BE49-F238E27FC236}">
                    <a16:creationId xmlns:a16="http://schemas.microsoft.com/office/drawing/2014/main" id="{5D0A3771-0F8A-4471-BC68-502A6AD8E928}"/>
                  </a:ext>
                </a:extLst>
              </p:cNvPr>
              <p:cNvSpPr/>
              <p:nvPr/>
            </p:nvSpPr>
            <p:spPr>
              <a:xfrm flipH="1">
                <a:off x="3692687" y="3903951"/>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 name="橢圓 20">
                <a:extLst>
                  <a:ext uri="{FF2B5EF4-FFF2-40B4-BE49-F238E27FC236}">
                    <a16:creationId xmlns:a16="http://schemas.microsoft.com/office/drawing/2014/main" id="{364FFFD1-4AAE-46C5-BC20-E16467D4B71B}"/>
                  </a:ext>
                </a:extLst>
              </p:cNvPr>
              <p:cNvSpPr/>
              <p:nvPr/>
            </p:nvSpPr>
            <p:spPr>
              <a:xfrm flipH="1">
                <a:off x="4314470" y="3903951"/>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2" name="橢圓 21">
                <a:extLst>
                  <a:ext uri="{FF2B5EF4-FFF2-40B4-BE49-F238E27FC236}">
                    <a16:creationId xmlns:a16="http://schemas.microsoft.com/office/drawing/2014/main" id="{A824D952-727D-4901-B745-CCAE958886C5}"/>
                  </a:ext>
                </a:extLst>
              </p:cNvPr>
              <p:cNvSpPr/>
              <p:nvPr/>
            </p:nvSpPr>
            <p:spPr>
              <a:xfrm flipH="1">
                <a:off x="4936253" y="3903951"/>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3" name="橢圓 22">
                <a:extLst>
                  <a:ext uri="{FF2B5EF4-FFF2-40B4-BE49-F238E27FC236}">
                    <a16:creationId xmlns:a16="http://schemas.microsoft.com/office/drawing/2014/main" id="{6330F24A-57FB-4B0E-AEEA-9885FFC52309}"/>
                  </a:ext>
                </a:extLst>
              </p:cNvPr>
              <p:cNvSpPr/>
              <p:nvPr/>
            </p:nvSpPr>
            <p:spPr>
              <a:xfrm flipH="1">
                <a:off x="5561559" y="3903951"/>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9" name="左大括弧 8">
              <a:extLst>
                <a:ext uri="{FF2B5EF4-FFF2-40B4-BE49-F238E27FC236}">
                  <a16:creationId xmlns:a16="http://schemas.microsoft.com/office/drawing/2014/main" id="{7433E7B2-6969-4A53-BE1B-5AB18EBFF418}"/>
                </a:ext>
              </a:extLst>
            </p:cNvPr>
            <p:cNvSpPr/>
            <p:nvPr/>
          </p:nvSpPr>
          <p:spPr>
            <a:xfrm>
              <a:off x="413990" y="2173637"/>
              <a:ext cx="233997" cy="283359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10" name="文字方塊 9">
              <a:extLst>
                <a:ext uri="{FF2B5EF4-FFF2-40B4-BE49-F238E27FC236}">
                  <a16:creationId xmlns:a16="http://schemas.microsoft.com/office/drawing/2014/main" id="{B23D620B-C47C-4D7B-8F43-10C13000FC8A}"/>
                </a:ext>
              </a:extLst>
            </p:cNvPr>
            <p:cNvSpPr txBox="1"/>
            <p:nvPr/>
          </p:nvSpPr>
          <p:spPr>
            <a:xfrm>
              <a:off x="-63364" y="3397956"/>
              <a:ext cx="982547" cy="641381"/>
            </a:xfrm>
            <a:prstGeom prst="rect">
              <a:avLst/>
            </a:prstGeom>
            <a:noFill/>
          </p:spPr>
          <p:txBody>
            <a:bodyPr wrap="square" rtlCol="0">
              <a:spAutoFit/>
            </a:bodyPr>
            <a:lstStyle/>
            <a:p>
              <a:r>
                <a:rPr lang="en-US" altLang="zh-TW" dirty="0"/>
                <a:t>424</a:t>
              </a:r>
              <a:endParaRPr lang="zh-TW" altLang="en-US" dirty="0"/>
            </a:p>
          </p:txBody>
        </p:sp>
        <p:sp>
          <p:nvSpPr>
            <p:cNvPr id="11" name="右大括弧 10">
              <a:extLst>
                <a:ext uri="{FF2B5EF4-FFF2-40B4-BE49-F238E27FC236}">
                  <a16:creationId xmlns:a16="http://schemas.microsoft.com/office/drawing/2014/main" id="{A3732794-6BBB-459E-9B30-6FFDD26CBBBA}"/>
                </a:ext>
              </a:extLst>
            </p:cNvPr>
            <p:cNvSpPr/>
            <p:nvPr/>
          </p:nvSpPr>
          <p:spPr>
            <a:xfrm>
              <a:off x="3612115" y="1772816"/>
              <a:ext cx="246046" cy="4036887"/>
            </a:xfrm>
            <a:prstGeom prst="rightBrace">
              <a:avLst>
                <a:gd name="adj1" fmla="val 8333"/>
                <a:gd name="adj2" fmla="val 20909"/>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12" name="文字方塊 11">
              <a:extLst>
                <a:ext uri="{FF2B5EF4-FFF2-40B4-BE49-F238E27FC236}">
                  <a16:creationId xmlns:a16="http://schemas.microsoft.com/office/drawing/2014/main" id="{C9B0E8B7-7E56-4276-8D17-C74C5D9D3E2D}"/>
                </a:ext>
              </a:extLst>
            </p:cNvPr>
            <p:cNvSpPr txBox="1"/>
            <p:nvPr/>
          </p:nvSpPr>
          <p:spPr>
            <a:xfrm>
              <a:off x="4327307" y="2448429"/>
              <a:ext cx="672890" cy="641381"/>
            </a:xfrm>
            <a:prstGeom prst="rect">
              <a:avLst/>
            </a:prstGeom>
            <a:noFill/>
          </p:spPr>
          <p:txBody>
            <a:bodyPr wrap="square" rtlCol="0">
              <a:spAutoFit/>
            </a:bodyPr>
            <a:lstStyle/>
            <a:p>
              <a:r>
                <a:rPr lang="en-US" altLang="zh-TW" dirty="0"/>
                <a:t>1200</a:t>
              </a:r>
              <a:endParaRPr lang="zh-TW" altLang="en-US" dirty="0"/>
            </a:p>
          </p:txBody>
        </p:sp>
        <p:sp>
          <p:nvSpPr>
            <p:cNvPr id="13" name="左大括弧 12">
              <a:extLst>
                <a:ext uri="{FF2B5EF4-FFF2-40B4-BE49-F238E27FC236}">
                  <a16:creationId xmlns:a16="http://schemas.microsoft.com/office/drawing/2014/main" id="{0C1E87AE-B095-4D04-B643-F3B2B4A4A7DF}"/>
                </a:ext>
              </a:extLst>
            </p:cNvPr>
            <p:cNvSpPr/>
            <p:nvPr/>
          </p:nvSpPr>
          <p:spPr>
            <a:xfrm rot="16200000">
              <a:off x="4292798" y="4991591"/>
              <a:ext cx="600880" cy="235571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14" name="文字方塊 13">
              <a:extLst>
                <a:ext uri="{FF2B5EF4-FFF2-40B4-BE49-F238E27FC236}">
                  <a16:creationId xmlns:a16="http://schemas.microsoft.com/office/drawing/2014/main" id="{7C17350A-C449-4C8E-8CDB-3061072B6A06}"/>
                </a:ext>
              </a:extLst>
            </p:cNvPr>
            <p:cNvSpPr txBox="1"/>
            <p:nvPr/>
          </p:nvSpPr>
          <p:spPr>
            <a:xfrm>
              <a:off x="4456660" y="6466549"/>
              <a:ext cx="986174" cy="641381"/>
            </a:xfrm>
            <a:prstGeom prst="rect">
              <a:avLst/>
            </a:prstGeom>
            <a:noFill/>
          </p:spPr>
          <p:txBody>
            <a:bodyPr wrap="square" rtlCol="0">
              <a:spAutoFit/>
            </a:bodyPr>
            <a:lstStyle/>
            <a:p>
              <a:r>
                <a:rPr lang="en-US" altLang="zh-TW" dirty="0"/>
                <a:t>8</a:t>
              </a:r>
              <a:endParaRPr lang="zh-TW" altLang="en-US" dirty="0"/>
            </a:p>
          </p:txBody>
        </p:sp>
        <p:sp>
          <p:nvSpPr>
            <p:cNvPr id="15" name="右大括弧 14">
              <a:extLst>
                <a:ext uri="{FF2B5EF4-FFF2-40B4-BE49-F238E27FC236}">
                  <a16:creationId xmlns:a16="http://schemas.microsoft.com/office/drawing/2014/main" id="{CE703D81-4AAC-4D5B-B8E4-D46B2D328578}"/>
                </a:ext>
              </a:extLst>
            </p:cNvPr>
            <p:cNvSpPr/>
            <p:nvPr/>
          </p:nvSpPr>
          <p:spPr>
            <a:xfrm>
              <a:off x="8468996" y="2167782"/>
              <a:ext cx="217804" cy="2742749"/>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16" name="文字方塊 15">
              <a:extLst>
                <a:ext uri="{FF2B5EF4-FFF2-40B4-BE49-F238E27FC236}">
                  <a16:creationId xmlns:a16="http://schemas.microsoft.com/office/drawing/2014/main" id="{CD9E0EBE-F528-48E1-A08D-96F4B80B9AB2}"/>
                </a:ext>
              </a:extLst>
            </p:cNvPr>
            <p:cNvSpPr txBox="1"/>
            <p:nvPr/>
          </p:nvSpPr>
          <p:spPr>
            <a:xfrm>
              <a:off x="8686800" y="3324287"/>
              <a:ext cx="485012" cy="641381"/>
            </a:xfrm>
            <a:prstGeom prst="rect">
              <a:avLst/>
            </a:prstGeom>
            <a:noFill/>
          </p:spPr>
          <p:txBody>
            <a:bodyPr wrap="square" rtlCol="0">
              <a:spAutoFit/>
            </a:bodyPr>
            <a:lstStyle/>
            <a:p>
              <a:r>
                <a:rPr lang="en-US" altLang="zh-TW" dirty="0"/>
                <a:t>38</a:t>
              </a:r>
              <a:endParaRPr lang="zh-TW" altLang="en-US" dirty="0"/>
            </a:p>
          </p:txBody>
        </p:sp>
        <p:sp>
          <p:nvSpPr>
            <p:cNvPr id="17" name="左大括弧 16">
              <a:extLst>
                <a:ext uri="{FF2B5EF4-FFF2-40B4-BE49-F238E27FC236}">
                  <a16:creationId xmlns:a16="http://schemas.microsoft.com/office/drawing/2014/main" id="{B516B1C1-A84F-4A83-BC92-1C626BE09345}"/>
                </a:ext>
              </a:extLst>
            </p:cNvPr>
            <p:cNvSpPr/>
            <p:nvPr/>
          </p:nvSpPr>
          <p:spPr>
            <a:xfrm>
              <a:off x="5326379" y="1772816"/>
              <a:ext cx="288032" cy="3952176"/>
            </a:xfrm>
            <a:prstGeom prst="leftBrace">
              <a:avLst>
                <a:gd name="adj1" fmla="val 8333"/>
                <a:gd name="adj2" fmla="val 21873"/>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grpSp>
    </p:spTree>
    <p:extLst>
      <p:ext uri="{BB962C8B-B14F-4D97-AF65-F5344CB8AC3E}">
        <p14:creationId xmlns:p14="http://schemas.microsoft.com/office/powerpoint/2010/main" val="6314258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E67FF01-B4C6-47FE-AA74-80A9B3DB2721}"/>
              </a:ext>
            </a:extLst>
          </p:cNvPr>
          <p:cNvSpPr>
            <a:spLocks noGrp="1"/>
          </p:cNvSpPr>
          <p:nvPr>
            <p:ph type="title"/>
          </p:nvPr>
        </p:nvSpPr>
        <p:spPr/>
        <p:txBody>
          <a:bodyPr>
            <a:normAutofit/>
          </a:bodyPr>
          <a:lstStyle/>
          <a:p>
            <a:pPr algn="l"/>
            <a:r>
              <a:rPr lang="en-US" altLang="zh-TW" dirty="0">
                <a:latin typeface="Times New Roman" panose="02020603050405020304" pitchFamily="18" charset="0"/>
                <a:cs typeface="Times New Roman" panose="02020603050405020304" pitchFamily="18" charset="0"/>
              </a:rPr>
              <a:t>Learning algorithm</a:t>
            </a:r>
            <a:endParaRPr lang="zh-TW" altLang="en-US" dirty="0"/>
          </a:p>
        </p:txBody>
      </p:sp>
      <p:pic>
        <p:nvPicPr>
          <p:cNvPr id="6" name="圖片 5">
            <a:extLst>
              <a:ext uri="{FF2B5EF4-FFF2-40B4-BE49-F238E27FC236}">
                <a16:creationId xmlns:a16="http://schemas.microsoft.com/office/drawing/2014/main" id="{757F2B5E-B297-434A-94A7-290903E1C82D}"/>
              </a:ext>
            </a:extLst>
          </p:cNvPr>
          <p:cNvPicPr>
            <a:picLocks noChangeAspect="1"/>
          </p:cNvPicPr>
          <p:nvPr/>
        </p:nvPicPr>
        <p:blipFill rotWithShape="1">
          <a:blip r:embed="rId2"/>
          <a:srcRect b="2040"/>
          <a:stretch/>
        </p:blipFill>
        <p:spPr>
          <a:xfrm>
            <a:off x="2339752" y="1196752"/>
            <a:ext cx="4824537" cy="5601586"/>
          </a:xfrm>
          <a:prstGeom prst="rect">
            <a:avLst/>
          </a:prstGeom>
        </p:spPr>
      </p:pic>
    </p:spTree>
    <p:extLst>
      <p:ext uri="{BB962C8B-B14F-4D97-AF65-F5344CB8AC3E}">
        <p14:creationId xmlns:p14="http://schemas.microsoft.com/office/powerpoint/2010/main" val="3981956356"/>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B595B3A-2BBC-4A0B-8C4E-838019DF3CD9}"/>
              </a:ext>
            </a:extLst>
          </p:cNvPr>
          <p:cNvSpPr>
            <a:spLocks noGrp="1"/>
          </p:cNvSpPr>
          <p:nvPr>
            <p:ph type="title"/>
          </p:nvPr>
        </p:nvSpPr>
        <p:spPr/>
        <p:txBody>
          <a:bodyPr/>
          <a:lstStyle/>
          <a:p>
            <a:pPr algn="l"/>
            <a:r>
              <a:rPr lang="en-US" altLang="zh-TW" dirty="0">
                <a:latin typeface="Times New Roman" panose="02020603050405020304" pitchFamily="18" charset="0"/>
                <a:cs typeface="Times New Roman" panose="02020603050405020304" pitchFamily="18" charset="0"/>
              </a:rPr>
              <a:t>Experiment</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E5D0300E-D657-452E-A643-DFD602B10D93}"/>
              </a:ext>
            </a:extLst>
          </p:cNvPr>
          <p:cNvSpPr>
            <a:spLocks noGrp="1"/>
          </p:cNvSpPr>
          <p:nvPr>
            <p:ph sz="half" idx="1"/>
          </p:nvPr>
        </p:nvSpPr>
        <p:spPr>
          <a:xfrm>
            <a:off x="457200" y="1600200"/>
            <a:ext cx="8229600" cy="4525963"/>
          </a:xfrm>
        </p:spPr>
        <p:txBody>
          <a:bodyPr/>
          <a:lstStyle/>
          <a:p>
            <a:r>
              <a:rPr lang="en-US" altLang="zh-TW" dirty="0">
                <a:latin typeface="Times New Roman" panose="02020603050405020304" pitchFamily="18" charset="0"/>
                <a:cs typeface="Times New Roman" panose="02020603050405020304" pitchFamily="18" charset="0"/>
              </a:rPr>
              <a:t>Data set: more than 12 million training instances from the 1 million games. 70% of which are used for training. 10% for validation and 20% for test.</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615597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B595B3A-2BBC-4A0B-8C4E-838019DF3CD9}"/>
              </a:ext>
            </a:extLst>
          </p:cNvPr>
          <p:cNvSpPr>
            <a:spLocks noGrp="1"/>
          </p:cNvSpPr>
          <p:nvPr>
            <p:ph type="title"/>
          </p:nvPr>
        </p:nvSpPr>
        <p:spPr/>
        <p:txBody>
          <a:bodyPr/>
          <a:lstStyle/>
          <a:p>
            <a:pPr algn="l"/>
            <a:r>
              <a:rPr lang="en-US" altLang="zh-TW" dirty="0">
                <a:latin typeface="Times New Roman" panose="02020603050405020304" pitchFamily="18" charset="0"/>
                <a:cs typeface="Times New Roman" panose="02020603050405020304" pitchFamily="18" charset="0"/>
              </a:rPr>
              <a:t>Experiment – Expert behaviors</a:t>
            </a:r>
            <a:endParaRPr lang="zh-TW" altLang="en-US" dirty="0">
              <a:latin typeface="Times New Roman" panose="02020603050405020304" pitchFamily="18" charset="0"/>
              <a:cs typeface="Times New Roman" panose="02020603050405020304" pitchFamily="18" charset="0"/>
            </a:endParaRPr>
          </a:p>
        </p:txBody>
      </p:sp>
      <p:pic>
        <p:nvPicPr>
          <p:cNvPr id="5" name="內容版面配置區 4">
            <a:extLst>
              <a:ext uri="{FF2B5EF4-FFF2-40B4-BE49-F238E27FC236}">
                <a16:creationId xmlns:a16="http://schemas.microsoft.com/office/drawing/2014/main" id="{D1263EB9-638B-445F-9155-2374CAFD4306}"/>
              </a:ext>
            </a:extLst>
          </p:cNvPr>
          <p:cNvPicPr>
            <a:picLocks noGrp="1" noChangeAspect="1"/>
          </p:cNvPicPr>
          <p:nvPr>
            <p:ph sz="half" idx="1"/>
          </p:nvPr>
        </p:nvPicPr>
        <p:blipFill>
          <a:blip r:embed="rId2"/>
          <a:stretch>
            <a:fillRect/>
          </a:stretch>
        </p:blipFill>
        <p:spPr>
          <a:xfrm>
            <a:off x="1838325" y="1891506"/>
            <a:ext cx="5467350" cy="3943350"/>
          </a:xfrm>
        </p:spPr>
      </p:pic>
    </p:spTree>
    <p:extLst>
      <p:ext uri="{BB962C8B-B14F-4D97-AF65-F5344CB8AC3E}">
        <p14:creationId xmlns:p14="http://schemas.microsoft.com/office/powerpoint/2010/main" val="40544683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B595B3A-2BBC-4A0B-8C4E-838019DF3CD9}"/>
              </a:ext>
            </a:extLst>
          </p:cNvPr>
          <p:cNvSpPr>
            <a:spLocks noGrp="1"/>
          </p:cNvSpPr>
          <p:nvPr>
            <p:ph type="title"/>
          </p:nvPr>
        </p:nvSpPr>
        <p:spPr/>
        <p:txBody>
          <a:bodyPr/>
          <a:lstStyle/>
          <a:p>
            <a:pPr algn="l"/>
            <a:r>
              <a:rPr lang="en-US" altLang="zh-TW" dirty="0">
                <a:latin typeface="Times New Roman" panose="02020603050405020304" pitchFamily="18" charset="0"/>
                <a:cs typeface="Times New Roman" panose="02020603050405020304" pitchFamily="18" charset="0"/>
              </a:rPr>
              <a:t>Experiment – Expert behaviors</a:t>
            </a:r>
            <a:endParaRPr lang="zh-TW" altLang="en-US" dirty="0">
              <a:latin typeface="Times New Roman" panose="02020603050405020304" pitchFamily="18" charset="0"/>
              <a:cs typeface="Times New Roman" panose="02020603050405020304" pitchFamily="18" charset="0"/>
            </a:endParaRPr>
          </a:p>
        </p:txBody>
      </p:sp>
      <p:pic>
        <p:nvPicPr>
          <p:cNvPr id="5" name="內容版面配置區 4">
            <a:extLst>
              <a:ext uri="{FF2B5EF4-FFF2-40B4-BE49-F238E27FC236}">
                <a16:creationId xmlns:a16="http://schemas.microsoft.com/office/drawing/2014/main" id="{D1263EB9-638B-445F-9155-2374CAFD4306}"/>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rcRect/>
          <a:stretch/>
        </p:blipFill>
        <p:spPr>
          <a:xfrm>
            <a:off x="1701754" y="1844824"/>
            <a:ext cx="5740492" cy="4400377"/>
          </a:xfrm>
        </p:spPr>
      </p:pic>
    </p:spTree>
    <p:extLst>
      <p:ext uri="{BB962C8B-B14F-4D97-AF65-F5344CB8AC3E}">
        <p14:creationId xmlns:p14="http://schemas.microsoft.com/office/powerpoint/2010/main" val="40874148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B595B3A-2BBC-4A0B-8C4E-838019DF3CD9}"/>
              </a:ext>
            </a:extLst>
          </p:cNvPr>
          <p:cNvSpPr>
            <a:spLocks noGrp="1"/>
          </p:cNvSpPr>
          <p:nvPr>
            <p:ph type="title"/>
          </p:nvPr>
        </p:nvSpPr>
        <p:spPr/>
        <p:txBody>
          <a:bodyPr/>
          <a:lstStyle/>
          <a:p>
            <a:pPr algn="l"/>
            <a:r>
              <a:rPr lang="en-US" altLang="zh-TW" dirty="0">
                <a:latin typeface="Times New Roman" panose="02020603050405020304" pitchFamily="18" charset="0"/>
                <a:cs typeface="Times New Roman" panose="02020603050405020304" pitchFamily="18" charset="0"/>
              </a:rPr>
              <a:t>Experiment – Expert behaviors</a:t>
            </a:r>
            <a:endParaRPr lang="zh-TW" altLang="en-US" dirty="0">
              <a:latin typeface="Times New Roman" panose="02020603050405020304" pitchFamily="18" charset="0"/>
              <a:cs typeface="Times New Roman" panose="02020603050405020304" pitchFamily="18" charset="0"/>
            </a:endParaRPr>
          </a:p>
        </p:txBody>
      </p:sp>
      <p:pic>
        <p:nvPicPr>
          <p:cNvPr id="5" name="內容版面配置區 4">
            <a:extLst>
              <a:ext uri="{FF2B5EF4-FFF2-40B4-BE49-F238E27FC236}">
                <a16:creationId xmlns:a16="http://schemas.microsoft.com/office/drawing/2014/main" id="{D1263EB9-638B-445F-9155-2374CAFD4306}"/>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rcRect/>
          <a:stretch/>
        </p:blipFill>
        <p:spPr>
          <a:xfrm>
            <a:off x="1358216" y="1417638"/>
            <a:ext cx="6427568" cy="4723204"/>
          </a:xfrm>
        </p:spPr>
      </p:pic>
    </p:spTree>
    <p:extLst>
      <p:ext uri="{BB962C8B-B14F-4D97-AF65-F5344CB8AC3E}">
        <p14:creationId xmlns:p14="http://schemas.microsoft.com/office/powerpoint/2010/main" val="36958350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B595B3A-2BBC-4A0B-8C4E-838019DF3CD9}"/>
              </a:ext>
            </a:extLst>
          </p:cNvPr>
          <p:cNvSpPr>
            <a:spLocks noGrp="1"/>
          </p:cNvSpPr>
          <p:nvPr>
            <p:ph type="title"/>
          </p:nvPr>
        </p:nvSpPr>
        <p:spPr/>
        <p:txBody>
          <a:bodyPr/>
          <a:lstStyle/>
          <a:p>
            <a:pPr algn="l"/>
            <a:r>
              <a:rPr lang="en-US" altLang="zh-TW" dirty="0">
                <a:latin typeface="Times New Roman" panose="02020603050405020304" pitchFamily="18" charset="0"/>
                <a:cs typeface="Times New Roman" panose="02020603050405020304" pitchFamily="18" charset="0"/>
              </a:rPr>
              <a:t>Experiment – Expert behaviors</a:t>
            </a:r>
            <a:endParaRPr lang="zh-TW" altLang="en-US" dirty="0">
              <a:latin typeface="Times New Roman" panose="02020603050405020304" pitchFamily="18" charset="0"/>
              <a:cs typeface="Times New Roman" panose="02020603050405020304" pitchFamily="18" charset="0"/>
            </a:endParaRPr>
          </a:p>
        </p:txBody>
      </p:sp>
      <p:pic>
        <p:nvPicPr>
          <p:cNvPr id="5" name="內容版面配置區 4">
            <a:extLst>
              <a:ext uri="{FF2B5EF4-FFF2-40B4-BE49-F238E27FC236}">
                <a16:creationId xmlns:a16="http://schemas.microsoft.com/office/drawing/2014/main" id="{D1263EB9-638B-445F-9155-2374CAFD4306}"/>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rcRect/>
          <a:stretch/>
        </p:blipFill>
        <p:spPr>
          <a:xfrm>
            <a:off x="1297060" y="1447889"/>
            <a:ext cx="6549880" cy="4569160"/>
          </a:xfrm>
        </p:spPr>
      </p:pic>
    </p:spTree>
    <p:extLst>
      <p:ext uri="{BB962C8B-B14F-4D97-AF65-F5344CB8AC3E}">
        <p14:creationId xmlns:p14="http://schemas.microsoft.com/office/powerpoint/2010/main" val="42286092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B595B3A-2BBC-4A0B-8C4E-838019DF3CD9}"/>
              </a:ext>
            </a:extLst>
          </p:cNvPr>
          <p:cNvSpPr>
            <a:spLocks noGrp="1"/>
          </p:cNvSpPr>
          <p:nvPr>
            <p:ph type="title"/>
          </p:nvPr>
        </p:nvSpPr>
        <p:spPr/>
        <p:txBody>
          <a:bodyPr>
            <a:normAutofit fontScale="90000"/>
          </a:bodyPr>
          <a:lstStyle/>
          <a:p>
            <a:pPr algn="l"/>
            <a:r>
              <a:rPr lang="en-US" altLang="zh-TW" dirty="0">
                <a:latin typeface="Times New Roman" panose="02020603050405020304" pitchFamily="18" charset="0"/>
                <a:cs typeface="Times New Roman" panose="02020603050405020304" pitchFamily="18" charset="0"/>
              </a:rPr>
              <a:t>Experiment – Double Dummy analysis</a:t>
            </a:r>
            <a:endParaRPr lang="zh-TW" altLang="en-US" dirty="0">
              <a:latin typeface="Times New Roman" panose="02020603050405020304" pitchFamily="18" charset="0"/>
              <a:cs typeface="Times New Roman" panose="02020603050405020304" pitchFamily="18" charset="0"/>
            </a:endParaRPr>
          </a:p>
        </p:txBody>
      </p:sp>
      <p:pic>
        <p:nvPicPr>
          <p:cNvPr id="5" name="內容版面配置區 4">
            <a:extLst>
              <a:ext uri="{FF2B5EF4-FFF2-40B4-BE49-F238E27FC236}">
                <a16:creationId xmlns:a16="http://schemas.microsoft.com/office/drawing/2014/main" id="{D1263EB9-638B-445F-9155-2374CAFD4306}"/>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rcRect/>
          <a:stretch/>
        </p:blipFill>
        <p:spPr>
          <a:xfrm>
            <a:off x="1564902" y="1556792"/>
            <a:ext cx="6014195" cy="4569160"/>
          </a:xfrm>
        </p:spPr>
      </p:pic>
    </p:spTree>
    <p:extLst>
      <p:ext uri="{BB962C8B-B14F-4D97-AF65-F5344CB8AC3E}">
        <p14:creationId xmlns:p14="http://schemas.microsoft.com/office/powerpoint/2010/main" val="1692078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B595B3A-2BBC-4A0B-8C4E-838019DF3CD9}"/>
              </a:ext>
            </a:extLst>
          </p:cNvPr>
          <p:cNvSpPr>
            <a:spLocks noGrp="1"/>
          </p:cNvSpPr>
          <p:nvPr>
            <p:ph type="title"/>
          </p:nvPr>
        </p:nvSpPr>
        <p:spPr/>
        <p:txBody>
          <a:bodyPr>
            <a:normAutofit fontScale="90000"/>
          </a:bodyPr>
          <a:lstStyle/>
          <a:p>
            <a:pPr algn="l"/>
            <a:r>
              <a:rPr lang="en-US" altLang="zh-TW" dirty="0">
                <a:latin typeface="Times New Roman" panose="02020603050405020304" pitchFamily="18" charset="0"/>
                <a:cs typeface="Times New Roman" panose="02020603050405020304" pitchFamily="18" charset="0"/>
              </a:rPr>
              <a:t>Experiment – Estimating opponents’ card?</a:t>
            </a:r>
            <a:endParaRPr lang="zh-TW" altLang="en-US" dirty="0">
              <a:latin typeface="Times New Roman" panose="02020603050405020304" pitchFamily="18" charset="0"/>
              <a:cs typeface="Times New Roman" panose="02020603050405020304" pitchFamily="18" charset="0"/>
            </a:endParaRPr>
          </a:p>
        </p:txBody>
      </p:sp>
      <p:pic>
        <p:nvPicPr>
          <p:cNvPr id="5" name="內容版面配置區 4">
            <a:extLst>
              <a:ext uri="{FF2B5EF4-FFF2-40B4-BE49-F238E27FC236}">
                <a16:creationId xmlns:a16="http://schemas.microsoft.com/office/drawing/2014/main" id="{D1263EB9-638B-445F-9155-2374CAFD4306}"/>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rcRect/>
          <a:stretch/>
        </p:blipFill>
        <p:spPr>
          <a:xfrm>
            <a:off x="2061900" y="3680764"/>
            <a:ext cx="5020200" cy="3177236"/>
          </a:xfrm>
        </p:spPr>
      </p:pic>
      <p:sp>
        <p:nvSpPr>
          <p:cNvPr id="4" name="內容版面配置區 2">
            <a:extLst>
              <a:ext uri="{FF2B5EF4-FFF2-40B4-BE49-F238E27FC236}">
                <a16:creationId xmlns:a16="http://schemas.microsoft.com/office/drawing/2014/main" id="{0830EF3F-1A1D-4283-B1AF-5F5FCF009821}"/>
              </a:ext>
            </a:extLst>
          </p:cNvPr>
          <p:cNvSpPr txBox="1">
            <a:spLocks/>
          </p:cNvSpPr>
          <p:nvPr/>
        </p:nvSpPr>
        <p:spPr>
          <a:xfrm>
            <a:off x="457200" y="1600200"/>
            <a:ext cx="8229600" cy="45259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r>
              <a:rPr lang="en-US" altLang="zh-TW" dirty="0">
                <a:latin typeface="Times New Roman" panose="02020603050405020304" pitchFamily="18" charset="0"/>
                <a:cs typeface="Times New Roman" panose="02020603050405020304" pitchFamily="18" charset="0"/>
              </a:rPr>
              <a:t>Data set: 2000 decks</a:t>
            </a:r>
          </a:p>
          <a:p>
            <a:r>
              <a:rPr lang="en-US" altLang="zh-TW" dirty="0">
                <a:latin typeface="Times New Roman" panose="02020603050405020304" pitchFamily="18" charset="0"/>
                <a:cs typeface="Times New Roman" panose="02020603050405020304" pitchFamily="18" charset="0"/>
              </a:rPr>
              <a:t>Method: randomly generate 1000 different initial card of player S(E) and then calculate the standard deviation of each declarer-suit pair over the 1000 DDA results for each decks</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49546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B595B3A-2BBC-4A0B-8C4E-838019DF3CD9}"/>
              </a:ext>
            </a:extLst>
          </p:cNvPr>
          <p:cNvSpPr>
            <a:spLocks noGrp="1"/>
          </p:cNvSpPr>
          <p:nvPr>
            <p:ph type="title"/>
          </p:nvPr>
        </p:nvSpPr>
        <p:spPr/>
        <p:txBody>
          <a:bodyPr>
            <a:normAutofit/>
          </a:bodyPr>
          <a:lstStyle/>
          <a:p>
            <a:pPr algn="l"/>
            <a:r>
              <a:rPr lang="en-US" altLang="zh-TW" dirty="0">
                <a:latin typeface="Times New Roman" panose="02020603050405020304" pitchFamily="18" charset="0"/>
                <a:cs typeface="Times New Roman" panose="02020603050405020304" pitchFamily="18" charset="0"/>
              </a:rPr>
              <a:t>Experiment – ENN and PNN</a:t>
            </a:r>
            <a:endParaRPr lang="zh-TW" altLang="en-US" dirty="0">
              <a:latin typeface="Times New Roman" panose="02020603050405020304" pitchFamily="18" charset="0"/>
              <a:cs typeface="Times New Roman" panose="02020603050405020304" pitchFamily="18" charset="0"/>
            </a:endParaRPr>
          </a:p>
        </p:txBody>
      </p:sp>
      <p:pic>
        <p:nvPicPr>
          <p:cNvPr id="7" name="內容版面配置區 4">
            <a:extLst>
              <a:ext uri="{FF2B5EF4-FFF2-40B4-BE49-F238E27FC236}">
                <a16:creationId xmlns:a16="http://schemas.microsoft.com/office/drawing/2014/main" id="{2369CA40-FB32-49D5-B17C-73E327F21CB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983774" y="1556792"/>
            <a:ext cx="7176452" cy="4842204"/>
          </a:xfrm>
          <a:prstGeom prst="rect">
            <a:avLst/>
          </a:prstGeom>
        </p:spPr>
      </p:pic>
    </p:spTree>
    <p:extLst>
      <p:ext uri="{BB962C8B-B14F-4D97-AF65-F5344CB8AC3E}">
        <p14:creationId xmlns:p14="http://schemas.microsoft.com/office/powerpoint/2010/main" val="38162740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B595B3A-2BBC-4A0B-8C4E-838019DF3CD9}"/>
              </a:ext>
            </a:extLst>
          </p:cNvPr>
          <p:cNvSpPr>
            <a:spLocks noGrp="1"/>
          </p:cNvSpPr>
          <p:nvPr>
            <p:ph type="title"/>
          </p:nvPr>
        </p:nvSpPr>
        <p:spPr/>
        <p:txBody>
          <a:bodyPr>
            <a:normAutofit/>
          </a:bodyPr>
          <a:lstStyle/>
          <a:p>
            <a:pPr algn="l"/>
            <a:r>
              <a:rPr lang="en-US" altLang="zh-TW" dirty="0">
                <a:latin typeface="Times New Roman" panose="02020603050405020304" pitchFamily="18" charset="0"/>
                <a:cs typeface="Times New Roman" panose="02020603050405020304" pitchFamily="18" charset="0"/>
              </a:rPr>
              <a:t>Experiment – ENN and PNN</a:t>
            </a:r>
            <a:endParaRPr lang="zh-TW" altLang="en-US" dirty="0">
              <a:latin typeface="Times New Roman" panose="02020603050405020304" pitchFamily="18" charset="0"/>
              <a:cs typeface="Times New Roman" panose="02020603050405020304" pitchFamily="18" charset="0"/>
            </a:endParaRPr>
          </a:p>
        </p:txBody>
      </p:sp>
      <p:pic>
        <p:nvPicPr>
          <p:cNvPr id="7" name="內容版面配置區 4">
            <a:extLst>
              <a:ext uri="{FF2B5EF4-FFF2-40B4-BE49-F238E27FC236}">
                <a16:creationId xmlns:a16="http://schemas.microsoft.com/office/drawing/2014/main" id="{2369CA40-FB32-49D5-B17C-73E327F21CB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75754" y="4077072"/>
            <a:ext cx="8792491" cy="1870742"/>
          </a:xfrm>
          <a:prstGeom prst="rect">
            <a:avLst/>
          </a:prstGeom>
        </p:spPr>
      </p:pic>
      <p:sp>
        <p:nvSpPr>
          <p:cNvPr id="4" name="內容版面配置區 2">
            <a:extLst>
              <a:ext uri="{FF2B5EF4-FFF2-40B4-BE49-F238E27FC236}">
                <a16:creationId xmlns:a16="http://schemas.microsoft.com/office/drawing/2014/main" id="{A31FAD6F-AFEB-4429-9514-4EB795C71126}"/>
              </a:ext>
            </a:extLst>
          </p:cNvPr>
          <p:cNvSpPr txBox="1">
            <a:spLocks/>
          </p:cNvSpPr>
          <p:nvPr/>
        </p:nvSpPr>
        <p:spPr>
          <a:xfrm>
            <a:off x="457200" y="1600200"/>
            <a:ext cx="8229600" cy="45259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r>
              <a:rPr lang="en-US" altLang="zh-TW" dirty="0">
                <a:latin typeface="Times New Roman" panose="02020603050405020304" pitchFamily="18" charset="0"/>
                <a:cs typeface="Times New Roman" panose="02020603050405020304" pitchFamily="18" charset="0"/>
              </a:rPr>
              <a:t>Data set: </a:t>
            </a:r>
          </a:p>
          <a:p>
            <a:pPr lvl="1"/>
            <a:r>
              <a:rPr lang="en-US" altLang="zh-TW" dirty="0">
                <a:latin typeface="Times New Roman" panose="02020603050405020304" pitchFamily="18" charset="0"/>
                <a:cs typeface="Times New Roman" panose="02020603050405020304" pitchFamily="18" charset="0"/>
              </a:rPr>
              <a:t>10000 random deals for NN</a:t>
            </a:r>
          </a:p>
          <a:p>
            <a:pPr lvl="1"/>
            <a:r>
              <a:rPr lang="en-US" altLang="zh-TW" dirty="0">
                <a:latin typeface="Times New Roman" panose="02020603050405020304" pitchFamily="18" charset="0"/>
                <a:cs typeface="Times New Roman" panose="02020603050405020304" pitchFamily="18" charset="0"/>
              </a:rPr>
              <a:t>64 random deals for Wbridge5 (neither code or command line interface)</a:t>
            </a:r>
          </a:p>
        </p:txBody>
      </p:sp>
    </p:spTree>
    <p:extLst>
      <p:ext uri="{BB962C8B-B14F-4D97-AF65-F5344CB8AC3E}">
        <p14:creationId xmlns:p14="http://schemas.microsoft.com/office/powerpoint/2010/main" val="37370600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B595B3A-2BBC-4A0B-8C4E-838019DF3CD9}"/>
              </a:ext>
            </a:extLst>
          </p:cNvPr>
          <p:cNvSpPr>
            <a:spLocks noGrp="1"/>
          </p:cNvSpPr>
          <p:nvPr>
            <p:ph type="title"/>
          </p:nvPr>
        </p:nvSpPr>
        <p:spPr/>
        <p:txBody>
          <a:bodyPr>
            <a:normAutofit/>
          </a:bodyPr>
          <a:lstStyle/>
          <a:p>
            <a:pPr algn="l"/>
            <a:r>
              <a:rPr lang="en-US" altLang="zh-TW" dirty="0">
                <a:latin typeface="Times New Roman" panose="02020603050405020304" pitchFamily="18" charset="0"/>
                <a:cs typeface="Times New Roman" panose="02020603050405020304" pitchFamily="18" charset="0"/>
              </a:rPr>
              <a:t>Experiment – ENN and PNN</a:t>
            </a:r>
            <a:endParaRPr lang="zh-TW" altLang="en-US" dirty="0">
              <a:latin typeface="Times New Roman" panose="02020603050405020304" pitchFamily="18" charset="0"/>
              <a:cs typeface="Times New Roman" panose="02020603050405020304" pitchFamily="18" charset="0"/>
            </a:endParaRPr>
          </a:p>
        </p:txBody>
      </p:sp>
      <p:pic>
        <p:nvPicPr>
          <p:cNvPr id="7" name="內容版面配置區 4">
            <a:extLst>
              <a:ext uri="{FF2B5EF4-FFF2-40B4-BE49-F238E27FC236}">
                <a16:creationId xmlns:a16="http://schemas.microsoft.com/office/drawing/2014/main" id="{2369CA40-FB32-49D5-B17C-73E327F21CB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065650" y="2902868"/>
            <a:ext cx="5012700" cy="3955132"/>
          </a:xfrm>
          <a:prstGeom prst="rect">
            <a:avLst/>
          </a:prstGeom>
        </p:spPr>
      </p:pic>
      <p:sp>
        <p:nvSpPr>
          <p:cNvPr id="13" name="內容版面配置區 2">
            <a:extLst>
              <a:ext uri="{FF2B5EF4-FFF2-40B4-BE49-F238E27FC236}">
                <a16:creationId xmlns:a16="http://schemas.microsoft.com/office/drawing/2014/main" id="{04BDCF1B-65C2-4792-8CB0-0C1B6CAFDA0D}"/>
              </a:ext>
            </a:extLst>
          </p:cNvPr>
          <p:cNvSpPr txBox="1">
            <a:spLocks/>
          </p:cNvSpPr>
          <p:nvPr/>
        </p:nvSpPr>
        <p:spPr>
          <a:xfrm>
            <a:off x="457200" y="1600200"/>
            <a:ext cx="8229600" cy="45259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r>
              <a:rPr lang="en-US" altLang="zh-TW" dirty="0">
                <a:latin typeface="Times New Roman" panose="02020603050405020304" pitchFamily="18" charset="0"/>
                <a:cs typeface="Times New Roman" panose="02020603050405020304" pitchFamily="18" charset="0"/>
              </a:rPr>
              <a:t>Data set: </a:t>
            </a:r>
          </a:p>
          <a:p>
            <a:pPr lvl="1"/>
            <a:r>
              <a:rPr lang="en-US" altLang="zh-TW" dirty="0">
                <a:latin typeface="Times New Roman" panose="02020603050405020304" pitchFamily="18" charset="0"/>
                <a:cs typeface="Times New Roman" panose="02020603050405020304" pitchFamily="18" charset="0"/>
              </a:rPr>
              <a:t>2 million deals to train ENN</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and</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PNN</a:t>
            </a:r>
          </a:p>
          <a:p>
            <a:pPr lvl="1"/>
            <a:r>
              <a:rPr lang="en-US" altLang="zh-TW" dirty="0">
                <a:latin typeface="Times New Roman" panose="02020603050405020304" pitchFamily="18" charset="0"/>
                <a:cs typeface="Times New Roman" panose="02020603050405020304" pitchFamily="18" charset="0"/>
              </a:rPr>
              <a:t>10000 random deals to compare SL network</a:t>
            </a:r>
          </a:p>
        </p:txBody>
      </p:sp>
    </p:spTree>
    <p:extLst>
      <p:ext uri="{BB962C8B-B14F-4D97-AF65-F5344CB8AC3E}">
        <p14:creationId xmlns:p14="http://schemas.microsoft.com/office/powerpoint/2010/main" val="3205750064"/>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10612</TotalTime>
  <Words>907</Words>
  <Application>Microsoft Office PowerPoint</Application>
  <PresentationFormat>如螢幕大小 (4:3)</PresentationFormat>
  <Paragraphs>151</Paragraphs>
  <Slides>23</Slides>
  <Notes>5</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23</vt:i4>
      </vt:variant>
    </vt:vector>
  </HeadingPairs>
  <TitlesOfParts>
    <vt:vector size="28" baseType="lpstr">
      <vt:lpstr>Arial</vt:lpstr>
      <vt:lpstr>Calibri</vt:lpstr>
      <vt:lpstr>Cambria Math</vt:lpstr>
      <vt:lpstr>Times New Roman</vt:lpstr>
      <vt:lpstr>Office 佈景主題</vt:lpstr>
      <vt:lpstr> Competitive Bridge Bidding with Deep Neural Networks</vt:lpstr>
      <vt:lpstr>Abstract</vt:lpstr>
      <vt:lpstr>Abstract</vt:lpstr>
      <vt:lpstr>Introduction</vt:lpstr>
      <vt:lpstr>Bidding stage</vt:lpstr>
      <vt:lpstr>Bidding stage</vt:lpstr>
      <vt:lpstr>Definition</vt:lpstr>
      <vt:lpstr>Estimation neural network (ENN)</vt:lpstr>
      <vt:lpstr>Estimation neural network (ENN)</vt:lpstr>
      <vt:lpstr>Estimation neural network (ENN)</vt:lpstr>
      <vt:lpstr>Policy neural network (PNN)</vt:lpstr>
      <vt:lpstr>Policy neural network (PNN)</vt:lpstr>
      <vt:lpstr>Learning algorithm</vt:lpstr>
      <vt:lpstr>Experiment</vt:lpstr>
      <vt:lpstr>Experiment – Expert behaviors</vt:lpstr>
      <vt:lpstr>Experiment – Expert behaviors</vt:lpstr>
      <vt:lpstr>Experiment – Expert behaviors</vt:lpstr>
      <vt:lpstr>Experiment – Expert behaviors</vt:lpstr>
      <vt:lpstr>Experiment – Double Dummy analysis</vt:lpstr>
      <vt:lpstr>Experiment – Estimating opponents’ card?</vt:lpstr>
      <vt:lpstr>Experiment – ENN and PNN</vt:lpstr>
      <vt:lpstr>Experiment – ENN and PNN</vt:lpstr>
      <vt:lpstr>Experiment – ENN and PNN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faster algorithm for finding shortest substring matches of a regular expression</dc:title>
  <dc:creator>M093040098</dc:creator>
  <cp:lastModifiedBy>User</cp:lastModifiedBy>
  <cp:revision>379</cp:revision>
  <dcterms:created xsi:type="dcterms:W3CDTF">2020-10-30T08:30:28Z</dcterms:created>
  <dcterms:modified xsi:type="dcterms:W3CDTF">2021-09-28T10:09:43Z</dcterms:modified>
</cp:coreProperties>
</file>