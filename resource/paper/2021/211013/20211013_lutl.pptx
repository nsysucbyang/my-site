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6"/>
  </p:notesMasterIdLst>
  <p:sldIdLst>
    <p:sldId id="256" r:id="rId2"/>
    <p:sldId id="257" r:id="rId3"/>
    <p:sldId id="258" r:id="rId4"/>
    <p:sldId id="266" r:id="rId5"/>
    <p:sldId id="268" r:id="rId6"/>
    <p:sldId id="274" r:id="rId7"/>
    <p:sldId id="267" r:id="rId8"/>
    <p:sldId id="271" r:id="rId9"/>
    <p:sldId id="275" r:id="rId10"/>
    <p:sldId id="277" r:id="rId11"/>
    <p:sldId id="276" r:id="rId12"/>
    <p:sldId id="279" r:id="rId13"/>
    <p:sldId id="281" r:id="rId14"/>
    <p:sldId id="280"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E3F3"/>
    <a:srgbClr val="FBE5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snapToObjects="1">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2021/10/13</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2021/10/13</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2021/10/13</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2021/10/13</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2021/10/13</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2021/10/13</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2021/10/13</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2021/10/13</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2021/10/13</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2021/10/13</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2021/10/13</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2021/10/13</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大標題與項目符號">
    <p:spTree>
      <p:nvGrpSpPr>
        <p:cNvPr id="1" name=""/>
        <p:cNvGrpSpPr/>
        <p:nvPr/>
      </p:nvGrpSpPr>
      <p:grpSpPr>
        <a:xfrm>
          <a:off x="0" y="0"/>
          <a:ext cx="0" cy="0"/>
          <a:chOff x="0" y="0"/>
          <a:chExt cx="0" cy="0"/>
        </a:xfrm>
      </p:grpSpPr>
      <p:sp>
        <p:nvSpPr>
          <p:cNvPr id="56" name="大標題文字"/>
          <p:cNvSpPr txBox="1">
            <a:spLocks noGrp="1"/>
          </p:cNvSpPr>
          <p:nvPr>
            <p:ph type="title"/>
          </p:nvPr>
        </p:nvSpPr>
        <p:spPr>
          <a:prstGeom prst="rect">
            <a:avLst/>
          </a:prstGeom>
        </p:spPr>
        <p:txBody>
          <a:bodyPr/>
          <a:lstStyle/>
          <a:p>
            <a:r>
              <a:t>大標題文字</a:t>
            </a:r>
          </a:p>
        </p:txBody>
      </p:sp>
      <p:sp>
        <p:nvSpPr>
          <p:cNvPr id="57" name="內文層級一…"/>
          <p:cNvSpPr txBox="1">
            <a:spLocks noGrp="1"/>
          </p:cNvSpPr>
          <p:nvPr>
            <p:ph type="body" idx="1"/>
          </p:nvPr>
        </p:nvSpPr>
        <p:spPr>
          <a:prstGeom prst="rect">
            <a:avLst/>
          </a:prstGeom>
        </p:spPr>
        <p:txBody>
          <a:bodyPr/>
          <a:lstStyle>
            <a:lvl1pPr marL="396875" indent="-396875">
              <a:defRPr sz="3000"/>
            </a:lvl1pPr>
            <a:lvl2pPr marL="714375" indent="-396875">
              <a:defRPr sz="3000"/>
            </a:lvl2pPr>
            <a:lvl3pPr marL="1031875" indent="-396875">
              <a:defRPr sz="3000"/>
            </a:lvl3pPr>
            <a:lvl4pPr marL="1349375" indent="-396875">
              <a:defRPr sz="3000"/>
            </a:lvl4pPr>
            <a:lvl5pPr marL="1666875" indent="-396875">
              <a:defRPr sz="3000"/>
            </a:lvl5pPr>
          </a:lstStyle>
          <a:p>
            <a:r>
              <a:t>內文層級一</a:t>
            </a:r>
          </a:p>
          <a:p>
            <a:pPr lvl="1"/>
            <a:r>
              <a:t>內文層級二</a:t>
            </a:r>
          </a:p>
          <a:p>
            <a:pPr lvl="2"/>
            <a:r>
              <a:t>內文層級三</a:t>
            </a:r>
          </a:p>
          <a:p>
            <a:pPr lvl="3"/>
            <a:r>
              <a:t>內文層級四</a:t>
            </a:r>
          </a:p>
          <a:p>
            <a:pPr lvl="4"/>
            <a:r>
              <a:t>內文層級五</a:t>
            </a:r>
          </a:p>
        </p:txBody>
      </p:sp>
      <p:sp>
        <p:nvSpPr>
          <p:cNvPr id="5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5875574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2021/10/13</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a:xfrm>
            <a:off x="935665" y="983293"/>
            <a:ext cx="9732335" cy="2460559"/>
          </a:xfrm>
        </p:spPr>
        <p:txBody>
          <a:bodyPr>
            <a:noAutofit/>
          </a:bodyPr>
          <a:lstStyle/>
          <a:p>
            <a:r>
              <a:rPr kumimoji="1" lang="en-US" altLang="zh-TW" dirty="0"/>
              <a:t>An Efficient Algorithm for the Longest Tandem Scattered Subsequence Problem</a:t>
            </a: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727297"/>
            <a:ext cx="9144000" cy="2460559"/>
          </a:xfrm>
        </p:spPr>
        <p:txBody>
          <a:bodyPr>
            <a:normAutofit/>
          </a:bodyPr>
          <a:lstStyle/>
          <a:p>
            <a:r>
              <a:rPr kumimoji="1" lang="en-US" altLang="zh-TW" dirty="0">
                <a:latin typeface="Times New Roman" panose="02020603050405020304" pitchFamily="18" charset="0"/>
                <a:cs typeface="Times New Roman" panose="02020603050405020304" pitchFamily="18" charset="0"/>
              </a:rPr>
              <a:t>Adrian </a:t>
            </a:r>
            <a:r>
              <a:rPr kumimoji="1" lang="en-US" altLang="zh-TW" dirty="0" err="1">
                <a:latin typeface="Times New Roman" panose="02020603050405020304" pitchFamily="18" charset="0"/>
                <a:cs typeface="Times New Roman" panose="02020603050405020304" pitchFamily="18" charset="0"/>
              </a:rPr>
              <a:t>Kosowski</a:t>
            </a:r>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11th International Symposium on String Processing and Information Retrieval (SPIRE 2004), Padua, Italy</a:t>
            </a:r>
          </a:p>
          <a:p>
            <a:r>
              <a:rPr kumimoji="1" lang="en-US" altLang="zh-TW" dirty="0">
                <a:latin typeface="Times New Roman" panose="02020603050405020304" pitchFamily="18" charset="0"/>
                <a:cs typeface="Times New Roman" panose="02020603050405020304" pitchFamily="18" charset="0"/>
              </a:rPr>
              <a:t>Vol. 3246, pp. 93-100, 2004</a:t>
            </a: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Oct. 13, 2021</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pPr marL="0" indent="0" algn="just">
              <a:buNone/>
            </a:pPr>
            <a:r>
              <a:rPr kumimoji="1" lang="en-US" altLang="zh-TW" dirty="0">
                <a:latin typeface="Times New Roman" panose="02020603050405020304" pitchFamily="18" charset="0"/>
                <a:cs typeface="Times New Roman" panose="02020603050405020304" pitchFamily="18" charset="0"/>
              </a:rPr>
              <a:t>The paper deals with the problem of finding </a:t>
            </a:r>
            <a:r>
              <a:rPr kumimoji="1" lang="en-US" altLang="zh-TW" b="1" dirty="0">
                <a:latin typeface="Times New Roman" panose="02020603050405020304" pitchFamily="18" charset="0"/>
                <a:cs typeface="Times New Roman" panose="02020603050405020304" pitchFamily="18" charset="0"/>
              </a:rPr>
              <a:t>a tandem scattered subsequence of maximum length (LTS) </a:t>
            </a:r>
            <a:r>
              <a:rPr kumimoji="1" lang="en-US" altLang="zh-TW" dirty="0">
                <a:latin typeface="Times New Roman" panose="02020603050405020304" pitchFamily="18" charset="0"/>
                <a:cs typeface="Times New Roman" panose="02020603050405020304" pitchFamily="18" charset="0"/>
              </a:rPr>
              <a:t>for a given character sequence. A sequence is referred to as tandem if it can be split into </a:t>
            </a:r>
            <a:r>
              <a:rPr kumimoji="1" lang="en-US" altLang="zh-TW" b="1" dirty="0">
                <a:latin typeface="Times New Roman" panose="02020603050405020304" pitchFamily="18" charset="0"/>
                <a:cs typeface="Times New Roman" panose="02020603050405020304" pitchFamily="18" charset="0"/>
              </a:rPr>
              <a:t>two identical </a:t>
            </a:r>
            <a:r>
              <a:rPr kumimoji="1" lang="en-US" altLang="zh-TW" dirty="0">
                <a:latin typeface="Times New Roman" panose="02020603050405020304" pitchFamily="18" charset="0"/>
                <a:cs typeface="Times New Roman" panose="02020603050405020304" pitchFamily="18" charset="0"/>
              </a:rPr>
              <a:t>sequences. An efficient algorithm for the LTS problem is presented and is shown to have </a:t>
            </a:r>
            <a:r>
              <a:rPr kumimoji="1" lang="en-US" altLang="zh-TW" b="1" i="1" dirty="0">
                <a:latin typeface="Times New Roman" panose="02020603050405020304" pitchFamily="18" charset="0"/>
                <a:cs typeface="Times New Roman" panose="02020603050405020304" pitchFamily="18" charset="0"/>
              </a:rPr>
              <a:t>O</a:t>
            </a:r>
            <a:r>
              <a:rPr kumimoji="1" lang="en-US" altLang="zh-TW" b="1" dirty="0">
                <a:latin typeface="Times New Roman" panose="02020603050405020304" pitchFamily="18" charset="0"/>
                <a:cs typeface="Times New Roman" panose="02020603050405020304" pitchFamily="18" charset="0"/>
              </a:rPr>
              <a:t>(</a:t>
            </a:r>
            <a:r>
              <a:rPr kumimoji="1" lang="en-US" altLang="zh-TW" b="1" i="1" dirty="0">
                <a:latin typeface="Times New Roman" panose="02020603050405020304" pitchFamily="18" charset="0"/>
                <a:cs typeface="Times New Roman" panose="02020603050405020304" pitchFamily="18" charset="0"/>
              </a:rPr>
              <a:t>n</a:t>
            </a:r>
            <a:r>
              <a:rPr kumimoji="1" lang="en-US" altLang="zh-TW" b="1" i="1" baseline="30000" dirty="0">
                <a:latin typeface="Times New Roman" panose="02020603050405020304" pitchFamily="18" charset="0"/>
                <a:cs typeface="Times New Roman" panose="02020603050405020304" pitchFamily="18" charset="0"/>
              </a:rPr>
              <a:t>2</a:t>
            </a:r>
            <a:r>
              <a:rPr kumimoji="1" lang="en-US" altLang="zh-TW" b="1"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computational complexity and linear memory complexity with respect to the length </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of the </a:t>
            </a:r>
            <a:r>
              <a:rPr kumimoji="1" lang="en-US" altLang="zh-TW" dirty="0" err="1">
                <a:latin typeface="Times New Roman" panose="02020603050405020304" pitchFamily="18" charset="0"/>
                <a:cs typeface="Times New Roman" panose="02020603050405020304" pitchFamily="18" charset="0"/>
              </a:rPr>
              <a:t>analysed</a:t>
            </a:r>
            <a:r>
              <a:rPr kumimoji="1" lang="en-US" altLang="zh-TW" dirty="0">
                <a:latin typeface="Times New Roman" panose="02020603050405020304" pitchFamily="18" charset="0"/>
                <a:cs typeface="Times New Roman" panose="02020603050405020304" pitchFamily="18" charset="0"/>
              </a:rPr>
              <a:t> sequence. A conjecture is put forward and discussed, stating that the complexity of the given algorithm may not be easily improved. Finally, the potential application of the solution to the LTS problem in approximate tandem substring matching in DNA sequences is discussed.</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73669004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Outline</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Longest Tandem Subsequence (LTS)</a:t>
            </a:r>
          </a:p>
          <a:p>
            <a:endParaRPr kumimoji="1" lang="en-US" altLang="zh-TW" dirty="0">
              <a:latin typeface="Times New Roman" panose="02020603050405020304" pitchFamily="18" charset="0"/>
              <a:cs typeface="Times New Roman" panose="02020603050405020304" pitchFamily="18" charset="0"/>
            </a:endParaRPr>
          </a:p>
          <a:p>
            <a:r>
              <a:rPr kumimoji="1" lang="en-US" altLang="zh-TW" i="1" dirty="0" err="1">
                <a:latin typeface="Times New Roman" panose="02020603050405020304" pitchFamily="18" charset="0"/>
                <a:cs typeface="Times New Roman" panose="02020603050405020304" pitchFamily="18" charset="0"/>
              </a:rPr>
              <a:t>f</a:t>
            </a:r>
            <a:r>
              <a:rPr kumimoji="1" lang="en-US" altLang="zh-TW" i="1" baseline="-25000" dirty="0" err="1">
                <a:latin typeface="Times New Roman" panose="02020603050405020304" pitchFamily="18" charset="0"/>
                <a:cs typeface="Times New Roman" panose="02020603050405020304" pitchFamily="18" charset="0"/>
              </a:rPr>
              <a:t>k</a:t>
            </a:r>
            <a:r>
              <a:rPr kumimoji="1" lang="en-US" altLang="zh-TW" dirty="0">
                <a:latin typeface="Times New Roman" panose="02020603050405020304" pitchFamily="18" charset="0"/>
                <a:cs typeface="Times New Roman" panose="02020603050405020304" pitchFamily="18" charset="0"/>
              </a:rPr>
              <a:t>(</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a:t>
            </a:r>
          </a:p>
          <a:p>
            <a:r>
              <a:rPr kumimoji="1" lang="en-US" altLang="zh-TW" i="1" dirty="0">
                <a:latin typeface="Times New Roman" panose="02020603050405020304" pitchFamily="18" charset="0"/>
                <a:cs typeface="Times New Roman" panose="02020603050405020304" pitchFamily="18" charset="0"/>
              </a:rPr>
              <a:t>d</a:t>
            </a:r>
            <a:r>
              <a:rPr kumimoji="1" lang="en-US" altLang="zh-TW" i="1" baseline="-25000" dirty="0">
                <a:latin typeface="Times New Roman" panose="02020603050405020304" pitchFamily="18" charset="0"/>
                <a:cs typeface="Times New Roman" panose="02020603050405020304" pitchFamily="18" charset="0"/>
              </a:rPr>
              <a:t>k</a:t>
            </a:r>
            <a:r>
              <a:rPr kumimoji="1" lang="en-US" altLang="zh-TW" dirty="0">
                <a:latin typeface="Times New Roman" panose="02020603050405020304" pitchFamily="18" charset="0"/>
                <a:cs typeface="Times New Roman" panose="02020603050405020304" pitchFamily="18" charset="0"/>
              </a:rPr>
              <a:t>(</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 &amp; property 1</a:t>
            </a:r>
          </a:p>
          <a:p>
            <a:r>
              <a:rPr kumimoji="1" lang="en-US" altLang="zh-TW" i="1" dirty="0" err="1">
                <a:latin typeface="Times New Roman" panose="02020603050405020304" pitchFamily="18" charset="0"/>
                <a:cs typeface="Times New Roman" panose="02020603050405020304" pitchFamily="18" charset="0"/>
              </a:rPr>
              <a:t>a</a:t>
            </a:r>
            <a:r>
              <a:rPr kumimoji="1" lang="en-US" altLang="zh-TW" i="1" baseline="-25000" dirty="0" err="1">
                <a:latin typeface="Times New Roman" panose="02020603050405020304" pitchFamily="18" charset="0"/>
                <a:cs typeface="Times New Roman" panose="02020603050405020304" pitchFamily="18" charset="0"/>
              </a:rPr>
              <a:t>k</a:t>
            </a:r>
            <a:r>
              <a:rPr kumimoji="1" lang="en-US" altLang="zh-TW" dirty="0">
                <a:latin typeface="Times New Roman" panose="02020603050405020304" pitchFamily="18" charset="0"/>
                <a:cs typeface="Times New Roman" panose="02020603050405020304" pitchFamily="18" charset="0"/>
              </a:rPr>
              <a:t>(</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&amp; property 2</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err="1">
                <a:latin typeface="Times New Roman" panose="02020603050405020304" pitchFamily="18" charset="0"/>
                <a:cs typeface="Times New Roman" panose="02020603050405020304" pitchFamily="18" charset="0"/>
              </a:rPr>
              <a:t>LTSsplit</a:t>
            </a:r>
            <a:r>
              <a:rPr kumimoji="1" lang="en-US" altLang="zh-TW" dirty="0">
                <a:latin typeface="Times New Roman" panose="02020603050405020304" pitchFamily="18" charset="0"/>
                <a:cs typeface="Times New Roman" panose="02020603050405020304" pitchFamily="18" charset="0"/>
              </a:rPr>
              <a:t> algorithm</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Tree>
    <p:extLst>
      <p:ext uri="{BB962C8B-B14F-4D97-AF65-F5344CB8AC3E}">
        <p14:creationId xmlns:p14="http://schemas.microsoft.com/office/powerpoint/2010/main" val="83548483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Longest Tandem Subsequence (LTS)</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10515600" cy="4667250"/>
          </a:xfrm>
        </p:spPr>
        <p:txBody>
          <a:bodyPr>
            <a:normAutofit/>
          </a:bodyPr>
          <a:lstStyle/>
          <a:p>
            <a:pPr algn="just"/>
            <a:r>
              <a:rPr kumimoji="1" lang="en-US" altLang="zh-TW" dirty="0">
                <a:latin typeface="Times New Roman" panose="02020603050405020304" pitchFamily="18" charset="0"/>
                <a:cs typeface="Times New Roman" panose="02020603050405020304" pitchFamily="18" charset="0"/>
              </a:rPr>
              <a:t>LTS = LSS (Longest Square Subsequence )</a:t>
            </a:r>
          </a:p>
          <a:p>
            <a:pPr algn="just"/>
            <a:r>
              <a:rPr kumimoji="1" lang="en-US" altLang="zh-TW" dirty="0">
                <a:latin typeface="Times New Roman" panose="02020603050405020304" pitchFamily="18" charset="0"/>
                <a:cs typeface="Times New Roman" panose="02020603050405020304" pitchFamily="18" charset="0"/>
              </a:rPr>
              <a:t>A non-empty string Y of form XX is called a square.</a:t>
            </a:r>
          </a:p>
          <a:p>
            <a:pPr algn="just"/>
            <a:endParaRPr kumimoji="1" lang="en-US" altLang="zh-TW" dirty="0">
              <a:latin typeface="Times New Roman" panose="02020603050405020304" pitchFamily="18" charset="0"/>
              <a:cs typeface="Times New Roman" panose="02020603050405020304" pitchFamily="18" charset="0"/>
            </a:endParaRPr>
          </a:p>
          <a:p>
            <a:pPr algn="just"/>
            <a:r>
              <a:rPr kumimoji="1" lang="en-US" altLang="zh-TW" dirty="0">
                <a:latin typeface="Times New Roman" panose="02020603050405020304" pitchFamily="18" charset="0"/>
                <a:cs typeface="Times New Roman" panose="02020603050405020304" pitchFamily="18" charset="0"/>
              </a:rPr>
              <a:t>1-LTS</a:t>
            </a:r>
          </a:p>
          <a:p>
            <a:pPr marL="0" indent="0" algn="just">
              <a:buNone/>
            </a:pPr>
            <a:endParaRPr kumimoji="1" lang="en-US" altLang="zh-TW" dirty="0">
              <a:latin typeface="Times New Roman" panose="02020603050405020304" pitchFamily="18" charset="0"/>
              <a:cs typeface="Times New Roman" panose="02020603050405020304" pitchFamily="18" charset="0"/>
            </a:endParaRPr>
          </a:p>
          <a:p>
            <a:pPr algn="just"/>
            <a:r>
              <a:rPr kumimoji="1" lang="en-US" altLang="zh-TW" dirty="0">
                <a:latin typeface="Times New Roman" panose="02020603050405020304" pitchFamily="18" charset="0"/>
                <a:cs typeface="Times New Roman" panose="02020603050405020304" pitchFamily="18" charset="0"/>
              </a:rPr>
              <a:t>1-LTS → 2-LCS</a:t>
            </a:r>
          </a:p>
          <a:p>
            <a:pPr marL="971550" lvl="1" indent="-514350" algn="just">
              <a:buFont typeface="+mj-lt"/>
              <a:buAutoNum type="arabicPeriod"/>
            </a:pPr>
            <a:r>
              <a:rPr kumimoji="1" lang="en-US" altLang="zh-TW" b="1" dirty="0" err="1">
                <a:solidFill>
                  <a:srgbClr val="FF0000"/>
                </a:solidFill>
                <a:latin typeface="Times New Roman" panose="02020603050405020304" pitchFamily="18" charset="0"/>
                <a:cs typeface="Times New Roman" panose="02020603050405020304" pitchFamily="18" charset="0"/>
              </a:rPr>
              <a:t>LTSsplit</a:t>
            </a:r>
            <a:r>
              <a:rPr kumimoji="1" lang="en-US" altLang="zh-TW" dirty="0">
                <a:latin typeface="Times New Roman" panose="02020603050405020304" pitchFamily="18" charset="0"/>
                <a:cs typeface="Times New Roman" panose="02020603050405020304" pitchFamily="18" charset="0"/>
              </a:rPr>
              <a:t> : Determine an index </a:t>
            </a:r>
            <a:r>
              <a:rPr kumimoji="1" lang="en-US" altLang="zh-TW" i="1" dirty="0">
                <a:latin typeface="Times New Roman" panose="02020603050405020304" pitchFamily="18" charset="0"/>
                <a:cs typeface="Times New Roman" panose="02020603050405020304" pitchFamily="18" charset="0"/>
              </a:rPr>
              <a:t>l</a:t>
            </a:r>
            <a:r>
              <a:rPr kumimoji="1" lang="en-US" altLang="zh-TW" dirty="0">
                <a:latin typeface="Times New Roman" panose="02020603050405020304" pitchFamily="18" charset="0"/>
                <a:cs typeface="Times New Roman" panose="02020603050405020304" pitchFamily="18" charset="0"/>
              </a:rPr>
              <a:t>, 1 ≤ </a:t>
            </a:r>
            <a:r>
              <a:rPr kumimoji="1" lang="en-US" altLang="zh-TW" i="1" dirty="0">
                <a:latin typeface="Times New Roman" panose="02020603050405020304" pitchFamily="18" charset="0"/>
                <a:cs typeface="Times New Roman" panose="02020603050405020304" pitchFamily="18" charset="0"/>
              </a:rPr>
              <a:t>l</a:t>
            </a:r>
            <a:r>
              <a:rPr kumimoji="1" lang="en-US" altLang="zh-TW" dirty="0">
                <a:latin typeface="Times New Roman" panose="02020603050405020304" pitchFamily="18" charset="0"/>
                <a:cs typeface="Times New Roman" panose="02020603050405020304" pitchFamily="18" charset="0"/>
              </a:rPr>
              <a:t> &lt; n for which |LCS([s</a:t>
            </a:r>
            <a:r>
              <a:rPr kumimoji="1" lang="en-US" altLang="zh-TW" baseline="-25000" dirty="0">
                <a:latin typeface="Times New Roman" panose="02020603050405020304" pitchFamily="18" charset="0"/>
                <a:cs typeface="Times New Roman" panose="02020603050405020304" pitchFamily="18" charset="0"/>
              </a:rPr>
              <a:t>1</a:t>
            </a:r>
            <a:r>
              <a:rPr kumimoji="1" lang="en-US" altLang="zh-TW" dirty="0">
                <a:latin typeface="Times New Roman" panose="02020603050405020304" pitchFamily="18" charset="0"/>
                <a:cs typeface="Times New Roman" panose="02020603050405020304" pitchFamily="18" charset="0"/>
              </a:rPr>
              <a:t> ... </a:t>
            </a:r>
            <a:r>
              <a:rPr kumimoji="1" lang="en-US" altLang="zh-TW" dirty="0" err="1">
                <a:latin typeface="Times New Roman" panose="02020603050405020304" pitchFamily="18" charset="0"/>
                <a:cs typeface="Times New Roman" panose="02020603050405020304" pitchFamily="18" charset="0"/>
              </a:rPr>
              <a:t>s</a:t>
            </a:r>
            <a:r>
              <a:rPr kumimoji="1" lang="en-US" altLang="zh-TW" i="1" baseline="-25000" dirty="0" err="1">
                <a:latin typeface="Times New Roman" panose="02020603050405020304" pitchFamily="18" charset="0"/>
                <a:cs typeface="Times New Roman" panose="02020603050405020304" pitchFamily="18" charset="0"/>
              </a:rPr>
              <a:t>l</a:t>
            </a:r>
            <a:r>
              <a:rPr kumimoji="1" lang="en-US" altLang="zh-TW" dirty="0">
                <a:latin typeface="Times New Roman" panose="02020603050405020304" pitchFamily="18" charset="0"/>
                <a:cs typeface="Times New Roman" panose="02020603050405020304" pitchFamily="18" charset="0"/>
              </a:rPr>
              <a:t>], [s</a:t>
            </a:r>
            <a:r>
              <a:rPr kumimoji="1" lang="en-US" altLang="zh-TW" i="1" baseline="-25000" dirty="0">
                <a:latin typeface="Times New Roman" panose="02020603050405020304" pitchFamily="18" charset="0"/>
                <a:cs typeface="Times New Roman" panose="02020603050405020304" pitchFamily="18" charset="0"/>
              </a:rPr>
              <a:t>l</a:t>
            </a:r>
            <a:r>
              <a:rPr kumimoji="1" lang="en-US" altLang="zh-TW" baseline="-25000" dirty="0">
                <a:latin typeface="Times New Roman" panose="02020603050405020304" pitchFamily="18" charset="0"/>
                <a:cs typeface="Times New Roman" panose="02020603050405020304" pitchFamily="18" charset="0"/>
              </a:rPr>
              <a:t>+1 </a:t>
            </a:r>
            <a:r>
              <a:rPr kumimoji="1" lang="en-US" altLang="zh-TW" dirty="0">
                <a:latin typeface="Times New Roman" panose="02020603050405020304" pitchFamily="18" charset="0"/>
                <a:cs typeface="Times New Roman" panose="02020603050405020304" pitchFamily="18" charset="0"/>
              </a:rPr>
              <a:t>...</a:t>
            </a:r>
            <a:r>
              <a:rPr kumimoji="1" lang="en-US" altLang="zh-TW" dirty="0" err="1">
                <a:latin typeface="Times New Roman" panose="02020603050405020304" pitchFamily="18" charset="0"/>
                <a:cs typeface="Times New Roman" panose="02020603050405020304" pitchFamily="18" charset="0"/>
              </a:rPr>
              <a:t>s</a:t>
            </a:r>
            <a:r>
              <a:rPr kumimoji="1" lang="en-US" altLang="zh-TW" baseline="-25000" dirty="0" err="1">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takes the maximum possible value.</a:t>
            </a:r>
          </a:p>
          <a:p>
            <a:pPr marL="971550" lvl="1" indent="-514350" algn="just">
              <a:buFont typeface="+mj-lt"/>
              <a:buAutoNum type="arabicPeriod"/>
            </a:pPr>
            <a:r>
              <a:rPr kumimoji="1" lang="en-US" altLang="zh-TW" b="1" dirty="0">
                <a:latin typeface="Times New Roman" panose="02020603050405020304" pitchFamily="18" charset="0"/>
                <a:cs typeface="Times New Roman" panose="02020603050405020304" pitchFamily="18" charset="0"/>
              </a:rPr>
              <a:t>2-LCS</a:t>
            </a:r>
            <a:r>
              <a:rPr kumimoji="1" lang="en-US" altLang="zh-TW" dirty="0">
                <a:latin typeface="Times New Roman" panose="02020603050405020304" pitchFamily="18" charset="0"/>
                <a:cs typeface="Times New Roman" panose="02020603050405020304" pitchFamily="18" charset="0"/>
              </a:rPr>
              <a:t> : Compute sequence t = </a:t>
            </a:r>
            <a:r>
              <a:rPr kumimoji="1" lang="en-US" altLang="zh-TW" b="1" dirty="0">
                <a:latin typeface="Times New Roman" panose="02020603050405020304" pitchFamily="18" charset="0"/>
                <a:cs typeface="Times New Roman" panose="02020603050405020304" pitchFamily="18" charset="0"/>
              </a:rPr>
              <a:t>LCS([s</a:t>
            </a:r>
            <a:r>
              <a:rPr kumimoji="1" lang="en-US" altLang="zh-TW" b="1" baseline="-25000" dirty="0">
                <a:latin typeface="Times New Roman" panose="02020603050405020304" pitchFamily="18" charset="0"/>
                <a:cs typeface="Times New Roman" panose="02020603050405020304" pitchFamily="18" charset="0"/>
              </a:rPr>
              <a:t>1</a:t>
            </a:r>
            <a:r>
              <a:rPr kumimoji="1" lang="en-US" altLang="zh-TW" b="1" dirty="0">
                <a:latin typeface="Times New Roman" panose="02020603050405020304" pitchFamily="18" charset="0"/>
                <a:cs typeface="Times New Roman" panose="02020603050405020304" pitchFamily="18" charset="0"/>
              </a:rPr>
              <a:t> ... </a:t>
            </a:r>
            <a:r>
              <a:rPr kumimoji="1" lang="en-US" altLang="zh-TW" b="1" dirty="0" err="1">
                <a:latin typeface="Times New Roman" panose="02020603050405020304" pitchFamily="18" charset="0"/>
                <a:cs typeface="Times New Roman" panose="02020603050405020304" pitchFamily="18" charset="0"/>
              </a:rPr>
              <a:t>s</a:t>
            </a:r>
            <a:r>
              <a:rPr kumimoji="1" lang="en-US" altLang="zh-TW" b="1" i="1" baseline="-25000" dirty="0" err="1">
                <a:latin typeface="Times New Roman" panose="02020603050405020304" pitchFamily="18" charset="0"/>
                <a:cs typeface="Times New Roman" panose="02020603050405020304" pitchFamily="18" charset="0"/>
              </a:rPr>
              <a:t>l</a:t>
            </a:r>
            <a:r>
              <a:rPr kumimoji="1" lang="en-US" altLang="zh-TW" b="1" dirty="0">
                <a:latin typeface="Times New Roman" panose="02020603050405020304" pitchFamily="18" charset="0"/>
                <a:cs typeface="Times New Roman" panose="02020603050405020304" pitchFamily="18" charset="0"/>
              </a:rPr>
              <a:t>], [s</a:t>
            </a:r>
            <a:r>
              <a:rPr kumimoji="1" lang="en-US" altLang="zh-TW" b="1" i="1" baseline="-25000" dirty="0">
                <a:latin typeface="Times New Roman" panose="02020603050405020304" pitchFamily="18" charset="0"/>
                <a:cs typeface="Times New Roman" panose="02020603050405020304" pitchFamily="18" charset="0"/>
              </a:rPr>
              <a:t>l</a:t>
            </a:r>
            <a:r>
              <a:rPr kumimoji="1" lang="en-US" altLang="zh-TW" b="1" baseline="-25000" dirty="0">
                <a:latin typeface="Times New Roman" panose="02020603050405020304" pitchFamily="18" charset="0"/>
                <a:cs typeface="Times New Roman" panose="02020603050405020304" pitchFamily="18" charset="0"/>
              </a:rPr>
              <a:t>+1 </a:t>
            </a:r>
            <a:r>
              <a:rPr kumimoji="1" lang="en-US" altLang="zh-TW" b="1" dirty="0">
                <a:latin typeface="Times New Roman" panose="02020603050405020304" pitchFamily="18" charset="0"/>
                <a:cs typeface="Times New Roman" panose="02020603050405020304" pitchFamily="18" charset="0"/>
              </a:rPr>
              <a:t>...</a:t>
            </a:r>
            <a:r>
              <a:rPr kumimoji="1" lang="en-US" altLang="zh-TW" b="1" dirty="0" err="1">
                <a:latin typeface="Times New Roman" panose="02020603050405020304" pitchFamily="18" charset="0"/>
                <a:cs typeface="Times New Roman" panose="02020603050405020304" pitchFamily="18" charset="0"/>
              </a:rPr>
              <a:t>s</a:t>
            </a:r>
            <a:r>
              <a:rPr kumimoji="1" lang="en-US" altLang="zh-TW" b="1" baseline="-25000" dirty="0" err="1">
                <a:latin typeface="Times New Roman" panose="02020603050405020304" pitchFamily="18" charset="0"/>
                <a:cs typeface="Times New Roman" panose="02020603050405020304" pitchFamily="18" charset="0"/>
              </a:rPr>
              <a:t>n</a:t>
            </a:r>
            <a:r>
              <a:rPr kumimoji="1" lang="en-US" altLang="zh-TW" b="1"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and return as output.</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dirty="0"/>
          </a:p>
        </p:txBody>
      </p:sp>
      <p:graphicFrame>
        <p:nvGraphicFramePr>
          <p:cNvPr id="7" name="表格 4">
            <a:extLst>
              <a:ext uri="{FF2B5EF4-FFF2-40B4-BE49-F238E27FC236}">
                <a16:creationId xmlns:a16="http://schemas.microsoft.com/office/drawing/2014/main" id="{BE99608C-844B-6849-BDD2-866F73C73E50}"/>
              </a:ext>
            </a:extLst>
          </p:cNvPr>
          <p:cNvGraphicFramePr>
            <a:graphicFrameLocks noGrp="1"/>
          </p:cNvGraphicFramePr>
          <p:nvPr>
            <p:extLst>
              <p:ext uri="{D42A27DB-BD31-4B8C-83A1-F6EECF244321}">
                <p14:modId xmlns:p14="http://schemas.microsoft.com/office/powerpoint/2010/main" val="2619708662"/>
              </p:ext>
            </p:extLst>
          </p:nvPr>
        </p:nvGraphicFramePr>
        <p:xfrm>
          <a:off x="1225897" y="2856810"/>
          <a:ext cx="4687780" cy="370840"/>
        </p:xfrm>
        <a:graphic>
          <a:graphicData uri="http://schemas.openxmlformats.org/drawingml/2006/table">
            <a:tbl>
              <a:tblPr firstRow="1" bandRow="1">
                <a:tableStyleId>{2D5ABB26-0587-4C30-8999-92F81FD0307C}</a:tableStyleId>
              </a:tblPr>
              <a:tblGrid>
                <a:gridCol w="468778">
                  <a:extLst>
                    <a:ext uri="{9D8B030D-6E8A-4147-A177-3AD203B41FA5}">
                      <a16:colId xmlns:a16="http://schemas.microsoft.com/office/drawing/2014/main" val="2838638285"/>
                    </a:ext>
                  </a:extLst>
                </a:gridCol>
                <a:gridCol w="468778">
                  <a:extLst>
                    <a:ext uri="{9D8B030D-6E8A-4147-A177-3AD203B41FA5}">
                      <a16:colId xmlns:a16="http://schemas.microsoft.com/office/drawing/2014/main" val="1168390389"/>
                    </a:ext>
                  </a:extLst>
                </a:gridCol>
                <a:gridCol w="468778">
                  <a:extLst>
                    <a:ext uri="{9D8B030D-6E8A-4147-A177-3AD203B41FA5}">
                      <a16:colId xmlns:a16="http://schemas.microsoft.com/office/drawing/2014/main" val="1655455649"/>
                    </a:ext>
                  </a:extLst>
                </a:gridCol>
                <a:gridCol w="468778">
                  <a:extLst>
                    <a:ext uri="{9D8B030D-6E8A-4147-A177-3AD203B41FA5}">
                      <a16:colId xmlns:a16="http://schemas.microsoft.com/office/drawing/2014/main" val="3283071156"/>
                    </a:ext>
                  </a:extLst>
                </a:gridCol>
                <a:gridCol w="468778">
                  <a:extLst>
                    <a:ext uri="{9D8B030D-6E8A-4147-A177-3AD203B41FA5}">
                      <a16:colId xmlns:a16="http://schemas.microsoft.com/office/drawing/2014/main" val="56853656"/>
                    </a:ext>
                  </a:extLst>
                </a:gridCol>
                <a:gridCol w="468778">
                  <a:extLst>
                    <a:ext uri="{9D8B030D-6E8A-4147-A177-3AD203B41FA5}">
                      <a16:colId xmlns:a16="http://schemas.microsoft.com/office/drawing/2014/main" val="1411026334"/>
                    </a:ext>
                  </a:extLst>
                </a:gridCol>
                <a:gridCol w="468778">
                  <a:extLst>
                    <a:ext uri="{9D8B030D-6E8A-4147-A177-3AD203B41FA5}">
                      <a16:colId xmlns:a16="http://schemas.microsoft.com/office/drawing/2014/main" val="2622443117"/>
                    </a:ext>
                  </a:extLst>
                </a:gridCol>
                <a:gridCol w="468778">
                  <a:extLst>
                    <a:ext uri="{9D8B030D-6E8A-4147-A177-3AD203B41FA5}">
                      <a16:colId xmlns:a16="http://schemas.microsoft.com/office/drawing/2014/main" val="3015428416"/>
                    </a:ext>
                  </a:extLst>
                </a:gridCol>
                <a:gridCol w="468778">
                  <a:extLst>
                    <a:ext uri="{9D8B030D-6E8A-4147-A177-3AD203B41FA5}">
                      <a16:colId xmlns:a16="http://schemas.microsoft.com/office/drawing/2014/main" val="3168644849"/>
                    </a:ext>
                  </a:extLst>
                </a:gridCol>
                <a:gridCol w="468778">
                  <a:extLst>
                    <a:ext uri="{9D8B030D-6E8A-4147-A177-3AD203B41FA5}">
                      <a16:colId xmlns:a16="http://schemas.microsoft.com/office/drawing/2014/main" val="3360171679"/>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lnL w="38100" cap="flat" cmpd="sng" algn="ctr">
                      <a:solidFill>
                        <a:schemeClr val="accent2"/>
                      </a:solidFill>
                      <a:prstDash val="solid"/>
                      <a:round/>
                      <a:headEnd type="none" w="med" len="med"/>
                      <a:tailEnd type="none" w="med" len="med"/>
                    </a:lnL>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D</a:t>
                      </a:r>
                      <a:endParaRPr lang="zh-TW" altLang="en-US" dirty="0">
                        <a:latin typeface="Times New Roman" panose="02020603050405020304" pitchFamily="18" charset="0"/>
                        <a:cs typeface="Times New Roman" panose="02020603050405020304" pitchFamily="18" charset="0"/>
                      </a:endParaRPr>
                    </a:p>
                  </a:txBody>
                  <a:tcPr anchor="ct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D</a:t>
                      </a:r>
                      <a:endParaRPr lang="zh-TW" altLang="en-US" dirty="0">
                        <a:latin typeface="Times New Roman" panose="02020603050405020304" pitchFamily="18" charset="0"/>
                        <a:cs typeface="Times New Roman" panose="02020603050405020304" pitchFamily="18" charset="0"/>
                      </a:endParaRPr>
                    </a:p>
                  </a:txBody>
                  <a:tcPr anchor="ct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lnL w="38100" cap="flat" cmpd="sng" algn="ctr">
                      <a:solidFill>
                        <a:schemeClr val="accent2"/>
                      </a:solidFill>
                      <a:prstDash val="solid"/>
                      <a:round/>
                      <a:headEnd type="none" w="med" len="med"/>
                      <a:tailEnd type="none" w="med" len="med"/>
                    </a:lnL>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D</a:t>
                      </a:r>
                      <a:endParaRPr lang="zh-TW" altLang="en-US" dirty="0">
                        <a:latin typeface="Times New Roman" panose="02020603050405020304" pitchFamily="18" charset="0"/>
                        <a:cs typeface="Times New Roman" panose="02020603050405020304" pitchFamily="18" charset="0"/>
                      </a:endParaRPr>
                    </a:p>
                  </a:txBody>
                  <a:tcPr anchor="ct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D</a:t>
                      </a:r>
                      <a:endParaRPr lang="zh-TW" altLang="en-US" dirty="0">
                        <a:latin typeface="Times New Roman" panose="02020603050405020304" pitchFamily="18" charset="0"/>
                        <a:cs typeface="Times New Roman" panose="02020603050405020304" pitchFamily="18" charset="0"/>
                      </a:endParaRPr>
                    </a:p>
                  </a:txBody>
                  <a:tcPr anchor="ct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697083552"/>
                  </a:ext>
                </a:extLst>
              </a:tr>
            </a:tbl>
          </a:graphicData>
        </a:graphic>
      </p:graphicFrame>
      <p:graphicFrame>
        <p:nvGraphicFramePr>
          <p:cNvPr id="8" name="表格 7">
            <a:extLst>
              <a:ext uri="{FF2B5EF4-FFF2-40B4-BE49-F238E27FC236}">
                <a16:creationId xmlns:a16="http://schemas.microsoft.com/office/drawing/2014/main" id="{31EA3BA5-995E-ED46-BE7F-46D2F3EF5CDF}"/>
              </a:ext>
            </a:extLst>
          </p:cNvPr>
          <p:cNvGraphicFramePr>
            <a:graphicFrameLocks noGrp="1"/>
          </p:cNvGraphicFramePr>
          <p:nvPr>
            <p:extLst>
              <p:ext uri="{D42A27DB-BD31-4B8C-83A1-F6EECF244321}">
                <p14:modId xmlns:p14="http://schemas.microsoft.com/office/powerpoint/2010/main" val="2499556720"/>
              </p:ext>
            </p:extLst>
          </p:nvPr>
        </p:nvGraphicFramePr>
        <p:xfrm>
          <a:off x="6697234" y="3868491"/>
          <a:ext cx="2812668" cy="370840"/>
        </p:xfrm>
        <a:graphic>
          <a:graphicData uri="http://schemas.openxmlformats.org/drawingml/2006/table">
            <a:tbl>
              <a:tblPr firstRow="1" bandRow="1">
                <a:tableStyleId>{2D5ABB26-0587-4C30-8999-92F81FD0307C}</a:tableStyleId>
              </a:tblPr>
              <a:tblGrid>
                <a:gridCol w="468778">
                  <a:extLst>
                    <a:ext uri="{9D8B030D-6E8A-4147-A177-3AD203B41FA5}">
                      <a16:colId xmlns:a16="http://schemas.microsoft.com/office/drawing/2014/main" val="2838638285"/>
                    </a:ext>
                  </a:extLst>
                </a:gridCol>
                <a:gridCol w="468778">
                  <a:extLst>
                    <a:ext uri="{9D8B030D-6E8A-4147-A177-3AD203B41FA5}">
                      <a16:colId xmlns:a16="http://schemas.microsoft.com/office/drawing/2014/main" val="1168390389"/>
                    </a:ext>
                  </a:extLst>
                </a:gridCol>
                <a:gridCol w="468778">
                  <a:extLst>
                    <a:ext uri="{9D8B030D-6E8A-4147-A177-3AD203B41FA5}">
                      <a16:colId xmlns:a16="http://schemas.microsoft.com/office/drawing/2014/main" val="1655455649"/>
                    </a:ext>
                  </a:extLst>
                </a:gridCol>
                <a:gridCol w="468778">
                  <a:extLst>
                    <a:ext uri="{9D8B030D-6E8A-4147-A177-3AD203B41FA5}">
                      <a16:colId xmlns:a16="http://schemas.microsoft.com/office/drawing/2014/main" val="3283071156"/>
                    </a:ext>
                  </a:extLst>
                </a:gridCol>
                <a:gridCol w="468778">
                  <a:extLst>
                    <a:ext uri="{9D8B030D-6E8A-4147-A177-3AD203B41FA5}">
                      <a16:colId xmlns:a16="http://schemas.microsoft.com/office/drawing/2014/main" val="56853656"/>
                    </a:ext>
                  </a:extLst>
                </a:gridCol>
                <a:gridCol w="468778">
                  <a:extLst>
                    <a:ext uri="{9D8B030D-6E8A-4147-A177-3AD203B41FA5}">
                      <a16:colId xmlns:a16="http://schemas.microsoft.com/office/drawing/2014/main" val="1411026334"/>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lnL w="38100" cap="flat" cmpd="sng" algn="ctr">
                      <a:solidFill>
                        <a:schemeClr val="accent2"/>
                      </a:solidFill>
                      <a:prstDash val="solid"/>
                      <a:round/>
                      <a:headEnd type="none" w="med" len="med"/>
                      <a:tailEnd type="none" w="med" len="med"/>
                    </a:lnL>
                    <a:lnR>
                      <a:noFill/>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lnL>
                      <a:noFill/>
                    </a:lnL>
                    <a:lnR>
                      <a:noFill/>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lnL>
                      <a:noFill/>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lnL w="38100" cap="flat" cmpd="sng" algn="ctr">
                      <a:solidFill>
                        <a:schemeClr val="accent2"/>
                      </a:solidFill>
                      <a:prstDash val="solid"/>
                      <a:round/>
                      <a:headEnd type="none" w="med" len="med"/>
                      <a:tailEnd type="none" w="med" len="med"/>
                    </a:lnL>
                    <a:lnR>
                      <a:noFill/>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lnL>
                      <a:noFill/>
                    </a:lnL>
                    <a:lnR w="38100" cap="flat" cmpd="sng" algn="ctr">
                      <a:no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lnL w="38100" cap="flat" cmpd="sng" algn="ctr">
                      <a:no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7083552"/>
                  </a:ext>
                </a:extLst>
              </a:tr>
            </a:tbl>
          </a:graphicData>
        </a:graphic>
      </p:graphicFrame>
      <p:graphicFrame>
        <p:nvGraphicFramePr>
          <p:cNvPr id="9" name="表格 4">
            <a:extLst>
              <a:ext uri="{FF2B5EF4-FFF2-40B4-BE49-F238E27FC236}">
                <a16:creationId xmlns:a16="http://schemas.microsoft.com/office/drawing/2014/main" id="{C9F7A591-DF67-AE4E-AFA6-D1D3535272BA}"/>
              </a:ext>
            </a:extLst>
          </p:cNvPr>
          <p:cNvGraphicFramePr>
            <a:graphicFrameLocks noGrp="1"/>
          </p:cNvGraphicFramePr>
          <p:nvPr>
            <p:extLst>
              <p:ext uri="{D42A27DB-BD31-4B8C-83A1-F6EECF244321}">
                <p14:modId xmlns:p14="http://schemas.microsoft.com/office/powerpoint/2010/main" val="2825046172"/>
              </p:ext>
            </p:extLst>
          </p:nvPr>
        </p:nvGraphicFramePr>
        <p:xfrm>
          <a:off x="1225897" y="3868491"/>
          <a:ext cx="5083640" cy="370840"/>
        </p:xfrm>
        <a:graphic>
          <a:graphicData uri="http://schemas.openxmlformats.org/drawingml/2006/table">
            <a:tbl>
              <a:tblPr firstRow="1" bandRow="1">
                <a:tableStyleId>{2D5ABB26-0587-4C30-8999-92F81FD0307C}</a:tableStyleId>
              </a:tblPr>
              <a:tblGrid>
                <a:gridCol w="469121">
                  <a:extLst>
                    <a:ext uri="{9D8B030D-6E8A-4147-A177-3AD203B41FA5}">
                      <a16:colId xmlns:a16="http://schemas.microsoft.com/office/drawing/2014/main" val="2838638285"/>
                    </a:ext>
                  </a:extLst>
                </a:gridCol>
                <a:gridCol w="469121">
                  <a:extLst>
                    <a:ext uri="{9D8B030D-6E8A-4147-A177-3AD203B41FA5}">
                      <a16:colId xmlns:a16="http://schemas.microsoft.com/office/drawing/2014/main" val="1168390389"/>
                    </a:ext>
                  </a:extLst>
                </a:gridCol>
                <a:gridCol w="469121">
                  <a:extLst>
                    <a:ext uri="{9D8B030D-6E8A-4147-A177-3AD203B41FA5}">
                      <a16:colId xmlns:a16="http://schemas.microsoft.com/office/drawing/2014/main" val="1655455649"/>
                    </a:ext>
                  </a:extLst>
                </a:gridCol>
                <a:gridCol w="469121">
                  <a:extLst>
                    <a:ext uri="{9D8B030D-6E8A-4147-A177-3AD203B41FA5}">
                      <a16:colId xmlns:a16="http://schemas.microsoft.com/office/drawing/2014/main" val="3283071156"/>
                    </a:ext>
                  </a:extLst>
                </a:gridCol>
                <a:gridCol w="469121">
                  <a:extLst>
                    <a:ext uri="{9D8B030D-6E8A-4147-A177-3AD203B41FA5}">
                      <a16:colId xmlns:a16="http://schemas.microsoft.com/office/drawing/2014/main" val="56853656"/>
                    </a:ext>
                  </a:extLst>
                </a:gridCol>
                <a:gridCol w="469121">
                  <a:extLst>
                    <a:ext uri="{9D8B030D-6E8A-4147-A177-3AD203B41FA5}">
                      <a16:colId xmlns:a16="http://schemas.microsoft.com/office/drawing/2014/main" val="1411026334"/>
                    </a:ext>
                  </a:extLst>
                </a:gridCol>
                <a:gridCol w="469121">
                  <a:extLst>
                    <a:ext uri="{9D8B030D-6E8A-4147-A177-3AD203B41FA5}">
                      <a16:colId xmlns:a16="http://schemas.microsoft.com/office/drawing/2014/main" val="2622443117"/>
                    </a:ext>
                  </a:extLst>
                </a:gridCol>
                <a:gridCol w="469121">
                  <a:extLst>
                    <a:ext uri="{9D8B030D-6E8A-4147-A177-3AD203B41FA5}">
                      <a16:colId xmlns:a16="http://schemas.microsoft.com/office/drawing/2014/main" val="3015428416"/>
                    </a:ext>
                  </a:extLst>
                </a:gridCol>
                <a:gridCol w="469121">
                  <a:extLst>
                    <a:ext uri="{9D8B030D-6E8A-4147-A177-3AD203B41FA5}">
                      <a16:colId xmlns:a16="http://schemas.microsoft.com/office/drawing/2014/main" val="3168644849"/>
                    </a:ext>
                  </a:extLst>
                </a:gridCol>
                <a:gridCol w="392430">
                  <a:extLst>
                    <a:ext uri="{9D8B030D-6E8A-4147-A177-3AD203B41FA5}">
                      <a16:colId xmlns:a16="http://schemas.microsoft.com/office/drawing/2014/main" val="3360171679"/>
                    </a:ext>
                  </a:extLst>
                </a:gridCol>
                <a:gridCol w="469121">
                  <a:extLst>
                    <a:ext uri="{9D8B030D-6E8A-4147-A177-3AD203B41FA5}">
                      <a16:colId xmlns:a16="http://schemas.microsoft.com/office/drawing/2014/main" val="1385820229"/>
                    </a:ext>
                  </a:extLst>
                </a:gridCol>
              </a:tblGrid>
              <a:tr h="370840">
                <a:tc>
                  <a:txBody>
                    <a:bodyPr/>
                    <a:lstStyle/>
                    <a:p>
                      <a:pPr algn="ctr"/>
                      <a:r>
                        <a:rPr lang="en-US" altLang="zh-TW" dirty="0">
                          <a:solidFill>
                            <a:schemeClr val="accent2"/>
                          </a:solidFill>
                          <a:latin typeface="Times New Roman" panose="02020603050405020304" pitchFamily="18" charset="0"/>
                          <a:cs typeface="Times New Roman" panose="02020603050405020304" pitchFamily="18" charset="0"/>
                        </a:rPr>
                        <a:t>B</a:t>
                      </a:r>
                      <a:endParaRPr lang="zh-TW" altLang="en-US" dirty="0">
                        <a:solidFill>
                          <a:schemeClr val="accent2"/>
                        </a:solidFill>
                        <a:latin typeface="Times New Roman" panose="02020603050405020304" pitchFamily="18" charset="0"/>
                        <a:cs typeface="Times New Roman" panose="02020603050405020304" pitchFamily="18" charset="0"/>
                      </a:endParaRPr>
                    </a:p>
                  </a:txBody>
                  <a:tcPr anchor="ctr">
                    <a:lnL w="38100" cap="flat" cmpd="sng" algn="ctr">
                      <a:noFill/>
                      <a:prstDash val="solid"/>
                      <a:round/>
                      <a:headEnd type="none" w="med" len="med"/>
                      <a:tailEnd type="none" w="med" len="med"/>
                    </a:lnL>
                    <a:lnR>
                      <a:noFill/>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chemeClr val="accent2"/>
                          </a:solidFill>
                          <a:latin typeface="Times New Roman" panose="02020603050405020304" pitchFamily="18" charset="0"/>
                          <a:cs typeface="Times New Roman" panose="02020603050405020304" pitchFamily="18" charset="0"/>
                        </a:rPr>
                        <a:t>A</a:t>
                      </a:r>
                      <a:endParaRPr lang="zh-TW" altLang="en-US" dirty="0">
                        <a:solidFill>
                          <a:schemeClr val="accent2"/>
                        </a:solidFill>
                        <a:latin typeface="Times New Roman" panose="02020603050405020304" pitchFamily="18" charset="0"/>
                        <a:cs typeface="Times New Roman" panose="02020603050405020304" pitchFamily="18" charset="0"/>
                      </a:endParaRPr>
                    </a:p>
                  </a:txBody>
                  <a:tcPr anchor="ctr">
                    <a:lnL>
                      <a:noFill/>
                    </a:lnL>
                    <a:lnR>
                      <a:noFill/>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lnL>
                      <a:noFill/>
                    </a:lnL>
                    <a:lnR>
                      <a:noFill/>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chemeClr val="accent2"/>
                          </a:solidFill>
                          <a:latin typeface="Times New Roman" panose="02020603050405020304" pitchFamily="18" charset="0"/>
                          <a:cs typeface="Times New Roman" panose="02020603050405020304" pitchFamily="18" charset="0"/>
                        </a:rPr>
                        <a:t>C</a:t>
                      </a:r>
                      <a:endParaRPr lang="zh-TW" altLang="en-US" dirty="0">
                        <a:solidFill>
                          <a:schemeClr val="accent2"/>
                        </a:solidFill>
                        <a:latin typeface="Times New Roman" panose="02020603050405020304" pitchFamily="18" charset="0"/>
                        <a:cs typeface="Times New Roman" panose="02020603050405020304" pitchFamily="18" charset="0"/>
                      </a:endParaRPr>
                    </a:p>
                  </a:txBody>
                  <a:tcPr anchor="ctr">
                    <a:lnL>
                      <a:noFill/>
                    </a:lnL>
                    <a:lnR>
                      <a:noFill/>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chemeClr val="accent2"/>
                          </a:solidFill>
                          <a:latin typeface="Times New Roman" panose="02020603050405020304" pitchFamily="18" charset="0"/>
                          <a:cs typeface="Times New Roman" panose="02020603050405020304" pitchFamily="18" charset="0"/>
                        </a:rPr>
                        <a:t>B</a:t>
                      </a:r>
                      <a:endParaRPr lang="zh-TW" altLang="en-US" dirty="0">
                        <a:solidFill>
                          <a:schemeClr val="accent2"/>
                        </a:solidFill>
                        <a:latin typeface="Times New Roman" panose="02020603050405020304" pitchFamily="18" charset="0"/>
                        <a:cs typeface="Times New Roman" panose="02020603050405020304" pitchFamily="18" charset="0"/>
                      </a:endParaRPr>
                    </a:p>
                  </a:txBody>
                  <a:tcPr anchor="ctr">
                    <a:lnL w="38100" cap="flat" cmpd="sng" algn="ctr">
                      <a:noFill/>
                      <a:prstDash val="solid"/>
                      <a:round/>
                      <a:headEnd type="none" w="med" len="med"/>
                      <a:tailEnd type="none" w="med" len="med"/>
                    </a:lnL>
                    <a:lnR>
                      <a:noFill/>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D</a:t>
                      </a:r>
                      <a:endParaRPr lang="zh-TW" altLang="en-US" dirty="0">
                        <a:latin typeface="Times New Roman" panose="02020603050405020304" pitchFamily="18" charset="0"/>
                        <a:cs typeface="Times New Roman" panose="02020603050405020304" pitchFamily="18" charset="0"/>
                      </a:endParaRPr>
                    </a:p>
                  </a:txBody>
                  <a:tcPr anchor="ctr">
                    <a:lnL>
                      <a:noFill/>
                    </a:lnL>
                    <a:lnR>
                      <a:noFill/>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lnL>
                      <a:noFill/>
                    </a:lnL>
                    <a:lnR>
                      <a:noFill/>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chemeClr val="accent2"/>
                          </a:solidFill>
                          <a:latin typeface="Times New Roman" panose="02020603050405020304" pitchFamily="18" charset="0"/>
                          <a:cs typeface="Times New Roman" panose="02020603050405020304" pitchFamily="18" charset="0"/>
                        </a:rPr>
                        <a:t>A</a:t>
                      </a:r>
                      <a:endParaRPr lang="zh-TW" altLang="en-US" dirty="0">
                        <a:solidFill>
                          <a:schemeClr val="accent2"/>
                        </a:solidFill>
                        <a:latin typeface="Times New Roman" panose="02020603050405020304" pitchFamily="18" charset="0"/>
                        <a:cs typeface="Times New Roman" panose="02020603050405020304" pitchFamily="18" charset="0"/>
                      </a:endParaRPr>
                    </a:p>
                  </a:txBody>
                  <a:tcPr anchor="ctr">
                    <a:lnL>
                      <a:noFill/>
                    </a:lnL>
                    <a:lnR>
                      <a:noFill/>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solidFill>
                            <a:schemeClr val="accent2"/>
                          </a:solidFill>
                          <a:latin typeface="Times New Roman" panose="02020603050405020304" pitchFamily="18" charset="0"/>
                          <a:cs typeface="Times New Roman" panose="02020603050405020304" pitchFamily="18" charset="0"/>
                        </a:rPr>
                        <a:t>C</a:t>
                      </a:r>
                      <a:endParaRPr lang="zh-TW" altLang="en-US" dirty="0">
                        <a:solidFill>
                          <a:schemeClr val="accent2"/>
                        </a:solidFill>
                        <a:latin typeface="Times New Roman" panose="02020603050405020304" pitchFamily="18" charset="0"/>
                        <a:cs typeface="Times New Roman" panose="02020603050405020304" pitchFamily="18" charset="0"/>
                      </a:endParaRPr>
                    </a:p>
                  </a:txBody>
                  <a:tcPr anchor="ctr">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7083552"/>
                  </a:ext>
                </a:extLst>
              </a:tr>
            </a:tbl>
          </a:graphicData>
        </a:graphic>
      </p:graphicFrame>
    </p:spTree>
    <p:extLst>
      <p:ext uri="{BB962C8B-B14F-4D97-AF65-F5344CB8AC3E}">
        <p14:creationId xmlns:p14="http://schemas.microsoft.com/office/powerpoint/2010/main" val="32254400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i="1" dirty="0" err="1"/>
              <a:t>f</a:t>
            </a:r>
            <a:r>
              <a:rPr kumimoji="1" lang="en-US" altLang="zh-TW" i="1" baseline="-25000" dirty="0" err="1"/>
              <a:t>k</a:t>
            </a:r>
            <a:r>
              <a:rPr kumimoji="1" lang="en-US" altLang="zh-TW" dirty="0"/>
              <a:t>(</a:t>
            </a:r>
            <a:r>
              <a:rPr kumimoji="1" lang="en-US" altLang="zh-TW" i="1" dirty="0" err="1"/>
              <a:t>i</a:t>
            </a:r>
            <a:r>
              <a:rPr kumimoji="1" lang="en-US" altLang="zh-TW" dirty="0"/>
              <a:t>, </a:t>
            </a:r>
            <a:r>
              <a:rPr kumimoji="1" lang="en-US" altLang="zh-TW" i="1" dirty="0"/>
              <a:t>j</a:t>
            </a:r>
            <a:r>
              <a:rPr kumimoji="1" lang="en-US" altLang="zh-TW" dirty="0"/>
              <a:t>)</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pic>
        <p:nvPicPr>
          <p:cNvPr id="5" name="圖片 4">
            <a:extLst>
              <a:ext uri="{FF2B5EF4-FFF2-40B4-BE49-F238E27FC236}">
                <a16:creationId xmlns:a16="http://schemas.microsoft.com/office/drawing/2014/main" id="{443AA4A2-2028-F246-87B4-CE7A52A3A75E}"/>
              </a:ext>
            </a:extLst>
          </p:cNvPr>
          <p:cNvPicPr>
            <a:picLocks noChangeAspect="1"/>
          </p:cNvPicPr>
          <p:nvPr/>
        </p:nvPicPr>
        <p:blipFill>
          <a:blip r:embed="rId2"/>
          <a:stretch>
            <a:fillRect/>
          </a:stretch>
        </p:blipFill>
        <p:spPr>
          <a:xfrm>
            <a:off x="838199" y="1800136"/>
            <a:ext cx="7200000" cy="919148"/>
          </a:xfrm>
          <a:prstGeom prst="rect">
            <a:avLst/>
          </a:prstGeom>
        </p:spPr>
      </p:pic>
      <p:pic>
        <p:nvPicPr>
          <p:cNvPr id="7" name="圖片 6">
            <a:extLst>
              <a:ext uri="{FF2B5EF4-FFF2-40B4-BE49-F238E27FC236}">
                <a16:creationId xmlns:a16="http://schemas.microsoft.com/office/drawing/2014/main" id="{7A6B9EA3-5F0E-3542-A0AC-FDFA64D60108}"/>
              </a:ext>
            </a:extLst>
          </p:cNvPr>
          <p:cNvPicPr>
            <a:picLocks noChangeAspect="1"/>
          </p:cNvPicPr>
          <p:nvPr/>
        </p:nvPicPr>
        <p:blipFill>
          <a:blip r:embed="rId3"/>
          <a:stretch>
            <a:fillRect/>
          </a:stretch>
        </p:blipFill>
        <p:spPr>
          <a:xfrm>
            <a:off x="838199" y="3056090"/>
            <a:ext cx="6036205" cy="781067"/>
          </a:xfrm>
          <a:prstGeom prst="rect">
            <a:avLst/>
          </a:prstGeom>
        </p:spPr>
      </p:pic>
      <p:pic>
        <p:nvPicPr>
          <p:cNvPr id="8" name="圖片 7">
            <a:extLst>
              <a:ext uri="{FF2B5EF4-FFF2-40B4-BE49-F238E27FC236}">
                <a16:creationId xmlns:a16="http://schemas.microsoft.com/office/drawing/2014/main" id="{1FB64221-E457-1245-A178-36F6A3F77E81}"/>
              </a:ext>
            </a:extLst>
          </p:cNvPr>
          <p:cNvPicPr>
            <a:picLocks noChangeAspect="1"/>
          </p:cNvPicPr>
          <p:nvPr/>
        </p:nvPicPr>
        <p:blipFill>
          <a:blip r:embed="rId4"/>
          <a:stretch>
            <a:fillRect/>
          </a:stretch>
        </p:blipFill>
        <p:spPr>
          <a:xfrm>
            <a:off x="838199" y="4091642"/>
            <a:ext cx="6036203" cy="501623"/>
          </a:xfrm>
          <a:prstGeom prst="rect">
            <a:avLst/>
          </a:prstGeom>
        </p:spPr>
      </p:pic>
      <p:sp>
        <p:nvSpPr>
          <p:cNvPr id="12" name="矩形 11">
            <a:extLst>
              <a:ext uri="{FF2B5EF4-FFF2-40B4-BE49-F238E27FC236}">
                <a16:creationId xmlns:a16="http://schemas.microsoft.com/office/drawing/2014/main" id="{A289AC3B-8574-7C43-849C-7F33E13C92BC}"/>
              </a:ext>
            </a:extLst>
          </p:cNvPr>
          <p:cNvSpPr/>
          <p:nvPr/>
        </p:nvSpPr>
        <p:spPr>
          <a:xfrm>
            <a:off x="838199" y="4877201"/>
            <a:ext cx="7093688" cy="954107"/>
          </a:xfrm>
          <a:prstGeom prst="rect">
            <a:avLst/>
          </a:prstGeom>
        </p:spPr>
        <p:txBody>
          <a:bodyPr wrap="square">
            <a:spAutoFit/>
          </a:bodyPr>
          <a:lstStyle/>
          <a:p>
            <a:pPr marL="457200" indent="-457200">
              <a:buFont typeface="Arial" panose="020B0604020202020204" pitchFamily="34" charset="0"/>
              <a:buChar char="•"/>
            </a:pPr>
            <a:r>
              <a:rPr lang="en-US" altLang="zh-TW" sz="2800" dirty="0">
                <a:solidFill>
                  <a:srgbClr val="101010"/>
                </a:solidFill>
                <a:latin typeface="Times New Roman" panose="02020603050405020304" pitchFamily="18" charset="0"/>
                <a:cs typeface="Times New Roman" panose="02020603050405020304" pitchFamily="18" charset="0"/>
              </a:rPr>
              <a:t>Index 𝛾</a:t>
            </a:r>
            <a:r>
              <a:rPr lang="en-US" altLang="zh-TW" sz="2800" i="1" baseline="-25000" dirty="0">
                <a:solidFill>
                  <a:srgbClr val="101010"/>
                </a:solidFill>
                <a:latin typeface="Times New Roman" panose="02020603050405020304" pitchFamily="18" charset="0"/>
                <a:cs typeface="Times New Roman" panose="02020603050405020304" pitchFamily="18" charset="0"/>
              </a:rPr>
              <a:t>k</a:t>
            </a:r>
            <a:r>
              <a:rPr lang="en-US" altLang="zh-TW" sz="2800" dirty="0">
                <a:solidFill>
                  <a:srgbClr val="101010"/>
                </a:solidFill>
                <a:latin typeface="Times New Roman" panose="02020603050405020304" pitchFamily="18" charset="0"/>
                <a:cs typeface="Times New Roman" panose="02020603050405020304" pitchFamily="18" charset="0"/>
              </a:rPr>
              <a:t>(</a:t>
            </a:r>
            <a:r>
              <a:rPr lang="en-US" altLang="zh-TW" sz="2800" i="1" dirty="0" err="1">
                <a:solidFill>
                  <a:srgbClr val="101010"/>
                </a:solidFill>
                <a:latin typeface="Times New Roman" panose="02020603050405020304" pitchFamily="18" charset="0"/>
                <a:cs typeface="Times New Roman" panose="02020603050405020304" pitchFamily="18" charset="0"/>
              </a:rPr>
              <a:t>i</a:t>
            </a:r>
            <a:r>
              <a:rPr lang="en-US" altLang="zh-TW" sz="2800" dirty="0">
                <a:solidFill>
                  <a:srgbClr val="101010"/>
                </a:solidFill>
                <a:latin typeface="Times New Roman" panose="02020603050405020304" pitchFamily="18" charset="0"/>
                <a:cs typeface="Times New Roman" panose="02020603050405020304" pitchFamily="18" charset="0"/>
              </a:rPr>
              <a:t>) is the largest value of r such that </a:t>
            </a:r>
            <a:r>
              <a:rPr lang="en-US" altLang="zh-TW" sz="2800" i="1" dirty="0">
                <a:solidFill>
                  <a:srgbClr val="101010"/>
                </a:solidFill>
                <a:latin typeface="Times New Roman" panose="02020603050405020304" pitchFamily="18" charset="0"/>
                <a:cs typeface="Times New Roman" panose="02020603050405020304" pitchFamily="18" charset="0"/>
              </a:rPr>
              <a:t>r</a:t>
            </a:r>
            <a:r>
              <a:rPr lang="en-US" altLang="zh-TW" sz="2800" dirty="0">
                <a:solidFill>
                  <a:srgbClr val="101010"/>
                </a:solidFill>
                <a:latin typeface="Times New Roman" panose="02020603050405020304" pitchFamily="18" charset="0"/>
                <a:cs typeface="Times New Roman" panose="02020603050405020304" pitchFamily="18" charset="0"/>
              </a:rPr>
              <a:t> ≤ </a:t>
            </a:r>
            <a:r>
              <a:rPr lang="en-US" altLang="zh-TW" sz="2800" i="1" dirty="0" err="1">
                <a:solidFill>
                  <a:srgbClr val="101010"/>
                </a:solidFill>
                <a:latin typeface="Times New Roman" panose="02020603050405020304" pitchFamily="18" charset="0"/>
                <a:cs typeface="Times New Roman" panose="02020603050405020304" pitchFamily="18" charset="0"/>
              </a:rPr>
              <a:t>i</a:t>
            </a:r>
            <a:r>
              <a:rPr lang="en-US" altLang="zh-TW" sz="2800" dirty="0">
                <a:solidFill>
                  <a:srgbClr val="101010"/>
                </a:solidFill>
                <a:latin typeface="Times New Roman" panose="02020603050405020304" pitchFamily="18" charset="0"/>
                <a:cs typeface="Times New Roman" panose="02020603050405020304" pitchFamily="18" charset="0"/>
              </a:rPr>
              <a:t> and </a:t>
            </a:r>
            <a:r>
              <a:rPr lang="en-US" altLang="zh-TW" sz="2800" i="1" dirty="0" err="1">
                <a:solidFill>
                  <a:srgbClr val="101010"/>
                </a:solidFill>
                <a:latin typeface="Times New Roman" panose="02020603050405020304" pitchFamily="18" charset="0"/>
                <a:cs typeface="Times New Roman" panose="02020603050405020304" pitchFamily="18" charset="0"/>
              </a:rPr>
              <a:t>s</a:t>
            </a:r>
            <a:r>
              <a:rPr lang="en-US" altLang="zh-TW" sz="2800" i="1" baseline="-25000" dirty="0" err="1">
                <a:solidFill>
                  <a:srgbClr val="101010"/>
                </a:solidFill>
                <a:latin typeface="Times New Roman" panose="02020603050405020304" pitchFamily="18" charset="0"/>
                <a:cs typeface="Times New Roman" panose="02020603050405020304" pitchFamily="18" charset="0"/>
              </a:rPr>
              <a:t>r</a:t>
            </a:r>
            <a:r>
              <a:rPr lang="en-US" altLang="zh-TW" sz="2800" dirty="0">
                <a:solidFill>
                  <a:srgbClr val="101010"/>
                </a:solidFill>
                <a:latin typeface="Times New Roman" panose="02020603050405020304" pitchFamily="18" charset="0"/>
                <a:cs typeface="Times New Roman" panose="02020603050405020304" pitchFamily="18" charset="0"/>
              </a:rPr>
              <a:t> = </a:t>
            </a:r>
            <a:r>
              <a:rPr lang="en-US" altLang="zh-TW" sz="2800" i="1" dirty="0">
                <a:solidFill>
                  <a:srgbClr val="101010"/>
                </a:solidFill>
                <a:latin typeface="Times New Roman" panose="02020603050405020304" pitchFamily="18" charset="0"/>
                <a:cs typeface="Times New Roman" panose="02020603050405020304" pitchFamily="18" charset="0"/>
              </a:rPr>
              <a:t>s</a:t>
            </a:r>
            <a:r>
              <a:rPr lang="en-US" altLang="zh-TW" sz="2800" i="1" baseline="-25000" dirty="0">
                <a:solidFill>
                  <a:srgbClr val="101010"/>
                </a:solidFill>
                <a:latin typeface="Times New Roman" panose="02020603050405020304" pitchFamily="18" charset="0"/>
                <a:cs typeface="Times New Roman" panose="02020603050405020304" pitchFamily="18" charset="0"/>
              </a:rPr>
              <a:t>k</a:t>
            </a:r>
            <a:r>
              <a:rPr lang="en-US" altLang="zh-TW" sz="2800" dirty="0">
                <a:solidFill>
                  <a:srgbClr val="101010"/>
                </a:solidFill>
                <a:latin typeface="Times New Roman" panose="02020603050405020304" pitchFamily="18" charset="0"/>
                <a:cs typeface="Times New Roman" panose="02020603050405020304" pitchFamily="18" charset="0"/>
              </a:rPr>
              <a:t>. (</a:t>
            </a:r>
            <a:r>
              <a:rPr lang="en-US" altLang="zh-TW" sz="2800" dirty="0">
                <a:solidFill>
                  <a:srgbClr val="101010"/>
                </a:solidFill>
                <a:effectLst/>
                <a:latin typeface="Times New Roman" panose="02020603050405020304" pitchFamily="18" charset="0"/>
                <a:cs typeface="Times New Roman" panose="02020603050405020304" pitchFamily="18" charset="0"/>
              </a:rPr>
              <a:t>previous matched point)</a:t>
            </a:r>
          </a:p>
        </p:txBody>
      </p:sp>
      <p:graphicFrame>
        <p:nvGraphicFramePr>
          <p:cNvPr id="18" name="表格 17">
            <a:extLst>
              <a:ext uri="{FF2B5EF4-FFF2-40B4-BE49-F238E27FC236}">
                <a16:creationId xmlns:a16="http://schemas.microsoft.com/office/drawing/2014/main" id="{89FEC005-08AD-BA40-87E2-82C822FCDD8F}"/>
              </a:ext>
            </a:extLst>
          </p:cNvPr>
          <p:cNvGraphicFramePr>
            <a:graphicFrameLocks noGrp="1"/>
          </p:cNvGraphicFramePr>
          <p:nvPr>
            <p:extLst>
              <p:ext uri="{D42A27DB-BD31-4B8C-83A1-F6EECF244321}">
                <p14:modId xmlns:p14="http://schemas.microsoft.com/office/powerpoint/2010/main" val="2097056984"/>
              </p:ext>
            </p:extLst>
          </p:nvPr>
        </p:nvGraphicFramePr>
        <p:xfrm>
          <a:off x="8459965" y="1701882"/>
          <a:ext cx="2667000" cy="2044700"/>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1919297897"/>
                    </a:ext>
                  </a:extLst>
                </a:gridCol>
                <a:gridCol w="381000">
                  <a:extLst>
                    <a:ext uri="{9D8B030D-6E8A-4147-A177-3AD203B41FA5}">
                      <a16:colId xmlns:a16="http://schemas.microsoft.com/office/drawing/2014/main" val="930326049"/>
                    </a:ext>
                  </a:extLst>
                </a:gridCol>
                <a:gridCol w="381000">
                  <a:extLst>
                    <a:ext uri="{9D8B030D-6E8A-4147-A177-3AD203B41FA5}">
                      <a16:colId xmlns:a16="http://schemas.microsoft.com/office/drawing/2014/main" val="3603778422"/>
                    </a:ext>
                  </a:extLst>
                </a:gridCol>
                <a:gridCol w="381000">
                  <a:extLst>
                    <a:ext uri="{9D8B030D-6E8A-4147-A177-3AD203B41FA5}">
                      <a16:colId xmlns:a16="http://schemas.microsoft.com/office/drawing/2014/main" val="1344544241"/>
                    </a:ext>
                  </a:extLst>
                </a:gridCol>
                <a:gridCol w="381000">
                  <a:extLst>
                    <a:ext uri="{9D8B030D-6E8A-4147-A177-3AD203B41FA5}">
                      <a16:colId xmlns:a16="http://schemas.microsoft.com/office/drawing/2014/main" val="2587088923"/>
                    </a:ext>
                  </a:extLst>
                </a:gridCol>
                <a:gridCol w="381000">
                  <a:extLst>
                    <a:ext uri="{9D8B030D-6E8A-4147-A177-3AD203B41FA5}">
                      <a16:colId xmlns:a16="http://schemas.microsoft.com/office/drawing/2014/main" val="260553824"/>
                    </a:ext>
                  </a:extLst>
                </a:gridCol>
                <a:gridCol w="381000">
                  <a:extLst>
                    <a:ext uri="{9D8B030D-6E8A-4147-A177-3AD203B41FA5}">
                      <a16:colId xmlns:a16="http://schemas.microsoft.com/office/drawing/2014/main" val="1672627043"/>
                    </a:ext>
                  </a:extLst>
                </a:gridCol>
              </a:tblGrid>
              <a:tr h="292100">
                <a:tc>
                  <a:txBody>
                    <a:bodyPr/>
                    <a:lstStyle/>
                    <a:p>
                      <a:pPr algn="ctr" fontAlgn="ctr"/>
                      <a:r>
                        <a:rPr lang="en-US" altLang="zh-TW" sz="1800" b="0" u="none" strike="noStrike" baseline="-25000" dirty="0" err="1">
                          <a:solidFill>
                            <a:srgbClr val="000000"/>
                          </a:solidFill>
                          <a:effectLst/>
                        </a:rPr>
                        <a:t>i</a:t>
                      </a:r>
                      <a:r>
                        <a:rPr lang="en-US" altLang="zh-TW" sz="1800" b="0" u="none" strike="noStrike" baseline="-25000" dirty="0">
                          <a:solidFill>
                            <a:srgbClr val="000000"/>
                          </a:solidFill>
                          <a:effectLst/>
                        </a:rPr>
                        <a:t> </a:t>
                      </a:r>
                      <a:r>
                        <a:rPr lang="en-US" altLang="zh-TW" sz="1800" b="0" u="none" strike="noStrike" dirty="0">
                          <a:solidFill>
                            <a:srgbClr val="000000"/>
                          </a:solidFill>
                          <a:effectLst/>
                        </a:rPr>
                        <a:t> </a:t>
                      </a:r>
                      <a:r>
                        <a:rPr lang="en-US" altLang="zh-TW" sz="1800" b="0" u="none" strike="noStrike" baseline="30000" dirty="0">
                          <a:solidFill>
                            <a:srgbClr val="000000"/>
                          </a:solidFill>
                          <a:effectLst/>
                        </a:rPr>
                        <a:t>j</a:t>
                      </a:r>
                      <a:endParaRPr lang="zh-TW" altLang="en-US" sz="1800" b="0" i="0" u="none" strike="noStrike" baseline="30000"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fontAlgn="ctr"/>
                      <a:r>
                        <a:rPr lang="en-US" sz="1800" b="0" u="none" strike="noStrike" dirty="0">
                          <a:solidFill>
                            <a:srgbClr val="000000"/>
                          </a:solidFill>
                          <a:effectLst/>
                        </a:rPr>
                        <a:t>1</a:t>
                      </a:r>
                      <a:endParaRPr 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sz="1800" b="0" u="none" strike="noStrike" dirty="0">
                          <a:solidFill>
                            <a:srgbClr val="000000"/>
                          </a:solidFill>
                          <a:effectLst/>
                        </a:rPr>
                        <a:t>2</a:t>
                      </a:r>
                      <a:endParaRPr 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3</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4</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5</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6</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3868832977"/>
                  </a:ext>
                </a:extLst>
              </a:tr>
              <a:tr h="292100">
                <a:tc>
                  <a:txBody>
                    <a:bodyPr/>
                    <a:lstStyle/>
                    <a:p>
                      <a:pPr algn="ctr" fontAlgn="ctr"/>
                      <a:r>
                        <a:rPr lang="en-US" altLang="zh-TW" sz="1800" b="0" u="none" strike="noStrike" dirty="0">
                          <a:solidFill>
                            <a:srgbClr val="000000"/>
                          </a:solidFill>
                          <a:effectLst/>
                        </a:rPr>
                        <a:t>1</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690351723"/>
                  </a:ext>
                </a:extLst>
              </a:tr>
              <a:tr h="292100">
                <a:tc>
                  <a:txBody>
                    <a:bodyPr/>
                    <a:lstStyle/>
                    <a:p>
                      <a:pPr algn="ctr" fontAlgn="ctr"/>
                      <a:r>
                        <a:rPr lang="en-US" altLang="zh-TW" sz="1800" b="0" u="none" strike="noStrike" dirty="0">
                          <a:solidFill>
                            <a:srgbClr val="000000"/>
                          </a:solidFill>
                          <a:effectLst/>
                        </a:rPr>
                        <a:t>2</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2</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2</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60000"/>
                        <a:lumOff val="40000"/>
                      </a:schemeClr>
                    </a:solidFill>
                  </a:tcP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1 </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132474345"/>
                  </a:ext>
                </a:extLst>
              </a:tr>
              <a:tr h="292100">
                <a:tc>
                  <a:txBody>
                    <a:bodyPr/>
                    <a:lstStyle/>
                    <a:p>
                      <a:pPr algn="ctr" fontAlgn="ctr"/>
                      <a:r>
                        <a:rPr lang="en-US" altLang="zh-TW" sz="1800" b="0" u="none" strike="noStrike" dirty="0">
                          <a:solidFill>
                            <a:srgbClr val="000000"/>
                          </a:solidFill>
                          <a:effectLst/>
                        </a:rPr>
                        <a:t>3</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2</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noFill/>
                  </a:tcP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noFill/>
                  </a:tcPr>
                </a:tc>
                <a:tc>
                  <a:txBody>
                    <a:bodyPr/>
                    <a:lstStyle/>
                    <a:p>
                      <a:pPr algn="ctr" fontAlgn="ctr"/>
                      <a:r>
                        <a:rPr lang="en-US" altLang="zh-TW" sz="1800" u="none" strike="noStrike" dirty="0">
                          <a:effectLst/>
                        </a:rPr>
                        <a:t>1 </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noFill/>
                  </a:tcPr>
                </a:tc>
                <a:extLst>
                  <a:ext uri="{0D108BD9-81ED-4DB2-BD59-A6C34878D82A}">
                    <a16:rowId xmlns:a16="http://schemas.microsoft.com/office/drawing/2014/main" val="373410264"/>
                  </a:ext>
                </a:extLst>
              </a:tr>
              <a:tr h="292100">
                <a:tc>
                  <a:txBody>
                    <a:bodyPr/>
                    <a:lstStyle/>
                    <a:p>
                      <a:pPr algn="ctr" fontAlgn="ctr"/>
                      <a:r>
                        <a:rPr lang="en-US" altLang="zh-TW" sz="1800" b="0" u="none" strike="noStrike" dirty="0">
                          <a:solidFill>
                            <a:srgbClr val="000000"/>
                          </a:solidFill>
                          <a:effectLst/>
                        </a:rPr>
                        <a:t>4</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989731928"/>
                  </a:ext>
                </a:extLst>
              </a:tr>
              <a:tr h="292100">
                <a:tc>
                  <a:txBody>
                    <a:bodyPr/>
                    <a:lstStyle/>
                    <a:p>
                      <a:pPr algn="ctr" fontAlgn="ctr"/>
                      <a:r>
                        <a:rPr lang="en-US" altLang="zh-TW" sz="1800" b="0" u="none" strike="noStrike" dirty="0">
                          <a:solidFill>
                            <a:srgbClr val="000000"/>
                          </a:solidFill>
                          <a:effectLst/>
                        </a:rPr>
                        <a:t>5</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1 </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4247021335"/>
                  </a:ext>
                </a:extLst>
              </a:tr>
              <a:tr h="292100">
                <a:tc>
                  <a:txBody>
                    <a:bodyPr/>
                    <a:lstStyle/>
                    <a:p>
                      <a:pPr algn="ctr" fontAlgn="ctr"/>
                      <a:r>
                        <a:rPr lang="en-US" altLang="zh-TW" sz="1800" b="0" u="none" strike="noStrike" dirty="0">
                          <a:solidFill>
                            <a:srgbClr val="000000"/>
                          </a:solidFill>
                          <a:effectLst/>
                        </a:rPr>
                        <a:t>6</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r>
                        <a:rPr lang="en-US" altLang="zh-TW" sz="1800" u="none" strike="noStrike" dirty="0">
                          <a:effectLst/>
                        </a:rPr>
                        <a:t> </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622230522"/>
                  </a:ext>
                </a:extLst>
              </a:tr>
            </a:tbl>
          </a:graphicData>
        </a:graphic>
      </p:graphicFrame>
      <p:sp>
        <p:nvSpPr>
          <p:cNvPr id="21" name="矩形 20">
            <a:extLst>
              <a:ext uri="{FF2B5EF4-FFF2-40B4-BE49-F238E27FC236}">
                <a16:creationId xmlns:a16="http://schemas.microsoft.com/office/drawing/2014/main" id="{C0581B95-5C9C-DA44-9591-18B2B7F0668C}"/>
              </a:ext>
            </a:extLst>
          </p:cNvPr>
          <p:cNvSpPr/>
          <p:nvPr/>
        </p:nvSpPr>
        <p:spPr>
          <a:xfrm>
            <a:off x="8459965" y="1173065"/>
            <a:ext cx="1048813" cy="523220"/>
          </a:xfrm>
          <a:prstGeom prst="rect">
            <a:avLst/>
          </a:prstGeom>
        </p:spPr>
        <p:txBody>
          <a:bodyPr wrap="none">
            <a:spAutoFit/>
          </a:bodyPr>
          <a:lstStyle/>
          <a:p>
            <a:r>
              <a:rPr kumimoji="1" lang="en-US" altLang="zh-TW" sz="2800" i="1" dirty="0"/>
              <a:t>f</a:t>
            </a:r>
            <a:r>
              <a:rPr kumimoji="1" lang="en-US" altLang="zh-TW" sz="2800" i="1" baseline="-25000" dirty="0"/>
              <a:t>6</a:t>
            </a:r>
            <a:r>
              <a:rPr kumimoji="1" lang="en-US" altLang="zh-TW" sz="2800" dirty="0"/>
              <a:t>(</a:t>
            </a:r>
            <a:r>
              <a:rPr kumimoji="1" lang="en-US" altLang="zh-TW" sz="2800" i="1" dirty="0" err="1"/>
              <a:t>i</a:t>
            </a:r>
            <a:r>
              <a:rPr kumimoji="1" lang="en-US" altLang="zh-TW" sz="2800" dirty="0"/>
              <a:t>, </a:t>
            </a:r>
            <a:r>
              <a:rPr kumimoji="1" lang="en-US" altLang="zh-TW" sz="2800" i="1" dirty="0"/>
              <a:t>j</a:t>
            </a:r>
            <a:r>
              <a:rPr kumimoji="1" lang="en-US" altLang="zh-TW" sz="2800" dirty="0"/>
              <a:t>)</a:t>
            </a:r>
            <a:endParaRPr lang="zh-TW" altLang="en-US" sz="2800" dirty="0"/>
          </a:p>
        </p:txBody>
      </p:sp>
      <p:graphicFrame>
        <p:nvGraphicFramePr>
          <p:cNvPr id="22" name="表格 21">
            <a:extLst>
              <a:ext uri="{FF2B5EF4-FFF2-40B4-BE49-F238E27FC236}">
                <a16:creationId xmlns:a16="http://schemas.microsoft.com/office/drawing/2014/main" id="{E54DBA60-0A67-DB4B-B8AA-97C8A230D166}"/>
              </a:ext>
            </a:extLst>
          </p:cNvPr>
          <p:cNvGraphicFramePr>
            <a:graphicFrameLocks noGrp="1"/>
          </p:cNvGraphicFramePr>
          <p:nvPr>
            <p:extLst>
              <p:ext uri="{D42A27DB-BD31-4B8C-83A1-F6EECF244321}">
                <p14:modId xmlns:p14="http://schemas.microsoft.com/office/powerpoint/2010/main" val="354870235"/>
              </p:ext>
            </p:extLst>
          </p:nvPr>
        </p:nvGraphicFramePr>
        <p:xfrm>
          <a:off x="8459965" y="4280995"/>
          <a:ext cx="3048000" cy="2328545"/>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3225874096"/>
                    </a:ext>
                  </a:extLst>
                </a:gridCol>
                <a:gridCol w="381000">
                  <a:extLst>
                    <a:ext uri="{9D8B030D-6E8A-4147-A177-3AD203B41FA5}">
                      <a16:colId xmlns:a16="http://schemas.microsoft.com/office/drawing/2014/main" val="916832745"/>
                    </a:ext>
                  </a:extLst>
                </a:gridCol>
                <a:gridCol w="381000">
                  <a:extLst>
                    <a:ext uri="{9D8B030D-6E8A-4147-A177-3AD203B41FA5}">
                      <a16:colId xmlns:a16="http://schemas.microsoft.com/office/drawing/2014/main" val="388153208"/>
                    </a:ext>
                  </a:extLst>
                </a:gridCol>
                <a:gridCol w="381000">
                  <a:extLst>
                    <a:ext uri="{9D8B030D-6E8A-4147-A177-3AD203B41FA5}">
                      <a16:colId xmlns:a16="http://schemas.microsoft.com/office/drawing/2014/main" val="370627410"/>
                    </a:ext>
                  </a:extLst>
                </a:gridCol>
                <a:gridCol w="381000">
                  <a:extLst>
                    <a:ext uri="{9D8B030D-6E8A-4147-A177-3AD203B41FA5}">
                      <a16:colId xmlns:a16="http://schemas.microsoft.com/office/drawing/2014/main" val="2239831501"/>
                    </a:ext>
                  </a:extLst>
                </a:gridCol>
                <a:gridCol w="381000">
                  <a:extLst>
                    <a:ext uri="{9D8B030D-6E8A-4147-A177-3AD203B41FA5}">
                      <a16:colId xmlns:a16="http://schemas.microsoft.com/office/drawing/2014/main" val="2268451971"/>
                    </a:ext>
                  </a:extLst>
                </a:gridCol>
                <a:gridCol w="381000">
                  <a:extLst>
                    <a:ext uri="{9D8B030D-6E8A-4147-A177-3AD203B41FA5}">
                      <a16:colId xmlns:a16="http://schemas.microsoft.com/office/drawing/2014/main" val="79294992"/>
                    </a:ext>
                  </a:extLst>
                </a:gridCol>
                <a:gridCol w="381000">
                  <a:extLst>
                    <a:ext uri="{9D8B030D-6E8A-4147-A177-3AD203B41FA5}">
                      <a16:colId xmlns:a16="http://schemas.microsoft.com/office/drawing/2014/main" val="2527904538"/>
                    </a:ext>
                  </a:extLst>
                </a:gridCol>
              </a:tblGrid>
              <a:tr h="292100">
                <a:tc>
                  <a:txBody>
                    <a:bodyPr/>
                    <a:lstStyle/>
                    <a:p>
                      <a:pPr algn="ctr" fontAlgn="ctr"/>
                      <a:r>
                        <a:rPr lang="en-US" altLang="zh-TW" sz="1800" b="0" u="none" strike="noStrike" baseline="-25000" dirty="0" err="1">
                          <a:solidFill>
                            <a:srgbClr val="000000"/>
                          </a:solidFill>
                          <a:effectLst/>
                          <a:latin typeface="+mn-lt"/>
                        </a:rPr>
                        <a:t>i</a:t>
                      </a:r>
                      <a:r>
                        <a:rPr lang="en-US" altLang="zh-TW" sz="1800" b="0" u="none" strike="noStrike" baseline="-25000" dirty="0">
                          <a:solidFill>
                            <a:srgbClr val="000000"/>
                          </a:solidFill>
                          <a:effectLst/>
                          <a:latin typeface="+mn-lt"/>
                        </a:rPr>
                        <a:t> </a:t>
                      </a:r>
                      <a:r>
                        <a:rPr lang="en-US" altLang="zh-TW" sz="1800" b="0" u="none" strike="noStrike" dirty="0">
                          <a:solidFill>
                            <a:srgbClr val="000000"/>
                          </a:solidFill>
                          <a:effectLst/>
                          <a:latin typeface="+mn-lt"/>
                        </a:rPr>
                        <a:t> </a:t>
                      </a:r>
                      <a:r>
                        <a:rPr lang="en-US" altLang="zh-TW" sz="1800" b="0" u="none" strike="noStrike" baseline="30000" dirty="0">
                          <a:solidFill>
                            <a:srgbClr val="000000"/>
                          </a:solidFill>
                          <a:effectLst/>
                          <a:latin typeface="+mn-lt"/>
                        </a:rPr>
                        <a:t>j</a:t>
                      </a:r>
                      <a:endParaRPr lang="zh-TW" altLang="en-US" sz="1800" b="0" i="0" u="none" strike="noStrike" baseline="30000" dirty="0">
                        <a:solidFill>
                          <a:srgbClr val="000000"/>
                        </a:solidFill>
                        <a:effectLst/>
                        <a:latin typeface="+mn-lt"/>
                        <a:ea typeface="新細明體" panose="02020500000000000000" pitchFamily="18" charset="-120"/>
                      </a:endParaRPr>
                    </a:p>
                  </a:txBody>
                  <a:tcPr marL="9525" marR="9525" marT="9525" marB="0" anchor="ctr">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fontAlgn="ctr"/>
                      <a:r>
                        <a:rPr lang="en-US" sz="1800" b="0" u="none" strike="noStrike" dirty="0">
                          <a:solidFill>
                            <a:srgbClr val="000000"/>
                          </a:solidFill>
                          <a:effectLst/>
                          <a:latin typeface="+mn-lt"/>
                        </a:rPr>
                        <a:t>1</a:t>
                      </a:r>
                      <a:endParaRPr 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sz="1800" b="0" u="none" strike="noStrike" dirty="0">
                          <a:solidFill>
                            <a:srgbClr val="000000"/>
                          </a:solidFill>
                          <a:effectLst/>
                          <a:latin typeface="+mn-lt"/>
                        </a:rPr>
                        <a:t>2</a:t>
                      </a:r>
                      <a:endParaRPr 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3</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4</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5</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6</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7</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1087251960"/>
                  </a:ext>
                </a:extLst>
              </a:tr>
              <a:tr h="292100">
                <a:tc>
                  <a:txBody>
                    <a:bodyPr/>
                    <a:lstStyle/>
                    <a:p>
                      <a:pPr algn="ctr" fontAlgn="ctr"/>
                      <a:r>
                        <a:rPr lang="en-US" altLang="zh-TW" sz="1800" b="0" u="none" strike="noStrike" dirty="0">
                          <a:solidFill>
                            <a:srgbClr val="000000"/>
                          </a:solidFill>
                          <a:effectLst/>
                          <a:latin typeface="+mn-lt"/>
                        </a:rPr>
                        <a:t>1</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1</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525380484"/>
                  </a:ext>
                </a:extLst>
              </a:tr>
              <a:tr h="292100">
                <a:tc>
                  <a:txBody>
                    <a:bodyPr/>
                    <a:lstStyle/>
                    <a:p>
                      <a:pPr algn="ctr" fontAlgn="ctr"/>
                      <a:r>
                        <a:rPr lang="en-US" altLang="zh-TW" sz="1800" b="0" u="none" strike="noStrike" dirty="0">
                          <a:solidFill>
                            <a:srgbClr val="000000"/>
                          </a:solidFill>
                          <a:effectLst/>
                          <a:latin typeface="+mn-lt"/>
                        </a:rPr>
                        <a:t>2</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1795117863"/>
                  </a:ext>
                </a:extLst>
              </a:tr>
              <a:tr h="292100">
                <a:tc>
                  <a:txBody>
                    <a:bodyPr/>
                    <a:lstStyle/>
                    <a:p>
                      <a:pPr algn="ctr" fontAlgn="ctr"/>
                      <a:r>
                        <a:rPr lang="en-US" altLang="zh-TW" sz="1800" b="0" u="none" strike="noStrike" dirty="0">
                          <a:solidFill>
                            <a:srgbClr val="000000"/>
                          </a:solidFill>
                          <a:effectLst/>
                          <a:latin typeface="+mn-lt"/>
                        </a:rPr>
                        <a:t>3</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3</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5">
                        <a:lumMod val="60000"/>
                        <a:lumOff val="40000"/>
                      </a:schemeClr>
                    </a:solidFill>
                  </a:tcPr>
                </a:tc>
                <a:tc>
                  <a:txBody>
                    <a:bodyPr/>
                    <a:lstStyle/>
                    <a:p>
                      <a:pPr algn="ctr" fontAlgn="ctr"/>
                      <a:r>
                        <a:rPr lang="en-US" altLang="zh-TW" sz="1800" u="none" strike="noStrike" dirty="0">
                          <a:effectLst/>
                          <a:latin typeface="+mn-lt"/>
                        </a:rPr>
                        <a:t>2</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noFill/>
                  </a:tcPr>
                </a:tc>
                <a:tc>
                  <a:txBody>
                    <a:bodyPr/>
                    <a:lstStyle/>
                    <a:p>
                      <a:pPr algn="ctr" fontAlgn="ctr"/>
                      <a:r>
                        <a:rPr lang="en-US" altLang="zh-TW" sz="1800" u="none" strike="noStrike" dirty="0">
                          <a:effectLst/>
                          <a:latin typeface="+mn-lt"/>
                        </a:rPr>
                        <a:t>2</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noFill/>
                  </a:tcP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728509641"/>
                  </a:ext>
                </a:extLst>
              </a:tr>
              <a:tr h="292100">
                <a:tc>
                  <a:txBody>
                    <a:bodyPr/>
                    <a:lstStyle/>
                    <a:p>
                      <a:pPr algn="ctr" fontAlgn="ctr"/>
                      <a:r>
                        <a:rPr lang="en-US" altLang="zh-TW" sz="1800" b="0" u="none" strike="noStrike" dirty="0">
                          <a:solidFill>
                            <a:srgbClr val="000000"/>
                          </a:solidFill>
                          <a:effectLst/>
                          <a:latin typeface="+mn-lt"/>
                        </a:rPr>
                        <a:t>4</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2</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2</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2">
                        <a:lumMod val="60000"/>
                        <a:lumOff val="40000"/>
                      </a:schemeClr>
                    </a:solidFill>
                  </a:tcP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1742781642"/>
                  </a:ext>
                </a:extLst>
              </a:tr>
              <a:tr h="292100">
                <a:tc>
                  <a:txBody>
                    <a:bodyPr/>
                    <a:lstStyle/>
                    <a:p>
                      <a:pPr algn="ctr" fontAlgn="ctr"/>
                      <a:r>
                        <a:rPr lang="en-US" altLang="zh-TW" sz="1800" b="0" u="none" strike="noStrike" dirty="0">
                          <a:solidFill>
                            <a:srgbClr val="000000"/>
                          </a:solidFill>
                          <a:effectLst/>
                          <a:latin typeface="+mn-lt"/>
                        </a:rPr>
                        <a:t>5</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2</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2">
                        <a:lumMod val="60000"/>
                        <a:lumOff val="40000"/>
                      </a:schemeClr>
                    </a:solidFill>
                  </a:tcP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222116960"/>
                  </a:ext>
                </a:extLst>
              </a:tr>
              <a:tr h="292100">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6</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932227719"/>
                  </a:ext>
                </a:extLst>
              </a:tr>
              <a:tr h="0">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7</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0 </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065642698"/>
                  </a:ext>
                </a:extLst>
              </a:tr>
            </a:tbl>
          </a:graphicData>
        </a:graphic>
      </p:graphicFrame>
      <p:graphicFrame>
        <p:nvGraphicFramePr>
          <p:cNvPr id="23" name="表格 22">
            <a:extLst>
              <a:ext uri="{FF2B5EF4-FFF2-40B4-BE49-F238E27FC236}">
                <a16:creationId xmlns:a16="http://schemas.microsoft.com/office/drawing/2014/main" id="{52F86326-1C6A-CE49-8F8C-CD647613B559}"/>
              </a:ext>
            </a:extLst>
          </p:cNvPr>
          <p:cNvGraphicFramePr>
            <a:graphicFrameLocks noGrp="1"/>
          </p:cNvGraphicFramePr>
          <p:nvPr>
            <p:extLst>
              <p:ext uri="{D42A27DB-BD31-4B8C-83A1-F6EECF244321}">
                <p14:modId xmlns:p14="http://schemas.microsoft.com/office/powerpoint/2010/main" val="559063508"/>
              </p:ext>
            </p:extLst>
          </p:nvPr>
        </p:nvGraphicFramePr>
        <p:xfrm>
          <a:off x="8840965" y="435948"/>
          <a:ext cx="2667000" cy="73152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1544179171"/>
                    </a:ext>
                  </a:extLst>
                </a:gridCol>
                <a:gridCol w="381000">
                  <a:extLst>
                    <a:ext uri="{9D8B030D-6E8A-4147-A177-3AD203B41FA5}">
                      <a16:colId xmlns:a16="http://schemas.microsoft.com/office/drawing/2014/main" val="987301053"/>
                    </a:ext>
                  </a:extLst>
                </a:gridCol>
                <a:gridCol w="381000">
                  <a:extLst>
                    <a:ext uri="{9D8B030D-6E8A-4147-A177-3AD203B41FA5}">
                      <a16:colId xmlns:a16="http://schemas.microsoft.com/office/drawing/2014/main" val="334303599"/>
                    </a:ext>
                  </a:extLst>
                </a:gridCol>
                <a:gridCol w="381000">
                  <a:extLst>
                    <a:ext uri="{9D8B030D-6E8A-4147-A177-3AD203B41FA5}">
                      <a16:colId xmlns:a16="http://schemas.microsoft.com/office/drawing/2014/main" val="733640701"/>
                    </a:ext>
                  </a:extLst>
                </a:gridCol>
                <a:gridCol w="381000">
                  <a:extLst>
                    <a:ext uri="{9D8B030D-6E8A-4147-A177-3AD203B41FA5}">
                      <a16:colId xmlns:a16="http://schemas.microsoft.com/office/drawing/2014/main" val="498899334"/>
                    </a:ext>
                  </a:extLst>
                </a:gridCol>
                <a:gridCol w="381000">
                  <a:extLst>
                    <a:ext uri="{9D8B030D-6E8A-4147-A177-3AD203B41FA5}">
                      <a16:colId xmlns:a16="http://schemas.microsoft.com/office/drawing/2014/main" val="3476942430"/>
                    </a:ext>
                  </a:extLst>
                </a:gridCol>
                <a:gridCol w="381000">
                  <a:extLst>
                    <a:ext uri="{9D8B030D-6E8A-4147-A177-3AD203B41FA5}">
                      <a16:colId xmlns:a16="http://schemas.microsoft.com/office/drawing/2014/main" val="2278404861"/>
                    </a:ext>
                  </a:extLst>
                </a:gridCol>
              </a:tblGrid>
              <a:tr h="301340">
                <a:tc>
                  <a:txBody>
                    <a:bodyPr/>
                    <a:lstStyle/>
                    <a:p>
                      <a:pPr algn="ctr"/>
                      <a:r>
                        <a:rPr lang="en-US" altLang="zh-TW" sz="1800" b="0" dirty="0"/>
                        <a:t>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5</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7</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4290449260"/>
                  </a:ext>
                </a:extLst>
              </a:tr>
              <a:tr h="301340">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40056899"/>
                  </a:ext>
                </a:extLst>
              </a:tr>
            </a:tbl>
          </a:graphicData>
        </a:graphic>
      </p:graphicFrame>
      <p:sp>
        <p:nvSpPr>
          <p:cNvPr id="24" name="矩形 23">
            <a:extLst>
              <a:ext uri="{FF2B5EF4-FFF2-40B4-BE49-F238E27FC236}">
                <a16:creationId xmlns:a16="http://schemas.microsoft.com/office/drawing/2014/main" id="{992DF1DE-DA7C-4C41-8EF8-981ACB18A91A}"/>
              </a:ext>
            </a:extLst>
          </p:cNvPr>
          <p:cNvSpPr/>
          <p:nvPr/>
        </p:nvSpPr>
        <p:spPr>
          <a:xfrm>
            <a:off x="8459965" y="3752179"/>
            <a:ext cx="1048813" cy="523220"/>
          </a:xfrm>
          <a:prstGeom prst="rect">
            <a:avLst/>
          </a:prstGeom>
        </p:spPr>
        <p:txBody>
          <a:bodyPr wrap="none">
            <a:spAutoFit/>
          </a:bodyPr>
          <a:lstStyle/>
          <a:p>
            <a:r>
              <a:rPr kumimoji="1" lang="en-US" altLang="zh-TW" sz="2800" i="1" dirty="0"/>
              <a:t>f</a:t>
            </a:r>
            <a:r>
              <a:rPr kumimoji="1" lang="en-US" altLang="zh-TW" sz="2800" i="1" baseline="-25000" dirty="0"/>
              <a:t>7</a:t>
            </a:r>
            <a:r>
              <a:rPr kumimoji="1" lang="en-US" altLang="zh-TW" sz="2800" dirty="0"/>
              <a:t>(</a:t>
            </a:r>
            <a:r>
              <a:rPr kumimoji="1" lang="en-US" altLang="zh-TW" sz="2800" i="1" dirty="0" err="1"/>
              <a:t>i</a:t>
            </a:r>
            <a:r>
              <a:rPr kumimoji="1" lang="en-US" altLang="zh-TW" sz="2800" dirty="0"/>
              <a:t>, </a:t>
            </a:r>
            <a:r>
              <a:rPr kumimoji="1" lang="en-US" altLang="zh-TW" sz="2800" i="1" dirty="0"/>
              <a:t>j</a:t>
            </a:r>
            <a:r>
              <a:rPr kumimoji="1" lang="en-US" altLang="zh-TW" sz="2800" dirty="0"/>
              <a:t>)</a:t>
            </a:r>
            <a:endParaRPr lang="zh-TW" altLang="en-US" sz="2800" dirty="0"/>
          </a:p>
        </p:txBody>
      </p:sp>
      <p:sp>
        <p:nvSpPr>
          <p:cNvPr id="25" name="矩形 24">
            <a:extLst>
              <a:ext uri="{FF2B5EF4-FFF2-40B4-BE49-F238E27FC236}">
                <a16:creationId xmlns:a16="http://schemas.microsoft.com/office/drawing/2014/main" id="{DDF6321A-FA07-B54A-9CA3-83F06498B1E9}"/>
              </a:ext>
            </a:extLst>
          </p:cNvPr>
          <p:cNvSpPr/>
          <p:nvPr/>
        </p:nvSpPr>
        <p:spPr>
          <a:xfrm>
            <a:off x="6863044" y="3508323"/>
            <a:ext cx="281310" cy="21910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矩形 25">
            <a:extLst>
              <a:ext uri="{FF2B5EF4-FFF2-40B4-BE49-F238E27FC236}">
                <a16:creationId xmlns:a16="http://schemas.microsoft.com/office/drawing/2014/main" id="{1777C4CA-7BE7-7D44-B8BF-F21F55CB1AF0}"/>
              </a:ext>
            </a:extLst>
          </p:cNvPr>
          <p:cNvSpPr/>
          <p:nvPr/>
        </p:nvSpPr>
        <p:spPr>
          <a:xfrm>
            <a:off x="6853136" y="3162416"/>
            <a:ext cx="281310" cy="25485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Tree>
    <p:extLst>
      <p:ext uri="{BB962C8B-B14F-4D97-AF65-F5344CB8AC3E}">
        <p14:creationId xmlns:p14="http://schemas.microsoft.com/office/powerpoint/2010/main" val="186283595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i="1" dirty="0"/>
              <a:t>d</a:t>
            </a:r>
            <a:r>
              <a:rPr kumimoji="1" lang="en-US" altLang="zh-TW" i="1" baseline="-25000" dirty="0"/>
              <a:t>k</a:t>
            </a:r>
            <a:r>
              <a:rPr kumimoji="1" lang="en-US" altLang="zh-TW" dirty="0"/>
              <a:t>(</a:t>
            </a:r>
            <a:r>
              <a:rPr kumimoji="1" lang="en-US" altLang="zh-TW" i="1" dirty="0" err="1"/>
              <a:t>i</a:t>
            </a:r>
            <a:r>
              <a:rPr kumimoji="1" lang="en-US" altLang="zh-TW" dirty="0"/>
              <a:t>, </a:t>
            </a:r>
            <a:r>
              <a:rPr kumimoji="1" lang="en-US" altLang="zh-TW" i="1" dirty="0"/>
              <a:t>j</a:t>
            </a:r>
            <a:r>
              <a:rPr kumimoji="1" lang="en-US" altLang="zh-TW" dirty="0"/>
              <a:t>)</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a:p>
        </p:txBody>
      </p:sp>
      <p:sp>
        <p:nvSpPr>
          <p:cNvPr id="11" name="內容版面配置區 2">
            <a:extLst>
              <a:ext uri="{FF2B5EF4-FFF2-40B4-BE49-F238E27FC236}">
                <a16:creationId xmlns:a16="http://schemas.microsoft.com/office/drawing/2014/main" id="{881992C6-2F5C-3C47-8EEF-6576A9AACFB6}"/>
              </a:ext>
            </a:extLst>
          </p:cNvPr>
          <p:cNvSpPr>
            <a:spLocks noGrp="1"/>
          </p:cNvSpPr>
          <p:nvPr>
            <p:ph idx="1"/>
          </p:nvPr>
        </p:nvSpPr>
        <p:spPr>
          <a:xfrm>
            <a:off x="838200" y="1825625"/>
            <a:ext cx="4074042" cy="4351338"/>
          </a:xfrm>
        </p:spPr>
        <p:txBody>
          <a:bodyPr/>
          <a:lstStyle/>
          <a:p>
            <a:r>
              <a:rPr kumimoji="1" lang="en-US" altLang="zh-TW" i="1" dirty="0">
                <a:latin typeface="Times New Roman" panose="02020603050405020304" pitchFamily="18" charset="0"/>
                <a:cs typeface="Times New Roman" panose="02020603050405020304" pitchFamily="18" charset="0"/>
              </a:rPr>
              <a:t>d</a:t>
            </a:r>
            <a:r>
              <a:rPr kumimoji="1" lang="en-US" altLang="zh-TW" i="1" baseline="-25000" dirty="0">
                <a:latin typeface="Times New Roman" panose="02020603050405020304" pitchFamily="18" charset="0"/>
                <a:cs typeface="Times New Roman" panose="02020603050405020304" pitchFamily="18" charset="0"/>
              </a:rPr>
              <a:t>k</a:t>
            </a:r>
            <a:r>
              <a:rPr kumimoji="1" lang="en-US" altLang="zh-TW" dirty="0">
                <a:latin typeface="Times New Roman" panose="02020603050405020304" pitchFamily="18" charset="0"/>
                <a:cs typeface="Times New Roman" panose="02020603050405020304" pitchFamily="18" charset="0"/>
              </a:rPr>
              <a:t>(</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 = </a:t>
            </a:r>
            <a:r>
              <a:rPr kumimoji="1" lang="en-US" altLang="zh-TW" i="1" dirty="0" err="1">
                <a:latin typeface="Times New Roman" panose="02020603050405020304" pitchFamily="18" charset="0"/>
                <a:cs typeface="Times New Roman" panose="02020603050405020304" pitchFamily="18" charset="0"/>
              </a:rPr>
              <a:t>f</a:t>
            </a:r>
            <a:r>
              <a:rPr kumimoji="1" lang="en-US" altLang="zh-TW" i="1" baseline="-25000" dirty="0" err="1">
                <a:latin typeface="Times New Roman" panose="02020603050405020304" pitchFamily="18" charset="0"/>
                <a:cs typeface="Times New Roman" panose="02020603050405020304" pitchFamily="18" charset="0"/>
              </a:rPr>
              <a:t>k</a:t>
            </a:r>
            <a:r>
              <a:rPr kumimoji="1" lang="en-US" altLang="zh-TW" dirty="0">
                <a:latin typeface="Times New Roman" panose="02020603050405020304" pitchFamily="18" charset="0"/>
                <a:cs typeface="Times New Roman" panose="02020603050405020304" pitchFamily="18" charset="0"/>
              </a:rPr>
              <a:t>(</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 - </a:t>
            </a:r>
            <a:r>
              <a:rPr kumimoji="1" lang="en-US" altLang="zh-TW" i="1" dirty="0" err="1">
                <a:latin typeface="Times New Roman" panose="02020603050405020304" pitchFamily="18" charset="0"/>
                <a:cs typeface="Times New Roman" panose="02020603050405020304" pitchFamily="18" charset="0"/>
              </a:rPr>
              <a:t>f</a:t>
            </a:r>
            <a:r>
              <a:rPr kumimoji="1" lang="en-US" altLang="zh-TW" i="1" baseline="-25000" dirty="0" err="1">
                <a:latin typeface="Times New Roman" panose="02020603050405020304" pitchFamily="18" charset="0"/>
                <a:cs typeface="Times New Roman" panose="02020603050405020304" pitchFamily="18" charset="0"/>
              </a:rPr>
              <a:t>k</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i-1</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p:pic>
        <p:nvPicPr>
          <p:cNvPr id="12" name="圖片 11">
            <a:extLst>
              <a:ext uri="{FF2B5EF4-FFF2-40B4-BE49-F238E27FC236}">
                <a16:creationId xmlns:a16="http://schemas.microsoft.com/office/drawing/2014/main" id="{44B1995C-9134-3845-9613-2BA720BEEF70}"/>
              </a:ext>
            </a:extLst>
          </p:cNvPr>
          <p:cNvPicPr>
            <a:picLocks noChangeAspect="1"/>
          </p:cNvPicPr>
          <p:nvPr/>
        </p:nvPicPr>
        <p:blipFill>
          <a:blip r:embed="rId2"/>
          <a:stretch>
            <a:fillRect/>
          </a:stretch>
        </p:blipFill>
        <p:spPr>
          <a:xfrm>
            <a:off x="1137389" y="2408865"/>
            <a:ext cx="2878238" cy="1020135"/>
          </a:xfrm>
          <a:prstGeom prst="rect">
            <a:avLst/>
          </a:prstGeom>
        </p:spPr>
      </p:pic>
      <p:graphicFrame>
        <p:nvGraphicFramePr>
          <p:cNvPr id="14" name="表格 13">
            <a:extLst>
              <a:ext uri="{FF2B5EF4-FFF2-40B4-BE49-F238E27FC236}">
                <a16:creationId xmlns:a16="http://schemas.microsoft.com/office/drawing/2014/main" id="{86867E5B-3AC5-EC4D-B73F-E10E6DA14032}"/>
              </a:ext>
            </a:extLst>
          </p:cNvPr>
          <p:cNvGraphicFramePr>
            <a:graphicFrameLocks noGrp="1"/>
          </p:cNvGraphicFramePr>
          <p:nvPr>
            <p:extLst>
              <p:ext uri="{D42A27DB-BD31-4B8C-83A1-F6EECF244321}">
                <p14:modId xmlns:p14="http://schemas.microsoft.com/office/powerpoint/2010/main" val="2844271250"/>
              </p:ext>
            </p:extLst>
          </p:nvPr>
        </p:nvGraphicFramePr>
        <p:xfrm>
          <a:off x="8840965" y="435948"/>
          <a:ext cx="2667000" cy="73152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1544179171"/>
                    </a:ext>
                  </a:extLst>
                </a:gridCol>
                <a:gridCol w="381000">
                  <a:extLst>
                    <a:ext uri="{9D8B030D-6E8A-4147-A177-3AD203B41FA5}">
                      <a16:colId xmlns:a16="http://schemas.microsoft.com/office/drawing/2014/main" val="987301053"/>
                    </a:ext>
                  </a:extLst>
                </a:gridCol>
                <a:gridCol w="381000">
                  <a:extLst>
                    <a:ext uri="{9D8B030D-6E8A-4147-A177-3AD203B41FA5}">
                      <a16:colId xmlns:a16="http://schemas.microsoft.com/office/drawing/2014/main" val="334303599"/>
                    </a:ext>
                  </a:extLst>
                </a:gridCol>
                <a:gridCol w="381000">
                  <a:extLst>
                    <a:ext uri="{9D8B030D-6E8A-4147-A177-3AD203B41FA5}">
                      <a16:colId xmlns:a16="http://schemas.microsoft.com/office/drawing/2014/main" val="733640701"/>
                    </a:ext>
                  </a:extLst>
                </a:gridCol>
                <a:gridCol w="381000">
                  <a:extLst>
                    <a:ext uri="{9D8B030D-6E8A-4147-A177-3AD203B41FA5}">
                      <a16:colId xmlns:a16="http://schemas.microsoft.com/office/drawing/2014/main" val="498899334"/>
                    </a:ext>
                  </a:extLst>
                </a:gridCol>
                <a:gridCol w="381000">
                  <a:extLst>
                    <a:ext uri="{9D8B030D-6E8A-4147-A177-3AD203B41FA5}">
                      <a16:colId xmlns:a16="http://schemas.microsoft.com/office/drawing/2014/main" val="3476942430"/>
                    </a:ext>
                  </a:extLst>
                </a:gridCol>
                <a:gridCol w="381000">
                  <a:extLst>
                    <a:ext uri="{9D8B030D-6E8A-4147-A177-3AD203B41FA5}">
                      <a16:colId xmlns:a16="http://schemas.microsoft.com/office/drawing/2014/main" val="2278404861"/>
                    </a:ext>
                  </a:extLst>
                </a:gridCol>
              </a:tblGrid>
              <a:tr h="301340">
                <a:tc>
                  <a:txBody>
                    <a:bodyPr/>
                    <a:lstStyle/>
                    <a:p>
                      <a:pPr algn="ctr"/>
                      <a:r>
                        <a:rPr lang="en-US" altLang="zh-TW" sz="1800" b="0" dirty="0"/>
                        <a:t>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5</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7</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4290449260"/>
                  </a:ext>
                </a:extLst>
              </a:tr>
              <a:tr h="301340">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40056899"/>
                  </a:ext>
                </a:extLst>
              </a:tr>
            </a:tbl>
          </a:graphicData>
        </a:graphic>
      </p:graphicFrame>
      <p:pic>
        <p:nvPicPr>
          <p:cNvPr id="16" name="圖片 15">
            <a:extLst>
              <a:ext uri="{FF2B5EF4-FFF2-40B4-BE49-F238E27FC236}">
                <a16:creationId xmlns:a16="http://schemas.microsoft.com/office/drawing/2014/main" id="{3752B369-96B7-2546-8CDF-293D3CC57DA8}"/>
              </a:ext>
            </a:extLst>
          </p:cNvPr>
          <p:cNvPicPr>
            <a:picLocks noChangeAspect="1"/>
          </p:cNvPicPr>
          <p:nvPr/>
        </p:nvPicPr>
        <p:blipFill>
          <a:blip r:embed="rId3"/>
          <a:stretch>
            <a:fillRect/>
          </a:stretch>
        </p:blipFill>
        <p:spPr>
          <a:xfrm>
            <a:off x="1045404" y="4077080"/>
            <a:ext cx="8329099" cy="2158075"/>
          </a:xfrm>
          <a:prstGeom prst="rect">
            <a:avLst/>
          </a:prstGeom>
        </p:spPr>
      </p:pic>
      <p:graphicFrame>
        <p:nvGraphicFramePr>
          <p:cNvPr id="19" name="表格 18">
            <a:extLst>
              <a:ext uri="{FF2B5EF4-FFF2-40B4-BE49-F238E27FC236}">
                <a16:creationId xmlns:a16="http://schemas.microsoft.com/office/drawing/2014/main" id="{E59605E2-963E-C549-8B27-EF8208F6FE40}"/>
              </a:ext>
            </a:extLst>
          </p:cNvPr>
          <p:cNvGraphicFramePr>
            <a:graphicFrameLocks noGrp="1"/>
          </p:cNvGraphicFramePr>
          <p:nvPr>
            <p:extLst>
              <p:ext uri="{D42A27DB-BD31-4B8C-83A1-F6EECF244321}">
                <p14:modId xmlns:p14="http://schemas.microsoft.com/office/powerpoint/2010/main" val="3777381673"/>
              </p:ext>
            </p:extLst>
          </p:nvPr>
        </p:nvGraphicFramePr>
        <p:xfrm>
          <a:off x="5352603" y="1701882"/>
          <a:ext cx="2667000" cy="2044700"/>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1919297897"/>
                    </a:ext>
                  </a:extLst>
                </a:gridCol>
                <a:gridCol w="381000">
                  <a:extLst>
                    <a:ext uri="{9D8B030D-6E8A-4147-A177-3AD203B41FA5}">
                      <a16:colId xmlns:a16="http://schemas.microsoft.com/office/drawing/2014/main" val="930326049"/>
                    </a:ext>
                  </a:extLst>
                </a:gridCol>
                <a:gridCol w="381000">
                  <a:extLst>
                    <a:ext uri="{9D8B030D-6E8A-4147-A177-3AD203B41FA5}">
                      <a16:colId xmlns:a16="http://schemas.microsoft.com/office/drawing/2014/main" val="3603778422"/>
                    </a:ext>
                  </a:extLst>
                </a:gridCol>
                <a:gridCol w="381000">
                  <a:extLst>
                    <a:ext uri="{9D8B030D-6E8A-4147-A177-3AD203B41FA5}">
                      <a16:colId xmlns:a16="http://schemas.microsoft.com/office/drawing/2014/main" val="1344544241"/>
                    </a:ext>
                  </a:extLst>
                </a:gridCol>
                <a:gridCol w="381000">
                  <a:extLst>
                    <a:ext uri="{9D8B030D-6E8A-4147-A177-3AD203B41FA5}">
                      <a16:colId xmlns:a16="http://schemas.microsoft.com/office/drawing/2014/main" val="2587088923"/>
                    </a:ext>
                  </a:extLst>
                </a:gridCol>
                <a:gridCol w="381000">
                  <a:extLst>
                    <a:ext uri="{9D8B030D-6E8A-4147-A177-3AD203B41FA5}">
                      <a16:colId xmlns:a16="http://schemas.microsoft.com/office/drawing/2014/main" val="260553824"/>
                    </a:ext>
                  </a:extLst>
                </a:gridCol>
                <a:gridCol w="381000">
                  <a:extLst>
                    <a:ext uri="{9D8B030D-6E8A-4147-A177-3AD203B41FA5}">
                      <a16:colId xmlns:a16="http://schemas.microsoft.com/office/drawing/2014/main" val="1672627043"/>
                    </a:ext>
                  </a:extLst>
                </a:gridCol>
              </a:tblGrid>
              <a:tr h="292100">
                <a:tc>
                  <a:txBody>
                    <a:bodyPr/>
                    <a:lstStyle/>
                    <a:p>
                      <a:pPr algn="ctr" fontAlgn="ctr"/>
                      <a:r>
                        <a:rPr lang="en-US" altLang="zh-TW" sz="1800" b="0" u="none" strike="noStrike" baseline="-25000" dirty="0" err="1">
                          <a:solidFill>
                            <a:srgbClr val="000000"/>
                          </a:solidFill>
                          <a:effectLst/>
                        </a:rPr>
                        <a:t>i</a:t>
                      </a:r>
                      <a:r>
                        <a:rPr lang="en-US" altLang="zh-TW" sz="1800" b="0" u="none" strike="noStrike" baseline="-25000" dirty="0">
                          <a:solidFill>
                            <a:srgbClr val="000000"/>
                          </a:solidFill>
                          <a:effectLst/>
                        </a:rPr>
                        <a:t> </a:t>
                      </a:r>
                      <a:r>
                        <a:rPr lang="en-US" altLang="zh-TW" sz="1800" b="0" u="none" strike="noStrike" dirty="0">
                          <a:solidFill>
                            <a:srgbClr val="000000"/>
                          </a:solidFill>
                          <a:effectLst/>
                        </a:rPr>
                        <a:t> </a:t>
                      </a:r>
                      <a:r>
                        <a:rPr lang="en-US" altLang="zh-TW" sz="1800" b="0" u="none" strike="noStrike" baseline="30000" dirty="0">
                          <a:solidFill>
                            <a:srgbClr val="000000"/>
                          </a:solidFill>
                          <a:effectLst/>
                        </a:rPr>
                        <a:t>j</a:t>
                      </a:r>
                      <a:endParaRPr lang="zh-TW" altLang="en-US" sz="1800" b="0" i="0" u="none" strike="noStrike" baseline="30000"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fontAlgn="ctr"/>
                      <a:r>
                        <a:rPr lang="en-US" sz="1800" b="0" u="none" strike="noStrike" dirty="0">
                          <a:solidFill>
                            <a:srgbClr val="000000"/>
                          </a:solidFill>
                          <a:effectLst/>
                        </a:rPr>
                        <a:t>1</a:t>
                      </a:r>
                      <a:endParaRPr 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sz="1800" b="0" u="none" strike="noStrike" dirty="0">
                          <a:solidFill>
                            <a:srgbClr val="000000"/>
                          </a:solidFill>
                          <a:effectLst/>
                        </a:rPr>
                        <a:t>2</a:t>
                      </a:r>
                      <a:endParaRPr 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3</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4</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5</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6</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3868832977"/>
                  </a:ext>
                </a:extLst>
              </a:tr>
              <a:tr h="292100">
                <a:tc>
                  <a:txBody>
                    <a:bodyPr/>
                    <a:lstStyle/>
                    <a:p>
                      <a:pPr algn="ctr" fontAlgn="ctr"/>
                      <a:r>
                        <a:rPr lang="en-US" altLang="zh-TW" sz="1800" b="0" u="none" strike="noStrike" dirty="0">
                          <a:solidFill>
                            <a:srgbClr val="000000"/>
                          </a:solidFill>
                          <a:effectLst/>
                        </a:rPr>
                        <a:t>1</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690351723"/>
                  </a:ext>
                </a:extLst>
              </a:tr>
              <a:tr h="292100">
                <a:tc>
                  <a:txBody>
                    <a:bodyPr/>
                    <a:lstStyle/>
                    <a:p>
                      <a:pPr algn="ctr" fontAlgn="ctr"/>
                      <a:r>
                        <a:rPr lang="en-US" altLang="zh-TW" sz="1800" b="0" u="none" strike="noStrike" dirty="0">
                          <a:solidFill>
                            <a:srgbClr val="000000"/>
                          </a:solidFill>
                          <a:effectLst/>
                        </a:rPr>
                        <a:t>2</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2</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2</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1 </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132474345"/>
                  </a:ext>
                </a:extLst>
              </a:tr>
              <a:tr h="292100">
                <a:tc>
                  <a:txBody>
                    <a:bodyPr/>
                    <a:lstStyle/>
                    <a:p>
                      <a:pPr algn="ctr" fontAlgn="ctr"/>
                      <a:r>
                        <a:rPr lang="en-US" altLang="zh-TW" sz="1800" b="0" u="none" strike="noStrike" dirty="0">
                          <a:solidFill>
                            <a:srgbClr val="000000"/>
                          </a:solidFill>
                          <a:effectLst/>
                        </a:rPr>
                        <a:t>3</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2</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73410264"/>
                  </a:ext>
                </a:extLst>
              </a:tr>
              <a:tr h="292100">
                <a:tc>
                  <a:txBody>
                    <a:bodyPr/>
                    <a:lstStyle/>
                    <a:p>
                      <a:pPr algn="ctr" fontAlgn="ctr"/>
                      <a:r>
                        <a:rPr lang="en-US" altLang="zh-TW" sz="1800" b="0" u="none" strike="noStrike" dirty="0">
                          <a:solidFill>
                            <a:srgbClr val="000000"/>
                          </a:solidFill>
                          <a:effectLst/>
                        </a:rPr>
                        <a:t>4</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989731928"/>
                  </a:ext>
                </a:extLst>
              </a:tr>
              <a:tr h="292100">
                <a:tc>
                  <a:txBody>
                    <a:bodyPr/>
                    <a:lstStyle/>
                    <a:p>
                      <a:pPr algn="ctr" fontAlgn="ctr"/>
                      <a:r>
                        <a:rPr lang="en-US" altLang="zh-TW" sz="1800" b="0" u="none" strike="noStrike" dirty="0">
                          <a:solidFill>
                            <a:srgbClr val="000000"/>
                          </a:solidFill>
                          <a:effectLst/>
                        </a:rPr>
                        <a:t>5</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4247021335"/>
                  </a:ext>
                </a:extLst>
              </a:tr>
              <a:tr h="292100">
                <a:tc>
                  <a:txBody>
                    <a:bodyPr/>
                    <a:lstStyle/>
                    <a:p>
                      <a:pPr algn="ctr" fontAlgn="ctr"/>
                      <a:r>
                        <a:rPr lang="en-US" altLang="zh-TW" sz="1800" b="0" u="none" strike="noStrike" dirty="0">
                          <a:solidFill>
                            <a:srgbClr val="000000"/>
                          </a:solidFill>
                          <a:effectLst/>
                        </a:rPr>
                        <a:t>6</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r>
                        <a:rPr lang="en-US" altLang="zh-TW" sz="1800" u="none" strike="noStrike" dirty="0">
                          <a:effectLst/>
                        </a:rPr>
                        <a:t> </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622230522"/>
                  </a:ext>
                </a:extLst>
              </a:tr>
            </a:tbl>
          </a:graphicData>
        </a:graphic>
      </p:graphicFrame>
      <p:graphicFrame>
        <p:nvGraphicFramePr>
          <p:cNvPr id="20" name="表格 19">
            <a:extLst>
              <a:ext uri="{FF2B5EF4-FFF2-40B4-BE49-F238E27FC236}">
                <a16:creationId xmlns:a16="http://schemas.microsoft.com/office/drawing/2014/main" id="{259680E6-8748-B34C-A9C8-71218A59988C}"/>
              </a:ext>
            </a:extLst>
          </p:cNvPr>
          <p:cNvGraphicFramePr>
            <a:graphicFrameLocks noGrp="1"/>
          </p:cNvGraphicFramePr>
          <p:nvPr>
            <p:extLst>
              <p:ext uri="{D42A27DB-BD31-4B8C-83A1-F6EECF244321}">
                <p14:modId xmlns:p14="http://schemas.microsoft.com/office/powerpoint/2010/main" val="404471225"/>
              </p:ext>
            </p:extLst>
          </p:nvPr>
        </p:nvGraphicFramePr>
        <p:xfrm>
          <a:off x="8459965" y="1701882"/>
          <a:ext cx="2667000" cy="2044700"/>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3582844554"/>
                    </a:ext>
                  </a:extLst>
                </a:gridCol>
                <a:gridCol w="381000">
                  <a:extLst>
                    <a:ext uri="{9D8B030D-6E8A-4147-A177-3AD203B41FA5}">
                      <a16:colId xmlns:a16="http://schemas.microsoft.com/office/drawing/2014/main" val="3632751776"/>
                    </a:ext>
                  </a:extLst>
                </a:gridCol>
                <a:gridCol w="381000">
                  <a:extLst>
                    <a:ext uri="{9D8B030D-6E8A-4147-A177-3AD203B41FA5}">
                      <a16:colId xmlns:a16="http://schemas.microsoft.com/office/drawing/2014/main" val="103977414"/>
                    </a:ext>
                  </a:extLst>
                </a:gridCol>
                <a:gridCol w="381000">
                  <a:extLst>
                    <a:ext uri="{9D8B030D-6E8A-4147-A177-3AD203B41FA5}">
                      <a16:colId xmlns:a16="http://schemas.microsoft.com/office/drawing/2014/main" val="3883469558"/>
                    </a:ext>
                  </a:extLst>
                </a:gridCol>
                <a:gridCol w="381000">
                  <a:extLst>
                    <a:ext uri="{9D8B030D-6E8A-4147-A177-3AD203B41FA5}">
                      <a16:colId xmlns:a16="http://schemas.microsoft.com/office/drawing/2014/main" val="415109574"/>
                    </a:ext>
                  </a:extLst>
                </a:gridCol>
                <a:gridCol w="381000">
                  <a:extLst>
                    <a:ext uri="{9D8B030D-6E8A-4147-A177-3AD203B41FA5}">
                      <a16:colId xmlns:a16="http://schemas.microsoft.com/office/drawing/2014/main" val="432253275"/>
                    </a:ext>
                  </a:extLst>
                </a:gridCol>
                <a:gridCol w="381000">
                  <a:extLst>
                    <a:ext uri="{9D8B030D-6E8A-4147-A177-3AD203B41FA5}">
                      <a16:colId xmlns:a16="http://schemas.microsoft.com/office/drawing/2014/main" val="3312459611"/>
                    </a:ext>
                  </a:extLst>
                </a:gridCol>
              </a:tblGrid>
              <a:tr h="292100">
                <a:tc>
                  <a:txBody>
                    <a:bodyPr/>
                    <a:lstStyle/>
                    <a:p>
                      <a:pPr algn="ctr" fontAlgn="ctr"/>
                      <a:r>
                        <a:rPr lang="en-US" altLang="zh-TW" sz="1800" b="0" u="none" strike="noStrike" baseline="-25000" dirty="0" err="1">
                          <a:solidFill>
                            <a:srgbClr val="000000"/>
                          </a:solidFill>
                          <a:effectLst/>
                        </a:rPr>
                        <a:t>i</a:t>
                      </a:r>
                      <a:r>
                        <a:rPr lang="en-US" altLang="zh-TW" sz="1800" b="0" u="none" strike="noStrike" baseline="-25000" dirty="0">
                          <a:solidFill>
                            <a:srgbClr val="000000"/>
                          </a:solidFill>
                          <a:effectLst/>
                        </a:rPr>
                        <a:t> </a:t>
                      </a:r>
                      <a:r>
                        <a:rPr lang="en-US" altLang="zh-TW" sz="1800" b="0" u="none" strike="noStrike" dirty="0">
                          <a:solidFill>
                            <a:srgbClr val="000000"/>
                          </a:solidFill>
                          <a:effectLst/>
                        </a:rPr>
                        <a:t> </a:t>
                      </a:r>
                      <a:r>
                        <a:rPr lang="en-US" altLang="zh-TW" sz="1800" b="0" u="none" strike="noStrike" baseline="30000" dirty="0">
                          <a:solidFill>
                            <a:srgbClr val="000000"/>
                          </a:solidFill>
                          <a:effectLst/>
                        </a:rPr>
                        <a:t>j</a:t>
                      </a:r>
                      <a:endParaRPr lang="zh-TW" altLang="en-US" sz="1800" b="0" i="0" u="none" strike="noStrike" baseline="30000"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fontAlgn="ctr"/>
                      <a:r>
                        <a:rPr lang="en-US" sz="1800" b="0" u="none" strike="noStrike" dirty="0">
                          <a:solidFill>
                            <a:srgbClr val="000000"/>
                          </a:solidFill>
                          <a:effectLst/>
                        </a:rPr>
                        <a:t>1</a:t>
                      </a:r>
                      <a:endParaRPr 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sz="1800" b="0" u="none" strike="noStrike" dirty="0">
                          <a:solidFill>
                            <a:srgbClr val="000000"/>
                          </a:solidFill>
                          <a:effectLst/>
                        </a:rPr>
                        <a:t>2</a:t>
                      </a:r>
                      <a:endParaRPr 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3</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4</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5</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6</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4028808213"/>
                  </a:ext>
                </a:extLst>
              </a:tr>
              <a:tr h="292100">
                <a:tc>
                  <a:txBody>
                    <a:bodyPr/>
                    <a:lstStyle/>
                    <a:p>
                      <a:pPr algn="ctr" fontAlgn="ctr"/>
                      <a:r>
                        <a:rPr lang="en-US" altLang="zh-TW" sz="1800" b="0" u="none" strike="noStrike" dirty="0">
                          <a:solidFill>
                            <a:srgbClr val="000000"/>
                          </a:solidFill>
                          <a:effectLst/>
                        </a:rPr>
                        <a:t>1</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404943954"/>
                  </a:ext>
                </a:extLst>
              </a:tr>
              <a:tr h="292100">
                <a:tc>
                  <a:txBody>
                    <a:bodyPr/>
                    <a:lstStyle/>
                    <a:p>
                      <a:pPr algn="ctr" fontAlgn="ctr"/>
                      <a:r>
                        <a:rPr lang="en-US" altLang="zh-TW" sz="1800" b="0" u="none" strike="noStrike" dirty="0">
                          <a:solidFill>
                            <a:srgbClr val="000000"/>
                          </a:solidFill>
                          <a:effectLst/>
                        </a:rPr>
                        <a:t>2</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1 </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120112352"/>
                  </a:ext>
                </a:extLst>
              </a:tr>
              <a:tr h="292100">
                <a:tc>
                  <a:txBody>
                    <a:bodyPr/>
                    <a:lstStyle/>
                    <a:p>
                      <a:pPr algn="ctr" fontAlgn="ctr"/>
                      <a:r>
                        <a:rPr lang="en-US" altLang="zh-TW" sz="1800" b="0" u="none" strike="noStrike" dirty="0">
                          <a:solidFill>
                            <a:srgbClr val="000000"/>
                          </a:solidFill>
                          <a:effectLst/>
                        </a:rPr>
                        <a:t>3</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771474582"/>
                  </a:ext>
                </a:extLst>
              </a:tr>
              <a:tr h="292100">
                <a:tc>
                  <a:txBody>
                    <a:bodyPr/>
                    <a:lstStyle/>
                    <a:p>
                      <a:pPr algn="ctr" fontAlgn="ctr"/>
                      <a:r>
                        <a:rPr lang="en-US" altLang="zh-TW" sz="1800" b="0" u="none" strike="noStrike" dirty="0">
                          <a:solidFill>
                            <a:srgbClr val="000000"/>
                          </a:solidFill>
                          <a:effectLst/>
                        </a:rPr>
                        <a:t>4</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solidFill>
                            <a:schemeClr val="bg1">
                              <a:lumMod val="75000"/>
                            </a:schemeClr>
                          </a:solidFill>
                          <a:effectLst/>
                        </a:rPr>
                        <a:t>0</a:t>
                      </a:r>
                      <a:endParaRPr lang="en-US" altLang="zh-TW" sz="1800" b="0" i="0" u="none" strike="noStrike">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557879983"/>
                  </a:ext>
                </a:extLst>
              </a:tr>
              <a:tr h="292100">
                <a:tc>
                  <a:txBody>
                    <a:bodyPr/>
                    <a:lstStyle/>
                    <a:p>
                      <a:pPr algn="ctr" fontAlgn="ctr"/>
                      <a:r>
                        <a:rPr lang="en-US" altLang="zh-TW" sz="1800" b="0" u="none" strike="noStrike" dirty="0">
                          <a:solidFill>
                            <a:srgbClr val="000000"/>
                          </a:solidFill>
                          <a:effectLst/>
                        </a:rPr>
                        <a:t>5</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2104682825"/>
                  </a:ext>
                </a:extLst>
              </a:tr>
              <a:tr h="292100">
                <a:tc>
                  <a:txBody>
                    <a:bodyPr/>
                    <a:lstStyle/>
                    <a:p>
                      <a:pPr algn="ctr" fontAlgn="ctr"/>
                      <a:r>
                        <a:rPr lang="en-US" altLang="zh-TW" sz="1800" b="0" u="none" strike="noStrike" dirty="0">
                          <a:solidFill>
                            <a:srgbClr val="000000"/>
                          </a:solidFill>
                          <a:effectLst/>
                        </a:rPr>
                        <a:t>6</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729423479"/>
                  </a:ext>
                </a:extLst>
              </a:tr>
            </a:tbl>
          </a:graphicData>
        </a:graphic>
      </p:graphicFrame>
      <p:sp>
        <p:nvSpPr>
          <p:cNvPr id="21" name="矩形 20">
            <a:extLst>
              <a:ext uri="{FF2B5EF4-FFF2-40B4-BE49-F238E27FC236}">
                <a16:creationId xmlns:a16="http://schemas.microsoft.com/office/drawing/2014/main" id="{56DB1F15-0F32-0A4E-9CCF-19A97355042E}"/>
              </a:ext>
            </a:extLst>
          </p:cNvPr>
          <p:cNvSpPr/>
          <p:nvPr/>
        </p:nvSpPr>
        <p:spPr>
          <a:xfrm>
            <a:off x="8344549" y="1173065"/>
            <a:ext cx="1164229" cy="523220"/>
          </a:xfrm>
          <a:prstGeom prst="rect">
            <a:avLst/>
          </a:prstGeom>
        </p:spPr>
        <p:txBody>
          <a:bodyPr wrap="none">
            <a:spAutoFit/>
          </a:bodyPr>
          <a:lstStyle/>
          <a:p>
            <a:r>
              <a:rPr kumimoji="1" lang="en-US" altLang="zh-TW" sz="2800" i="1" dirty="0"/>
              <a:t>d</a:t>
            </a:r>
            <a:r>
              <a:rPr kumimoji="1" lang="en-US" altLang="zh-TW" sz="2800" i="1" baseline="-25000" dirty="0"/>
              <a:t>6</a:t>
            </a:r>
            <a:r>
              <a:rPr kumimoji="1" lang="en-US" altLang="zh-TW" sz="2800" dirty="0"/>
              <a:t>(</a:t>
            </a:r>
            <a:r>
              <a:rPr kumimoji="1" lang="en-US" altLang="zh-TW" sz="2800" i="1" dirty="0" err="1"/>
              <a:t>i</a:t>
            </a:r>
            <a:r>
              <a:rPr kumimoji="1" lang="en-US" altLang="zh-TW" sz="2800" dirty="0"/>
              <a:t>, </a:t>
            </a:r>
            <a:r>
              <a:rPr kumimoji="1" lang="en-US" altLang="zh-TW" sz="2800" i="1" dirty="0"/>
              <a:t>j</a:t>
            </a:r>
            <a:r>
              <a:rPr kumimoji="1" lang="en-US" altLang="zh-TW" sz="2800" dirty="0"/>
              <a:t>)</a:t>
            </a:r>
            <a:endParaRPr lang="zh-TW" altLang="en-US" sz="2800" dirty="0"/>
          </a:p>
        </p:txBody>
      </p:sp>
      <p:sp>
        <p:nvSpPr>
          <p:cNvPr id="22" name="矩形 21">
            <a:extLst>
              <a:ext uri="{FF2B5EF4-FFF2-40B4-BE49-F238E27FC236}">
                <a16:creationId xmlns:a16="http://schemas.microsoft.com/office/drawing/2014/main" id="{29A5D2D6-A382-C64B-BD81-C8915F5450C9}"/>
              </a:ext>
            </a:extLst>
          </p:cNvPr>
          <p:cNvSpPr/>
          <p:nvPr/>
        </p:nvSpPr>
        <p:spPr>
          <a:xfrm>
            <a:off x="5352603" y="1173065"/>
            <a:ext cx="1048813" cy="523220"/>
          </a:xfrm>
          <a:prstGeom prst="rect">
            <a:avLst/>
          </a:prstGeom>
        </p:spPr>
        <p:txBody>
          <a:bodyPr wrap="none">
            <a:spAutoFit/>
          </a:bodyPr>
          <a:lstStyle/>
          <a:p>
            <a:r>
              <a:rPr kumimoji="1" lang="en-US" altLang="zh-TW" sz="2800" i="1" dirty="0"/>
              <a:t>f</a:t>
            </a:r>
            <a:r>
              <a:rPr kumimoji="1" lang="en-US" altLang="zh-TW" sz="2800" i="1" baseline="-25000" dirty="0"/>
              <a:t>6</a:t>
            </a:r>
            <a:r>
              <a:rPr kumimoji="1" lang="en-US" altLang="zh-TW" sz="2800" dirty="0"/>
              <a:t>(</a:t>
            </a:r>
            <a:r>
              <a:rPr kumimoji="1" lang="en-US" altLang="zh-TW" sz="2800" i="1" dirty="0" err="1"/>
              <a:t>i</a:t>
            </a:r>
            <a:r>
              <a:rPr kumimoji="1" lang="en-US" altLang="zh-TW" sz="2800" dirty="0"/>
              <a:t>, </a:t>
            </a:r>
            <a:r>
              <a:rPr kumimoji="1" lang="en-US" altLang="zh-TW" sz="2800" i="1" dirty="0"/>
              <a:t>j</a:t>
            </a:r>
            <a:r>
              <a:rPr kumimoji="1" lang="en-US" altLang="zh-TW" sz="2800" dirty="0"/>
              <a:t>)</a:t>
            </a:r>
            <a:endParaRPr lang="zh-TW" altLang="en-US" sz="2800" dirty="0"/>
          </a:p>
        </p:txBody>
      </p:sp>
    </p:spTree>
    <p:extLst>
      <p:ext uri="{BB962C8B-B14F-4D97-AF65-F5344CB8AC3E}">
        <p14:creationId xmlns:p14="http://schemas.microsoft.com/office/powerpoint/2010/main" val="72928067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Property 1</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a:p>
        </p:txBody>
      </p:sp>
      <p:pic>
        <p:nvPicPr>
          <p:cNvPr id="15" name="圖片 14">
            <a:extLst>
              <a:ext uri="{FF2B5EF4-FFF2-40B4-BE49-F238E27FC236}">
                <a16:creationId xmlns:a16="http://schemas.microsoft.com/office/drawing/2014/main" id="{CEFDE993-0A11-FB4E-825E-86916FAFF7FB}"/>
              </a:ext>
            </a:extLst>
          </p:cNvPr>
          <p:cNvPicPr>
            <a:picLocks noChangeAspect="1"/>
          </p:cNvPicPr>
          <p:nvPr/>
        </p:nvPicPr>
        <p:blipFill rotWithShape="1">
          <a:blip r:embed="rId2"/>
          <a:srcRect t="28779"/>
          <a:stretch/>
        </p:blipFill>
        <p:spPr>
          <a:xfrm>
            <a:off x="943012" y="1531088"/>
            <a:ext cx="8329099" cy="1537004"/>
          </a:xfrm>
          <a:prstGeom prst="rect">
            <a:avLst/>
          </a:prstGeom>
        </p:spPr>
      </p:pic>
      <p:graphicFrame>
        <p:nvGraphicFramePr>
          <p:cNvPr id="21" name="表格 20">
            <a:extLst>
              <a:ext uri="{FF2B5EF4-FFF2-40B4-BE49-F238E27FC236}">
                <a16:creationId xmlns:a16="http://schemas.microsoft.com/office/drawing/2014/main" id="{37A9B2BA-B70D-BB47-8465-3107CA2EB73D}"/>
              </a:ext>
            </a:extLst>
          </p:cNvPr>
          <p:cNvGraphicFramePr>
            <a:graphicFrameLocks noGrp="1"/>
          </p:cNvGraphicFramePr>
          <p:nvPr>
            <p:extLst>
              <p:ext uri="{D42A27DB-BD31-4B8C-83A1-F6EECF244321}">
                <p14:modId xmlns:p14="http://schemas.microsoft.com/office/powerpoint/2010/main" val="512998007"/>
              </p:ext>
            </p:extLst>
          </p:nvPr>
        </p:nvGraphicFramePr>
        <p:xfrm>
          <a:off x="166998" y="3680201"/>
          <a:ext cx="2667000" cy="2044700"/>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1919297897"/>
                    </a:ext>
                  </a:extLst>
                </a:gridCol>
                <a:gridCol w="381000">
                  <a:extLst>
                    <a:ext uri="{9D8B030D-6E8A-4147-A177-3AD203B41FA5}">
                      <a16:colId xmlns:a16="http://schemas.microsoft.com/office/drawing/2014/main" val="930326049"/>
                    </a:ext>
                  </a:extLst>
                </a:gridCol>
                <a:gridCol w="381000">
                  <a:extLst>
                    <a:ext uri="{9D8B030D-6E8A-4147-A177-3AD203B41FA5}">
                      <a16:colId xmlns:a16="http://schemas.microsoft.com/office/drawing/2014/main" val="3603778422"/>
                    </a:ext>
                  </a:extLst>
                </a:gridCol>
                <a:gridCol w="381000">
                  <a:extLst>
                    <a:ext uri="{9D8B030D-6E8A-4147-A177-3AD203B41FA5}">
                      <a16:colId xmlns:a16="http://schemas.microsoft.com/office/drawing/2014/main" val="1344544241"/>
                    </a:ext>
                  </a:extLst>
                </a:gridCol>
                <a:gridCol w="381000">
                  <a:extLst>
                    <a:ext uri="{9D8B030D-6E8A-4147-A177-3AD203B41FA5}">
                      <a16:colId xmlns:a16="http://schemas.microsoft.com/office/drawing/2014/main" val="2587088923"/>
                    </a:ext>
                  </a:extLst>
                </a:gridCol>
                <a:gridCol w="381000">
                  <a:extLst>
                    <a:ext uri="{9D8B030D-6E8A-4147-A177-3AD203B41FA5}">
                      <a16:colId xmlns:a16="http://schemas.microsoft.com/office/drawing/2014/main" val="260553824"/>
                    </a:ext>
                  </a:extLst>
                </a:gridCol>
                <a:gridCol w="381000">
                  <a:extLst>
                    <a:ext uri="{9D8B030D-6E8A-4147-A177-3AD203B41FA5}">
                      <a16:colId xmlns:a16="http://schemas.microsoft.com/office/drawing/2014/main" val="1672627043"/>
                    </a:ext>
                  </a:extLst>
                </a:gridCol>
              </a:tblGrid>
              <a:tr h="292100">
                <a:tc>
                  <a:txBody>
                    <a:bodyPr/>
                    <a:lstStyle/>
                    <a:p>
                      <a:pPr algn="ctr" fontAlgn="ctr"/>
                      <a:r>
                        <a:rPr lang="en-US" altLang="zh-TW" sz="1800" b="0" u="none" strike="noStrike" baseline="-25000" dirty="0" err="1">
                          <a:solidFill>
                            <a:srgbClr val="000000"/>
                          </a:solidFill>
                          <a:effectLst/>
                        </a:rPr>
                        <a:t>i</a:t>
                      </a:r>
                      <a:r>
                        <a:rPr lang="en-US" altLang="zh-TW" sz="1800" b="0" u="none" strike="noStrike" baseline="-25000" dirty="0">
                          <a:solidFill>
                            <a:srgbClr val="000000"/>
                          </a:solidFill>
                          <a:effectLst/>
                        </a:rPr>
                        <a:t> </a:t>
                      </a:r>
                      <a:r>
                        <a:rPr lang="en-US" altLang="zh-TW" sz="1800" b="0" u="none" strike="noStrike" dirty="0">
                          <a:solidFill>
                            <a:srgbClr val="000000"/>
                          </a:solidFill>
                          <a:effectLst/>
                        </a:rPr>
                        <a:t> </a:t>
                      </a:r>
                      <a:r>
                        <a:rPr lang="en-US" altLang="zh-TW" sz="1800" b="0" u="none" strike="noStrike" baseline="30000" dirty="0">
                          <a:solidFill>
                            <a:srgbClr val="000000"/>
                          </a:solidFill>
                          <a:effectLst/>
                        </a:rPr>
                        <a:t>j</a:t>
                      </a:r>
                      <a:endParaRPr lang="zh-TW" altLang="en-US" sz="1800" b="0" i="0" u="none" strike="noStrike" baseline="30000"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fontAlgn="ctr"/>
                      <a:r>
                        <a:rPr lang="en-US" sz="1800" b="0" u="none" strike="noStrike" dirty="0">
                          <a:solidFill>
                            <a:srgbClr val="000000"/>
                          </a:solidFill>
                          <a:effectLst/>
                        </a:rPr>
                        <a:t>1</a:t>
                      </a:r>
                      <a:endParaRPr 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sz="1800" b="0" u="none" strike="noStrike" dirty="0">
                          <a:solidFill>
                            <a:srgbClr val="000000"/>
                          </a:solidFill>
                          <a:effectLst/>
                        </a:rPr>
                        <a:t>2</a:t>
                      </a:r>
                      <a:endParaRPr 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3</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4</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5</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6</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3868832977"/>
                  </a:ext>
                </a:extLst>
              </a:tr>
              <a:tr h="292100">
                <a:tc>
                  <a:txBody>
                    <a:bodyPr/>
                    <a:lstStyle/>
                    <a:p>
                      <a:pPr algn="ctr" fontAlgn="ctr"/>
                      <a:r>
                        <a:rPr lang="en-US" altLang="zh-TW" sz="1800" b="0" u="none" strike="noStrike" dirty="0">
                          <a:solidFill>
                            <a:srgbClr val="000000"/>
                          </a:solidFill>
                          <a:effectLst/>
                        </a:rPr>
                        <a:t>1</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690351723"/>
                  </a:ext>
                </a:extLst>
              </a:tr>
              <a:tr h="292100">
                <a:tc>
                  <a:txBody>
                    <a:bodyPr/>
                    <a:lstStyle/>
                    <a:p>
                      <a:pPr algn="ctr" fontAlgn="ctr"/>
                      <a:r>
                        <a:rPr lang="en-US" altLang="zh-TW" sz="1800" b="0" u="none" strike="noStrike" dirty="0">
                          <a:solidFill>
                            <a:srgbClr val="000000"/>
                          </a:solidFill>
                          <a:effectLst/>
                        </a:rPr>
                        <a:t>2</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2</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2</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132474345"/>
                  </a:ext>
                </a:extLst>
              </a:tr>
              <a:tr h="292100">
                <a:tc>
                  <a:txBody>
                    <a:bodyPr/>
                    <a:lstStyle/>
                    <a:p>
                      <a:pPr algn="ctr" fontAlgn="ctr"/>
                      <a:r>
                        <a:rPr lang="en-US" altLang="zh-TW" sz="1800" b="0" u="none" strike="noStrike" dirty="0">
                          <a:solidFill>
                            <a:srgbClr val="000000"/>
                          </a:solidFill>
                          <a:effectLst/>
                        </a:rPr>
                        <a:t>3</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solidFill>
                            <a:schemeClr val="bg1">
                              <a:lumMod val="75000"/>
                            </a:schemeClr>
                          </a:solidFill>
                          <a:effectLst/>
                        </a:rPr>
                        <a:t>0</a:t>
                      </a:r>
                      <a:endParaRPr lang="en-US" altLang="zh-TW" sz="1800" b="0" i="0" u="none" strike="noStrike">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2</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73410264"/>
                  </a:ext>
                </a:extLst>
              </a:tr>
              <a:tr h="292100">
                <a:tc>
                  <a:txBody>
                    <a:bodyPr/>
                    <a:lstStyle/>
                    <a:p>
                      <a:pPr algn="ctr" fontAlgn="ctr"/>
                      <a:r>
                        <a:rPr lang="en-US" altLang="zh-TW" sz="1800" b="0" u="none" strike="noStrike" dirty="0">
                          <a:solidFill>
                            <a:srgbClr val="000000"/>
                          </a:solidFill>
                          <a:effectLst/>
                        </a:rPr>
                        <a:t>4</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989731928"/>
                  </a:ext>
                </a:extLst>
              </a:tr>
              <a:tr h="292100">
                <a:tc>
                  <a:txBody>
                    <a:bodyPr/>
                    <a:lstStyle/>
                    <a:p>
                      <a:pPr algn="ctr" fontAlgn="ctr"/>
                      <a:r>
                        <a:rPr lang="en-US" altLang="zh-TW" sz="1800" b="0" u="none" strike="noStrike" dirty="0">
                          <a:solidFill>
                            <a:srgbClr val="000000"/>
                          </a:solidFill>
                          <a:effectLst/>
                        </a:rPr>
                        <a:t>5</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4247021335"/>
                  </a:ext>
                </a:extLst>
              </a:tr>
              <a:tr h="292100">
                <a:tc>
                  <a:txBody>
                    <a:bodyPr/>
                    <a:lstStyle/>
                    <a:p>
                      <a:pPr algn="ctr" fontAlgn="ctr"/>
                      <a:r>
                        <a:rPr lang="en-US" altLang="zh-TW" sz="1800" b="0" u="none" strike="noStrike" dirty="0">
                          <a:solidFill>
                            <a:srgbClr val="000000"/>
                          </a:solidFill>
                          <a:effectLst/>
                        </a:rPr>
                        <a:t>6</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r>
                        <a:rPr lang="en-US" altLang="zh-TW" sz="1800" u="none" strike="noStrike" dirty="0">
                          <a:effectLst/>
                        </a:rPr>
                        <a:t> </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622230522"/>
                  </a:ext>
                </a:extLst>
              </a:tr>
            </a:tbl>
          </a:graphicData>
        </a:graphic>
      </p:graphicFrame>
      <p:graphicFrame>
        <p:nvGraphicFramePr>
          <p:cNvPr id="22" name="表格 21">
            <a:extLst>
              <a:ext uri="{FF2B5EF4-FFF2-40B4-BE49-F238E27FC236}">
                <a16:creationId xmlns:a16="http://schemas.microsoft.com/office/drawing/2014/main" id="{D6E1311E-6183-3047-A927-663D5C6F94B4}"/>
              </a:ext>
            </a:extLst>
          </p:cNvPr>
          <p:cNvGraphicFramePr>
            <a:graphicFrameLocks noGrp="1"/>
          </p:cNvGraphicFramePr>
          <p:nvPr>
            <p:extLst>
              <p:ext uri="{D42A27DB-BD31-4B8C-83A1-F6EECF244321}">
                <p14:modId xmlns:p14="http://schemas.microsoft.com/office/powerpoint/2010/main" val="260995773"/>
              </p:ext>
            </p:extLst>
          </p:nvPr>
        </p:nvGraphicFramePr>
        <p:xfrm>
          <a:off x="2985840" y="3680201"/>
          <a:ext cx="2667000" cy="2044700"/>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3582844554"/>
                    </a:ext>
                  </a:extLst>
                </a:gridCol>
                <a:gridCol w="381000">
                  <a:extLst>
                    <a:ext uri="{9D8B030D-6E8A-4147-A177-3AD203B41FA5}">
                      <a16:colId xmlns:a16="http://schemas.microsoft.com/office/drawing/2014/main" val="3632751776"/>
                    </a:ext>
                  </a:extLst>
                </a:gridCol>
                <a:gridCol w="381000">
                  <a:extLst>
                    <a:ext uri="{9D8B030D-6E8A-4147-A177-3AD203B41FA5}">
                      <a16:colId xmlns:a16="http://schemas.microsoft.com/office/drawing/2014/main" val="103977414"/>
                    </a:ext>
                  </a:extLst>
                </a:gridCol>
                <a:gridCol w="381000">
                  <a:extLst>
                    <a:ext uri="{9D8B030D-6E8A-4147-A177-3AD203B41FA5}">
                      <a16:colId xmlns:a16="http://schemas.microsoft.com/office/drawing/2014/main" val="3883469558"/>
                    </a:ext>
                  </a:extLst>
                </a:gridCol>
                <a:gridCol w="381000">
                  <a:extLst>
                    <a:ext uri="{9D8B030D-6E8A-4147-A177-3AD203B41FA5}">
                      <a16:colId xmlns:a16="http://schemas.microsoft.com/office/drawing/2014/main" val="415109574"/>
                    </a:ext>
                  </a:extLst>
                </a:gridCol>
                <a:gridCol w="381000">
                  <a:extLst>
                    <a:ext uri="{9D8B030D-6E8A-4147-A177-3AD203B41FA5}">
                      <a16:colId xmlns:a16="http://schemas.microsoft.com/office/drawing/2014/main" val="432253275"/>
                    </a:ext>
                  </a:extLst>
                </a:gridCol>
                <a:gridCol w="381000">
                  <a:extLst>
                    <a:ext uri="{9D8B030D-6E8A-4147-A177-3AD203B41FA5}">
                      <a16:colId xmlns:a16="http://schemas.microsoft.com/office/drawing/2014/main" val="3312459611"/>
                    </a:ext>
                  </a:extLst>
                </a:gridCol>
              </a:tblGrid>
              <a:tr h="292100">
                <a:tc>
                  <a:txBody>
                    <a:bodyPr/>
                    <a:lstStyle/>
                    <a:p>
                      <a:pPr algn="ctr" fontAlgn="ctr"/>
                      <a:r>
                        <a:rPr lang="en-US" altLang="zh-TW" sz="1800" b="0" u="none" strike="noStrike" baseline="-25000" dirty="0" err="1">
                          <a:solidFill>
                            <a:srgbClr val="000000"/>
                          </a:solidFill>
                          <a:effectLst/>
                        </a:rPr>
                        <a:t>i</a:t>
                      </a:r>
                      <a:r>
                        <a:rPr lang="en-US" altLang="zh-TW" sz="1800" b="0" u="none" strike="noStrike" baseline="-25000" dirty="0">
                          <a:solidFill>
                            <a:srgbClr val="000000"/>
                          </a:solidFill>
                          <a:effectLst/>
                        </a:rPr>
                        <a:t> </a:t>
                      </a:r>
                      <a:r>
                        <a:rPr lang="en-US" altLang="zh-TW" sz="1800" b="0" u="none" strike="noStrike" dirty="0">
                          <a:solidFill>
                            <a:srgbClr val="000000"/>
                          </a:solidFill>
                          <a:effectLst/>
                        </a:rPr>
                        <a:t> </a:t>
                      </a:r>
                      <a:r>
                        <a:rPr lang="en-US" altLang="zh-TW" sz="1800" b="0" u="none" strike="noStrike" baseline="30000" dirty="0">
                          <a:solidFill>
                            <a:srgbClr val="000000"/>
                          </a:solidFill>
                          <a:effectLst/>
                        </a:rPr>
                        <a:t>j</a:t>
                      </a:r>
                      <a:endParaRPr lang="zh-TW" altLang="en-US" sz="1800" b="0" i="0" u="none" strike="noStrike" baseline="30000"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fontAlgn="ctr"/>
                      <a:r>
                        <a:rPr lang="en-US" sz="1800" b="0" u="none" strike="noStrike" dirty="0">
                          <a:solidFill>
                            <a:srgbClr val="000000"/>
                          </a:solidFill>
                          <a:effectLst/>
                        </a:rPr>
                        <a:t>1</a:t>
                      </a:r>
                      <a:endParaRPr 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sz="1800" b="0" u="none" strike="noStrike" dirty="0">
                          <a:solidFill>
                            <a:srgbClr val="000000"/>
                          </a:solidFill>
                          <a:effectLst/>
                        </a:rPr>
                        <a:t>2</a:t>
                      </a:r>
                      <a:endParaRPr 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3</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4</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5</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6</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4028808213"/>
                  </a:ext>
                </a:extLst>
              </a:tr>
              <a:tr h="292100">
                <a:tc>
                  <a:txBody>
                    <a:bodyPr/>
                    <a:lstStyle/>
                    <a:p>
                      <a:pPr algn="ctr" fontAlgn="ctr"/>
                      <a:r>
                        <a:rPr lang="en-US" altLang="zh-TW" sz="1800" b="0" u="none" strike="noStrike" dirty="0">
                          <a:solidFill>
                            <a:srgbClr val="000000"/>
                          </a:solidFill>
                          <a:effectLst/>
                        </a:rPr>
                        <a:t>1</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tc>
                  <a:txBody>
                    <a:bodyPr/>
                    <a:lstStyle/>
                    <a:p>
                      <a:pPr algn="ctr" fontAlgn="ctr"/>
                      <a:r>
                        <a:rPr lang="en-US" altLang="zh-TW" sz="1800" u="none" strike="noStrike" dirty="0">
                          <a:effectLst/>
                        </a:rPr>
                        <a:t>0 </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60000"/>
                        <a:lumOff val="40000"/>
                      </a:schemeClr>
                    </a:solidFill>
                  </a:tcPr>
                </a:tc>
                <a:extLst>
                  <a:ext uri="{0D108BD9-81ED-4DB2-BD59-A6C34878D82A}">
                    <a16:rowId xmlns:a16="http://schemas.microsoft.com/office/drawing/2014/main" val="404943954"/>
                  </a:ext>
                </a:extLst>
              </a:tr>
              <a:tr h="292100">
                <a:tc>
                  <a:txBody>
                    <a:bodyPr/>
                    <a:lstStyle/>
                    <a:p>
                      <a:pPr algn="ctr" fontAlgn="ctr"/>
                      <a:r>
                        <a:rPr lang="en-US" altLang="zh-TW" sz="1800" b="0" u="none" strike="noStrike" dirty="0">
                          <a:solidFill>
                            <a:srgbClr val="000000"/>
                          </a:solidFill>
                          <a:effectLst/>
                        </a:rPr>
                        <a:t>2</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noFill/>
                  </a:tcP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tc>
                  <a:txBody>
                    <a:bodyPr/>
                    <a:lstStyle/>
                    <a:p>
                      <a:pPr algn="ctr" fontAlgn="ctr"/>
                      <a:r>
                        <a:rPr lang="en-US" altLang="zh-TW" sz="1800" u="none" strike="noStrike" dirty="0">
                          <a:effectLst/>
                        </a:rPr>
                        <a:t>1 </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60000"/>
                        <a:lumOff val="40000"/>
                      </a:schemeClr>
                    </a:solidFill>
                  </a:tcPr>
                </a:tc>
                <a:extLst>
                  <a:ext uri="{0D108BD9-81ED-4DB2-BD59-A6C34878D82A}">
                    <a16:rowId xmlns:a16="http://schemas.microsoft.com/office/drawing/2014/main" val="120112352"/>
                  </a:ext>
                </a:extLst>
              </a:tr>
              <a:tr h="292100">
                <a:tc>
                  <a:txBody>
                    <a:bodyPr/>
                    <a:lstStyle/>
                    <a:p>
                      <a:pPr algn="ctr" fontAlgn="ctr"/>
                      <a:r>
                        <a:rPr lang="en-US" altLang="zh-TW" sz="1800" b="0" u="none" strike="noStrike" dirty="0">
                          <a:solidFill>
                            <a:srgbClr val="000000"/>
                          </a:solidFill>
                          <a:effectLst/>
                        </a:rPr>
                        <a:t>3</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0 </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60000"/>
                        <a:lumOff val="40000"/>
                      </a:schemeClr>
                    </a:solidFill>
                  </a:tcPr>
                </a:tc>
                <a:extLst>
                  <a:ext uri="{0D108BD9-81ED-4DB2-BD59-A6C34878D82A}">
                    <a16:rowId xmlns:a16="http://schemas.microsoft.com/office/drawing/2014/main" val="3771474582"/>
                  </a:ext>
                </a:extLst>
              </a:tr>
              <a:tr h="292100">
                <a:tc>
                  <a:txBody>
                    <a:bodyPr/>
                    <a:lstStyle/>
                    <a:p>
                      <a:pPr algn="ctr" fontAlgn="ctr"/>
                      <a:r>
                        <a:rPr lang="en-US" altLang="zh-TW" sz="1800" b="0" u="none" strike="noStrike" dirty="0">
                          <a:solidFill>
                            <a:srgbClr val="000000"/>
                          </a:solidFill>
                          <a:effectLst/>
                        </a:rPr>
                        <a:t>4</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solidFill>
                            <a:schemeClr val="bg1">
                              <a:lumMod val="75000"/>
                            </a:schemeClr>
                          </a:solidFill>
                          <a:effectLst/>
                        </a:rPr>
                        <a:t>0</a:t>
                      </a:r>
                      <a:endParaRPr lang="en-US" altLang="zh-TW" sz="1800" b="0" i="0" u="none" strike="noStrike">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557879983"/>
                  </a:ext>
                </a:extLst>
              </a:tr>
              <a:tr h="292100">
                <a:tc>
                  <a:txBody>
                    <a:bodyPr/>
                    <a:lstStyle/>
                    <a:p>
                      <a:pPr algn="ctr" fontAlgn="ctr"/>
                      <a:r>
                        <a:rPr lang="en-US" altLang="zh-TW" sz="1800" b="0" u="none" strike="noStrike" dirty="0">
                          <a:solidFill>
                            <a:srgbClr val="000000"/>
                          </a:solidFill>
                          <a:effectLst/>
                        </a:rPr>
                        <a:t>5</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2104682825"/>
                  </a:ext>
                </a:extLst>
              </a:tr>
              <a:tr h="292100">
                <a:tc>
                  <a:txBody>
                    <a:bodyPr/>
                    <a:lstStyle/>
                    <a:p>
                      <a:pPr algn="ctr" fontAlgn="ctr"/>
                      <a:r>
                        <a:rPr lang="en-US" altLang="zh-TW" sz="1800" b="0" u="none" strike="noStrike" dirty="0">
                          <a:solidFill>
                            <a:srgbClr val="000000"/>
                          </a:solidFill>
                          <a:effectLst/>
                        </a:rPr>
                        <a:t>6</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1"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729423479"/>
                  </a:ext>
                </a:extLst>
              </a:tr>
            </a:tbl>
          </a:graphicData>
        </a:graphic>
      </p:graphicFrame>
      <p:graphicFrame>
        <p:nvGraphicFramePr>
          <p:cNvPr id="23" name="表格 22">
            <a:extLst>
              <a:ext uri="{FF2B5EF4-FFF2-40B4-BE49-F238E27FC236}">
                <a16:creationId xmlns:a16="http://schemas.microsoft.com/office/drawing/2014/main" id="{AAC71692-6CDB-5745-9A28-7BD3AD99DDC9}"/>
              </a:ext>
            </a:extLst>
          </p:cNvPr>
          <p:cNvGraphicFramePr>
            <a:graphicFrameLocks noGrp="1"/>
          </p:cNvGraphicFramePr>
          <p:nvPr>
            <p:extLst>
              <p:ext uri="{D42A27DB-BD31-4B8C-83A1-F6EECF244321}">
                <p14:modId xmlns:p14="http://schemas.microsoft.com/office/powerpoint/2010/main" val="1911848711"/>
              </p:ext>
            </p:extLst>
          </p:nvPr>
        </p:nvGraphicFramePr>
        <p:xfrm>
          <a:off x="9385524" y="1958163"/>
          <a:ext cx="2667000" cy="73152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1544179171"/>
                    </a:ext>
                  </a:extLst>
                </a:gridCol>
                <a:gridCol w="381000">
                  <a:extLst>
                    <a:ext uri="{9D8B030D-6E8A-4147-A177-3AD203B41FA5}">
                      <a16:colId xmlns:a16="http://schemas.microsoft.com/office/drawing/2014/main" val="987301053"/>
                    </a:ext>
                  </a:extLst>
                </a:gridCol>
                <a:gridCol w="381000">
                  <a:extLst>
                    <a:ext uri="{9D8B030D-6E8A-4147-A177-3AD203B41FA5}">
                      <a16:colId xmlns:a16="http://schemas.microsoft.com/office/drawing/2014/main" val="334303599"/>
                    </a:ext>
                  </a:extLst>
                </a:gridCol>
                <a:gridCol w="381000">
                  <a:extLst>
                    <a:ext uri="{9D8B030D-6E8A-4147-A177-3AD203B41FA5}">
                      <a16:colId xmlns:a16="http://schemas.microsoft.com/office/drawing/2014/main" val="733640701"/>
                    </a:ext>
                  </a:extLst>
                </a:gridCol>
                <a:gridCol w="381000">
                  <a:extLst>
                    <a:ext uri="{9D8B030D-6E8A-4147-A177-3AD203B41FA5}">
                      <a16:colId xmlns:a16="http://schemas.microsoft.com/office/drawing/2014/main" val="498899334"/>
                    </a:ext>
                  </a:extLst>
                </a:gridCol>
                <a:gridCol w="381000">
                  <a:extLst>
                    <a:ext uri="{9D8B030D-6E8A-4147-A177-3AD203B41FA5}">
                      <a16:colId xmlns:a16="http://schemas.microsoft.com/office/drawing/2014/main" val="3476942430"/>
                    </a:ext>
                  </a:extLst>
                </a:gridCol>
                <a:gridCol w="381000">
                  <a:extLst>
                    <a:ext uri="{9D8B030D-6E8A-4147-A177-3AD203B41FA5}">
                      <a16:colId xmlns:a16="http://schemas.microsoft.com/office/drawing/2014/main" val="2278404861"/>
                    </a:ext>
                  </a:extLst>
                </a:gridCol>
              </a:tblGrid>
              <a:tr h="301340">
                <a:tc>
                  <a:txBody>
                    <a:bodyPr/>
                    <a:lstStyle/>
                    <a:p>
                      <a:pPr algn="ctr"/>
                      <a:r>
                        <a:rPr lang="en-US" altLang="zh-TW" sz="1800" b="0" dirty="0"/>
                        <a:t>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5</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7</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4290449260"/>
                  </a:ext>
                </a:extLst>
              </a:tr>
              <a:tr h="301340">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40056899"/>
                  </a:ext>
                </a:extLst>
              </a:tr>
            </a:tbl>
          </a:graphicData>
        </a:graphic>
      </p:graphicFrame>
      <p:graphicFrame>
        <p:nvGraphicFramePr>
          <p:cNvPr id="24" name="表格 23">
            <a:extLst>
              <a:ext uri="{FF2B5EF4-FFF2-40B4-BE49-F238E27FC236}">
                <a16:creationId xmlns:a16="http://schemas.microsoft.com/office/drawing/2014/main" id="{4B705C6C-9C06-DF41-B708-52BED8818DA4}"/>
              </a:ext>
            </a:extLst>
          </p:cNvPr>
          <p:cNvGraphicFramePr>
            <a:graphicFrameLocks noGrp="1"/>
          </p:cNvGraphicFramePr>
          <p:nvPr>
            <p:extLst>
              <p:ext uri="{D42A27DB-BD31-4B8C-83A1-F6EECF244321}">
                <p14:modId xmlns:p14="http://schemas.microsoft.com/office/powerpoint/2010/main" val="3892601467"/>
              </p:ext>
            </p:extLst>
          </p:nvPr>
        </p:nvGraphicFramePr>
        <p:xfrm>
          <a:off x="5804682" y="3680201"/>
          <a:ext cx="3048000" cy="2328545"/>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3225874096"/>
                    </a:ext>
                  </a:extLst>
                </a:gridCol>
                <a:gridCol w="381000">
                  <a:extLst>
                    <a:ext uri="{9D8B030D-6E8A-4147-A177-3AD203B41FA5}">
                      <a16:colId xmlns:a16="http://schemas.microsoft.com/office/drawing/2014/main" val="916832745"/>
                    </a:ext>
                  </a:extLst>
                </a:gridCol>
                <a:gridCol w="381000">
                  <a:extLst>
                    <a:ext uri="{9D8B030D-6E8A-4147-A177-3AD203B41FA5}">
                      <a16:colId xmlns:a16="http://schemas.microsoft.com/office/drawing/2014/main" val="388153208"/>
                    </a:ext>
                  </a:extLst>
                </a:gridCol>
                <a:gridCol w="381000">
                  <a:extLst>
                    <a:ext uri="{9D8B030D-6E8A-4147-A177-3AD203B41FA5}">
                      <a16:colId xmlns:a16="http://schemas.microsoft.com/office/drawing/2014/main" val="370627410"/>
                    </a:ext>
                  </a:extLst>
                </a:gridCol>
                <a:gridCol w="381000">
                  <a:extLst>
                    <a:ext uri="{9D8B030D-6E8A-4147-A177-3AD203B41FA5}">
                      <a16:colId xmlns:a16="http://schemas.microsoft.com/office/drawing/2014/main" val="2239831501"/>
                    </a:ext>
                  </a:extLst>
                </a:gridCol>
                <a:gridCol w="381000">
                  <a:extLst>
                    <a:ext uri="{9D8B030D-6E8A-4147-A177-3AD203B41FA5}">
                      <a16:colId xmlns:a16="http://schemas.microsoft.com/office/drawing/2014/main" val="2268451971"/>
                    </a:ext>
                  </a:extLst>
                </a:gridCol>
                <a:gridCol w="381000">
                  <a:extLst>
                    <a:ext uri="{9D8B030D-6E8A-4147-A177-3AD203B41FA5}">
                      <a16:colId xmlns:a16="http://schemas.microsoft.com/office/drawing/2014/main" val="79294992"/>
                    </a:ext>
                  </a:extLst>
                </a:gridCol>
                <a:gridCol w="381000">
                  <a:extLst>
                    <a:ext uri="{9D8B030D-6E8A-4147-A177-3AD203B41FA5}">
                      <a16:colId xmlns:a16="http://schemas.microsoft.com/office/drawing/2014/main" val="2527904538"/>
                    </a:ext>
                  </a:extLst>
                </a:gridCol>
              </a:tblGrid>
              <a:tr h="292100">
                <a:tc>
                  <a:txBody>
                    <a:bodyPr/>
                    <a:lstStyle/>
                    <a:p>
                      <a:pPr algn="ctr" fontAlgn="ctr"/>
                      <a:r>
                        <a:rPr lang="en-US" altLang="zh-TW" sz="1800" b="0" u="none" strike="noStrike" baseline="-25000" dirty="0" err="1">
                          <a:solidFill>
                            <a:srgbClr val="000000"/>
                          </a:solidFill>
                          <a:effectLst/>
                          <a:latin typeface="+mn-lt"/>
                        </a:rPr>
                        <a:t>i</a:t>
                      </a:r>
                      <a:r>
                        <a:rPr lang="en-US" altLang="zh-TW" sz="1800" b="0" u="none" strike="noStrike" baseline="-25000" dirty="0">
                          <a:solidFill>
                            <a:srgbClr val="000000"/>
                          </a:solidFill>
                          <a:effectLst/>
                          <a:latin typeface="+mn-lt"/>
                        </a:rPr>
                        <a:t> </a:t>
                      </a:r>
                      <a:r>
                        <a:rPr lang="en-US" altLang="zh-TW" sz="1800" b="0" u="none" strike="noStrike" dirty="0">
                          <a:solidFill>
                            <a:srgbClr val="000000"/>
                          </a:solidFill>
                          <a:effectLst/>
                          <a:latin typeface="+mn-lt"/>
                        </a:rPr>
                        <a:t> </a:t>
                      </a:r>
                      <a:r>
                        <a:rPr lang="en-US" altLang="zh-TW" sz="1800" b="0" u="none" strike="noStrike" baseline="30000" dirty="0">
                          <a:solidFill>
                            <a:srgbClr val="000000"/>
                          </a:solidFill>
                          <a:effectLst/>
                          <a:latin typeface="+mn-lt"/>
                        </a:rPr>
                        <a:t>j</a:t>
                      </a:r>
                      <a:endParaRPr lang="zh-TW" altLang="en-US" sz="1800" b="0" i="0" u="none" strike="noStrike" baseline="30000" dirty="0">
                        <a:solidFill>
                          <a:srgbClr val="000000"/>
                        </a:solidFill>
                        <a:effectLst/>
                        <a:latin typeface="+mn-lt"/>
                        <a:ea typeface="新細明體" panose="02020500000000000000" pitchFamily="18" charset="-120"/>
                      </a:endParaRPr>
                    </a:p>
                  </a:txBody>
                  <a:tcPr marL="9525" marR="9525" marT="9525" marB="0" anchor="ctr">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fontAlgn="ctr"/>
                      <a:r>
                        <a:rPr lang="en-US" sz="1800" b="0" u="none" strike="noStrike" dirty="0">
                          <a:solidFill>
                            <a:srgbClr val="000000"/>
                          </a:solidFill>
                          <a:effectLst/>
                          <a:latin typeface="+mn-lt"/>
                        </a:rPr>
                        <a:t>1</a:t>
                      </a:r>
                      <a:endParaRPr 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sz="1800" b="0" u="none" strike="noStrike" dirty="0">
                          <a:solidFill>
                            <a:srgbClr val="000000"/>
                          </a:solidFill>
                          <a:effectLst/>
                          <a:latin typeface="+mn-lt"/>
                        </a:rPr>
                        <a:t>2</a:t>
                      </a:r>
                      <a:endParaRPr 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3</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4</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5</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6</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7</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1087251960"/>
                  </a:ext>
                </a:extLst>
              </a:tr>
              <a:tr h="292100">
                <a:tc>
                  <a:txBody>
                    <a:bodyPr/>
                    <a:lstStyle/>
                    <a:p>
                      <a:pPr algn="ctr" fontAlgn="ctr"/>
                      <a:r>
                        <a:rPr lang="en-US" altLang="zh-TW" sz="1800" b="0" u="none" strike="noStrike" dirty="0">
                          <a:solidFill>
                            <a:srgbClr val="000000"/>
                          </a:solidFill>
                          <a:effectLst/>
                          <a:latin typeface="+mn-lt"/>
                        </a:rPr>
                        <a:t>1</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1</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525380484"/>
                  </a:ext>
                </a:extLst>
              </a:tr>
              <a:tr h="292100">
                <a:tc>
                  <a:txBody>
                    <a:bodyPr/>
                    <a:lstStyle/>
                    <a:p>
                      <a:pPr algn="ctr" fontAlgn="ctr"/>
                      <a:r>
                        <a:rPr lang="en-US" altLang="zh-TW" sz="1800" b="0" u="none" strike="noStrike" dirty="0">
                          <a:solidFill>
                            <a:srgbClr val="000000"/>
                          </a:solidFill>
                          <a:effectLst/>
                          <a:latin typeface="+mn-lt"/>
                        </a:rPr>
                        <a:t>2</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1795117863"/>
                  </a:ext>
                </a:extLst>
              </a:tr>
              <a:tr h="292100">
                <a:tc>
                  <a:txBody>
                    <a:bodyPr/>
                    <a:lstStyle/>
                    <a:p>
                      <a:pPr algn="ctr" fontAlgn="ctr"/>
                      <a:r>
                        <a:rPr lang="en-US" altLang="zh-TW" sz="1800" b="0" u="none" strike="noStrike" dirty="0">
                          <a:solidFill>
                            <a:srgbClr val="000000"/>
                          </a:solidFill>
                          <a:effectLst/>
                          <a:latin typeface="+mn-lt"/>
                        </a:rPr>
                        <a:t>3</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3</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728509641"/>
                  </a:ext>
                </a:extLst>
              </a:tr>
              <a:tr h="292100">
                <a:tc>
                  <a:txBody>
                    <a:bodyPr/>
                    <a:lstStyle/>
                    <a:p>
                      <a:pPr algn="ctr" fontAlgn="ctr"/>
                      <a:r>
                        <a:rPr lang="en-US" altLang="zh-TW" sz="1800" b="0" u="none" strike="noStrike" dirty="0">
                          <a:solidFill>
                            <a:srgbClr val="000000"/>
                          </a:solidFill>
                          <a:effectLst/>
                          <a:latin typeface="+mn-lt"/>
                        </a:rPr>
                        <a:t>4</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1742781642"/>
                  </a:ext>
                </a:extLst>
              </a:tr>
              <a:tr h="292100">
                <a:tc>
                  <a:txBody>
                    <a:bodyPr/>
                    <a:lstStyle/>
                    <a:p>
                      <a:pPr algn="ctr" fontAlgn="ctr"/>
                      <a:r>
                        <a:rPr lang="en-US" altLang="zh-TW" sz="1800" b="0" u="none" strike="noStrike" dirty="0">
                          <a:solidFill>
                            <a:srgbClr val="000000"/>
                          </a:solidFill>
                          <a:effectLst/>
                          <a:latin typeface="+mn-lt"/>
                        </a:rPr>
                        <a:t>5</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222116960"/>
                  </a:ext>
                </a:extLst>
              </a:tr>
              <a:tr h="292100">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6</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932227719"/>
                  </a:ext>
                </a:extLst>
              </a:tr>
              <a:tr h="0">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7</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r>
                        <a:rPr lang="en-US" altLang="zh-TW" sz="1800" u="none" strike="noStrike" dirty="0">
                          <a:effectLst/>
                          <a:latin typeface="+mn-lt"/>
                        </a:rPr>
                        <a:t> </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065642698"/>
                  </a:ext>
                </a:extLst>
              </a:tr>
            </a:tbl>
          </a:graphicData>
        </a:graphic>
      </p:graphicFrame>
      <p:graphicFrame>
        <p:nvGraphicFramePr>
          <p:cNvPr id="25" name="表格 24">
            <a:extLst>
              <a:ext uri="{FF2B5EF4-FFF2-40B4-BE49-F238E27FC236}">
                <a16:creationId xmlns:a16="http://schemas.microsoft.com/office/drawing/2014/main" id="{E9EB3359-5501-604B-8F95-41B8A66ED65E}"/>
              </a:ext>
            </a:extLst>
          </p:cNvPr>
          <p:cNvGraphicFramePr>
            <a:graphicFrameLocks noGrp="1"/>
          </p:cNvGraphicFramePr>
          <p:nvPr>
            <p:extLst>
              <p:ext uri="{D42A27DB-BD31-4B8C-83A1-F6EECF244321}">
                <p14:modId xmlns:p14="http://schemas.microsoft.com/office/powerpoint/2010/main" val="1129761879"/>
              </p:ext>
            </p:extLst>
          </p:nvPr>
        </p:nvGraphicFramePr>
        <p:xfrm>
          <a:off x="9004524" y="3680201"/>
          <a:ext cx="3048000" cy="2336800"/>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1878682169"/>
                    </a:ext>
                  </a:extLst>
                </a:gridCol>
                <a:gridCol w="381000">
                  <a:extLst>
                    <a:ext uri="{9D8B030D-6E8A-4147-A177-3AD203B41FA5}">
                      <a16:colId xmlns:a16="http://schemas.microsoft.com/office/drawing/2014/main" val="3112461241"/>
                    </a:ext>
                  </a:extLst>
                </a:gridCol>
                <a:gridCol w="381000">
                  <a:extLst>
                    <a:ext uri="{9D8B030D-6E8A-4147-A177-3AD203B41FA5}">
                      <a16:colId xmlns:a16="http://schemas.microsoft.com/office/drawing/2014/main" val="1196444195"/>
                    </a:ext>
                  </a:extLst>
                </a:gridCol>
                <a:gridCol w="381000">
                  <a:extLst>
                    <a:ext uri="{9D8B030D-6E8A-4147-A177-3AD203B41FA5}">
                      <a16:colId xmlns:a16="http://schemas.microsoft.com/office/drawing/2014/main" val="735769771"/>
                    </a:ext>
                  </a:extLst>
                </a:gridCol>
                <a:gridCol w="381000">
                  <a:extLst>
                    <a:ext uri="{9D8B030D-6E8A-4147-A177-3AD203B41FA5}">
                      <a16:colId xmlns:a16="http://schemas.microsoft.com/office/drawing/2014/main" val="1768687715"/>
                    </a:ext>
                  </a:extLst>
                </a:gridCol>
                <a:gridCol w="381000">
                  <a:extLst>
                    <a:ext uri="{9D8B030D-6E8A-4147-A177-3AD203B41FA5}">
                      <a16:colId xmlns:a16="http://schemas.microsoft.com/office/drawing/2014/main" val="251360724"/>
                    </a:ext>
                  </a:extLst>
                </a:gridCol>
                <a:gridCol w="381000">
                  <a:extLst>
                    <a:ext uri="{9D8B030D-6E8A-4147-A177-3AD203B41FA5}">
                      <a16:colId xmlns:a16="http://schemas.microsoft.com/office/drawing/2014/main" val="1924625297"/>
                    </a:ext>
                  </a:extLst>
                </a:gridCol>
                <a:gridCol w="381000">
                  <a:extLst>
                    <a:ext uri="{9D8B030D-6E8A-4147-A177-3AD203B41FA5}">
                      <a16:colId xmlns:a16="http://schemas.microsoft.com/office/drawing/2014/main" val="274638893"/>
                    </a:ext>
                  </a:extLst>
                </a:gridCol>
              </a:tblGrid>
              <a:tr h="292100">
                <a:tc>
                  <a:txBody>
                    <a:bodyPr/>
                    <a:lstStyle/>
                    <a:p>
                      <a:pPr algn="ctr" fontAlgn="ctr"/>
                      <a:r>
                        <a:rPr lang="en-US" altLang="zh-TW" sz="1800" b="0" u="none" strike="noStrike" baseline="-25000" dirty="0" err="1">
                          <a:solidFill>
                            <a:srgbClr val="000000"/>
                          </a:solidFill>
                          <a:effectLst/>
                          <a:latin typeface="+mn-lt"/>
                        </a:rPr>
                        <a:t>i</a:t>
                      </a:r>
                      <a:r>
                        <a:rPr lang="en-US" altLang="zh-TW" sz="1800" b="0" u="none" strike="noStrike" baseline="-25000" dirty="0">
                          <a:solidFill>
                            <a:srgbClr val="000000"/>
                          </a:solidFill>
                          <a:effectLst/>
                          <a:latin typeface="+mn-lt"/>
                        </a:rPr>
                        <a:t> </a:t>
                      </a:r>
                      <a:r>
                        <a:rPr lang="en-US" altLang="zh-TW" sz="1800" b="0" u="none" strike="noStrike" dirty="0">
                          <a:solidFill>
                            <a:srgbClr val="000000"/>
                          </a:solidFill>
                          <a:effectLst/>
                          <a:latin typeface="+mn-lt"/>
                        </a:rPr>
                        <a:t> </a:t>
                      </a:r>
                      <a:r>
                        <a:rPr lang="en-US" altLang="zh-TW" sz="1800" b="0" u="none" strike="noStrike" baseline="30000" dirty="0">
                          <a:solidFill>
                            <a:srgbClr val="000000"/>
                          </a:solidFill>
                          <a:effectLst/>
                          <a:latin typeface="+mn-lt"/>
                        </a:rPr>
                        <a:t>j</a:t>
                      </a:r>
                      <a:endParaRPr lang="zh-TW" altLang="en-US" sz="1800" b="0" i="0" u="none" strike="noStrike" baseline="30000" dirty="0">
                        <a:solidFill>
                          <a:srgbClr val="000000"/>
                        </a:solidFill>
                        <a:effectLst/>
                        <a:latin typeface="+mn-lt"/>
                        <a:ea typeface="新細明體" panose="02020500000000000000" pitchFamily="18" charset="-120"/>
                      </a:endParaRPr>
                    </a:p>
                  </a:txBody>
                  <a:tcPr marL="9525" marR="9525" marT="9525" marB="0" anchor="ctr">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fontAlgn="ctr"/>
                      <a:r>
                        <a:rPr lang="en-US" sz="1800" b="0" u="none" strike="noStrike" dirty="0">
                          <a:solidFill>
                            <a:srgbClr val="000000"/>
                          </a:solidFill>
                          <a:effectLst/>
                          <a:latin typeface="+mn-lt"/>
                        </a:rPr>
                        <a:t>1</a:t>
                      </a:r>
                      <a:endParaRPr 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sz="1800" b="0" u="none" strike="noStrike" dirty="0">
                          <a:solidFill>
                            <a:srgbClr val="000000"/>
                          </a:solidFill>
                          <a:effectLst/>
                          <a:latin typeface="+mn-lt"/>
                        </a:rPr>
                        <a:t>2</a:t>
                      </a:r>
                      <a:endParaRPr 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3</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4</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5</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6</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7</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2448779397"/>
                  </a:ext>
                </a:extLst>
              </a:tr>
              <a:tr h="292100">
                <a:tc>
                  <a:txBody>
                    <a:bodyPr/>
                    <a:lstStyle/>
                    <a:p>
                      <a:pPr algn="ctr" fontAlgn="ctr"/>
                      <a:r>
                        <a:rPr lang="en-US" altLang="zh-TW" sz="1800" b="0" u="none" strike="noStrike" dirty="0">
                          <a:solidFill>
                            <a:srgbClr val="000000"/>
                          </a:solidFill>
                          <a:effectLst/>
                          <a:latin typeface="+mn-lt"/>
                        </a:rPr>
                        <a:t>1</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1</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865317211"/>
                  </a:ext>
                </a:extLst>
              </a:tr>
              <a:tr h="292100">
                <a:tc>
                  <a:txBody>
                    <a:bodyPr/>
                    <a:lstStyle/>
                    <a:p>
                      <a:pPr algn="ctr" fontAlgn="ctr"/>
                      <a:r>
                        <a:rPr lang="en-US" altLang="zh-TW" sz="1800" b="0" u="none" strike="noStrike" dirty="0">
                          <a:solidFill>
                            <a:srgbClr val="000000"/>
                          </a:solidFill>
                          <a:effectLst/>
                          <a:latin typeface="+mn-lt"/>
                        </a:rPr>
                        <a:t>2</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1</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0</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2">
                        <a:lumMod val="60000"/>
                        <a:lumOff val="40000"/>
                      </a:schemeClr>
                    </a:solidFill>
                  </a:tcPr>
                </a:tc>
                <a:tc>
                  <a:txBody>
                    <a:bodyPr/>
                    <a:lstStyle/>
                    <a:p>
                      <a:pPr algn="ctr" fontAlgn="ctr"/>
                      <a:r>
                        <a:rPr lang="en-US" altLang="zh-TW" sz="1800" u="none" strike="noStrike">
                          <a:effectLst/>
                          <a:latin typeface="+mn-lt"/>
                        </a:rPr>
                        <a:t>0</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0 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598951523"/>
                  </a:ext>
                </a:extLst>
              </a:tr>
              <a:tr h="292100">
                <a:tc>
                  <a:txBody>
                    <a:bodyPr/>
                    <a:lstStyle/>
                    <a:p>
                      <a:pPr algn="ctr" fontAlgn="ctr"/>
                      <a:r>
                        <a:rPr lang="en-US" altLang="zh-TW" sz="1800" b="0" u="none" strike="noStrike" dirty="0">
                          <a:solidFill>
                            <a:srgbClr val="000000"/>
                          </a:solidFill>
                          <a:effectLst/>
                          <a:latin typeface="+mn-lt"/>
                        </a:rPr>
                        <a:t>3</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1</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noFill/>
                  </a:tcP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1</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5">
                        <a:lumMod val="60000"/>
                        <a:lumOff val="40000"/>
                      </a:schemeClr>
                    </a:solidFill>
                  </a:tcPr>
                </a:tc>
                <a:tc>
                  <a:txBody>
                    <a:bodyPr/>
                    <a:lstStyle/>
                    <a:p>
                      <a:pPr algn="ctr" fontAlgn="ctr"/>
                      <a:r>
                        <a:rPr lang="en-US" altLang="zh-TW" sz="1800" u="none" strike="noStrike">
                          <a:effectLst/>
                          <a:latin typeface="+mn-lt"/>
                        </a:rPr>
                        <a:t>0 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661629994"/>
                  </a:ext>
                </a:extLst>
              </a:tr>
              <a:tr h="292100">
                <a:tc>
                  <a:txBody>
                    <a:bodyPr/>
                    <a:lstStyle/>
                    <a:p>
                      <a:pPr algn="ctr" fontAlgn="ctr"/>
                      <a:r>
                        <a:rPr lang="en-US" altLang="zh-TW" sz="1800" b="0" u="none" strike="noStrike" dirty="0">
                          <a:solidFill>
                            <a:srgbClr val="000000"/>
                          </a:solidFill>
                          <a:effectLst/>
                          <a:latin typeface="+mn-lt"/>
                        </a:rPr>
                        <a:t>4</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0</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0</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0 </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1562063749"/>
                  </a:ext>
                </a:extLst>
              </a:tr>
              <a:tr h="292100">
                <a:tc>
                  <a:txBody>
                    <a:bodyPr/>
                    <a:lstStyle/>
                    <a:p>
                      <a:pPr algn="ctr" fontAlgn="ctr"/>
                      <a:r>
                        <a:rPr lang="en-US" altLang="zh-TW" sz="1800" b="0" u="none" strike="noStrike" dirty="0">
                          <a:solidFill>
                            <a:srgbClr val="000000"/>
                          </a:solidFill>
                          <a:effectLst/>
                          <a:latin typeface="+mn-lt"/>
                        </a:rPr>
                        <a:t>5</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0</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0 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999501914"/>
                  </a:ext>
                </a:extLst>
              </a:tr>
              <a:tr h="292100">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6</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0 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1450053791"/>
                  </a:ext>
                </a:extLst>
              </a:tr>
              <a:tr h="292100">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7</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28061270"/>
                  </a:ext>
                </a:extLst>
              </a:tr>
            </a:tbl>
          </a:graphicData>
        </a:graphic>
      </p:graphicFrame>
      <p:sp>
        <p:nvSpPr>
          <p:cNvPr id="29" name="矩形 28">
            <a:extLst>
              <a:ext uri="{FF2B5EF4-FFF2-40B4-BE49-F238E27FC236}">
                <a16:creationId xmlns:a16="http://schemas.microsoft.com/office/drawing/2014/main" id="{C48EAC26-1EF8-F141-9E18-E9AA8443F4C6}"/>
              </a:ext>
            </a:extLst>
          </p:cNvPr>
          <p:cNvSpPr/>
          <p:nvPr/>
        </p:nvSpPr>
        <p:spPr>
          <a:xfrm>
            <a:off x="2985840" y="3120573"/>
            <a:ext cx="1164229" cy="523220"/>
          </a:xfrm>
          <a:prstGeom prst="rect">
            <a:avLst/>
          </a:prstGeom>
        </p:spPr>
        <p:txBody>
          <a:bodyPr wrap="none">
            <a:spAutoFit/>
          </a:bodyPr>
          <a:lstStyle/>
          <a:p>
            <a:r>
              <a:rPr kumimoji="1" lang="en-US" altLang="zh-TW" sz="2800" i="1" dirty="0"/>
              <a:t>d</a:t>
            </a:r>
            <a:r>
              <a:rPr kumimoji="1" lang="en-US" altLang="zh-TW" sz="2800" i="1" baseline="-25000" dirty="0"/>
              <a:t>6</a:t>
            </a:r>
            <a:r>
              <a:rPr kumimoji="1" lang="en-US" altLang="zh-TW" sz="2800" dirty="0"/>
              <a:t>(</a:t>
            </a:r>
            <a:r>
              <a:rPr kumimoji="1" lang="en-US" altLang="zh-TW" sz="2800" i="1" dirty="0" err="1"/>
              <a:t>i</a:t>
            </a:r>
            <a:r>
              <a:rPr kumimoji="1" lang="en-US" altLang="zh-TW" sz="2800" dirty="0"/>
              <a:t>, </a:t>
            </a:r>
            <a:r>
              <a:rPr kumimoji="1" lang="en-US" altLang="zh-TW" sz="2800" i="1" dirty="0"/>
              <a:t>j</a:t>
            </a:r>
            <a:r>
              <a:rPr kumimoji="1" lang="en-US" altLang="zh-TW" sz="2800" dirty="0"/>
              <a:t>)</a:t>
            </a:r>
            <a:endParaRPr lang="zh-TW" altLang="en-US" sz="2800" dirty="0"/>
          </a:p>
        </p:txBody>
      </p:sp>
      <p:sp>
        <p:nvSpPr>
          <p:cNvPr id="30" name="矩形 29">
            <a:extLst>
              <a:ext uri="{FF2B5EF4-FFF2-40B4-BE49-F238E27FC236}">
                <a16:creationId xmlns:a16="http://schemas.microsoft.com/office/drawing/2014/main" id="{CC9BCAD7-DDE0-E24D-8F90-612F71DA41F5}"/>
              </a:ext>
            </a:extLst>
          </p:cNvPr>
          <p:cNvSpPr/>
          <p:nvPr/>
        </p:nvSpPr>
        <p:spPr>
          <a:xfrm>
            <a:off x="166998" y="3120573"/>
            <a:ext cx="1048813" cy="523220"/>
          </a:xfrm>
          <a:prstGeom prst="rect">
            <a:avLst/>
          </a:prstGeom>
        </p:spPr>
        <p:txBody>
          <a:bodyPr wrap="none">
            <a:spAutoFit/>
          </a:bodyPr>
          <a:lstStyle/>
          <a:p>
            <a:r>
              <a:rPr kumimoji="1" lang="en-US" altLang="zh-TW" sz="2800" i="1" dirty="0"/>
              <a:t>f</a:t>
            </a:r>
            <a:r>
              <a:rPr kumimoji="1" lang="en-US" altLang="zh-TW" sz="2800" i="1" baseline="-25000" dirty="0"/>
              <a:t>6</a:t>
            </a:r>
            <a:r>
              <a:rPr kumimoji="1" lang="en-US" altLang="zh-TW" sz="2800" dirty="0"/>
              <a:t>(</a:t>
            </a:r>
            <a:r>
              <a:rPr kumimoji="1" lang="en-US" altLang="zh-TW" sz="2800" i="1" dirty="0" err="1"/>
              <a:t>i</a:t>
            </a:r>
            <a:r>
              <a:rPr kumimoji="1" lang="en-US" altLang="zh-TW" sz="2800" dirty="0"/>
              <a:t>, </a:t>
            </a:r>
            <a:r>
              <a:rPr kumimoji="1" lang="en-US" altLang="zh-TW" sz="2800" i="1" dirty="0"/>
              <a:t>j</a:t>
            </a:r>
            <a:r>
              <a:rPr kumimoji="1" lang="en-US" altLang="zh-TW" sz="2800" dirty="0"/>
              <a:t>)</a:t>
            </a:r>
            <a:endParaRPr lang="zh-TW" altLang="en-US" sz="2800" dirty="0"/>
          </a:p>
        </p:txBody>
      </p:sp>
      <p:sp>
        <p:nvSpPr>
          <p:cNvPr id="31" name="矩形 30">
            <a:extLst>
              <a:ext uri="{FF2B5EF4-FFF2-40B4-BE49-F238E27FC236}">
                <a16:creationId xmlns:a16="http://schemas.microsoft.com/office/drawing/2014/main" id="{810865E7-1FC4-D046-AFE3-0B5F89CE39E4}"/>
              </a:ext>
            </a:extLst>
          </p:cNvPr>
          <p:cNvSpPr/>
          <p:nvPr/>
        </p:nvSpPr>
        <p:spPr>
          <a:xfrm>
            <a:off x="9004524" y="3120573"/>
            <a:ext cx="1164229" cy="523220"/>
          </a:xfrm>
          <a:prstGeom prst="rect">
            <a:avLst/>
          </a:prstGeom>
        </p:spPr>
        <p:txBody>
          <a:bodyPr wrap="none">
            <a:spAutoFit/>
          </a:bodyPr>
          <a:lstStyle/>
          <a:p>
            <a:r>
              <a:rPr kumimoji="1" lang="en-US" altLang="zh-TW" sz="2800" i="1" dirty="0"/>
              <a:t>d</a:t>
            </a:r>
            <a:r>
              <a:rPr kumimoji="1" lang="en-US" altLang="zh-TW" sz="2800" i="1" baseline="-25000" dirty="0"/>
              <a:t>7</a:t>
            </a:r>
            <a:r>
              <a:rPr kumimoji="1" lang="en-US" altLang="zh-TW" sz="2800" dirty="0"/>
              <a:t>(</a:t>
            </a:r>
            <a:r>
              <a:rPr kumimoji="1" lang="en-US" altLang="zh-TW" sz="2800" i="1" dirty="0" err="1"/>
              <a:t>i</a:t>
            </a:r>
            <a:r>
              <a:rPr kumimoji="1" lang="en-US" altLang="zh-TW" sz="2800" dirty="0"/>
              <a:t>, </a:t>
            </a:r>
            <a:r>
              <a:rPr kumimoji="1" lang="en-US" altLang="zh-TW" sz="2800" i="1" dirty="0"/>
              <a:t>j</a:t>
            </a:r>
            <a:r>
              <a:rPr kumimoji="1" lang="en-US" altLang="zh-TW" sz="2800" dirty="0"/>
              <a:t>)</a:t>
            </a:r>
            <a:endParaRPr lang="zh-TW" altLang="en-US" sz="2800" dirty="0"/>
          </a:p>
        </p:txBody>
      </p:sp>
      <p:sp>
        <p:nvSpPr>
          <p:cNvPr id="32" name="矩形 31">
            <a:extLst>
              <a:ext uri="{FF2B5EF4-FFF2-40B4-BE49-F238E27FC236}">
                <a16:creationId xmlns:a16="http://schemas.microsoft.com/office/drawing/2014/main" id="{D8581FCA-51E9-8F4F-B44D-0207F5C5F85E}"/>
              </a:ext>
            </a:extLst>
          </p:cNvPr>
          <p:cNvSpPr/>
          <p:nvPr/>
        </p:nvSpPr>
        <p:spPr>
          <a:xfrm>
            <a:off x="5804682" y="3120573"/>
            <a:ext cx="1048813" cy="523220"/>
          </a:xfrm>
          <a:prstGeom prst="rect">
            <a:avLst/>
          </a:prstGeom>
        </p:spPr>
        <p:txBody>
          <a:bodyPr wrap="none">
            <a:spAutoFit/>
          </a:bodyPr>
          <a:lstStyle/>
          <a:p>
            <a:r>
              <a:rPr kumimoji="1" lang="en-US" altLang="zh-TW" sz="2800" i="1" dirty="0"/>
              <a:t>f</a:t>
            </a:r>
            <a:r>
              <a:rPr kumimoji="1" lang="en-US" altLang="zh-TW" sz="2800" i="1" baseline="-25000" dirty="0"/>
              <a:t>7</a:t>
            </a:r>
            <a:r>
              <a:rPr kumimoji="1" lang="en-US" altLang="zh-TW" sz="2800" dirty="0"/>
              <a:t>(</a:t>
            </a:r>
            <a:r>
              <a:rPr kumimoji="1" lang="en-US" altLang="zh-TW" sz="2800" i="1" dirty="0" err="1"/>
              <a:t>i</a:t>
            </a:r>
            <a:r>
              <a:rPr kumimoji="1" lang="en-US" altLang="zh-TW" sz="2800" dirty="0"/>
              <a:t>, </a:t>
            </a:r>
            <a:r>
              <a:rPr kumimoji="1" lang="en-US" altLang="zh-TW" sz="2800" i="1" dirty="0"/>
              <a:t>j</a:t>
            </a:r>
            <a:r>
              <a:rPr kumimoji="1" lang="en-US" altLang="zh-TW" sz="2800" dirty="0"/>
              <a:t>)</a:t>
            </a:r>
            <a:endParaRPr lang="zh-TW" altLang="en-US" sz="2800" dirty="0"/>
          </a:p>
        </p:txBody>
      </p:sp>
      <p:sp>
        <p:nvSpPr>
          <p:cNvPr id="33" name="矩形 32">
            <a:extLst>
              <a:ext uri="{FF2B5EF4-FFF2-40B4-BE49-F238E27FC236}">
                <a16:creationId xmlns:a16="http://schemas.microsoft.com/office/drawing/2014/main" id="{7AFB2DBB-CC48-6942-82CB-61C482B6AA98}"/>
              </a:ext>
            </a:extLst>
          </p:cNvPr>
          <p:cNvSpPr/>
          <p:nvPr/>
        </p:nvSpPr>
        <p:spPr>
          <a:xfrm>
            <a:off x="1042650" y="2299590"/>
            <a:ext cx="371480" cy="666894"/>
          </a:xfrm>
          <a:prstGeom prst="rect">
            <a:avLst/>
          </a:prstGeom>
          <a:solidFill>
            <a:schemeClr val="accent5">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矩形 33">
            <a:extLst>
              <a:ext uri="{FF2B5EF4-FFF2-40B4-BE49-F238E27FC236}">
                <a16:creationId xmlns:a16="http://schemas.microsoft.com/office/drawing/2014/main" id="{CD942776-5CAB-754A-8EB7-F9F7A9292FAB}"/>
              </a:ext>
            </a:extLst>
          </p:cNvPr>
          <p:cNvSpPr/>
          <p:nvPr/>
        </p:nvSpPr>
        <p:spPr>
          <a:xfrm>
            <a:off x="1042650" y="1613445"/>
            <a:ext cx="371480" cy="576862"/>
          </a:xfrm>
          <a:prstGeom prst="rect">
            <a:avLst/>
          </a:prstGeom>
          <a:solidFill>
            <a:schemeClr val="accent2">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Tree>
    <p:extLst>
      <p:ext uri="{BB962C8B-B14F-4D97-AF65-F5344CB8AC3E}">
        <p14:creationId xmlns:p14="http://schemas.microsoft.com/office/powerpoint/2010/main" val="164898794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Property 2 &amp; </a:t>
            </a:r>
            <a:r>
              <a:rPr kumimoji="1" lang="en-US" altLang="zh-TW" i="1" dirty="0" err="1"/>
              <a:t>a</a:t>
            </a:r>
            <a:r>
              <a:rPr kumimoji="1" lang="en-US" altLang="zh-TW" i="1" baseline="-25000" dirty="0" err="1"/>
              <a:t>k</a:t>
            </a:r>
            <a:r>
              <a:rPr kumimoji="1" lang="en-US" altLang="zh-TW" dirty="0"/>
              <a:t>(</a:t>
            </a:r>
            <a:r>
              <a:rPr kumimoji="1" lang="en-US" altLang="zh-TW" i="1" dirty="0" err="1"/>
              <a:t>i</a:t>
            </a:r>
            <a:r>
              <a:rPr kumimoji="1" lang="en-US" altLang="zh-TW" dirty="0"/>
              <a:t>)</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pic>
        <p:nvPicPr>
          <p:cNvPr id="4" name="圖片 3">
            <a:extLst>
              <a:ext uri="{FF2B5EF4-FFF2-40B4-BE49-F238E27FC236}">
                <a16:creationId xmlns:a16="http://schemas.microsoft.com/office/drawing/2014/main" id="{1F96AC1E-4AE4-6343-8925-47BAF2ECF9B3}"/>
              </a:ext>
            </a:extLst>
          </p:cNvPr>
          <p:cNvPicPr>
            <a:picLocks noChangeAspect="1"/>
          </p:cNvPicPr>
          <p:nvPr/>
        </p:nvPicPr>
        <p:blipFill>
          <a:blip r:embed="rId2"/>
          <a:stretch>
            <a:fillRect/>
          </a:stretch>
        </p:blipFill>
        <p:spPr>
          <a:xfrm>
            <a:off x="838200" y="1690688"/>
            <a:ext cx="10680133" cy="776065"/>
          </a:xfrm>
          <a:prstGeom prst="rect">
            <a:avLst/>
          </a:prstGeom>
        </p:spPr>
      </p:pic>
      <p:graphicFrame>
        <p:nvGraphicFramePr>
          <p:cNvPr id="10" name="表格 9">
            <a:extLst>
              <a:ext uri="{FF2B5EF4-FFF2-40B4-BE49-F238E27FC236}">
                <a16:creationId xmlns:a16="http://schemas.microsoft.com/office/drawing/2014/main" id="{442EB428-B914-3A4D-84AF-6EEEC957ED05}"/>
              </a:ext>
            </a:extLst>
          </p:cNvPr>
          <p:cNvGraphicFramePr>
            <a:graphicFrameLocks noGrp="1"/>
          </p:cNvGraphicFramePr>
          <p:nvPr>
            <p:extLst>
              <p:ext uri="{D42A27DB-BD31-4B8C-83A1-F6EECF244321}">
                <p14:modId xmlns:p14="http://schemas.microsoft.com/office/powerpoint/2010/main" val="1843030078"/>
              </p:ext>
            </p:extLst>
          </p:nvPr>
        </p:nvGraphicFramePr>
        <p:xfrm>
          <a:off x="5445276" y="694231"/>
          <a:ext cx="2667000" cy="73152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1544179171"/>
                    </a:ext>
                  </a:extLst>
                </a:gridCol>
                <a:gridCol w="381000">
                  <a:extLst>
                    <a:ext uri="{9D8B030D-6E8A-4147-A177-3AD203B41FA5}">
                      <a16:colId xmlns:a16="http://schemas.microsoft.com/office/drawing/2014/main" val="987301053"/>
                    </a:ext>
                  </a:extLst>
                </a:gridCol>
                <a:gridCol w="381000">
                  <a:extLst>
                    <a:ext uri="{9D8B030D-6E8A-4147-A177-3AD203B41FA5}">
                      <a16:colId xmlns:a16="http://schemas.microsoft.com/office/drawing/2014/main" val="334303599"/>
                    </a:ext>
                  </a:extLst>
                </a:gridCol>
                <a:gridCol w="381000">
                  <a:extLst>
                    <a:ext uri="{9D8B030D-6E8A-4147-A177-3AD203B41FA5}">
                      <a16:colId xmlns:a16="http://schemas.microsoft.com/office/drawing/2014/main" val="733640701"/>
                    </a:ext>
                  </a:extLst>
                </a:gridCol>
                <a:gridCol w="381000">
                  <a:extLst>
                    <a:ext uri="{9D8B030D-6E8A-4147-A177-3AD203B41FA5}">
                      <a16:colId xmlns:a16="http://schemas.microsoft.com/office/drawing/2014/main" val="498899334"/>
                    </a:ext>
                  </a:extLst>
                </a:gridCol>
                <a:gridCol w="381000">
                  <a:extLst>
                    <a:ext uri="{9D8B030D-6E8A-4147-A177-3AD203B41FA5}">
                      <a16:colId xmlns:a16="http://schemas.microsoft.com/office/drawing/2014/main" val="3476942430"/>
                    </a:ext>
                  </a:extLst>
                </a:gridCol>
                <a:gridCol w="381000">
                  <a:extLst>
                    <a:ext uri="{9D8B030D-6E8A-4147-A177-3AD203B41FA5}">
                      <a16:colId xmlns:a16="http://schemas.microsoft.com/office/drawing/2014/main" val="2278404861"/>
                    </a:ext>
                  </a:extLst>
                </a:gridCol>
              </a:tblGrid>
              <a:tr h="301340">
                <a:tc>
                  <a:txBody>
                    <a:bodyPr/>
                    <a:lstStyle/>
                    <a:p>
                      <a:pPr algn="ctr"/>
                      <a:r>
                        <a:rPr lang="en-US" altLang="zh-TW" sz="1800" b="0" dirty="0"/>
                        <a:t>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5</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7</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4290449260"/>
                  </a:ext>
                </a:extLst>
              </a:tr>
              <a:tr h="301340">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40056899"/>
                  </a:ext>
                </a:extLst>
              </a:tr>
            </a:tbl>
          </a:graphicData>
        </a:graphic>
      </p:graphicFrame>
      <p:graphicFrame>
        <p:nvGraphicFramePr>
          <p:cNvPr id="11" name="表格 10">
            <a:extLst>
              <a:ext uri="{FF2B5EF4-FFF2-40B4-BE49-F238E27FC236}">
                <a16:creationId xmlns:a16="http://schemas.microsoft.com/office/drawing/2014/main" id="{0E21CFF1-9A3A-3545-8639-587B5BFE78D2}"/>
              </a:ext>
            </a:extLst>
          </p:cNvPr>
          <p:cNvGraphicFramePr>
            <a:graphicFrameLocks noGrp="1"/>
          </p:cNvGraphicFramePr>
          <p:nvPr>
            <p:extLst>
              <p:ext uri="{D42A27DB-BD31-4B8C-83A1-F6EECF244321}">
                <p14:modId xmlns:p14="http://schemas.microsoft.com/office/powerpoint/2010/main" val="343128012"/>
              </p:ext>
            </p:extLst>
          </p:nvPr>
        </p:nvGraphicFramePr>
        <p:xfrm>
          <a:off x="1020031" y="3202251"/>
          <a:ext cx="3048000" cy="2328545"/>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3225874096"/>
                    </a:ext>
                  </a:extLst>
                </a:gridCol>
                <a:gridCol w="381000">
                  <a:extLst>
                    <a:ext uri="{9D8B030D-6E8A-4147-A177-3AD203B41FA5}">
                      <a16:colId xmlns:a16="http://schemas.microsoft.com/office/drawing/2014/main" val="916832745"/>
                    </a:ext>
                  </a:extLst>
                </a:gridCol>
                <a:gridCol w="381000">
                  <a:extLst>
                    <a:ext uri="{9D8B030D-6E8A-4147-A177-3AD203B41FA5}">
                      <a16:colId xmlns:a16="http://schemas.microsoft.com/office/drawing/2014/main" val="388153208"/>
                    </a:ext>
                  </a:extLst>
                </a:gridCol>
                <a:gridCol w="381000">
                  <a:extLst>
                    <a:ext uri="{9D8B030D-6E8A-4147-A177-3AD203B41FA5}">
                      <a16:colId xmlns:a16="http://schemas.microsoft.com/office/drawing/2014/main" val="370627410"/>
                    </a:ext>
                  </a:extLst>
                </a:gridCol>
                <a:gridCol w="381000">
                  <a:extLst>
                    <a:ext uri="{9D8B030D-6E8A-4147-A177-3AD203B41FA5}">
                      <a16:colId xmlns:a16="http://schemas.microsoft.com/office/drawing/2014/main" val="2239831501"/>
                    </a:ext>
                  </a:extLst>
                </a:gridCol>
                <a:gridCol w="381000">
                  <a:extLst>
                    <a:ext uri="{9D8B030D-6E8A-4147-A177-3AD203B41FA5}">
                      <a16:colId xmlns:a16="http://schemas.microsoft.com/office/drawing/2014/main" val="2268451971"/>
                    </a:ext>
                  </a:extLst>
                </a:gridCol>
                <a:gridCol w="381000">
                  <a:extLst>
                    <a:ext uri="{9D8B030D-6E8A-4147-A177-3AD203B41FA5}">
                      <a16:colId xmlns:a16="http://schemas.microsoft.com/office/drawing/2014/main" val="79294992"/>
                    </a:ext>
                  </a:extLst>
                </a:gridCol>
                <a:gridCol w="381000">
                  <a:extLst>
                    <a:ext uri="{9D8B030D-6E8A-4147-A177-3AD203B41FA5}">
                      <a16:colId xmlns:a16="http://schemas.microsoft.com/office/drawing/2014/main" val="2527904538"/>
                    </a:ext>
                  </a:extLst>
                </a:gridCol>
              </a:tblGrid>
              <a:tr h="292100">
                <a:tc>
                  <a:txBody>
                    <a:bodyPr/>
                    <a:lstStyle/>
                    <a:p>
                      <a:pPr algn="ctr" fontAlgn="ctr"/>
                      <a:r>
                        <a:rPr lang="en-US" altLang="zh-TW" sz="1800" b="0" u="none" strike="noStrike" baseline="-25000" dirty="0" err="1">
                          <a:solidFill>
                            <a:srgbClr val="000000"/>
                          </a:solidFill>
                          <a:effectLst/>
                          <a:latin typeface="+mn-lt"/>
                        </a:rPr>
                        <a:t>i</a:t>
                      </a:r>
                      <a:r>
                        <a:rPr lang="en-US" altLang="zh-TW" sz="1800" b="0" u="none" strike="noStrike" baseline="-25000" dirty="0">
                          <a:solidFill>
                            <a:srgbClr val="000000"/>
                          </a:solidFill>
                          <a:effectLst/>
                          <a:latin typeface="+mn-lt"/>
                        </a:rPr>
                        <a:t> </a:t>
                      </a:r>
                      <a:r>
                        <a:rPr lang="en-US" altLang="zh-TW" sz="1800" b="0" u="none" strike="noStrike" dirty="0">
                          <a:solidFill>
                            <a:srgbClr val="000000"/>
                          </a:solidFill>
                          <a:effectLst/>
                          <a:latin typeface="+mn-lt"/>
                        </a:rPr>
                        <a:t> </a:t>
                      </a:r>
                      <a:r>
                        <a:rPr lang="en-US" altLang="zh-TW" sz="1800" b="0" u="none" strike="noStrike" baseline="30000" dirty="0">
                          <a:solidFill>
                            <a:srgbClr val="000000"/>
                          </a:solidFill>
                          <a:effectLst/>
                          <a:latin typeface="+mn-lt"/>
                        </a:rPr>
                        <a:t>j</a:t>
                      </a:r>
                      <a:endParaRPr lang="zh-TW" altLang="en-US" sz="1800" b="0" i="0" u="none" strike="noStrike" baseline="30000" dirty="0">
                        <a:solidFill>
                          <a:srgbClr val="000000"/>
                        </a:solidFill>
                        <a:effectLst/>
                        <a:latin typeface="+mn-lt"/>
                        <a:ea typeface="新細明體" panose="02020500000000000000" pitchFamily="18" charset="-120"/>
                      </a:endParaRPr>
                    </a:p>
                  </a:txBody>
                  <a:tcPr marL="9525" marR="9525" marT="9525" marB="0" anchor="ctr">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fontAlgn="ctr"/>
                      <a:r>
                        <a:rPr lang="en-US" sz="1800" b="0" u="none" strike="noStrike" dirty="0">
                          <a:solidFill>
                            <a:srgbClr val="000000"/>
                          </a:solidFill>
                          <a:effectLst/>
                          <a:latin typeface="+mn-lt"/>
                        </a:rPr>
                        <a:t>1</a:t>
                      </a:r>
                      <a:endParaRPr 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sz="1800" b="0" u="none" strike="noStrike" dirty="0">
                          <a:solidFill>
                            <a:srgbClr val="000000"/>
                          </a:solidFill>
                          <a:effectLst/>
                          <a:latin typeface="+mn-lt"/>
                        </a:rPr>
                        <a:t>2</a:t>
                      </a:r>
                      <a:endParaRPr 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3</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4</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5</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6</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7</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1087251960"/>
                  </a:ext>
                </a:extLst>
              </a:tr>
              <a:tr h="292100">
                <a:tc>
                  <a:txBody>
                    <a:bodyPr/>
                    <a:lstStyle/>
                    <a:p>
                      <a:pPr algn="ctr" fontAlgn="ctr"/>
                      <a:r>
                        <a:rPr lang="en-US" altLang="zh-TW" sz="1800" b="0" u="none" strike="noStrike" dirty="0">
                          <a:solidFill>
                            <a:srgbClr val="000000"/>
                          </a:solidFill>
                          <a:effectLst/>
                          <a:latin typeface="+mn-lt"/>
                        </a:rPr>
                        <a:t>1</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1</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525380484"/>
                  </a:ext>
                </a:extLst>
              </a:tr>
              <a:tr h="292100">
                <a:tc>
                  <a:txBody>
                    <a:bodyPr/>
                    <a:lstStyle/>
                    <a:p>
                      <a:pPr algn="ctr" fontAlgn="ctr"/>
                      <a:r>
                        <a:rPr lang="en-US" altLang="zh-TW" sz="1800" b="0" u="none" strike="noStrike" dirty="0">
                          <a:solidFill>
                            <a:srgbClr val="000000"/>
                          </a:solidFill>
                          <a:effectLst/>
                          <a:latin typeface="+mn-lt"/>
                        </a:rPr>
                        <a:t>2</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1795117863"/>
                  </a:ext>
                </a:extLst>
              </a:tr>
              <a:tr h="292100">
                <a:tc>
                  <a:txBody>
                    <a:bodyPr/>
                    <a:lstStyle/>
                    <a:p>
                      <a:pPr algn="ctr" fontAlgn="ctr"/>
                      <a:r>
                        <a:rPr lang="en-US" altLang="zh-TW" sz="1800" b="0" u="none" strike="noStrike" dirty="0">
                          <a:solidFill>
                            <a:srgbClr val="000000"/>
                          </a:solidFill>
                          <a:effectLst/>
                          <a:latin typeface="+mn-lt"/>
                        </a:rPr>
                        <a:t>3</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3</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728509641"/>
                  </a:ext>
                </a:extLst>
              </a:tr>
              <a:tr h="292100">
                <a:tc>
                  <a:txBody>
                    <a:bodyPr/>
                    <a:lstStyle/>
                    <a:p>
                      <a:pPr algn="ctr" fontAlgn="ctr"/>
                      <a:r>
                        <a:rPr lang="en-US" altLang="zh-TW" sz="1800" b="0" u="none" strike="noStrike" dirty="0">
                          <a:solidFill>
                            <a:srgbClr val="000000"/>
                          </a:solidFill>
                          <a:effectLst/>
                          <a:latin typeface="+mn-lt"/>
                        </a:rPr>
                        <a:t>4</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1742781642"/>
                  </a:ext>
                </a:extLst>
              </a:tr>
              <a:tr h="292100">
                <a:tc>
                  <a:txBody>
                    <a:bodyPr/>
                    <a:lstStyle/>
                    <a:p>
                      <a:pPr algn="ctr" fontAlgn="ctr"/>
                      <a:r>
                        <a:rPr lang="en-US" altLang="zh-TW" sz="1800" b="0" u="none" strike="noStrike" dirty="0">
                          <a:solidFill>
                            <a:srgbClr val="000000"/>
                          </a:solidFill>
                          <a:effectLst/>
                          <a:latin typeface="+mn-lt"/>
                        </a:rPr>
                        <a:t>5</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2</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222116960"/>
                  </a:ext>
                </a:extLst>
              </a:tr>
              <a:tr h="292100">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6</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932227719"/>
                  </a:ext>
                </a:extLst>
              </a:tr>
              <a:tr h="0">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7</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r>
                        <a:rPr lang="en-US" altLang="zh-TW" sz="1800" u="none" strike="noStrike" dirty="0">
                          <a:effectLst/>
                          <a:latin typeface="+mn-lt"/>
                        </a:rPr>
                        <a:t> </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065642698"/>
                  </a:ext>
                </a:extLst>
              </a:tr>
            </a:tbl>
          </a:graphicData>
        </a:graphic>
      </p:graphicFrame>
      <p:graphicFrame>
        <p:nvGraphicFramePr>
          <p:cNvPr id="12" name="表格 11">
            <a:extLst>
              <a:ext uri="{FF2B5EF4-FFF2-40B4-BE49-F238E27FC236}">
                <a16:creationId xmlns:a16="http://schemas.microsoft.com/office/drawing/2014/main" id="{BEACEDEB-3A5E-8941-81AA-DDF316025FCD}"/>
              </a:ext>
            </a:extLst>
          </p:cNvPr>
          <p:cNvGraphicFramePr>
            <a:graphicFrameLocks noGrp="1"/>
          </p:cNvGraphicFramePr>
          <p:nvPr>
            <p:extLst>
              <p:ext uri="{D42A27DB-BD31-4B8C-83A1-F6EECF244321}">
                <p14:modId xmlns:p14="http://schemas.microsoft.com/office/powerpoint/2010/main" val="954971337"/>
              </p:ext>
            </p:extLst>
          </p:nvPr>
        </p:nvGraphicFramePr>
        <p:xfrm>
          <a:off x="4750714" y="3202251"/>
          <a:ext cx="3048000" cy="2336800"/>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1878682169"/>
                    </a:ext>
                  </a:extLst>
                </a:gridCol>
                <a:gridCol w="381000">
                  <a:extLst>
                    <a:ext uri="{9D8B030D-6E8A-4147-A177-3AD203B41FA5}">
                      <a16:colId xmlns:a16="http://schemas.microsoft.com/office/drawing/2014/main" val="3112461241"/>
                    </a:ext>
                  </a:extLst>
                </a:gridCol>
                <a:gridCol w="381000">
                  <a:extLst>
                    <a:ext uri="{9D8B030D-6E8A-4147-A177-3AD203B41FA5}">
                      <a16:colId xmlns:a16="http://schemas.microsoft.com/office/drawing/2014/main" val="1196444195"/>
                    </a:ext>
                  </a:extLst>
                </a:gridCol>
                <a:gridCol w="381000">
                  <a:extLst>
                    <a:ext uri="{9D8B030D-6E8A-4147-A177-3AD203B41FA5}">
                      <a16:colId xmlns:a16="http://schemas.microsoft.com/office/drawing/2014/main" val="735769771"/>
                    </a:ext>
                  </a:extLst>
                </a:gridCol>
                <a:gridCol w="381000">
                  <a:extLst>
                    <a:ext uri="{9D8B030D-6E8A-4147-A177-3AD203B41FA5}">
                      <a16:colId xmlns:a16="http://schemas.microsoft.com/office/drawing/2014/main" val="1768687715"/>
                    </a:ext>
                  </a:extLst>
                </a:gridCol>
                <a:gridCol w="381000">
                  <a:extLst>
                    <a:ext uri="{9D8B030D-6E8A-4147-A177-3AD203B41FA5}">
                      <a16:colId xmlns:a16="http://schemas.microsoft.com/office/drawing/2014/main" val="251360724"/>
                    </a:ext>
                  </a:extLst>
                </a:gridCol>
                <a:gridCol w="381000">
                  <a:extLst>
                    <a:ext uri="{9D8B030D-6E8A-4147-A177-3AD203B41FA5}">
                      <a16:colId xmlns:a16="http://schemas.microsoft.com/office/drawing/2014/main" val="1924625297"/>
                    </a:ext>
                  </a:extLst>
                </a:gridCol>
                <a:gridCol w="381000">
                  <a:extLst>
                    <a:ext uri="{9D8B030D-6E8A-4147-A177-3AD203B41FA5}">
                      <a16:colId xmlns:a16="http://schemas.microsoft.com/office/drawing/2014/main" val="274638893"/>
                    </a:ext>
                  </a:extLst>
                </a:gridCol>
              </a:tblGrid>
              <a:tr h="292100">
                <a:tc>
                  <a:txBody>
                    <a:bodyPr/>
                    <a:lstStyle/>
                    <a:p>
                      <a:pPr algn="ctr" fontAlgn="ctr"/>
                      <a:r>
                        <a:rPr lang="en-US" altLang="zh-TW" sz="1800" b="0" u="none" strike="noStrike" baseline="-25000" dirty="0" err="1">
                          <a:solidFill>
                            <a:srgbClr val="000000"/>
                          </a:solidFill>
                          <a:effectLst/>
                          <a:latin typeface="+mn-lt"/>
                        </a:rPr>
                        <a:t>i</a:t>
                      </a:r>
                      <a:r>
                        <a:rPr lang="en-US" altLang="zh-TW" sz="1800" b="0" u="none" strike="noStrike" baseline="-25000" dirty="0">
                          <a:solidFill>
                            <a:srgbClr val="000000"/>
                          </a:solidFill>
                          <a:effectLst/>
                          <a:latin typeface="+mn-lt"/>
                        </a:rPr>
                        <a:t> </a:t>
                      </a:r>
                      <a:r>
                        <a:rPr lang="en-US" altLang="zh-TW" sz="1800" b="0" u="none" strike="noStrike" dirty="0">
                          <a:solidFill>
                            <a:srgbClr val="000000"/>
                          </a:solidFill>
                          <a:effectLst/>
                          <a:latin typeface="+mn-lt"/>
                        </a:rPr>
                        <a:t> </a:t>
                      </a:r>
                      <a:r>
                        <a:rPr lang="en-US" altLang="zh-TW" sz="1800" b="0" u="none" strike="noStrike" baseline="30000" dirty="0">
                          <a:solidFill>
                            <a:srgbClr val="000000"/>
                          </a:solidFill>
                          <a:effectLst/>
                          <a:latin typeface="+mn-lt"/>
                        </a:rPr>
                        <a:t>j</a:t>
                      </a:r>
                      <a:endParaRPr lang="zh-TW" altLang="en-US" sz="1800" b="0" i="0" u="none" strike="noStrike" baseline="30000" dirty="0">
                        <a:solidFill>
                          <a:srgbClr val="000000"/>
                        </a:solidFill>
                        <a:effectLst/>
                        <a:latin typeface="+mn-lt"/>
                        <a:ea typeface="新細明體" panose="02020500000000000000" pitchFamily="18" charset="-120"/>
                      </a:endParaRPr>
                    </a:p>
                  </a:txBody>
                  <a:tcPr marL="9525" marR="9525" marT="9525" marB="0" anchor="ctr">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fontAlgn="ctr"/>
                      <a:r>
                        <a:rPr lang="en-US" sz="1800" b="0" u="none" strike="noStrike" dirty="0">
                          <a:solidFill>
                            <a:srgbClr val="000000"/>
                          </a:solidFill>
                          <a:effectLst/>
                          <a:latin typeface="+mn-lt"/>
                        </a:rPr>
                        <a:t>1</a:t>
                      </a:r>
                      <a:endParaRPr 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sz="1800" b="0" u="none" strike="noStrike" dirty="0">
                          <a:solidFill>
                            <a:srgbClr val="000000"/>
                          </a:solidFill>
                          <a:effectLst/>
                          <a:latin typeface="+mn-lt"/>
                        </a:rPr>
                        <a:t>2</a:t>
                      </a:r>
                      <a:endParaRPr 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3</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4</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5</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latin typeface="+mn-lt"/>
                        </a:rPr>
                        <a:t>6</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7</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2448779397"/>
                  </a:ext>
                </a:extLst>
              </a:tr>
              <a:tr h="292100">
                <a:tc>
                  <a:txBody>
                    <a:bodyPr/>
                    <a:lstStyle/>
                    <a:p>
                      <a:pPr algn="ctr" fontAlgn="ctr"/>
                      <a:r>
                        <a:rPr lang="en-US" altLang="zh-TW" sz="1800" b="0" u="none" strike="noStrike" dirty="0">
                          <a:solidFill>
                            <a:srgbClr val="000000"/>
                          </a:solidFill>
                          <a:effectLst/>
                          <a:latin typeface="+mn-lt"/>
                        </a:rPr>
                        <a:t>1</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1</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1 </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865317211"/>
                  </a:ext>
                </a:extLst>
              </a:tr>
              <a:tr h="292100">
                <a:tc>
                  <a:txBody>
                    <a:bodyPr/>
                    <a:lstStyle/>
                    <a:p>
                      <a:pPr algn="ctr" fontAlgn="ctr"/>
                      <a:r>
                        <a:rPr lang="en-US" altLang="zh-TW" sz="1800" b="0" u="none" strike="noStrike" dirty="0">
                          <a:solidFill>
                            <a:srgbClr val="000000"/>
                          </a:solidFill>
                          <a:effectLst/>
                          <a:latin typeface="+mn-lt"/>
                        </a:rPr>
                        <a:t>2</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1</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2">
                        <a:lumMod val="60000"/>
                        <a:lumOff val="40000"/>
                      </a:schemeClr>
                    </a:solidFill>
                  </a:tcPr>
                </a:tc>
                <a:tc>
                  <a:txBody>
                    <a:bodyPr/>
                    <a:lstStyle/>
                    <a:p>
                      <a:pPr algn="ctr" fontAlgn="ctr"/>
                      <a:r>
                        <a:rPr lang="en-US" altLang="zh-TW" sz="1800" u="none" strike="noStrike" dirty="0">
                          <a:effectLst/>
                          <a:latin typeface="+mn-lt"/>
                        </a:rPr>
                        <a:t>0</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0</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0 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598951523"/>
                  </a:ext>
                </a:extLst>
              </a:tr>
              <a:tr h="292100">
                <a:tc>
                  <a:txBody>
                    <a:bodyPr/>
                    <a:lstStyle/>
                    <a:p>
                      <a:pPr algn="ctr" fontAlgn="ctr"/>
                      <a:r>
                        <a:rPr lang="en-US" altLang="zh-TW" sz="1800" b="0" u="none" strike="noStrike" dirty="0">
                          <a:solidFill>
                            <a:srgbClr val="000000"/>
                          </a:solidFill>
                          <a:effectLst/>
                          <a:latin typeface="+mn-lt"/>
                        </a:rPr>
                        <a:t>3</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1</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1</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1</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2">
                        <a:lumMod val="60000"/>
                        <a:lumOff val="40000"/>
                      </a:schemeClr>
                    </a:solidFill>
                  </a:tcPr>
                </a:tc>
                <a:tc>
                  <a:txBody>
                    <a:bodyPr/>
                    <a:lstStyle/>
                    <a:p>
                      <a:pPr algn="ctr" fontAlgn="ctr"/>
                      <a:r>
                        <a:rPr lang="en-US" altLang="zh-TW" sz="1800" u="none" strike="noStrike">
                          <a:effectLst/>
                          <a:latin typeface="+mn-lt"/>
                        </a:rPr>
                        <a:t>0 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661629994"/>
                  </a:ext>
                </a:extLst>
              </a:tr>
              <a:tr h="292100">
                <a:tc>
                  <a:txBody>
                    <a:bodyPr/>
                    <a:lstStyle/>
                    <a:p>
                      <a:pPr algn="ctr" fontAlgn="ctr"/>
                      <a:r>
                        <a:rPr lang="en-US" altLang="zh-TW" sz="1800" b="0" u="none" strike="noStrike" dirty="0">
                          <a:solidFill>
                            <a:srgbClr val="000000"/>
                          </a:solidFill>
                          <a:effectLst/>
                          <a:latin typeface="+mn-lt"/>
                        </a:rPr>
                        <a:t>4</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0</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0</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0 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1562063749"/>
                  </a:ext>
                </a:extLst>
              </a:tr>
              <a:tr h="292100">
                <a:tc>
                  <a:txBody>
                    <a:bodyPr/>
                    <a:lstStyle/>
                    <a:p>
                      <a:pPr algn="ctr" fontAlgn="ctr"/>
                      <a:r>
                        <a:rPr lang="en-US" altLang="zh-TW" sz="1800" b="0" u="none" strike="noStrike" dirty="0">
                          <a:solidFill>
                            <a:srgbClr val="000000"/>
                          </a:solidFill>
                          <a:effectLst/>
                          <a:latin typeface="+mn-lt"/>
                        </a:rPr>
                        <a:t>5</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latin typeface="+mn-lt"/>
                        </a:rPr>
                        <a:t>0</a:t>
                      </a:r>
                      <a:endParaRPr lang="en-US" altLang="zh-TW" sz="1800" b="0" i="0" u="none" strike="noStrike" dirty="0">
                        <a:solidFill>
                          <a:srgbClr val="000000"/>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0 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3999501914"/>
                  </a:ext>
                </a:extLst>
              </a:tr>
              <a:tr h="292100">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6</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latin typeface="+mn-lt"/>
                        </a:rPr>
                        <a:t>0 </a:t>
                      </a:r>
                      <a:endParaRPr lang="en-US" altLang="zh-TW" sz="1800" b="0" i="0" u="none" strike="noStrike">
                        <a:solidFill>
                          <a:srgbClr val="000000"/>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1450053791"/>
                  </a:ext>
                </a:extLst>
              </a:tr>
              <a:tr h="292100">
                <a:tc>
                  <a:txBody>
                    <a:bodyPr/>
                    <a:lstStyle/>
                    <a:p>
                      <a:pPr algn="ctr" fontAlgn="ctr"/>
                      <a:r>
                        <a:rPr lang="en-US" altLang="zh-TW" sz="1800" b="0" i="0" u="none" strike="noStrike" dirty="0">
                          <a:solidFill>
                            <a:srgbClr val="000000"/>
                          </a:solidFill>
                          <a:effectLst/>
                          <a:latin typeface="+mn-lt"/>
                          <a:ea typeface="新細明體" panose="02020500000000000000" pitchFamily="18" charset="-120"/>
                        </a:rPr>
                        <a:t>7</a:t>
                      </a:r>
                      <a:endParaRPr lang="zh-TW" altLang="en-US" sz="1800" b="0" i="0" u="none" strike="noStrike" dirty="0">
                        <a:solidFill>
                          <a:srgbClr val="000000"/>
                        </a:solidFill>
                        <a:effectLst/>
                        <a:latin typeface="+mn-lt"/>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latin typeface="+mn-lt"/>
                        </a:rPr>
                        <a:t>0</a:t>
                      </a:r>
                      <a:endParaRPr lang="en-US" altLang="zh-TW" sz="1800" b="0" i="0" u="none" strike="noStrike" dirty="0">
                        <a:solidFill>
                          <a:schemeClr val="bg1">
                            <a:lumMod val="75000"/>
                          </a:schemeClr>
                        </a:solidFill>
                        <a:effectLst/>
                        <a:latin typeface="+mn-lt"/>
                        <a:ea typeface="新細明體" panose="02020500000000000000" pitchFamily="18" charset="-120"/>
                      </a:endParaRPr>
                    </a:p>
                  </a:txBody>
                  <a:tcPr marL="9525" marR="9525" marT="9525" marB="0" anchor="ctr"/>
                </a:tc>
                <a:extLst>
                  <a:ext uri="{0D108BD9-81ED-4DB2-BD59-A6C34878D82A}">
                    <a16:rowId xmlns:a16="http://schemas.microsoft.com/office/drawing/2014/main" val="28061270"/>
                  </a:ext>
                </a:extLst>
              </a:tr>
            </a:tbl>
          </a:graphicData>
        </a:graphic>
      </p:graphicFrame>
      <p:sp>
        <p:nvSpPr>
          <p:cNvPr id="13" name="矩形 12">
            <a:extLst>
              <a:ext uri="{FF2B5EF4-FFF2-40B4-BE49-F238E27FC236}">
                <a16:creationId xmlns:a16="http://schemas.microsoft.com/office/drawing/2014/main" id="{631A54D5-C9EA-704C-B4EB-5A3E5B7623FE}"/>
              </a:ext>
            </a:extLst>
          </p:cNvPr>
          <p:cNvSpPr/>
          <p:nvPr/>
        </p:nvSpPr>
        <p:spPr>
          <a:xfrm>
            <a:off x="4750714" y="2642623"/>
            <a:ext cx="1164229" cy="523220"/>
          </a:xfrm>
          <a:prstGeom prst="rect">
            <a:avLst/>
          </a:prstGeom>
        </p:spPr>
        <p:txBody>
          <a:bodyPr wrap="none">
            <a:spAutoFit/>
          </a:bodyPr>
          <a:lstStyle/>
          <a:p>
            <a:r>
              <a:rPr kumimoji="1" lang="en-US" altLang="zh-TW" sz="2800" i="1" dirty="0"/>
              <a:t>d</a:t>
            </a:r>
            <a:r>
              <a:rPr kumimoji="1" lang="en-US" altLang="zh-TW" sz="2800" i="1" baseline="-25000" dirty="0"/>
              <a:t>7</a:t>
            </a:r>
            <a:r>
              <a:rPr kumimoji="1" lang="en-US" altLang="zh-TW" sz="2800" dirty="0"/>
              <a:t>(</a:t>
            </a:r>
            <a:r>
              <a:rPr kumimoji="1" lang="en-US" altLang="zh-TW" sz="2800" i="1" dirty="0" err="1"/>
              <a:t>i</a:t>
            </a:r>
            <a:r>
              <a:rPr kumimoji="1" lang="en-US" altLang="zh-TW" sz="2800" dirty="0"/>
              <a:t>, </a:t>
            </a:r>
            <a:r>
              <a:rPr kumimoji="1" lang="en-US" altLang="zh-TW" sz="2800" i="1" dirty="0"/>
              <a:t>j</a:t>
            </a:r>
            <a:r>
              <a:rPr kumimoji="1" lang="en-US" altLang="zh-TW" sz="2800" dirty="0"/>
              <a:t>)</a:t>
            </a:r>
            <a:endParaRPr lang="zh-TW" altLang="en-US" sz="2800" dirty="0"/>
          </a:p>
        </p:txBody>
      </p:sp>
      <p:sp>
        <p:nvSpPr>
          <p:cNvPr id="14" name="矩形 13">
            <a:extLst>
              <a:ext uri="{FF2B5EF4-FFF2-40B4-BE49-F238E27FC236}">
                <a16:creationId xmlns:a16="http://schemas.microsoft.com/office/drawing/2014/main" id="{D2FD859F-E595-5249-8A1E-D62DB758D9C2}"/>
              </a:ext>
            </a:extLst>
          </p:cNvPr>
          <p:cNvSpPr/>
          <p:nvPr/>
        </p:nvSpPr>
        <p:spPr>
          <a:xfrm>
            <a:off x="1020031" y="2642623"/>
            <a:ext cx="1048813" cy="523220"/>
          </a:xfrm>
          <a:prstGeom prst="rect">
            <a:avLst/>
          </a:prstGeom>
        </p:spPr>
        <p:txBody>
          <a:bodyPr wrap="none">
            <a:spAutoFit/>
          </a:bodyPr>
          <a:lstStyle/>
          <a:p>
            <a:r>
              <a:rPr kumimoji="1" lang="en-US" altLang="zh-TW" sz="2800" i="1" dirty="0"/>
              <a:t>f</a:t>
            </a:r>
            <a:r>
              <a:rPr kumimoji="1" lang="en-US" altLang="zh-TW" sz="2800" i="1" baseline="-25000" dirty="0"/>
              <a:t>7</a:t>
            </a:r>
            <a:r>
              <a:rPr kumimoji="1" lang="en-US" altLang="zh-TW" sz="2800" dirty="0"/>
              <a:t>(</a:t>
            </a:r>
            <a:r>
              <a:rPr kumimoji="1" lang="en-US" altLang="zh-TW" sz="2800" i="1" dirty="0" err="1"/>
              <a:t>i</a:t>
            </a:r>
            <a:r>
              <a:rPr kumimoji="1" lang="en-US" altLang="zh-TW" sz="2800" dirty="0"/>
              <a:t>, </a:t>
            </a:r>
            <a:r>
              <a:rPr kumimoji="1" lang="en-US" altLang="zh-TW" sz="2800" i="1" dirty="0"/>
              <a:t>j</a:t>
            </a:r>
            <a:r>
              <a:rPr kumimoji="1" lang="en-US" altLang="zh-TW" sz="2800" dirty="0"/>
              <a:t>)</a:t>
            </a:r>
            <a:endParaRPr lang="zh-TW" altLang="en-US" sz="2800" dirty="0"/>
          </a:p>
        </p:txBody>
      </p:sp>
      <p:sp>
        <p:nvSpPr>
          <p:cNvPr id="17" name="矩形 16">
            <a:extLst>
              <a:ext uri="{FF2B5EF4-FFF2-40B4-BE49-F238E27FC236}">
                <a16:creationId xmlns:a16="http://schemas.microsoft.com/office/drawing/2014/main" id="{32AA3756-A872-5F45-BE58-243EC87ECC6E}"/>
              </a:ext>
            </a:extLst>
          </p:cNvPr>
          <p:cNvSpPr/>
          <p:nvPr/>
        </p:nvSpPr>
        <p:spPr>
          <a:xfrm>
            <a:off x="8481397" y="2668398"/>
            <a:ext cx="872355" cy="523220"/>
          </a:xfrm>
          <a:prstGeom prst="rect">
            <a:avLst/>
          </a:prstGeom>
        </p:spPr>
        <p:txBody>
          <a:bodyPr wrap="none">
            <a:spAutoFit/>
          </a:bodyPr>
          <a:lstStyle/>
          <a:p>
            <a:r>
              <a:rPr kumimoji="1" lang="en-US" altLang="zh-TW" sz="2800" i="1" dirty="0"/>
              <a:t>a</a:t>
            </a:r>
            <a:r>
              <a:rPr kumimoji="1" lang="en-US" altLang="zh-TW" sz="2800" i="1" baseline="-25000" dirty="0"/>
              <a:t>7</a:t>
            </a:r>
            <a:r>
              <a:rPr kumimoji="1" lang="en-US" altLang="zh-TW" sz="2800" dirty="0"/>
              <a:t>(</a:t>
            </a:r>
            <a:r>
              <a:rPr kumimoji="1" lang="en-US" altLang="zh-TW" sz="2800" i="1" dirty="0" err="1"/>
              <a:t>i</a:t>
            </a:r>
            <a:r>
              <a:rPr kumimoji="1" lang="en-US" altLang="zh-TW" sz="2800" dirty="0"/>
              <a:t>)</a:t>
            </a:r>
            <a:endParaRPr lang="zh-TW" altLang="en-US" sz="2800" dirty="0"/>
          </a:p>
        </p:txBody>
      </p:sp>
      <p:graphicFrame>
        <p:nvGraphicFramePr>
          <p:cNvPr id="18" name="表格 17">
            <a:extLst>
              <a:ext uri="{FF2B5EF4-FFF2-40B4-BE49-F238E27FC236}">
                <a16:creationId xmlns:a16="http://schemas.microsoft.com/office/drawing/2014/main" id="{0CDEB2C6-FE2B-1A4D-9210-ADE3A6BC65C6}"/>
              </a:ext>
            </a:extLst>
          </p:cNvPr>
          <p:cNvGraphicFramePr>
            <a:graphicFrameLocks noGrp="1"/>
          </p:cNvGraphicFramePr>
          <p:nvPr>
            <p:extLst>
              <p:ext uri="{D42A27DB-BD31-4B8C-83A1-F6EECF244321}">
                <p14:modId xmlns:p14="http://schemas.microsoft.com/office/powerpoint/2010/main" val="2649890441"/>
              </p:ext>
            </p:extLst>
          </p:nvPr>
        </p:nvGraphicFramePr>
        <p:xfrm>
          <a:off x="8481397" y="3202251"/>
          <a:ext cx="762000" cy="2429543"/>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522666555"/>
                    </a:ext>
                  </a:extLst>
                </a:gridCol>
                <a:gridCol w="381000">
                  <a:extLst>
                    <a:ext uri="{9D8B030D-6E8A-4147-A177-3AD203B41FA5}">
                      <a16:colId xmlns:a16="http://schemas.microsoft.com/office/drawing/2014/main" val="80615518"/>
                    </a:ext>
                  </a:extLst>
                </a:gridCol>
              </a:tblGrid>
              <a:tr h="357648">
                <a:tc>
                  <a:txBody>
                    <a:bodyPr/>
                    <a:lstStyle/>
                    <a:p>
                      <a:pPr algn="ctr" rtl="0" fontAlgn="ctr"/>
                      <a:r>
                        <a:rPr lang="en-US" sz="1800" u="none" strike="noStrike" dirty="0" err="1">
                          <a:effectLst/>
                        </a:rPr>
                        <a:t>i</a:t>
                      </a:r>
                      <a:endParaRPr lang="en-US"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sz="1800" i="1" u="none" strike="noStrike" dirty="0">
                          <a:effectLst/>
                        </a:rPr>
                        <a:t>a</a:t>
                      </a:r>
                      <a:r>
                        <a:rPr lang="en-US" sz="1800" i="1" u="none" strike="noStrike" baseline="-25000" dirty="0">
                          <a:effectLst/>
                        </a:rPr>
                        <a:t>7</a:t>
                      </a:r>
                      <a:endParaRPr lang="en-US" sz="1800" b="0" i="1"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505450980"/>
                  </a:ext>
                </a:extLst>
              </a:tr>
              <a:tr h="295985">
                <a:tc>
                  <a:txBody>
                    <a:bodyPr/>
                    <a:lstStyle/>
                    <a:p>
                      <a:pPr algn="ctr" rtl="0" fontAlgn="ctr"/>
                      <a:r>
                        <a:rPr lang="en-US" altLang="zh-TW" sz="1800" u="none" strike="noStrike" dirty="0">
                          <a:effectLst/>
                        </a:rPr>
                        <a:t>1</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u="none" strike="noStrike">
                          <a:effectLst/>
                        </a:rPr>
                        <a:t>7</a:t>
                      </a:r>
                      <a:endParaRPr lang="en-US" altLang="zh-TW" sz="1800" b="0" i="0" u="none" strike="noStrike">
                        <a:solidFill>
                          <a:srgbClr val="000000"/>
                        </a:solidFill>
                        <a:effectLst/>
                        <a:latin typeface="Rockwell" panose="02060603020205020403"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2693981472"/>
                  </a:ext>
                </a:extLst>
              </a:tr>
              <a:tr h="295985">
                <a:tc>
                  <a:txBody>
                    <a:bodyPr/>
                    <a:lstStyle/>
                    <a:p>
                      <a:pPr algn="ctr" rtl="0" fontAlgn="ctr"/>
                      <a:r>
                        <a:rPr lang="en-US" altLang="zh-TW" sz="1800" u="none" strike="noStrike" dirty="0">
                          <a:effectLst/>
                        </a:rPr>
                        <a:t>2</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u="none" strike="noStrike">
                          <a:effectLst/>
                        </a:rPr>
                        <a:t>4</a:t>
                      </a:r>
                      <a:endParaRPr lang="en-US" altLang="zh-TW" sz="1800" b="0" i="0" u="none" strike="noStrike">
                        <a:solidFill>
                          <a:srgbClr val="000000"/>
                        </a:solidFill>
                        <a:effectLst/>
                        <a:latin typeface="Rockwell" panose="02060603020205020403"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915191453"/>
                  </a:ext>
                </a:extLst>
              </a:tr>
              <a:tr h="295985">
                <a:tc>
                  <a:txBody>
                    <a:bodyPr/>
                    <a:lstStyle/>
                    <a:p>
                      <a:pPr algn="ctr" rtl="0" fontAlgn="ctr"/>
                      <a:r>
                        <a:rPr lang="en-US" altLang="zh-TW" sz="1800" u="none" strike="noStrike" dirty="0">
                          <a:effectLst/>
                        </a:rPr>
                        <a:t>3</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u="none" strike="noStrike">
                          <a:effectLst/>
                        </a:rPr>
                        <a:t>6</a:t>
                      </a:r>
                      <a:endParaRPr lang="en-US" altLang="zh-TW" sz="1800" b="0" i="0" u="none" strike="noStrike">
                        <a:solidFill>
                          <a:srgbClr val="000000"/>
                        </a:solidFill>
                        <a:effectLst/>
                        <a:latin typeface="Rockwell" panose="02060603020205020403"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1412125747"/>
                  </a:ext>
                </a:extLst>
              </a:tr>
              <a:tr h="295985">
                <a:tc>
                  <a:txBody>
                    <a:bodyPr/>
                    <a:lstStyle/>
                    <a:p>
                      <a:pPr algn="ctr" rtl="0" fontAlgn="ctr"/>
                      <a:r>
                        <a:rPr lang="en-US" altLang="zh-TW" sz="1800" u="none" strike="noStrike" dirty="0">
                          <a:effectLst/>
                        </a:rPr>
                        <a:t>4</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u="none" strike="noStrike">
                          <a:effectLst/>
                        </a:rPr>
                        <a:t>0</a:t>
                      </a:r>
                      <a:endParaRPr lang="en-US" altLang="zh-TW" sz="1800" b="0" i="0" u="none" strike="noStrike">
                        <a:solidFill>
                          <a:srgbClr val="000000"/>
                        </a:solidFill>
                        <a:effectLst/>
                        <a:latin typeface="Rockwell" panose="02060603020205020403"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1492285150"/>
                  </a:ext>
                </a:extLst>
              </a:tr>
              <a:tr h="295985">
                <a:tc>
                  <a:txBody>
                    <a:bodyPr/>
                    <a:lstStyle/>
                    <a:p>
                      <a:pPr algn="ctr" rtl="0" fontAlgn="ctr"/>
                      <a:r>
                        <a:rPr lang="en-US" altLang="zh-TW" sz="1800" u="none" strike="noStrike">
                          <a:effectLst/>
                        </a:rPr>
                        <a:t>5</a:t>
                      </a:r>
                      <a:endParaRPr lang="en-US" altLang="zh-TW" sz="1800" b="0" i="0" u="none" strike="noStrike">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u="none" strike="noStrike">
                          <a:effectLst/>
                        </a:rPr>
                        <a:t>0</a:t>
                      </a:r>
                      <a:endParaRPr lang="en-US" altLang="zh-TW" sz="1800" b="0" i="0" u="none" strike="noStrike">
                        <a:solidFill>
                          <a:srgbClr val="000000"/>
                        </a:solidFill>
                        <a:effectLst/>
                        <a:latin typeface="Rockwell" panose="02060603020205020403"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477593629"/>
                  </a:ext>
                </a:extLst>
              </a:tr>
              <a:tr h="295985">
                <a:tc>
                  <a:txBody>
                    <a:bodyPr/>
                    <a:lstStyle/>
                    <a:p>
                      <a:pPr algn="ctr" rtl="0" fontAlgn="ctr"/>
                      <a:r>
                        <a:rPr lang="en-US" altLang="zh-TW" sz="1800" u="none" strike="noStrike" dirty="0">
                          <a:effectLst/>
                        </a:rPr>
                        <a:t>6</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u="none" strike="noStrike">
                          <a:effectLst/>
                        </a:rPr>
                        <a:t>0</a:t>
                      </a:r>
                      <a:endParaRPr lang="en-US" altLang="zh-TW" sz="1800" b="0" i="0" u="none" strike="noStrike">
                        <a:solidFill>
                          <a:srgbClr val="000000"/>
                        </a:solidFill>
                        <a:effectLst/>
                        <a:latin typeface="Rockwell" panose="02060603020205020403"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555112307"/>
                  </a:ext>
                </a:extLst>
              </a:tr>
              <a:tr h="295985">
                <a:tc>
                  <a:txBody>
                    <a:bodyPr/>
                    <a:lstStyle/>
                    <a:p>
                      <a:pPr algn="ctr" rtl="0" fontAlgn="ctr"/>
                      <a:r>
                        <a:rPr lang="en-US" altLang="zh-TW" sz="1800" u="none" strike="noStrike" dirty="0">
                          <a:effectLst/>
                        </a:rPr>
                        <a:t>7</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u="none" strike="noStrike" dirty="0">
                          <a:effectLst/>
                        </a:rPr>
                        <a:t>0</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1455152907"/>
                  </a:ext>
                </a:extLst>
              </a:tr>
            </a:tbl>
          </a:graphicData>
        </a:graphic>
      </p:graphicFrame>
    </p:spTree>
    <p:extLst>
      <p:ext uri="{BB962C8B-B14F-4D97-AF65-F5344CB8AC3E}">
        <p14:creationId xmlns:p14="http://schemas.microsoft.com/office/powerpoint/2010/main" val="418329127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err="1"/>
              <a:t>LTSsplit</a:t>
            </a:r>
            <a:r>
              <a:rPr kumimoji="1" lang="en-US" altLang="zh-TW" dirty="0"/>
              <a:t> Algorithm</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There exists an algorithm solving the </a:t>
            </a:r>
            <a:r>
              <a:rPr kumimoji="1" lang="en-US" altLang="zh-TW" dirty="0" err="1">
                <a:latin typeface="Times New Roman" panose="02020603050405020304" pitchFamily="18" charset="0"/>
                <a:cs typeface="Times New Roman" panose="02020603050405020304" pitchFamily="18" charset="0"/>
              </a:rPr>
              <a:t>LTSsplit</a:t>
            </a:r>
            <a:r>
              <a:rPr kumimoji="1" lang="en-US" altLang="zh-TW" dirty="0">
                <a:latin typeface="Times New Roman" panose="02020603050405020304" pitchFamily="18" charset="0"/>
                <a:cs typeface="Times New Roman" panose="02020603050405020304" pitchFamily="18" charset="0"/>
              </a:rPr>
              <a:t> problem for a given sequence s of length </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in </a:t>
            </a:r>
            <a:r>
              <a:rPr kumimoji="1" lang="en-US" altLang="zh-TW" b="1" i="1" dirty="0">
                <a:latin typeface="Times New Roman" panose="02020603050405020304" pitchFamily="18" charset="0"/>
                <a:cs typeface="Times New Roman" panose="02020603050405020304" pitchFamily="18" charset="0"/>
              </a:rPr>
              <a:t>O</a:t>
            </a:r>
            <a:r>
              <a:rPr kumimoji="1" lang="en-US" altLang="zh-TW" b="1" dirty="0">
                <a:latin typeface="Times New Roman" panose="02020603050405020304" pitchFamily="18" charset="0"/>
                <a:cs typeface="Times New Roman" panose="02020603050405020304" pitchFamily="18" charset="0"/>
              </a:rPr>
              <a:t>(</a:t>
            </a:r>
            <a:r>
              <a:rPr kumimoji="1" lang="en-US" altLang="zh-TW" b="1" i="1" dirty="0">
                <a:latin typeface="Times New Roman" panose="02020603050405020304" pitchFamily="18" charset="0"/>
                <a:cs typeface="Times New Roman" panose="02020603050405020304" pitchFamily="18" charset="0"/>
              </a:rPr>
              <a:t>n</a:t>
            </a:r>
            <a:r>
              <a:rPr kumimoji="1" lang="en-US" altLang="zh-TW" b="1" i="1" baseline="30000" dirty="0">
                <a:latin typeface="Times New Roman" panose="02020603050405020304" pitchFamily="18" charset="0"/>
                <a:cs typeface="Times New Roman" panose="02020603050405020304" pitchFamily="18" charset="0"/>
              </a:rPr>
              <a:t>2</a:t>
            </a:r>
            <a:r>
              <a:rPr kumimoji="1" lang="en-US" altLang="zh-TW" b="1" dirty="0">
                <a:latin typeface="Times New Roman" panose="02020603050405020304" pitchFamily="18" charset="0"/>
                <a:cs typeface="Times New Roman" panose="02020603050405020304" pitchFamily="18" charset="0"/>
              </a:rPr>
              <a:t>) time</a:t>
            </a:r>
            <a:r>
              <a:rPr kumimoji="1" lang="en-US" altLang="zh-TW" dirty="0">
                <a:latin typeface="Times New Roman" panose="02020603050405020304" pitchFamily="18" charset="0"/>
                <a:cs typeface="Times New Roman" panose="02020603050405020304" pitchFamily="18" charset="0"/>
              </a:rPr>
              <a:t> and using </a:t>
            </a:r>
            <a:r>
              <a:rPr kumimoji="1" lang="en-US" altLang="zh-TW" b="1" i="1" dirty="0" err="1">
                <a:latin typeface="Times New Roman" panose="02020603050405020304" pitchFamily="18" charset="0"/>
                <a:cs typeface="Times New Roman" panose="02020603050405020304" pitchFamily="18" charset="0"/>
              </a:rPr>
              <a:t>Θ</a:t>
            </a:r>
            <a:r>
              <a:rPr kumimoji="1" lang="en-US" altLang="zh-TW" b="1" dirty="0">
                <a:latin typeface="Times New Roman" panose="02020603050405020304" pitchFamily="18" charset="0"/>
                <a:cs typeface="Times New Roman" panose="02020603050405020304" pitchFamily="18" charset="0"/>
              </a:rPr>
              <a:t>(</a:t>
            </a:r>
            <a:r>
              <a:rPr kumimoji="1" lang="en-US" altLang="zh-TW" b="1" i="1" dirty="0">
                <a:latin typeface="Times New Roman" panose="02020603050405020304" pitchFamily="18" charset="0"/>
                <a:cs typeface="Times New Roman" panose="02020603050405020304" pitchFamily="18" charset="0"/>
              </a:rPr>
              <a:t>n</a:t>
            </a:r>
            <a:r>
              <a:rPr kumimoji="1" lang="en-US" altLang="zh-TW" b="1" dirty="0">
                <a:latin typeface="Times New Roman" panose="02020603050405020304" pitchFamily="18" charset="0"/>
                <a:cs typeface="Times New Roman" panose="02020603050405020304" pitchFamily="18" charset="0"/>
              </a:rPr>
              <a:t>) memory</a:t>
            </a:r>
            <a:r>
              <a:rPr kumimoji="1" lang="en-US" altLang="zh-TW" dirty="0">
                <a:latin typeface="Times New Roman" panose="02020603050405020304" pitchFamily="18" charset="0"/>
                <a:cs typeface="Times New Roman" panose="02020603050405020304" pitchFamily="18" charset="0"/>
              </a:rPr>
              <a:t>.</a:t>
            </a:r>
          </a:p>
          <a:p>
            <a:pPr marL="971550" lvl="1" indent="-514350">
              <a:buFont typeface="+mj-lt"/>
              <a:buAutoNum type="arabicPeriod"/>
            </a:pPr>
            <a:r>
              <a:rPr kumimoji="1" lang="en-US" altLang="zh-TW" dirty="0">
                <a:latin typeface="Times New Roman" panose="02020603050405020304" pitchFamily="18" charset="0"/>
                <a:cs typeface="Times New Roman" panose="02020603050405020304" pitchFamily="18" charset="0"/>
              </a:rPr>
              <a:t>For all </a:t>
            </a:r>
            <a:r>
              <a:rPr kumimoji="1" lang="en-US" altLang="zh-TW" i="1" dirty="0">
                <a:latin typeface="Times New Roman" panose="02020603050405020304" pitchFamily="18" charset="0"/>
                <a:cs typeface="Times New Roman" panose="02020603050405020304" pitchFamily="18" charset="0"/>
              </a:rPr>
              <a:t>k</a:t>
            </a:r>
            <a:r>
              <a:rPr kumimoji="1" lang="en-US" altLang="zh-TW" dirty="0">
                <a:latin typeface="Times New Roman" panose="02020603050405020304" pitchFamily="18" charset="0"/>
                <a:cs typeface="Times New Roman" panose="02020603050405020304" pitchFamily="18" charset="0"/>
              </a:rPr>
              <a:t>, 1 ≤ </a:t>
            </a:r>
            <a:r>
              <a:rPr kumimoji="1" lang="en-US" altLang="zh-TW" i="1" dirty="0">
                <a:latin typeface="Times New Roman" panose="02020603050405020304" pitchFamily="18" charset="0"/>
                <a:cs typeface="Times New Roman" panose="02020603050405020304" pitchFamily="18" charset="0"/>
              </a:rPr>
              <a:t>k</a:t>
            </a:r>
            <a:r>
              <a:rPr kumimoji="1" lang="en-US" altLang="zh-TW" dirty="0">
                <a:latin typeface="Times New Roman" panose="02020603050405020304" pitchFamily="18" charset="0"/>
                <a:cs typeface="Times New Roman" panose="02020603050405020304" pitchFamily="18" charset="0"/>
              </a:rPr>
              <a:t> ≤ </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compute the column </a:t>
            </a:r>
            <a:r>
              <a:rPr kumimoji="1" lang="en-US" altLang="zh-TW" i="1" dirty="0">
                <a:latin typeface="Times New Roman" panose="02020603050405020304" pitchFamily="18" charset="0"/>
                <a:cs typeface="Times New Roman" panose="02020603050405020304" pitchFamily="18" charset="0"/>
              </a:rPr>
              <a:t>A</a:t>
            </a:r>
            <a:r>
              <a:rPr kumimoji="1" lang="en-US" altLang="zh-TW" i="1" baseline="-25000" dirty="0">
                <a:latin typeface="Times New Roman" panose="02020603050405020304" pitchFamily="18" charset="0"/>
                <a:cs typeface="Times New Roman" panose="02020603050405020304" pitchFamily="18" charset="0"/>
              </a:rPr>
              <a:t>k</a:t>
            </a:r>
            <a:r>
              <a:rPr kumimoji="1" lang="en-US" altLang="zh-TW" dirty="0">
                <a:latin typeface="Times New Roman" panose="02020603050405020304" pitchFamily="18" charset="0"/>
                <a:cs typeface="Times New Roman" panose="02020603050405020304" pitchFamily="18" charset="0"/>
              </a:rPr>
              <a:t> by modifying column </a:t>
            </a:r>
            <a:r>
              <a:rPr kumimoji="1" lang="en-US" altLang="zh-TW" i="1" dirty="0">
                <a:latin typeface="Times New Roman" panose="02020603050405020304" pitchFamily="18" charset="0"/>
                <a:cs typeface="Times New Roman" panose="02020603050405020304" pitchFamily="18" charset="0"/>
              </a:rPr>
              <a:t>A</a:t>
            </a:r>
            <a:r>
              <a:rPr kumimoji="1" lang="en-US" altLang="zh-TW" i="1" baseline="-25000" dirty="0">
                <a:latin typeface="Times New Roman" panose="02020603050405020304" pitchFamily="18" charset="0"/>
                <a:cs typeface="Times New Roman" panose="02020603050405020304" pitchFamily="18" charset="0"/>
              </a:rPr>
              <a:t>k-1</a:t>
            </a:r>
            <a:r>
              <a:rPr kumimoji="1" lang="en-US" altLang="zh-TW" dirty="0">
                <a:latin typeface="Times New Roman" panose="02020603050405020304" pitchFamily="18" charset="0"/>
                <a:cs typeface="Times New Roman" panose="02020603050405020304" pitchFamily="18" charset="0"/>
              </a:rPr>
              <a:t>, making use of Property 2.</a:t>
            </a:r>
          </a:p>
          <a:p>
            <a:pPr marL="971550" lvl="1" indent="-514350">
              <a:buFont typeface="+mj-lt"/>
              <a:buAutoNum type="arabicPeriod"/>
            </a:pPr>
            <a:r>
              <a:rPr kumimoji="1" lang="en-US" altLang="zh-TW" dirty="0">
                <a:latin typeface="Times New Roman" panose="02020603050405020304" pitchFamily="18" charset="0"/>
                <a:cs typeface="Times New Roman" panose="02020603050405020304" pitchFamily="18" charset="0"/>
              </a:rPr>
              <a:t>Determine an </a:t>
            </a:r>
            <a:r>
              <a:rPr kumimoji="1" lang="en-US" altLang="zh-TW" dirty="0" err="1">
                <a:latin typeface="Times New Roman" panose="02020603050405020304" pitchFamily="18" charset="0"/>
                <a:cs typeface="Times New Roman" panose="02020603050405020304" pitchFamily="18" charset="0"/>
              </a:rPr>
              <a:t>LTSsplit</a:t>
            </a:r>
            <a:r>
              <a:rPr kumimoji="1" lang="en-US" altLang="zh-TW" dirty="0">
                <a:latin typeface="Times New Roman" panose="02020603050405020304" pitchFamily="18" charset="0"/>
                <a:cs typeface="Times New Roman" panose="02020603050405020304" pitchFamily="18" charset="0"/>
              </a:rPr>
              <a:t> index </a:t>
            </a:r>
            <a:r>
              <a:rPr kumimoji="1" lang="en-US" altLang="zh-TW" i="1" dirty="0">
                <a:latin typeface="Times New Roman" panose="02020603050405020304" pitchFamily="18" charset="0"/>
                <a:cs typeface="Times New Roman" panose="02020603050405020304" pitchFamily="18" charset="0"/>
              </a:rPr>
              <a:t>l</a:t>
            </a:r>
            <a:r>
              <a:rPr kumimoji="1" lang="en-US" altLang="zh-TW" dirty="0">
                <a:latin typeface="Times New Roman" panose="02020603050405020304" pitchFamily="18" charset="0"/>
                <a:cs typeface="Times New Roman" panose="02020603050405020304" pitchFamily="18" charset="0"/>
              </a:rPr>
              <a:t> from the values of column </a:t>
            </a:r>
            <a:r>
              <a:rPr kumimoji="1" lang="en-US" altLang="zh-TW" i="1" dirty="0">
                <a:latin typeface="Times New Roman" panose="02020603050405020304" pitchFamily="18" charset="0"/>
                <a:cs typeface="Times New Roman" panose="02020603050405020304" pitchFamily="18" charset="0"/>
              </a:rPr>
              <a:t>A</a:t>
            </a:r>
            <a:r>
              <a:rPr kumimoji="1" lang="en-US" altLang="zh-TW" i="1" baseline="-25000"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using the following equation (directly inferred from the definitions of </a:t>
            </a:r>
            <a:r>
              <a:rPr kumimoji="1" lang="en-US" altLang="zh-TW" i="1" dirty="0">
                <a:latin typeface="Times New Roman" panose="02020603050405020304" pitchFamily="18" charset="0"/>
                <a:cs typeface="Times New Roman" panose="02020603050405020304" pitchFamily="18" charset="0"/>
              </a:rPr>
              <a:t>A</a:t>
            </a:r>
            <a:r>
              <a:rPr kumimoji="1" lang="en-US" altLang="zh-TW" i="1" baseline="-25000"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a:t>
            </a:r>
            <a:r>
              <a:rPr kumimoji="1" lang="en-US" altLang="zh-TW" i="1" dirty="0" err="1">
                <a:latin typeface="Times New Roman" panose="02020603050405020304" pitchFamily="18" charset="0"/>
                <a:cs typeface="Times New Roman" panose="02020603050405020304" pitchFamily="18" charset="0"/>
              </a:rPr>
              <a:t>d</a:t>
            </a:r>
            <a:r>
              <a:rPr kumimoji="1" lang="en-US" altLang="zh-TW" i="1" baseline="-25000" dirty="0" err="1">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a:t>
            </a:r>
            <a:r>
              <a:rPr kumimoji="1" lang="en-US" altLang="zh-TW" i="1" dirty="0" err="1">
                <a:latin typeface="Times New Roman" panose="02020603050405020304" pitchFamily="18" charset="0"/>
                <a:cs typeface="Times New Roman" panose="02020603050405020304" pitchFamily="18" charset="0"/>
              </a:rPr>
              <a:t>f</a:t>
            </a:r>
            <a:r>
              <a:rPr kumimoji="1" lang="en-US" altLang="zh-TW" i="1" baseline="-25000" dirty="0" err="1">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a:t>
            </a: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pic>
        <p:nvPicPr>
          <p:cNvPr id="5" name="圖片 4">
            <a:extLst>
              <a:ext uri="{FF2B5EF4-FFF2-40B4-BE49-F238E27FC236}">
                <a16:creationId xmlns:a16="http://schemas.microsoft.com/office/drawing/2014/main" id="{2B66149C-31B0-C34E-85F3-54BB2A76F892}"/>
              </a:ext>
            </a:extLst>
          </p:cNvPr>
          <p:cNvPicPr>
            <a:picLocks noChangeAspect="1"/>
          </p:cNvPicPr>
          <p:nvPr/>
        </p:nvPicPr>
        <p:blipFill>
          <a:blip r:embed="rId2"/>
          <a:stretch>
            <a:fillRect/>
          </a:stretch>
        </p:blipFill>
        <p:spPr>
          <a:xfrm>
            <a:off x="1854939" y="4312831"/>
            <a:ext cx="7886700" cy="571500"/>
          </a:xfrm>
          <a:prstGeom prst="rect">
            <a:avLst/>
          </a:prstGeom>
        </p:spPr>
      </p:pic>
    </p:spTree>
    <p:extLst>
      <p:ext uri="{BB962C8B-B14F-4D97-AF65-F5344CB8AC3E}">
        <p14:creationId xmlns:p14="http://schemas.microsoft.com/office/powerpoint/2010/main" val="183390837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Corollary 1</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pic>
        <p:nvPicPr>
          <p:cNvPr id="4" name="圖片 3">
            <a:extLst>
              <a:ext uri="{FF2B5EF4-FFF2-40B4-BE49-F238E27FC236}">
                <a16:creationId xmlns:a16="http://schemas.microsoft.com/office/drawing/2014/main" id="{ECB5F27B-9FF2-A149-A462-9B32E595DD26}"/>
              </a:ext>
            </a:extLst>
          </p:cNvPr>
          <p:cNvPicPr>
            <a:picLocks noChangeAspect="1"/>
          </p:cNvPicPr>
          <p:nvPr/>
        </p:nvPicPr>
        <p:blipFill rotWithShape="1">
          <a:blip r:embed="rId2"/>
          <a:srcRect t="34202"/>
          <a:stretch/>
        </p:blipFill>
        <p:spPr>
          <a:xfrm>
            <a:off x="944526" y="1477926"/>
            <a:ext cx="9700712" cy="1796901"/>
          </a:xfrm>
          <a:prstGeom prst="rect">
            <a:avLst/>
          </a:prstGeom>
        </p:spPr>
      </p:pic>
      <p:pic>
        <p:nvPicPr>
          <p:cNvPr id="5" name="圖片 4">
            <a:extLst>
              <a:ext uri="{FF2B5EF4-FFF2-40B4-BE49-F238E27FC236}">
                <a16:creationId xmlns:a16="http://schemas.microsoft.com/office/drawing/2014/main" id="{0493A5E4-6B0D-CC47-8EA1-5D9EE82F5216}"/>
              </a:ext>
            </a:extLst>
          </p:cNvPr>
          <p:cNvPicPr>
            <a:picLocks noChangeAspect="1"/>
          </p:cNvPicPr>
          <p:nvPr/>
        </p:nvPicPr>
        <p:blipFill>
          <a:blip r:embed="rId3"/>
          <a:stretch>
            <a:fillRect/>
          </a:stretch>
        </p:blipFill>
        <p:spPr>
          <a:xfrm>
            <a:off x="948579" y="3259802"/>
            <a:ext cx="10405221" cy="3279110"/>
          </a:xfrm>
          <a:prstGeom prst="rect">
            <a:avLst/>
          </a:prstGeom>
        </p:spPr>
      </p:pic>
      <p:graphicFrame>
        <p:nvGraphicFramePr>
          <p:cNvPr id="7" name="表格 6">
            <a:extLst>
              <a:ext uri="{FF2B5EF4-FFF2-40B4-BE49-F238E27FC236}">
                <a16:creationId xmlns:a16="http://schemas.microsoft.com/office/drawing/2014/main" id="{9948DF93-7F7C-7645-A4B4-1A47BF1E293D}"/>
              </a:ext>
            </a:extLst>
          </p:cNvPr>
          <p:cNvGraphicFramePr>
            <a:graphicFrameLocks noGrp="1"/>
          </p:cNvGraphicFramePr>
          <p:nvPr>
            <p:extLst>
              <p:ext uri="{D42A27DB-BD31-4B8C-83A1-F6EECF244321}">
                <p14:modId xmlns:p14="http://schemas.microsoft.com/office/powerpoint/2010/main" val="1475942657"/>
              </p:ext>
            </p:extLst>
          </p:nvPr>
        </p:nvGraphicFramePr>
        <p:xfrm>
          <a:off x="3817224" y="550686"/>
          <a:ext cx="5337408" cy="741680"/>
        </p:xfrm>
        <a:graphic>
          <a:graphicData uri="http://schemas.openxmlformats.org/drawingml/2006/table">
            <a:tbl>
              <a:tblPr firstRow="1" bandRow="1">
                <a:tableStyleId>{5940675A-B579-460E-94D1-54222C63F5DA}</a:tableStyleId>
              </a:tblPr>
              <a:tblGrid>
                <a:gridCol w="444784">
                  <a:extLst>
                    <a:ext uri="{9D8B030D-6E8A-4147-A177-3AD203B41FA5}">
                      <a16:colId xmlns:a16="http://schemas.microsoft.com/office/drawing/2014/main" val="1544179171"/>
                    </a:ext>
                  </a:extLst>
                </a:gridCol>
                <a:gridCol w="444784">
                  <a:extLst>
                    <a:ext uri="{9D8B030D-6E8A-4147-A177-3AD203B41FA5}">
                      <a16:colId xmlns:a16="http://schemas.microsoft.com/office/drawing/2014/main" val="987301053"/>
                    </a:ext>
                  </a:extLst>
                </a:gridCol>
                <a:gridCol w="444784">
                  <a:extLst>
                    <a:ext uri="{9D8B030D-6E8A-4147-A177-3AD203B41FA5}">
                      <a16:colId xmlns:a16="http://schemas.microsoft.com/office/drawing/2014/main" val="334303599"/>
                    </a:ext>
                  </a:extLst>
                </a:gridCol>
                <a:gridCol w="444784">
                  <a:extLst>
                    <a:ext uri="{9D8B030D-6E8A-4147-A177-3AD203B41FA5}">
                      <a16:colId xmlns:a16="http://schemas.microsoft.com/office/drawing/2014/main" val="733640701"/>
                    </a:ext>
                  </a:extLst>
                </a:gridCol>
                <a:gridCol w="444784">
                  <a:extLst>
                    <a:ext uri="{9D8B030D-6E8A-4147-A177-3AD203B41FA5}">
                      <a16:colId xmlns:a16="http://schemas.microsoft.com/office/drawing/2014/main" val="498899334"/>
                    </a:ext>
                  </a:extLst>
                </a:gridCol>
                <a:gridCol w="444784">
                  <a:extLst>
                    <a:ext uri="{9D8B030D-6E8A-4147-A177-3AD203B41FA5}">
                      <a16:colId xmlns:a16="http://schemas.microsoft.com/office/drawing/2014/main" val="3476942430"/>
                    </a:ext>
                  </a:extLst>
                </a:gridCol>
                <a:gridCol w="444784">
                  <a:extLst>
                    <a:ext uri="{9D8B030D-6E8A-4147-A177-3AD203B41FA5}">
                      <a16:colId xmlns:a16="http://schemas.microsoft.com/office/drawing/2014/main" val="1630254398"/>
                    </a:ext>
                  </a:extLst>
                </a:gridCol>
                <a:gridCol w="444784">
                  <a:extLst>
                    <a:ext uri="{9D8B030D-6E8A-4147-A177-3AD203B41FA5}">
                      <a16:colId xmlns:a16="http://schemas.microsoft.com/office/drawing/2014/main" val="3522420899"/>
                    </a:ext>
                  </a:extLst>
                </a:gridCol>
                <a:gridCol w="444784">
                  <a:extLst>
                    <a:ext uri="{9D8B030D-6E8A-4147-A177-3AD203B41FA5}">
                      <a16:colId xmlns:a16="http://schemas.microsoft.com/office/drawing/2014/main" val="3092796456"/>
                    </a:ext>
                  </a:extLst>
                </a:gridCol>
                <a:gridCol w="444784">
                  <a:extLst>
                    <a:ext uri="{9D8B030D-6E8A-4147-A177-3AD203B41FA5}">
                      <a16:colId xmlns:a16="http://schemas.microsoft.com/office/drawing/2014/main" val="1464680570"/>
                    </a:ext>
                  </a:extLst>
                </a:gridCol>
                <a:gridCol w="444784">
                  <a:extLst>
                    <a:ext uri="{9D8B030D-6E8A-4147-A177-3AD203B41FA5}">
                      <a16:colId xmlns:a16="http://schemas.microsoft.com/office/drawing/2014/main" val="1132400855"/>
                    </a:ext>
                  </a:extLst>
                </a:gridCol>
                <a:gridCol w="444784">
                  <a:extLst>
                    <a:ext uri="{9D8B030D-6E8A-4147-A177-3AD203B41FA5}">
                      <a16:colId xmlns:a16="http://schemas.microsoft.com/office/drawing/2014/main" val="1726571151"/>
                    </a:ext>
                  </a:extLst>
                </a:gridCol>
              </a:tblGrid>
              <a:tr h="370840">
                <a:tc>
                  <a:txBody>
                    <a:bodyPr/>
                    <a:lstStyle/>
                    <a:p>
                      <a:pPr algn="ctr"/>
                      <a:r>
                        <a:rPr lang="en-US" altLang="zh-TW" sz="1800" b="0" dirty="0"/>
                        <a:t>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5</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7</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8</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9</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10</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4290449260"/>
                  </a:ext>
                </a:extLst>
              </a:tr>
              <a:tr h="370840">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40056899"/>
                  </a:ext>
                </a:extLst>
              </a:tr>
            </a:tbl>
          </a:graphicData>
        </a:graphic>
      </p:graphicFrame>
      <p:sp>
        <p:nvSpPr>
          <p:cNvPr id="9" name="矩形 8">
            <a:extLst>
              <a:ext uri="{FF2B5EF4-FFF2-40B4-BE49-F238E27FC236}">
                <a16:creationId xmlns:a16="http://schemas.microsoft.com/office/drawing/2014/main" id="{C02F3B93-73E8-8046-8519-89683A55044C}"/>
              </a:ext>
            </a:extLst>
          </p:cNvPr>
          <p:cNvSpPr/>
          <p:nvPr/>
        </p:nvSpPr>
        <p:spPr>
          <a:xfrm>
            <a:off x="1274135" y="3259802"/>
            <a:ext cx="473206" cy="369332"/>
          </a:xfrm>
          <a:prstGeom prst="rect">
            <a:avLst/>
          </a:prstGeom>
        </p:spPr>
        <p:txBody>
          <a:bodyPr wrap="none">
            <a:spAutoFit/>
          </a:bodyPr>
          <a:lstStyle/>
          <a:p>
            <a:r>
              <a:rPr kumimoji="1" lang="en-US" altLang="zh-TW" i="1" dirty="0"/>
              <a:t>P</a:t>
            </a:r>
            <a:r>
              <a:rPr kumimoji="1" lang="en-US" altLang="zh-TW" i="1" baseline="-25000" dirty="0"/>
              <a:t>11</a:t>
            </a:r>
            <a:endParaRPr lang="zh-TW" altLang="en-US" dirty="0"/>
          </a:p>
        </p:txBody>
      </p:sp>
      <p:sp>
        <p:nvSpPr>
          <p:cNvPr id="10" name="矩形 9">
            <a:extLst>
              <a:ext uri="{FF2B5EF4-FFF2-40B4-BE49-F238E27FC236}">
                <a16:creationId xmlns:a16="http://schemas.microsoft.com/office/drawing/2014/main" id="{AF7BA0E6-A91F-8044-8DC5-F5D837444417}"/>
              </a:ext>
            </a:extLst>
          </p:cNvPr>
          <p:cNvSpPr/>
          <p:nvPr/>
        </p:nvSpPr>
        <p:spPr>
          <a:xfrm>
            <a:off x="8199419" y="3259802"/>
            <a:ext cx="473206" cy="369332"/>
          </a:xfrm>
          <a:prstGeom prst="rect">
            <a:avLst/>
          </a:prstGeom>
        </p:spPr>
        <p:txBody>
          <a:bodyPr wrap="none">
            <a:spAutoFit/>
          </a:bodyPr>
          <a:lstStyle/>
          <a:p>
            <a:r>
              <a:rPr kumimoji="1" lang="en-US" altLang="zh-TW" i="1" dirty="0"/>
              <a:t>P</a:t>
            </a:r>
            <a:r>
              <a:rPr kumimoji="1" lang="en-US" altLang="zh-TW" i="1" baseline="-25000" dirty="0"/>
              <a:t>12</a:t>
            </a:r>
            <a:endParaRPr lang="zh-TW" altLang="en-US" dirty="0"/>
          </a:p>
        </p:txBody>
      </p:sp>
    </p:spTree>
    <p:extLst>
      <p:ext uri="{BB962C8B-B14F-4D97-AF65-F5344CB8AC3E}">
        <p14:creationId xmlns:p14="http://schemas.microsoft.com/office/powerpoint/2010/main" val="299337732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Step1. Compute </a:t>
            </a:r>
            <a:r>
              <a:rPr kumimoji="1" lang="en-US" altLang="zh-TW" i="1" dirty="0"/>
              <a:t>A</a:t>
            </a:r>
            <a:r>
              <a:rPr kumimoji="1" lang="en-US" altLang="zh-TW" i="1" baseline="-25000" dirty="0"/>
              <a:t>1~n</a:t>
            </a:r>
            <a:endParaRPr kumimoji="1" lang="zh-TW" altLang="en-US" i="1" baseline="-25000"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graphicFrame>
        <p:nvGraphicFramePr>
          <p:cNvPr id="4" name="表格 3">
            <a:extLst>
              <a:ext uri="{FF2B5EF4-FFF2-40B4-BE49-F238E27FC236}">
                <a16:creationId xmlns:a16="http://schemas.microsoft.com/office/drawing/2014/main" id="{8A6BDEAF-D038-A64D-9326-CF27BE59903C}"/>
              </a:ext>
            </a:extLst>
          </p:cNvPr>
          <p:cNvGraphicFramePr>
            <a:graphicFrameLocks noGrp="1"/>
          </p:cNvGraphicFramePr>
          <p:nvPr>
            <p:extLst>
              <p:ext uri="{D42A27DB-BD31-4B8C-83A1-F6EECF244321}">
                <p14:modId xmlns:p14="http://schemas.microsoft.com/office/powerpoint/2010/main" val="2201259658"/>
              </p:ext>
            </p:extLst>
          </p:nvPr>
        </p:nvGraphicFramePr>
        <p:xfrm>
          <a:off x="468710" y="2025482"/>
          <a:ext cx="4953000" cy="3797300"/>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3895448721"/>
                    </a:ext>
                  </a:extLst>
                </a:gridCol>
                <a:gridCol w="381000">
                  <a:extLst>
                    <a:ext uri="{9D8B030D-6E8A-4147-A177-3AD203B41FA5}">
                      <a16:colId xmlns:a16="http://schemas.microsoft.com/office/drawing/2014/main" val="3055910978"/>
                    </a:ext>
                  </a:extLst>
                </a:gridCol>
                <a:gridCol w="381000">
                  <a:extLst>
                    <a:ext uri="{9D8B030D-6E8A-4147-A177-3AD203B41FA5}">
                      <a16:colId xmlns:a16="http://schemas.microsoft.com/office/drawing/2014/main" val="2237291175"/>
                    </a:ext>
                  </a:extLst>
                </a:gridCol>
                <a:gridCol w="381000">
                  <a:extLst>
                    <a:ext uri="{9D8B030D-6E8A-4147-A177-3AD203B41FA5}">
                      <a16:colId xmlns:a16="http://schemas.microsoft.com/office/drawing/2014/main" val="3008365274"/>
                    </a:ext>
                  </a:extLst>
                </a:gridCol>
                <a:gridCol w="381000">
                  <a:extLst>
                    <a:ext uri="{9D8B030D-6E8A-4147-A177-3AD203B41FA5}">
                      <a16:colId xmlns:a16="http://schemas.microsoft.com/office/drawing/2014/main" val="291087109"/>
                    </a:ext>
                  </a:extLst>
                </a:gridCol>
                <a:gridCol w="381000">
                  <a:extLst>
                    <a:ext uri="{9D8B030D-6E8A-4147-A177-3AD203B41FA5}">
                      <a16:colId xmlns:a16="http://schemas.microsoft.com/office/drawing/2014/main" val="1695440946"/>
                    </a:ext>
                  </a:extLst>
                </a:gridCol>
                <a:gridCol w="381000">
                  <a:extLst>
                    <a:ext uri="{9D8B030D-6E8A-4147-A177-3AD203B41FA5}">
                      <a16:colId xmlns:a16="http://schemas.microsoft.com/office/drawing/2014/main" val="670854399"/>
                    </a:ext>
                  </a:extLst>
                </a:gridCol>
                <a:gridCol w="381000">
                  <a:extLst>
                    <a:ext uri="{9D8B030D-6E8A-4147-A177-3AD203B41FA5}">
                      <a16:colId xmlns:a16="http://schemas.microsoft.com/office/drawing/2014/main" val="1198145575"/>
                    </a:ext>
                  </a:extLst>
                </a:gridCol>
                <a:gridCol w="381000">
                  <a:extLst>
                    <a:ext uri="{9D8B030D-6E8A-4147-A177-3AD203B41FA5}">
                      <a16:colId xmlns:a16="http://schemas.microsoft.com/office/drawing/2014/main" val="2833890739"/>
                    </a:ext>
                  </a:extLst>
                </a:gridCol>
                <a:gridCol w="381000">
                  <a:extLst>
                    <a:ext uri="{9D8B030D-6E8A-4147-A177-3AD203B41FA5}">
                      <a16:colId xmlns:a16="http://schemas.microsoft.com/office/drawing/2014/main" val="1025324730"/>
                    </a:ext>
                  </a:extLst>
                </a:gridCol>
                <a:gridCol w="381000">
                  <a:extLst>
                    <a:ext uri="{9D8B030D-6E8A-4147-A177-3AD203B41FA5}">
                      <a16:colId xmlns:a16="http://schemas.microsoft.com/office/drawing/2014/main" val="2396311809"/>
                    </a:ext>
                  </a:extLst>
                </a:gridCol>
                <a:gridCol w="381000">
                  <a:extLst>
                    <a:ext uri="{9D8B030D-6E8A-4147-A177-3AD203B41FA5}">
                      <a16:colId xmlns:a16="http://schemas.microsoft.com/office/drawing/2014/main" val="3083144154"/>
                    </a:ext>
                  </a:extLst>
                </a:gridCol>
                <a:gridCol w="381000">
                  <a:extLst>
                    <a:ext uri="{9D8B030D-6E8A-4147-A177-3AD203B41FA5}">
                      <a16:colId xmlns:a16="http://schemas.microsoft.com/office/drawing/2014/main" val="2240106963"/>
                    </a:ext>
                  </a:extLst>
                </a:gridCol>
              </a:tblGrid>
              <a:tr h="292100">
                <a:tc>
                  <a:txBody>
                    <a:bodyPr/>
                    <a:lstStyle/>
                    <a:p>
                      <a:pPr algn="ctr" fontAlgn="ctr"/>
                      <a:r>
                        <a:rPr lang="en-US" altLang="zh-TW" sz="1800" b="0" i="0" u="none" strike="noStrike" baseline="-25000" dirty="0" err="1">
                          <a:solidFill>
                            <a:srgbClr val="000000"/>
                          </a:solidFill>
                          <a:effectLst/>
                          <a:latin typeface="Times New Roman" panose="02020603050405020304" pitchFamily="18" charset="0"/>
                          <a:ea typeface="新細明體" panose="02020500000000000000" pitchFamily="18" charset="-120"/>
                        </a:rPr>
                        <a:t>i</a:t>
                      </a:r>
                      <a:r>
                        <a:rPr lang="en-US" altLang="zh-TW" sz="1800" b="0" i="0" u="none" strike="noStrike" dirty="0">
                          <a:solidFill>
                            <a:srgbClr val="000000"/>
                          </a:solidFill>
                          <a:effectLst/>
                          <a:latin typeface="Times New Roman" panose="02020603050405020304" pitchFamily="18" charset="0"/>
                          <a:ea typeface="新細明體" panose="02020500000000000000" pitchFamily="18" charset="-120"/>
                        </a:rPr>
                        <a:t>  </a:t>
                      </a:r>
                      <a:r>
                        <a:rPr lang="en-US" altLang="zh-TW" sz="1800" b="0" i="0" u="none" strike="noStrike" baseline="30000" dirty="0">
                          <a:solidFill>
                            <a:srgbClr val="000000"/>
                          </a:solidFill>
                          <a:effectLst/>
                          <a:latin typeface="Times New Roman" panose="02020603050405020304" pitchFamily="18" charset="0"/>
                          <a:ea typeface="新細明體" panose="02020500000000000000" pitchFamily="18" charset="-120"/>
                        </a:rPr>
                        <a:t>k</a:t>
                      </a:r>
                      <a:endParaRPr lang="zh-TW" altLang="en-US" sz="1800" b="0" i="0" u="none" strike="noStrike" baseline="30000"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effectLst/>
                        </a:rPr>
                        <a:t>2</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a:effectLst/>
                        </a:rPr>
                        <a:t>3</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effectLst/>
                        </a:rPr>
                        <a:t>4</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a:effectLst/>
                        </a:rPr>
                        <a:t>5</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effectLst/>
                        </a:rPr>
                        <a:t>6</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effectLst/>
                        </a:rPr>
                        <a:t>7</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effectLst/>
                        </a:rPr>
                        <a:t>8</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effectLst/>
                        </a:rPr>
                        <a:t>9</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effectLst/>
                        </a:rPr>
                        <a:t>10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effectLst/>
                        </a:rPr>
                        <a:t>11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effectLst/>
                        </a:rPr>
                        <a:t>12</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3296518447"/>
                  </a:ext>
                </a:extLst>
              </a:tr>
              <a:tr h="292100">
                <a:tc>
                  <a:txBody>
                    <a:bodyPr/>
                    <a:lstStyle/>
                    <a:p>
                      <a:pPr algn="ctr" fontAlgn="ctr"/>
                      <a:r>
                        <a:rPr lang="en-US" altLang="zh-TW" sz="180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7</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7</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9</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9</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1259628113"/>
                  </a:ext>
                </a:extLst>
              </a:tr>
              <a:tr h="292100">
                <a:tc>
                  <a:txBody>
                    <a:bodyPr/>
                    <a:lstStyle/>
                    <a:p>
                      <a:pPr algn="ctr" fontAlgn="ctr"/>
                      <a:r>
                        <a:rPr lang="en-US" altLang="zh-TW" sz="1800" u="none" strike="noStrike" dirty="0">
                          <a:effectLst/>
                        </a:rPr>
                        <a:t>2</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4</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5</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5</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8</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7</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9</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9</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3354919086"/>
                  </a:ext>
                </a:extLst>
              </a:tr>
              <a:tr h="292100">
                <a:tc>
                  <a:txBody>
                    <a:bodyPr/>
                    <a:lstStyle/>
                    <a:p>
                      <a:pPr algn="ctr" fontAlgn="ctr"/>
                      <a:r>
                        <a:rPr lang="en-US" altLang="zh-TW" sz="1800" u="none" strike="noStrike" dirty="0">
                          <a:effectLst/>
                        </a:rPr>
                        <a:t>3</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6</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5</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12</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292720926"/>
                  </a:ext>
                </a:extLst>
              </a:tr>
              <a:tr h="292100">
                <a:tc>
                  <a:txBody>
                    <a:bodyPr/>
                    <a:lstStyle/>
                    <a:p>
                      <a:pPr algn="ctr" fontAlgn="ctr"/>
                      <a:r>
                        <a:rPr lang="en-US" altLang="zh-TW" sz="1800" u="none" strike="noStrike" dirty="0">
                          <a:effectLst/>
                        </a:rPr>
                        <a:t>4</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4</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5</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5</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7</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7</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2035522749"/>
                  </a:ext>
                </a:extLst>
              </a:tr>
              <a:tr h="292100">
                <a:tc>
                  <a:txBody>
                    <a:bodyPr/>
                    <a:lstStyle/>
                    <a:p>
                      <a:pPr algn="ctr" fontAlgn="ctr"/>
                      <a:r>
                        <a:rPr lang="en-US" altLang="zh-TW" sz="1800" u="none" strike="noStrike" dirty="0">
                          <a:effectLst/>
                        </a:rPr>
                        <a:t>5</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5</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5</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5</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60000"/>
                        <a:lumOff val="40000"/>
                      </a:schemeClr>
                    </a:solidFill>
                  </a:tcPr>
                </a:tc>
                <a:extLst>
                  <a:ext uri="{0D108BD9-81ED-4DB2-BD59-A6C34878D82A}">
                    <a16:rowId xmlns:a16="http://schemas.microsoft.com/office/drawing/2014/main" val="1157126612"/>
                  </a:ext>
                </a:extLst>
              </a:tr>
              <a:tr h="292100">
                <a:tc>
                  <a:txBody>
                    <a:bodyPr/>
                    <a:lstStyle/>
                    <a:p>
                      <a:pPr algn="ctr" fontAlgn="ctr"/>
                      <a:r>
                        <a:rPr lang="en-US" altLang="zh-TW" sz="1800" u="none" strike="noStrike" dirty="0">
                          <a:effectLst/>
                        </a:rPr>
                        <a:t>6</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solidFill>
                            <a:schemeClr val="bg1">
                              <a:lumMod val="75000"/>
                            </a:schemeClr>
                          </a:solidFill>
                          <a:effectLst/>
                        </a:rPr>
                        <a:t>0</a:t>
                      </a:r>
                      <a:endParaRPr lang="en-US" altLang="zh-TW" sz="1800" b="0" i="0" u="none" strike="noStrike">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solidFill>
                            <a:schemeClr val="bg1">
                              <a:lumMod val="75000"/>
                            </a:schemeClr>
                          </a:solidFill>
                          <a:effectLst/>
                        </a:rPr>
                        <a:t>0</a:t>
                      </a:r>
                      <a:endParaRPr lang="en-US" altLang="zh-TW" sz="1800" b="0" i="0" u="none" strike="noStrike">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7</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444064889"/>
                  </a:ext>
                </a:extLst>
              </a:tr>
              <a:tr h="292100">
                <a:tc>
                  <a:txBody>
                    <a:bodyPr/>
                    <a:lstStyle/>
                    <a:p>
                      <a:pPr algn="ctr" fontAlgn="ctr"/>
                      <a:r>
                        <a:rPr lang="en-US" altLang="zh-TW" sz="1800" u="none" strike="noStrike" dirty="0">
                          <a:effectLst/>
                        </a:rPr>
                        <a:t>7</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8</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10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2021092045"/>
                  </a:ext>
                </a:extLst>
              </a:tr>
              <a:tr h="292100">
                <a:tc>
                  <a:txBody>
                    <a:bodyPr/>
                    <a:lstStyle/>
                    <a:p>
                      <a:pPr algn="ctr" fontAlgn="ctr"/>
                      <a:r>
                        <a:rPr lang="en-US" altLang="zh-TW" sz="1800" u="none" strike="noStrike" dirty="0">
                          <a:effectLst/>
                        </a:rPr>
                        <a:t>8</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8</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1235609392"/>
                  </a:ext>
                </a:extLst>
              </a:tr>
              <a:tr h="292100">
                <a:tc>
                  <a:txBody>
                    <a:bodyPr/>
                    <a:lstStyle/>
                    <a:p>
                      <a:pPr algn="ctr" fontAlgn="ctr"/>
                      <a:r>
                        <a:rPr lang="en-US" altLang="zh-TW" sz="1800" u="none" strike="noStrike" dirty="0">
                          <a:effectLst/>
                        </a:rPr>
                        <a:t>9</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8</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8</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60000"/>
                        <a:lumOff val="40000"/>
                      </a:schemeClr>
                    </a:solidFill>
                  </a:tcPr>
                </a:tc>
                <a:extLst>
                  <a:ext uri="{0D108BD9-81ED-4DB2-BD59-A6C34878D82A}">
                    <a16:rowId xmlns:a16="http://schemas.microsoft.com/office/drawing/2014/main" val="3476356488"/>
                  </a:ext>
                </a:extLst>
              </a:tr>
              <a:tr h="292100">
                <a:tc>
                  <a:txBody>
                    <a:bodyPr/>
                    <a:lstStyle/>
                    <a:p>
                      <a:pPr algn="ctr" fontAlgn="ctr"/>
                      <a:r>
                        <a:rPr lang="en-US" altLang="zh-TW" sz="1800" u="none" strike="noStrike" dirty="0">
                          <a:effectLst/>
                        </a:rPr>
                        <a:t>10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1340171408"/>
                  </a:ext>
                </a:extLst>
              </a:tr>
              <a:tr h="292100">
                <a:tc>
                  <a:txBody>
                    <a:bodyPr/>
                    <a:lstStyle/>
                    <a:p>
                      <a:pPr algn="ctr" fontAlgn="ctr"/>
                      <a:r>
                        <a:rPr lang="en-US" altLang="zh-TW" sz="1800" u="none" strike="noStrike" dirty="0">
                          <a:effectLst/>
                        </a:rPr>
                        <a:t>11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1659374097"/>
                  </a:ext>
                </a:extLst>
              </a:tr>
              <a:tr h="292100">
                <a:tc>
                  <a:txBody>
                    <a:bodyPr/>
                    <a:lstStyle/>
                    <a:p>
                      <a:pPr algn="ctr" fontAlgn="ctr"/>
                      <a:r>
                        <a:rPr lang="en-US" altLang="zh-TW" sz="1800" u="none" strike="noStrike" dirty="0">
                          <a:effectLst/>
                        </a:rPr>
                        <a:t>12</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3119524485"/>
                  </a:ext>
                </a:extLst>
              </a:tr>
            </a:tbl>
          </a:graphicData>
        </a:graphic>
      </p:graphicFrame>
      <p:graphicFrame>
        <p:nvGraphicFramePr>
          <p:cNvPr id="8" name="表格 7">
            <a:extLst>
              <a:ext uri="{FF2B5EF4-FFF2-40B4-BE49-F238E27FC236}">
                <a16:creationId xmlns:a16="http://schemas.microsoft.com/office/drawing/2014/main" id="{66D35742-B891-D843-BD7B-90FF25061DCD}"/>
              </a:ext>
            </a:extLst>
          </p:cNvPr>
          <p:cNvGraphicFramePr>
            <a:graphicFrameLocks noGrp="1"/>
          </p:cNvGraphicFramePr>
          <p:nvPr>
            <p:extLst>
              <p:ext uri="{D42A27DB-BD31-4B8C-83A1-F6EECF244321}">
                <p14:modId xmlns:p14="http://schemas.microsoft.com/office/powerpoint/2010/main" val="3337453469"/>
              </p:ext>
            </p:extLst>
          </p:nvPr>
        </p:nvGraphicFramePr>
        <p:xfrm>
          <a:off x="5676891" y="599459"/>
          <a:ext cx="5337408" cy="731520"/>
        </p:xfrm>
        <a:graphic>
          <a:graphicData uri="http://schemas.openxmlformats.org/drawingml/2006/table">
            <a:tbl>
              <a:tblPr firstRow="1" bandRow="1">
                <a:tableStyleId>{5940675A-B579-460E-94D1-54222C63F5DA}</a:tableStyleId>
              </a:tblPr>
              <a:tblGrid>
                <a:gridCol w="444784">
                  <a:extLst>
                    <a:ext uri="{9D8B030D-6E8A-4147-A177-3AD203B41FA5}">
                      <a16:colId xmlns:a16="http://schemas.microsoft.com/office/drawing/2014/main" val="1544179171"/>
                    </a:ext>
                  </a:extLst>
                </a:gridCol>
                <a:gridCol w="444784">
                  <a:extLst>
                    <a:ext uri="{9D8B030D-6E8A-4147-A177-3AD203B41FA5}">
                      <a16:colId xmlns:a16="http://schemas.microsoft.com/office/drawing/2014/main" val="987301053"/>
                    </a:ext>
                  </a:extLst>
                </a:gridCol>
                <a:gridCol w="444784">
                  <a:extLst>
                    <a:ext uri="{9D8B030D-6E8A-4147-A177-3AD203B41FA5}">
                      <a16:colId xmlns:a16="http://schemas.microsoft.com/office/drawing/2014/main" val="334303599"/>
                    </a:ext>
                  </a:extLst>
                </a:gridCol>
                <a:gridCol w="444784">
                  <a:extLst>
                    <a:ext uri="{9D8B030D-6E8A-4147-A177-3AD203B41FA5}">
                      <a16:colId xmlns:a16="http://schemas.microsoft.com/office/drawing/2014/main" val="733640701"/>
                    </a:ext>
                  </a:extLst>
                </a:gridCol>
                <a:gridCol w="444784">
                  <a:extLst>
                    <a:ext uri="{9D8B030D-6E8A-4147-A177-3AD203B41FA5}">
                      <a16:colId xmlns:a16="http://schemas.microsoft.com/office/drawing/2014/main" val="498899334"/>
                    </a:ext>
                  </a:extLst>
                </a:gridCol>
                <a:gridCol w="444784">
                  <a:extLst>
                    <a:ext uri="{9D8B030D-6E8A-4147-A177-3AD203B41FA5}">
                      <a16:colId xmlns:a16="http://schemas.microsoft.com/office/drawing/2014/main" val="3476942430"/>
                    </a:ext>
                  </a:extLst>
                </a:gridCol>
                <a:gridCol w="444784">
                  <a:extLst>
                    <a:ext uri="{9D8B030D-6E8A-4147-A177-3AD203B41FA5}">
                      <a16:colId xmlns:a16="http://schemas.microsoft.com/office/drawing/2014/main" val="1630254398"/>
                    </a:ext>
                  </a:extLst>
                </a:gridCol>
                <a:gridCol w="444784">
                  <a:extLst>
                    <a:ext uri="{9D8B030D-6E8A-4147-A177-3AD203B41FA5}">
                      <a16:colId xmlns:a16="http://schemas.microsoft.com/office/drawing/2014/main" val="3522420899"/>
                    </a:ext>
                  </a:extLst>
                </a:gridCol>
                <a:gridCol w="444784">
                  <a:extLst>
                    <a:ext uri="{9D8B030D-6E8A-4147-A177-3AD203B41FA5}">
                      <a16:colId xmlns:a16="http://schemas.microsoft.com/office/drawing/2014/main" val="3092796456"/>
                    </a:ext>
                  </a:extLst>
                </a:gridCol>
                <a:gridCol w="444784">
                  <a:extLst>
                    <a:ext uri="{9D8B030D-6E8A-4147-A177-3AD203B41FA5}">
                      <a16:colId xmlns:a16="http://schemas.microsoft.com/office/drawing/2014/main" val="1464680570"/>
                    </a:ext>
                  </a:extLst>
                </a:gridCol>
                <a:gridCol w="444784">
                  <a:extLst>
                    <a:ext uri="{9D8B030D-6E8A-4147-A177-3AD203B41FA5}">
                      <a16:colId xmlns:a16="http://schemas.microsoft.com/office/drawing/2014/main" val="1132400855"/>
                    </a:ext>
                  </a:extLst>
                </a:gridCol>
                <a:gridCol w="444784">
                  <a:extLst>
                    <a:ext uri="{9D8B030D-6E8A-4147-A177-3AD203B41FA5}">
                      <a16:colId xmlns:a16="http://schemas.microsoft.com/office/drawing/2014/main" val="1726571151"/>
                    </a:ext>
                  </a:extLst>
                </a:gridCol>
              </a:tblGrid>
              <a:tr h="302701">
                <a:tc>
                  <a:txBody>
                    <a:bodyPr/>
                    <a:lstStyle/>
                    <a:p>
                      <a:pPr algn="ctr"/>
                      <a:r>
                        <a:rPr lang="en-US" altLang="zh-TW" sz="1800" b="0" dirty="0"/>
                        <a:t>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5</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7</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8</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9</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10</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4290449260"/>
                  </a:ext>
                </a:extLst>
              </a:tr>
              <a:tr h="302701">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40056899"/>
                  </a:ext>
                </a:extLst>
              </a:tr>
            </a:tbl>
          </a:graphicData>
        </a:graphic>
      </p:graphicFrame>
      <p:graphicFrame>
        <p:nvGraphicFramePr>
          <p:cNvPr id="11" name="表格 10">
            <a:extLst>
              <a:ext uri="{FF2B5EF4-FFF2-40B4-BE49-F238E27FC236}">
                <a16:creationId xmlns:a16="http://schemas.microsoft.com/office/drawing/2014/main" id="{2C92F753-BB5D-4F4D-AB0F-56E7D8648863}"/>
              </a:ext>
            </a:extLst>
          </p:cNvPr>
          <p:cNvGraphicFramePr>
            <a:graphicFrameLocks noGrp="1"/>
          </p:cNvGraphicFramePr>
          <p:nvPr>
            <p:extLst>
              <p:ext uri="{D42A27DB-BD31-4B8C-83A1-F6EECF244321}">
                <p14:modId xmlns:p14="http://schemas.microsoft.com/office/powerpoint/2010/main" val="1591430069"/>
              </p:ext>
            </p:extLst>
          </p:nvPr>
        </p:nvGraphicFramePr>
        <p:xfrm>
          <a:off x="5676891" y="2025482"/>
          <a:ext cx="4953000" cy="3797300"/>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672487472"/>
                    </a:ext>
                  </a:extLst>
                </a:gridCol>
                <a:gridCol w="381000">
                  <a:extLst>
                    <a:ext uri="{9D8B030D-6E8A-4147-A177-3AD203B41FA5}">
                      <a16:colId xmlns:a16="http://schemas.microsoft.com/office/drawing/2014/main" val="989420625"/>
                    </a:ext>
                  </a:extLst>
                </a:gridCol>
                <a:gridCol w="381000">
                  <a:extLst>
                    <a:ext uri="{9D8B030D-6E8A-4147-A177-3AD203B41FA5}">
                      <a16:colId xmlns:a16="http://schemas.microsoft.com/office/drawing/2014/main" val="1719876729"/>
                    </a:ext>
                  </a:extLst>
                </a:gridCol>
                <a:gridCol w="381000">
                  <a:extLst>
                    <a:ext uri="{9D8B030D-6E8A-4147-A177-3AD203B41FA5}">
                      <a16:colId xmlns:a16="http://schemas.microsoft.com/office/drawing/2014/main" val="3710374"/>
                    </a:ext>
                  </a:extLst>
                </a:gridCol>
                <a:gridCol w="381000">
                  <a:extLst>
                    <a:ext uri="{9D8B030D-6E8A-4147-A177-3AD203B41FA5}">
                      <a16:colId xmlns:a16="http://schemas.microsoft.com/office/drawing/2014/main" val="2203843006"/>
                    </a:ext>
                  </a:extLst>
                </a:gridCol>
                <a:gridCol w="381000">
                  <a:extLst>
                    <a:ext uri="{9D8B030D-6E8A-4147-A177-3AD203B41FA5}">
                      <a16:colId xmlns:a16="http://schemas.microsoft.com/office/drawing/2014/main" val="1533958165"/>
                    </a:ext>
                  </a:extLst>
                </a:gridCol>
                <a:gridCol w="381000">
                  <a:extLst>
                    <a:ext uri="{9D8B030D-6E8A-4147-A177-3AD203B41FA5}">
                      <a16:colId xmlns:a16="http://schemas.microsoft.com/office/drawing/2014/main" val="2647590841"/>
                    </a:ext>
                  </a:extLst>
                </a:gridCol>
                <a:gridCol w="381000">
                  <a:extLst>
                    <a:ext uri="{9D8B030D-6E8A-4147-A177-3AD203B41FA5}">
                      <a16:colId xmlns:a16="http://schemas.microsoft.com/office/drawing/2014/main" val="2155641134"/>
                    </a:ext>
                  </a:extLst>
                </a:gridCol>
                <a:gridCol w="381000">
                  <a:extLst>
                    <a:ext uri="{9D8B030D-6E8A-4147-A177-3AD203B41FA5}">
                      <a16:colId xmlns:a16="http://schemas.microsoft.com/office/drawing/2014/main" val="1675242464"/>
                    </a:ext>
                  </a:extLst>
                </a:gridCol>
                <a:gridCol w="381000">
                  <a:extLst>
                    <a:ext uri="{9D8B030D-6E8A-4147-A177-3AD203B41FA5}">
                      <a16:colId xmlns:a16="http://schemas.microsoft.com/office/drawing/2014/main" val="1906685013"/>
                    </a:ext>
                  </a:extLst>
                </a:gridCol>
                <a:gridCol w="381000">
                  <a:extLst>
                    <a:ext uri="{9D8B030D-6E8A-4147-A177-3AD203B41FA5}">
                      <a16:colId xmlns:a16="http://schemas.microsoft.com/office/drawing/2014/main" val="3691385203"/>
                    </a:ext>
                  </a:extLst>
                </a:gridCol>
                <a:gridCol w="381000">
                  <a:extLst>
                    <a:ext uri="{9D8B030D-6E8A-4147-A177-3AD203B41FA5}">
                      <a16:colId xmlns:a16="http://schemas.microsoft.com/office/drawing/2014/main" val="272228957"/>
                    </a:ext>
                  </a:extLst>
                </a:gridCol>
                <a:gridCol w="381000">
                  <a:extLst>
                    <a:ext uri="{9D8B030D-6E8A-4147-A177-3AD203B41FA5}">
                      <a16:colId xmlns:a16="http://schemas.microsoft.com/office/drawing/2014/main" val="4003298239"/>
                    </a:ext>
                  </a:extLst>
                </a:gridCol>
              </a:tblGrid>
              <a:tr h="292100">
                <a:tc>
                  <a:txBody>
                    <a:bodyPr/>
                    <a:lstStyle/>
                    <a:p>
                      <a:pPr algn="ctr" fontAlgn="ct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sz="1800" b="0" u="none" strike="noStrike" dirty="0">
                          <a:solidFill>
                            <a:srgbClr val="000000"/>
                          </a:solidFill>
                          <a:effectLst/>
                        </a:rPr>
                        <a:t>1</a:t>
                      </a:r>
                      <a:endParaRPr 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sz="1800" b="0" u="none" strike="noStrike" dirty="0">
                          <a:solidFill>
                            <a:srgbClr val="000000"/>
                          </a:solidFill>
                          <a:effectLst/>
                        </a:rPr>
                        <a:t>2</a:t>
                      </a:r>
                      <a:endParaRPr 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3</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4</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5</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6</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7</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8</a:t>
                      </a:r>
                      <a:endParaRPr lang="zh-TW" altLang="en-US" sz="1800" b="0" i="0" u="none" strike="noStrike" dirty="0">
                        <a:solidFill>
                          <a:srgbClr val="000000"/>
                        </a:solidFill>
                        <a:effectLst/>
                        <a:latin typeface="Menlo" panose="020B0609030804020204" pitchFamily="49"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9</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10</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11</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fontAlgn="ctr"/>
                      <a:r>
                        <a:rPr lang="en-US" altLang="zh-TW" sz="1800" b="0" u="none" strike="noStrike" dirty="0">
                          <a:solidFill>
                            <a:srgbClr val="000000"/>
                          </a:solidFill>
                          <a:effectLst/>
                        </a:rPr>
                        <a:t>12</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2495759880"/>
                  </a:ext>
                </a:extLst>
              </a:tr>
              <a:tr h="292100">
                <a:tc>
                  <a:txBody>
                    <a:bodyPr/>
                    <a:lstStyle/>
                    <a:p>
                      <a:pPr algn="ctr" fontAlgn="ctr"/>
                      <a:r>
                        <a:rPr lang="en-US" altLang="zh-TW" sz="1800" b="0" u="none" strike="noStrike" dirty="0">
                          <a:solidFill>
                            <a:srgbClr val="000000"/>
                          </a:solidFill>
                          <a:effectLst/>
                        </a:rPr>
                        <a:t>1</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dirty="0">
                          <a:ln>
                            <a:noFill/>
                          </a:ln>
                          <a:solidFill>
                            <a:schemeClr val="bg1">
                              <a:lumMod val="75000"/>
                            </a:schemeClr>
                          </a:solidFill>
                          <a:effectLst/>
                          <a:uLnTx/>
                          <a:uFillTx/>
                        </a:rPr>
                        <a:t>0</a:t>
                      </a:r>
                      <a:endParaRPr kumimoji="0" lang="en-US" altLang="zh-TW" sz="1800" b="0" i="0" u="none" strike="noStrike" kern="1200" cap="none" spc="0" normalizeH="0" baseline="0" noProof="0" dirty="0">
                        <a:ln>
                          <a:noFill/>
                        </a:ln>
                        <a:solidFill>
                          <a:schemeClr val="bg1">
                            <a:lumMod val="75000"/>
                          </a:schemeClr>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a:ln>
                            <a:noFill/>
                          </a:ln>
                          <a:solidFill>
                            <a:prstClr val="black"/>
                          </a:solidFill>
                          <a:effectLst/>
                          <a:uLnTx/>
                          <a:uFillTx/>
                        </a:rPr>
                        <a:t>1</a:t>
                      </a:r>
                      <a:endParaRPr kumimoji="0" lang="en-US" altLang="zh-TW" sz="1800" b="0" i="0" u="none" strike="noStrike" kern="1200" cap="none" spc="0" normalizeH="0" baseline="0" noProof="0" dirty="0">
                        <a:ln>
                          <a:noFill/>
                        </a:ln>
                        <a:solidFill>
                          <a:srgbClr val="000000"/>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tc>
                  <a:txBody>
                    <a:bodyPr/>
                    <a:lstStyle/>
                    <a:p>
                      <a:pPr algn="ctr" fontAlgn="ctr"/>
                      <a:r>
                        <a:rPr lang="en-US" altLang="zh-TW" sz="1800" b="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808182356"/>
                  </a:ext>
                </a:extLst>
              </a:tr>
              <a:tr h="292100">
                <a:tc>
                  <a:txBody>
                    <a:bodyPr/>
                    <a:lstStyle/>
                    <a:p>
                      <a:pPr algn="ctr" fontAlgn="ctr"/>
                      <a:r>
                        <a:rPr lang="en-US" altLang="zh-TW" sz="1800" b="0" u="none" strike="noStrike" dirty="0">
                          <a:solidFill>
                            <a:srgbClr val="000000"/>
                          </a:solidFill>
                          <a:effectLst/>
                        </a:rPr>
                        <a:t>2</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dirty="0">
                          <a:ln>
                            <a:noFill/>
                          </a:ln>
                          <a:solidFill>
                            <a:schemeClr val="bg1">
                              <a:lumMod val="75000"/>
                            </a:schemeClr>
                          </a:solidFill>
                          <a:effectLst/>
                          <a:uLnTx/>
                          <a:uFillTx/>
                        </a:rPr>
                        <a:t>0</a:t>
                      </a:r>
                      <a:endParaRPr kumimoji="0" lang="en-US" altLang="zh-TW" sz="1800" b="0" i="0" u="none" strike="noStrike" kern="1200" cap="none" spc="0" normalizeH="0" baseline="0" noProof="0" dirty="0">
                        <a:ln>
                          <a:noFill/>
                        </a:ln>
                        <a:solidFill>
                          <a:schemeClr val="bg1">
                            <a:lumMod val="75000"/>
                          </a:schemeClr>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a:ln>
                            <a:noFill/>
                          </a:ln>
                          <a:solidFill>
                            <a:prstClr val="black"/>
                          </a:solidFill>
                          <a:effectLst/>
                          <a:uLnTx/>
                          <a:uFillTx/>
                        </a:rPr>
                        <a:t>1</a:t>
                      </a:r>
                      <a:endParaRPr kumimoji="0" lang="en-US" altLang="zh-TW" sz="1800" b="0" i="0" u="none" strike="noStrike" kern="1200" cap="none" spc="0" normalizeH="0" baseline="0" noProof="0" dirty="0">
                        <a:ln>
                          <a:noFill/>
                        </a:ln>
                        <a:solidFill>
                          <a:srgbClr val="000000"/>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2676077996"/>
                  </a:ext>
                </a:extLst>
              </a:tr>
              <a:tr h="292100">
                <a:tc>
                  <a:txBody>
                    <a:bodyPr/>
                    <a:lstStyle/>
                    <a:p>
                      <a:pPr algn="ctr" fontAlgn="ctr"/>
                      <a:r>
                        <a:rPr lang="en-US" altLang="zh-TW" sz="1800" b="0" u="none" strike="noStrike" dirty="0">
                          <a:solidFill>
                            <a:srgbClr val="000000"/>
                          </a:solidFill>
                          <a:effectLst/>
                        </a:rPr>
                        <a:t>3</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dirty="0">
                          <a:ln>
                            <a:noFill/>
                          </a:ln>
                          <a:solidFill>
                            <a:schemeClr val="bg1">
                              <a:lumMod val="75000"/>
                            </a:schemeClr>
                          </a:solidFill>
                          <a:effectLst/>
                          <a:uLnTx/>
                          <a:uFillTx/>
                        </a:rPr>
                        <a:t>0</a:t>
                      </a:r>
                      <a:endParaRPr kumimoji="0" lang="en-US" altLang="zh-TW" sz="1800" b="0" i="0" u="none" strike="noStrike" kern="1200" cap="none" spc="0" normalizeH="0" baseline="0" noProof="0" dirty="0">
                        <a:ln>
                          <a:noFill/>
                        </a:ln>
                        <a:solidFill>
                          <a:schemeClr val="bg1">
                            <a:lumMod val="75000"/>
                          </a:schemeClr>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dirty="0">
                          <a:ln>
                            <a:noFill/>
                          </a:ln>
                          <a:solidFill>
                            <a:prstClr val="black"/>
                          </a:solidFill>
                          <a:effectLst/>
                          <a:uLnTx/>
                          <a:uFillTx/>
                        </a:rPr>
                        <a:t>1</a:t>
                      </a:r>
                      <a:endParaRPr kumimoji="0" lang="en-US" altLang="zh-TW" sz="1800" b="0" i="0" u="none" strike="noStrike" kern="1200" cap="none" spc="0" normalizeH="0" baseline="0" noProof="0" dirty="0">
                        <a:ln>
                          <a:noFill/>
                        </a:ln>
                        <a:solidFill>
                          <a:srgbClr val="000000"/>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1</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effectLst/>
                        </a:rPr>
                        <a:t>1 </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1970915795"/>
                  </a:ext>
                </a:extLst>
              </a:tr>
              <a:tr h="292100">
                <a:tc>
                  <a:txBody>
                    <a:bodyPr/>
                    <a:lstStyle/>
                    <a:p>
                      <a:pPr algn="ctr" fontAlgn="ctr"/>
                      <a:r>
                        <a:rPr lang="en-US" altLang="zh-TW" sz="1800" b="0" u="none" strike="noStrike" dirty="0">
                          <a:solidFill>
                            <a:srgbClr val="000000"/>
                          </a:solidFill>
                          <a:effectLst/>
                        </a:rPr>
                        <a:t>4</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dirty="0">
                          <a:ln>
                            <a:noFill/>
                          </a:ln>
                          <a:solidFill>
                            <a:schemeClr val="bg1">
                              <a:lumMod val="75000"/>
                            </a:schemeClr>
                          </a:solidFill>
                          <a:effectLst/>
                          <a:uLnTx/>
                          <a:uFillTx/>
                        </a:rPr>
                        <a:t>0</a:t>
                      </a:r>
                      <a:endParaRPr kumimoji="0" lang="en-US" altLang="zh-TW" sz="1800" b="0" i="0" u="none" strike="noStrike" kern="1200" cap="none" spc="0" normalizeH="0" baseline="0" noProof="0" dirty="0">
                        <a:ln>
                          <a:noFill/>
                        </a:ln>
                        <a:solidFill>
                          <a:schemeClr val="bg1">
                            <a:lumMod val="75000"/>
                          </a:schemeClr>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153505625"/>
                  </a:ext>
                </a:extLst>
              </a:tr>
              <a:tr h="292100">
                <a:tc>
                  <a:txBody>
                    <a:bodyPr/>
                    <a:lstStyle/>
                    <a:p>
                      <a:pPr algn="ctr" fontAlgn="ctr"/>
                      <a:r>
                        <a:rPr lang="en-US" altLang="zh-TW" sz="1800" b="0" u="none" strike="noStrike" dirty="0">
                          <a:solidFill>
                            <a:srgbClr val="000000"/>
                          </a:solidFill>
                          <a:effectLst/>
                        </a:rPr>
                        <a:t>5</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dirty="0">
                          <a:ln>
                            <a:noFill/>
                          </a:ln>
                          <a:solidFill>
                            <a:schemeClr val="bg1">
                              <a:lumMod val="75000"/>
                            </a:schemeClr>
                          </a:solidFill>
                          <a:effectLst/>
                          <a:uLnTx/>
                          <a:uFillTx/>
                        </a:rPr>
                        <a:t>0</a:t>
                      </a:r>
                      <a:endParaRPr kumimoji="0" lang="en-US" altLang="zh-TW" sz="1800" b="0" i="0" u="none" strike="noStrike" kern="1200" cap="none" spc="0" normalizeH="0" baseline="0" noProof="0" dirty="0">
                        <a:ln>
                          <a:noFill/>
                        </a:ln>
                        <a:solidFill>
                          <a:schemeClr val="bg1">
                            <a:lumMod val="75000"/>
                          </a:schemeClr>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50000"/>
                            </a:schemeClr>
                          </a:solidFill>
                          <a:effectLst/>
                        </a:rPr>
                        <a:t>0</a:t>
                      </a:r>
                      <a:endParaRPr lang="en-US" altLang="zh-TW" sz="1800" b="0" i="0" u="none" strike="noStrike" dirty="0">
                        <a:solidFill>
                          <a:schemeClr val="bg1">
                            <a:lumMod val="50000"/>
                          </a:schemeClr>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60000"/>
                        <a:lumOff val="40000"/>
                      </a:schemeClr>
                    </a:solidFill>
                  </a:tcP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effectLst/>
                        </a:rPr>
                        <a:t>0</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148845101"/>
                  </a:ext>
                </a:extLst>
              </a:tr>
              <a:tr h="292100">
                <a:tc>
                  <a:txBody>
                    <a:bodyPr/>
                    <a:lstStyle/>
                    <a:p>
                      <a:pPr algn="ctr" fontAlgn="ctr"/>
                      <a:r>
                        <a:rPr lang="en-US" altLang="zh-TW" sz="1800" b="0" u="none" strike="noStrike" dirty="0">
                          <a:solidFill>
                            <a:srgbClr val="000000"/>
                          </a:solidFill>
                          <a:effectLst/>
                        </a:rPr>
                        <a:t>6</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dirty="0">
                          <a:ln>
                            <a:noFill/>
                          </a:ln>
                          <a:solidFill>
                            <a:schemeClr val="bg1">
                              <a:lumMod val="75000"/>
                            </a:schemeClr>
                          </a:solidFill>
                          <a:effectLst/>
                          <a:uLnTx/>
                          <a:uFillTx/>
                        </a:rPr>
                        <a:t>0</a:t>
                      </a:r>
                      <a:endParaRPr kumimoji="0" lang="en-US" altLang="zh-TW" sz="1800" b="0" i="0" u="none" strike="noStrike" kern="1200" cap="none" spc="0" normalizeH="0" baseline="0" noProof="0" dirty="0">
                        <a:ln>
                          <a:noFill/>
                        </a:ln>
                        <a:solidFill>
                          <a:schemeClr val="bg1">
                            <a:lumMod val="75000"/>
                          </a:schemeClr>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solidFill>
                            <a:schemeClr val="bg1">
                              <a:lumMod val="75000"/>
                            </a:schemeClr>
                          </a:solidFill>
                          <a:effectLst/>
                        </a:rPr>
                        <a:t>0</a:t>
                      </a:r>
                      <a:endParaRPr lang="en-US" altLang="zh-TW" sz="1800" b="0" i="0" u="none" strike="noStrike">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solidFill>
                            <a:schemeClr val="bg1">
                              <a:lumMod val="75000"/>
                            </a:schemeClr>
                          </a:solidFill>
                          <a:effectLst/>
                        </a:rPr>
                        <a:t>0</a:t>
                      </a:r>
                      <a:endParaRPr lang="en-US" altLang="zh-TW" sz="1800" b="0" i="0" u="none" strike="noStrike">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effectLst/>
                        </a:rPr>
                        <a:t>1</a:t>
                      </a:r>
                      <a:endParaRPr lang="en-US" altLang="zh-TW"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2">
                        <a:lumMod val="60000"/>
                        <a:lumOff val="40000"/>
                      </a:schemeClr>
                    </a:solidFill>
                  </a:tcP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2327805000"/>
                  </a:ext>
                </a:extLst>
              </a:tr>
              <a:tr h="292100">
                <a:tc>
                  <a:txBody>
                    <a:bodyPr/>
                    <a:lstStyle/>
                    <a:p>
                      <a:pPr algn="ctr" fontAlgn="ctr"/>
                      <a:r>
                        <a:rPr lang="en-US" altLang="zh-TW" sz="1800" b="0" u="none" strike="noStrike" dirty="0">
                          <a:solidFill>
                            <a:srgbClr val="000000"/>
                          </a:solidFill>
                          <a:effectLst/>
                        </a:rPr>
                        <a:t>7</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dirty="0">
                          <a:ln>
                            <a:noFill/>
                          </a:ln>
                          <a:solidFill>
                            <a:schemeClr val="bg1">
                              <a:lumMod val="75000"/>
                            </a:schemeClr>
                          </a:solidFill>
                          <a:effectLst/>
                          <a:uLnTx/>
                          <a:uFillTx/>
                        </a:rPr>
                        <a:t>0</a:t>
                      </a:r>
                      <a:endParaRPr kumimoji="0" lang="en-US" altLang="zh-TW" sz="1800" b="0" i="0" u="none" strike="noStrike" kern="1200" cap="none" spc="0" normalizeH="0" baseline="0" noProof="0" dirty="0">
                        <a:ln>
                          <a:noFill/>
                        </a:ln>
                        <a:solidFill>
                          <a:schemeClr val="bg1">
                            <a:lumMod val="75000"/>
                          </a:schemeClr>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1597098908"/>
                  </a:ext>
                </a:extLst>
              </a:tr>
              <a:tr h="292100">
                <a:tc>
                  <a:txBody>
                    <a:bodyPr/>
                    <a:lstStyle/>
                    <a:p>
                      <a:pPr algn="ctr" fontAlgn="ctr"/>
                      <a:r>
                        <a:rPr lang="en-US" altLang="zh-TW" sz="1800" b="0" u="none" strike="noStrike" dirty="0">
                          <a:solidFill>
                            <a:srgbClr val="000000"/>
                          </a:solidFill>
                          <a:effectLst/>
                        </a:rPr>
                        <a:t>8</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dirty="0">
                          <a:ln>
                            <a:noFill/>
                          </a:ln>
                          <a:solidFill>
                            <a:schemeClr val="bg1">
                              <a:lumMod val="75000"/>
                            </a:schemeClr>
                          </a:solidFill>
                          <a:effectLst/>
                          <a:uLnTx/>
                          <a:uFillTx/>
                        </a:rPr>
                        <a:t>0</a:t>
                      </a:r>
                      <a:endParaRPr kumimoji="0" lang="en-US" altLang="zh-TW" sz="1800" b="0" i="0" u="none" strike="noStrike" kern="1200" cap="none" spc="0" normalizeH="0" baseline="0" noProof="0" dirty="0">
                        <a:ln>
                          <a:noFill/>
                        </a:ln>
                        <a:solidFill>
                          <a:schemeClr val="bg1">
                            <a:lumMod val="75000"/>
                          </a:schemeClr>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solidFill>
                            <a:schemeClr val="bg1">
                              <a:lumMod val="75000"/>
                            </a:schemeClr>
                          </a:solidFill>
                          <a:effectLst/>
                        </a:rPr>
                        <a:t>0</a:t>
                      </a:r>
                      <a:endParaRPr lang="en-US" altLang="zh-TW" sz="1800" b="0" i="0" u="none" strike="noStrike">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2507362844"/>
                  </a:ext>
                </a:extLst>
              </a:tr>
              <a:tr h="292100">
                <a:tc>
                  <a:txBody>
                    <a:bodyPr/>
                    <a:lstStyle/>
                    <a:p>
                      <a:pPr algn="ctr" fontAlgn="ctr"/>
                      <a:r>
                        <a:rPr lang="en-US" altLang="zh-TW" sz="1800" b="0" u="none" strike="noStrike" dirty="0">
                          <a:solidFill>
                            <a:srgbClr val="000000"/>
                          </a:solidFill>
                          <a:effectLst/>
                        </a:rPr>
                        <a:t>9</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a:ln>
                            <a:noFill/>
                          </a:ln>
                          <a:solidFill>
                            <a:schemeClr val="bg1">
                              <a:lumMod val="75000"/>
                            </a:schemeClr>
                          </a:solidFill>
                          <a:effectLst/>
                          <a:uLnTx/>
                          <a:uFillTx/>
                        </a:rPr>
                        <a:t>0</a:t>
                      </a:r>
                      <a:endParaRPr kumimoji="0" lang="en-US" altLang="zh-TW" sz="1800" b="0" i="0" u="none" strike="noStrike" kern="1200" cap="none" spc="0" normalizeH="0" baseline="0" noProof="0" dirty="0">
                        <a:ln>
                          <a:noFill/>
                        </a:ln>
                        <a:solidFill>
                          <a:schemeClr val="bg1">
                            <a:lumMod val="75000"/>
                          </a:schemeClr>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solidFill>
                            <a:schemeClr val="bg1">
                              <a:lumMod val="75000"/>
                            </a:schemeClr>
                          </a:solidFill>
                          <a:effectLst/>
                        </a:rPr>
                        <a:t>0</a:t>
                      </a:r>
                      <a:endParaRPr lang="en-US" altLang="zh-TW" sz="1800" b="0" i="0" u="none" strike="noStrike">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50000"/>
                            </a:schemeClr>
                          </a:solidFill>
                          <a:effectLst/>
                        </a:rPr>
                        <a:t>0</a:t>
                      </a:r>
                      <a:endParaRPr lang="en-US" altLang="zh-TW" sz="1800" b="0" i="0" u="none" strike="noStrike" dirty="0">
                        <a:solidFill>
                          <a:schemeClr val="bg1">
                            <a:lumMod val="50000"/>
                          </a:schemeClr>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60000"/>
                        <a:lumOff val="40000"/>
                      </a:schemeClr>
                    </a:solidFill>
                  </a:tcP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623577954"/>
                  </a:ext>
                </a:extLst>
              </a:tr>
              <a:tr h="292100">
                <a:tc>
                  <a:txBody>
                    <a:bodyPr/>
                    <a:lstStyle/>
                    <a:p>
                      <a:pPr algn="ctr" fontAlgn="ctr"/>
                      <a:r>
                        <a:rPr lang="en-US" altLang="zh-TW" sz="1800" b="0" u="none" strike="noStrike" dirty="0">
                          <a:solidFill>
                            <a:srgbClr val="000000"/>
                          </a:solidFill>
                          <a:effectLst/>
                        </a:rPr>
                        <a:t>10</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dirty="0">
                          <a:ln>
                            <a:noFill/>
                          </a:ln>
                          <a:solidFill>
                            <a:schemeClr val="bg1">
                              <a:lumMod val="75000"/>
                            </a:schemeClr>
                          </a:solidFill>
                          <a:effectLst/>
                          <a:uLnTx/>
                          <a:uFillTx/>
                        </a:rPr>
                        <a:t>0</a:t>
                      </a:r>
                      <a:endParaRPr kumimoji="0" lang="en-US" altLang="zh-TW" sz="1800" b="0" i="0" u="none" strike="noStrike" kern="1200" cap="none" spc="0" normalizeH="0" baseline="0" noProof="0" dirty="0">
                        <a:ln>
                          <a:noFill/>
                        </a:ln>
                        <a:solidFill>
                          <a:schemeClr val="bg1">
                            <a:lumMod val="75000"/>
                          </a:schemeClr>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412973963"/>
                  </a:ext>
                </a:extLst>
              </a:tr>
              <a:tr h="292100">
                <a:tc>
                  <a:txBody>
                    <a:bodyPr/>
                    <a:lstStyle/>
                    <a:p>
                      <a:pPr algn="ctr" fontAlgn="ctr"/>
                      <a:r>
                        <a:rPr lang="en-US" altLang="zh-TW" sz="1800" b="0" u="none" strike="noStrike" dirty="0">
                          <a:solidFill>
                            <a:srgbClr val="000000"/>
                          </a:solidFill>
                          <a:effectLst/>
                        </a:rPr>
                        <a:t>11</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dirty="0">
                          <a:ln>
                            <a:noFill/>
                          </a:ln>
                          <a:solidFill>
                            <a:schemeClr val="bg1">
                              <a:lumMod val="75000"/>
                            </a:schemeClr>
                          </a:solidFill>
                          <a:effectLst/>
                          <a:uLnTx/>
                          <a:uFillTx/>
                        </a:rPr>
                        <a:t>0</a:t>
                      </a:r>
                      <a:endParaRPr kumimoji="0" lang="en-US" altLang="zh-TW" sz="1800" b="0" i="0" u="none" strike="noStrike" kern="1200" cap="none" spc="0" normalizeH="0" baseline="0" noProof="0" dirty="0">
                        <a:ln>
                          <a:noFill/>
                        </a:ln>
                        <a:solidFill>
                          <a:schemeClr val="bg1">
                            <a:lumMod val="75000"/>
                          </a:schemeClr>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a:effectLst/>
                        </a:rPr>
                        <a:t>0 </a:t>
                      </a:r>
                      <a:endParaRPr lang="en-US" altLang="zh-TW" sz="18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2483052352"/>
                  </a:ext>
                </a:extLst>
              </a:tr>
              <a:tr h="292100">
                <a:tc>
                  <a:txBody>
                    <a:bodyPr/>
                    <a:lstStyle/>
                    <a:p>
                      <a:pPr algn="ctr" fontAlgn="ctr"/>
                      <a:r>
                        <a:rPr lang="en-US" altLang="zh-TW" sz="1800" b="0" u="none" strike="noStrike" dirty="0">
                          <a:solidFill>
                            <a:srgbClr val="000000"/>
                          </a:solidFill>
                          <a:effectLst/>
                        </a:rPr>
                        <a:t>12</a:t>
                      </a:r>
                      <a:endParaRPr lang="zh-TW" altLang="en-US" sz="18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1800" b="0" u="none" strike="noStrike" kern="1200" cap="none" spc="0" normalizeH="0" baseline="0" noProof="0" dirty="0">
                          <a:ln>
                            <a:noFill/>
                          </a:ln>
                          <a:solidFill>
                            <a:schemeClr val="bg1">
                              <a:lumMod val="75000"/>
                            </a:schemeClr>
                          </a:solidFill>
                          <a:effectLst/>
                          <a:uLnTx/>
                          <a:uFillTx/>
                        </a:rPr>
                        <a:t>0</a:t>
                      </a:r>
                      <a:endParaRPr kumimoji="0" lang="en-US" altLang="zh-TW" sz="1800" b="0" i="0" u="none" strike="noStrike" kern="1200" cap="none" spc="0" normalizeH="0" baseline="0" noProof="0" dirty="0">
                        <a:ln>
                          <a:noFill/>
                        </a:ln>
                        <a:solidFill>
                          <a:schemeClr val="bg1">
                            <a:lumMod val="75000"/>
                          </a:schemeClr>
                        </a:solidFill>
                        <a:effectLst/>
                        <a:uLnTx/>
                        <a:uFillTx/>
                        <a:latin typeface="Times New Roman" panose="02020603050405020304" pitchFamily="18" charset="0"/>
                        <a:ea typeface="新細明體" panose="02020500000000000000" pitchFamily="18" charset="-120"/>
                        <a:cs typeface="+mn-cs"/>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r>
                        <a:rPr lang="en-US" altLang="zh-TW" sz="1800" b="0" u="none" strike="noStrike" dirty="0">
                          <a:solidFill>
                            <a:schemeClr val="bg1">
                              <a:lumMod val="75000"/>
                            </a:schemeClr>
                          </a:solidFill>
                          <a:effectLst/>
                        </a:rPr>
                        <a:t>0</a:t>
                      </a:r>
                      <a:endParaRPr lang="en-US" altLang="zh-TW" sz="1800" b="0" i="0" u="none" strike="noStrike" dirty="0">
                        <a:solidFill>
                          <a:schemeClr val="bg1">
                            <a:lumMod val="75000"/>
                          </a:schemeClr>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4214189456"/>
                  </a:ext>
                </a:extLst>
              </a:tr>
            </a:tbl>
          </a:graphicData>
        </a:graphic>
      </p:graphicFrame>
      <p:sp>
        <p:nvSpPr>
          <p:cNvPr id="12" name="矩形 11">
            <a:extLst>
              <a:ext uri="{FF2B5EF4-FFF2-40B4-BE49-F238E27FC236}">
                <a16:creationId xmlns:a16="http://schemas.microsoft.com/office/drawing/2014/main" id="{17C0D175-2237-814E-936F-F0DF6D599524}"/>
              </a:ext>
            </a:extLst>
          </p:cNvPr>
          <p:cNvSpPr/>
          <p:nvPr/>
        </p:nvSpPr>
        <p:spPr>
          <a:xfrm>
            <a:off x="5676891" y="1490161"/>
            <a:ext cx="1290866" cy="523220"/>
          </a:xfrm>
          <a:prstGeom prst="rect">
            <a:avLst/>
          </a:prstGeom>
        </p:spPr>
        <p:txBody>
          <a:bodyPr wrap="none">
            <a:spAutoFit/>
          </a:bodyPr>
          <a:lstStyle/>
          <a:p>
            <a:r>
              <a:rPr kumimoji="1" lang="en-US" altLang="zh-TW" sz="2800" i="1" dirty="0"/>
              <a:t>d</a:t>
            </a:r>
            <a:r>
              <a:rPr kumimoji="1" lang="en-US" altLang="zh-TW" sz="2800" i="1" baseline="-25000" dirty="0"/>
              <a:t>12</a:t>
            </a:r>
            <a:r>
              <a:rPr kumimoji="1" lang="en-US" altLang="zh-TW" sz="2800" dirty="0"/>
              <a:t>(</a:t>
            </a:r>
            <a:r>
              <a:rPr kumimoji="1" lang="en-US" altLang="zh-TW" sz="2800" i="1" dirty="0" err="1"/>
              <a:t>i</a:t>
            </a:r>
            <a:r>
              <a:rPr kumimoji="1" lang="en-US" altLang="zh-TW" sz="2800" dirty="0"/>
              <a:t>, </a:t>
            </a:r>
            <a:r>
              <a:rPr kumimoji="1" lang="en-US" altLang="zh-TW" sz="2800" i="1" dirty="0"/>
              <a:t>j</a:t>
            </a:r>
            <a:r>
              <a:rPr kumimoji="1" lang="en-US" altLang="zh-TW" sz="2800" dirty="0"/>
              <a:t>)</a:t>
            </a:r>
            <a:endParaRPr lang="zh-TW" altLang="en-US" sz="2800" dirty="0"/>
          </a:p>
        </p:txBody>
      </p:sp>
      <p:sp>
        <p:nvSpPr>
          <p:cNvPr id="13" name="矩形 12">
            <a:extLst>
              <a:ext uri="{FF2B5EF4-FFF2-40B4-BE49-F238E27FC236}">
                <a16:creationId xmlns:a16="http://schemas.microsoft.com/office/drawing/2014/main" id="{FC484FB2-7695-E14C-9675-C882AEF4F09D}"/>
              </a:ext>
            </a:extLst>
          </p:cNvPr>
          <p:cNvSpPr/>
          <p:nvPr/>
        </p:nvSpPr>
        <p:spPr>
          <a:xfrm>
            <a:off x="468710" y="1490161"/>
            <a:ext cx="1265090" cy="523220"/>
          </a:xfrm>
          <a:prstGeom prst="rect">
            <a:avLst/>
          </a:prstGeom>
        </p:spPr>
        <p:txBody>
          <a:bodyPr wrap="none">
            <a:spAutoFit/>
          </a:bodyPr>
          <a:lstStyle/>
          <a:p>
            <a:r>
              <a:rPr kumimoji="1" lang="en-US" altLang="zh-TW" sz="2800" i="1" dirty="0"/>
              <a:t>a</a:t>
            </a:r>
            <a:r>
              <a:rPr kumimoji="1" lang="en-US" altLang="zh-TW" sz="2800" i="1" baseline="-25000" dirty="0"/>
              <a:t>1~12</a:t>
            </a:r>
            <a:r>
              <a:rPr kumimoji="1" lang="en-US" altLang="zh-TW" sz="2800" dirty="0"/>
              <a:t>(</a:t>
            </a:r>
            <a:r>
              <a:rPr kumimoji="1" lang="en-US" altLang="zh-TW" sz="2800" i="1" dirty="0" err="1"/>
              <a:t>i</a:t>
            </a:r>
            <a:r>
              <a:rPr kumimoji="1" lang="en-US" altLang="zh-TW" sz="2800" dirty="0"/>
              <a:t>)</a:t>
            </a:r>
            <a:endParaRPr lang="zh-TW" altLang="en-US" sz="2800" dirty="0"/>
          </a:p>
        </p:txBody>
      </p:sp>
      <p:graphicFrame>
        <p:nvGraphicFramePr>
          <p:cNvPr id="14" name="表格 13">
            <a:extLst>
              <a:ext uri="{FF2B5EF4-FFF2-40B4-BE49-F238E27FC236}">
                <a16:creationId xmlns:a16="http://schemas.microsoft.com/office/drawing/2014/main" id="{68FCA5E4-4B22-CA42-8975-5029D23C32AF}"/>
              </a:ext>
            </a:extLst>
          </p:cNvPr>
          <p:cNvGraphicFramePr>
            <a:graphicFrameLocks noGrp="1"/>
          </p:cNvGraphicFramePr>
          <p:nvPr>
            <p:extLst>
              <p:ext uri="{D42A27DB-BD31-4B8C-83A1-F6EECF244321}">
                <p14:modId xmlns:p14="http://schemas.microsoft.com/office/powerpoint/2010/main" val="2761498782"/>
              </p:ext>
            </p:extLst>
          </p:nvPr>
        </p:nvGraphicFramePr>
        <p:xfrm>
          <a:off x="10885073" y="2025482"/>
          <a:ext cx="762000" cy="3772590"/>
        </p:xfrm>
        <a:graphic>
          <a:graphicData uri="http://schemas.openxmlformats.org/drawingml/2006/table">
            <a:tbl>
              <a:tblPr>
                <a:tableStyleId>{5940675A-B579-460E-94D1-54222C63F5DA}</a:tableStyleId>
              </a:tblPr>
              <a:tblGrid>
                <a:gridCol w="381000">
                  <a:extLst>
                    <a:ext uri="{9D8B030D-6E8A-4147-A177-3AD203B41FA5}">
                      <a16:colId xmlns:a16="http://schemas.microsoft.com/office/drawing/2014/main" val="522666555"/>
                    </a:ext>
                  </a:extLst>
                </a:gridCol>
                <a:gridCol w="381000">
                  <a:extLst>
                    <a:ext uri="{9D8B030D-6E8A-4147-A177-3AD203B41FA5}">
                      <a16:colId xmlns:a16="http://schemas.microsoft.com/office/drawing/2014/main" val="80615518"/>
                    </a:ext>
                  </a:extLst>
                </a:gridCol>
              </a:tblGrid>
              <a:tr h="345126">
                <a:tc>
                  <a:txBody>
                    <a:bodyPr/>
                    <a:lstStyle/>
                    <a:p>
                      <a:pPr algn="ctr" rtl="0" fontAlgn="ctr"/>
                      <a:r>
                        <a:rPr lang="en-US" sz="1800" u="none" strike="noStrike" dirty="0" err="1">
                          <a:effectLst/>
                        </a:rPr>
                        <a:t>i</a:t>
                      </a:r>
                      <a:endParaRPr lang="en-US"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sz="1800" i="1" u="none" strike="noStrike" dirty="0">
                          <a:effectLst/>
                        </a:rPr>
                        <a:t>a</a:t>
                      </a:r>
                      <a:r>
                        <a:rPr lang="en-US" sz="1800" i="1" u="none" strike="noStrike" baseline="-25000" dirty="0">
                          <a:effectLst/>
                        </a:rPr>
                        <a:t>7</a:t>
                      </a:r>
                      <a:endParaRPr lang="en-US" sz="1800" b="0" i="1"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extLst>
                  <a:ext uri="{0D108BD9-81ED-4DB2-BD59-A6C34878D82A}">
                    <a16:rowId xmlns:a16="http://schemas.microsoft.com/office/drawing/2014/main" val="505450980"/>
                  </a:ext>
                </a:extLst>
              </a:tr>
              <a:tr h="285622">
                <a:tc>
                  <a:txBody>
                    <a:bodyPr/>
                    <a:lstStyle/>
                    <a:p>
                      <a:pPr algn="ctr" rtl="0" fontAlgn="ctr"/>
                      <a:r>
                        <a:rPr lang="en-US" altLang="zh-TW" sz="1800" u="none" strike="noStrike" dirty="0">
                          <a:effectLst/>
                        </a:rPr>
                        <a:t>1</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11</a:t>
                      </a:r>
                    </a:p>
                  </a:txBody>
                  <a:tcPr marL="9525" marR="9525" marT="9525" marB="0" anchor="ctr"/>
                </a:tc>
                <a:extLst>
                  <a:ext uri="{0D108BD9-81ED-4DB2-BD59-A6C34878D82A}">
                    <a16:rowId xmlns:a16="http://schemas.microsoft.com/office/drawing/2014/main" val="2693981472"/>
                  </a:ext>
                </a:extLst>
              </a:tr>
              <a:tr h="285622">
                <a:tc>
                  <a:txBody>
                    <a:bodyPr/>
                    <a:lstStyle/>
                    <a:p>
                      <a:pPr algn="ctr" rtl="0" fontAlgn="ctr"/>
                      <a:r>
                        <a:rPr lang="en-US" altLang="zh-TW" sz="1800" u="none" strike="noStrike" dirty="0">
                          <a:effectLst/>
                        </a:rPr>
                        <a:t>2</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9</a:t>
                      </a:r>
                    </a:p>
                  </a:txBody>
                  <a:tcPr marL="9525" marR="9525" marT="9525" marB="0" anchor="ctr"/>
                </a:tc>
                <a:extLst>
                  <a:ext uri="{0D108BD9-81ED-4DB2-BD59-A6C34878D82A}">
                    <a16:rowId xmlns:a16="http://schemas.microsoft.com/office/drawing/2014/main" val="3915191453"/>
                  </a:ext>
                </a:extLst>
              </a:tr>
              <a:tr h="285622">
                <a:tc>
                  <a:txBody>
                    <a:bodyPr/>
                    <a:lstStyle/>
                    <a:p>
                      <a:pPr algn="ctr" rtl="0" fontAlgn="ctr"/>
                      <a:r>
                        <a:rPr lang="en-US" altLang="zh-TW" sz="1800" u="none" strike="noStrike" dirty="0">
                          <a:effectLst/>
                        </a:rPr>
                        <a:t>3</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12</a:t>
                      </a:r>
                    </a:p>
                  </a:txBody>
                  <a:tcPr marL="9525" marR="9525" marT="9525" marB="0" anchor="ctr"/>
                </a:tc>
                <a:extLst>
                  <a:ext uri="{0D108BD9-81ED-4DB2-BD59-A6C34878D82A}">
                    <a16:rowId xmlns:a16="http://schemas.microsoft.com/office/drawing/2014/main" val="1412125747"/>
                  </a:ext>
                </a:extLst>
              </a:tr>
              <a:tr h="285622">
                <a:tc>
                  <a:txBody>
                    <a:bodyPr/>
                    <a:lstStyle/>
                    <a:p>
                      <a:pPr algn="ctr" rtl="0" fontAlgn="ctr"/>
                      <a:r>
                        <a:rPr lang="en-US" altLang="zh-TW" sz="1800" u="none" strike="noStrike" dirty="0">
                          <a:effectLst/>
                        </a:rPr>
                        <a:t>4</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u="none" strike="noStrike" dirty="0">
                          <a:effectLst/>
                        </a:rPr>
                        <a:t>0</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1492285150"/>
                  </a:ext>
                </a:extLst>
              </a:tr>
              <a:tr h="285622">
                <a:tc>
                  <a:txBody>
                    <a:bodyPr/>
                    <a:lstStyle/>
                    <a:p>
                      <a:pPr algn="ctr" rtl="0" fontAlgn="ctr"/>
                      <a:r>
                        <a:rPr lang="en-US" altLang="zh-TW" sz="1800" u="none" strike="noStrike">
                          <a:effectLst/>
                        </a:rPr>
                        <a:t>5</a:t>
                      </a:r>
                      <a:endParaRPr lang="en-US" altLang="zh-TW" sz="1800" b="0" i="0" u="none" strike="noStrike">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u="none" strike="noStrike" dirty="0">
                          <a:effectLst/>
                        </a:rPr>
                        <a:t>0</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477593629"/>
                  </a:ext>
                </a:extLst>
              </a:tr>
              <a:tr h="285622">
                <a:tc>
                  <a:txBody>
                    <a:bodyPr/>
                    <a:lstStyle/>
                    <a:p>
                      <a:pPr algn="ctr" rtl="0" fontAlgn="ctr"/>
                      <a:r>
                        <a:rPr lang="en-US" altLang="zh-TW" sz="1800" u="none" strike="noStrike" dirty="0">
                          <a:effectLst/>
                        </a:rPr>
                        <a:t>6</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7</a:t>
                      </a:r>
                    </a:p>
                  </a:txBody>
                  <a:tcPr marL="9525" marR="9525" marT="9525" marB="0" anchor="ctr"/>
                </a:tc>
                <a:extLst>
                  <a:ext uri="{0D108BD9-81ED-4DB2-BD59-A6C34878D82A}">
                    <a16:rowId xmlns:a16="http://schemas.microsoft.com/office/drawing/2014/main" val="3555112307"/>
                  </a:ext>
                </a:extLst>
              </a:tr>
              <a:tr h="285622">
                <a:tc>
                  <a:txBody>
                    <a:bodyPr/>
                    <a:lstStyle/>
                    <a:p>
                      <a:pPr algn="ctr" rtl="0" fontAlgn="ctr"/>
                      <a:r>
                        <a:rPr lang="en-US" altLang="zh-TW" sz="1800" u="none" strike="noStrike" dirty="0">
                          <a:effectLst/>
                        </a:rPr>
                        <a:t>7</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solidFill>
                      <a:schemeClr val="accent4">
                        <a:lumMod val="20000"/>
                        <a:lumOff val="80000"/>
                      </a:schemeClr>
                    </a:solidFill>
                  </a:tcPr>
                </a:tc>
                <a:tc>
                  <a:txBody>
                    <a:bodyPr/>
                    <a:lstStyle/>
                    <a:p>
                      <a:pPr algn="ctr" rtl="0" fontAlgn="ctr"/>
                      <a:r>
                        <a:rPr lang="en-US" altLang="zh-TW" sz="1800" u="none" strike="noStrike" dirty="0">
                          <a:effectLst/>
                        </a:rPr>
                        <a:t>0</a:t>
                      </a:r>
                      <a:endParaRPr lang="en-US" altLang="zh-TW" sz="1800" b="0" i="0" u="none" strike="noStrike" dirty="0">
                        <a:solidFill>
                          <a:srgbClr val="000000"/>
                        </a:solidFill>
                        <a:effectLst/>
                        <a:latin typeface="Rockwell" panose="02060603020205020403"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1455152907"/>
                  </a:ext>
                </a:extLst>
              </a:tr>
              <a:tr h="285622">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8</a:t>
                      </a:r>
                    </a:p>
                  </a:txBody>
                  <a:tcPr marL="9525" marR="9525" marT="9525" marB="0" anchor="ctr">
                    <a:solidFill>
                      <a:schemeClr val="accent4">
                        <a:lumMod val="20000"/>
                        <a:lumOff val="80000"/>
                      </a:schemeClr>
                    </a:solidFill>
                  </a:tcPr>
                </a:tc>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0</a:t>
                      </a:r>
                    </a:p>
                  </a:txBody>
                  <a:tcPr marL="9525" marR="9525" marT="9525" marB="0" anchor="ctr"/>
                </a:tc>
                <a:extLst>
                  <a:ext uri="{0D108BD9-81ED-4DB2-BD59-A6C34878D82A}">
                    <a16:rowId xmlns:a16="http://schemas.microsoft.com/office/drawing/2014/main" val="3414365547"/>
                  </a:ext>
                </a:extLst>
              </a:tr>
              <a:tr h="285622">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9</a:t>
                      </a:r>
                    </a:p>
                  </a:txBody>
                  <a:tcPr marL="9525" marR="9525" marT="9525" marB="0" anchor="ctr">
                    <a:solidFill>
                      <a:schemeClr val="accent4">
                        <a:lumMod val="20000"/>
                        <a:lumOff val="80000"/>
                      </a:schemeClr>
                    </a:solidFill>
                  </a:tcPr>
                </a:tc>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0</a:t>
                      </a:r>
                    </a:p>
                  </a:txBody>
                  <a:tcPr marL="9525" marR="9525" marT="9525" marB="0" anchor="ctr"/>
                </a:tc>
                <a:extLst>
                  <a:ext uri="{0D108BD9-81ED-4DB2-BD59-A6C34878D82A}">
                    <a16:rowId xmlns:a16="http://schemas.microsoft.com/office/drawing/2014/main" val="3182528225"/>
                  </a:ext>
                </a:extLst>
              </a:tr>
              <a:tr h="285622">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10</a:t>
                      </a:r>
                    </a:p>
                  </a:txBody>
                  <a:tcPr marL="9525" marR="9525" marT="9525" marB="0" anchor="ctr">
                    <a:solidFill>
                      <a:schemeClr val="accent4">
                        <a:lumMod val="20000"/>
                        <a:lumOff val="80000"/>
                      </a:schemeClr>
                    </a:solidFill>
                  </a:tcPr>
                </a:tc>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0</a:t>
                      </a:r>
                    </a:p>
                  </a:txBody>
                  <a:tcPr marL="9525" marR="9525" marT="9525" marB="0" anchor="ctr"/>
                </a:tc>
                <a:extLst>
                  <a:ext uri="{0D108BD9-81ED-4DB2-BD59-A6C34878D82A}">
                    <a16:rowId xmlns:a16="http://schemas.microsoft.com/office/drawing/2014/main" val="2048178666"/>
                  </a:ext>
                </a:extLst>
              </a:tr>
              <a:tr h="285622">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11</a:t>
                      </a:r>
                    </a:p>
                  </a:txBody>
                  <a:tcPr marL="9525" marR="9525" marT="9525" marB="0" anchor="ctr">
                    <a:solidFill>
                      <a:schemeClr val="accent4">
                        <a:lumMod val="20000"/>
                        <a:lumOff val="80000"/>
                      </a:schemeClr>
                    </a:solidFill>
                  </a:tcPr>
                </a:tc>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0</a:t>
                      </a:r>
                    </a:p>
                  </a:txBody>
                  <a:tcPr marL="9525" marR="9525" marT="9525" marB="0" anchor="ctr"/>
                </a:tc>
                <a:extLst>
                  <a:ext uri="{0D108BD9-81ED-4DB2-BD59-A6C34878D82A}">
                    <a16:rowId xmlns:a16="http://schemas.microsoft.com/office/drawing/2014/main" val="8014781"/>
                  </a:ext>
                </a:extLst>
              </a:tr>
              <a:tr h="285622">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12</a:t>
                      </a:r>
                    </a:p>
                  </a:txBody>
                  <a:tcPr marL="9525" marR="9525" marT="9525" marB="0" anchor="ctr">
                    <a:solidFill>
                      <a:schemeClr val="accent4">
                        <a:lumMod val="20000"/>
                        <a:lumOff val="80000"/>
                      </a:schemeClr>
                    </a:solidFill>
                  </a:tcPr>
                </a:tc>
                <a:tc>
                  <a:txBody>
                    <a:bodyPr/>
                    <a:lstStyle/>
                    <a:p>
                      <a:pPr algn="ctr" rtl="0" fontAlgn="ctr"/>
                      <a:r>
                        <a:rPr lang="en-US" altLang="zh-TW" sz="1800" b="0" i="0" u="none" strike="noStrike" dirty="0">
                          <a:solidFill>
                            <a:srgbClr val="000000"/>
                          </a:solidFill>
                          <a:effectLst/>
                          <a:latin typeface="Rockwell" panose="02060603020205020403" pitchFamily="18" charset="0"/>
                          <a:ea typeface="新細明體" panose="02020500000000000000" pitchFamily="18" charset="-120"/>
                        </a:rPr>
                        <a:t>0</a:t>
                      </a:r>
                    </a:p>
                  </a:txBody>
                  <a:tcPr marL="9525" marR="9525" marT="9525" marB="0" anchor="ctr"/>
                </a:tc>
                <a:extLst>
                  <a:ext uri="{0D108BD9-81ED-4DB2-BD59-A6C34878D82A}">
                    <a16:rowId xmlns:a16="http://schemas.microsoft.com/office/drawing/2014/main" val="767554730"/>
                  </a:ext>
                </a:extLst>
              </a:tr>
            </a:tbl>
          </a:graphicData>
        </a:graphic>
      </p:graphicFrame>
      <p:sp>
        <p:nvSpPr>
          <p:cNvPr id="15" name="矩形 14">
            <a:extLst>
              <a:ext uri="{FF2B5EF4-FFF2-40B4-BE49-F238E27FC236}">
                <a16:creationId xmlns:a16="http://schemas.microsoft.com/office/drawing/2014/main" id="{D0831009-8B51-0548-B91B-A4266FC105DF}"/>
              </a:ext>
            </a:extLst>
          </p:cNvPr>
          <p:cNvSpPr/>
          <p:nvPr/>
        </p:nvSpPr>
        <p:spPr>
          <a:xfrm>
            <a:off x="10810642" y="1490161"/>
            <a:ext cx="998991" cy="523220"/>
          </a:xfrm>
          <a:prstGeom prst="rect">
            <a:avLst/>
          </a:prstGeom>
        </p:spPr>
        <p:txBody>
          <a:bodyPr wrap="none">
            <a:spAutoFit/>
          </a:bodyPr>
          <a:lstStyle/>
          <a:p>
            <a:r>
              <a:rPr kumimoji="1" lang="en-US" altLang="zh-TW" sz="2800" i="1" dirty="0"/>
              <a:t>a</a:t>
            </a:r>
            <a:r>
              <a:rPr kumimoji="1" lang="en-US" altLang="zh-TW" sz="2800" i="1" baseline="-25000" dirty="0"/>
              <a:t>12</a:t>
            </a:r>
            <a:r>
              <a:rPr kumimoji="1" lang="en-US" altLang="zh-TW" sz="2800" dirty="0"/>
              <a:t>(</a:t>
            </a:r>
            <a:r>
              <a:rPr kumimoji="1" lang="en-US" altLang="zh-TW" sz="2800" i="1" dirty="0" err="1"/>
              <a:t>i</a:t>
            </a:r>
            <a:r>
              <a:rPr kumimoji="1" lang="en-US" altLang="zh-TW" sz="2800" dirty="0"/>
              <a:t>)</a:t>
            </a:r>
            <a:endParaRPr lang="zh-TW" altLang="en-US" sz="2800" dirty="0"/>
          </a:p>
        </p:txBody>
      </p:sp>
    </p:spTree>
    <p:extLst>
      <p:ext uri="{BB962C8B-B14F-4D97-AF65-F5344CB8AC3E}">
        <p14:creationId xmlns:p14="http://schemas.microsoft.com/office/powerpoint/2010/main" val="364972195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Step2. Determine an </a:t>
            </a:r>
            <a:r>
              <a:rPr kumimoji="1" lang="en-US" altLang="zh-TW" dirty="0" err="1"/>
              <a:t>LTSsplit</a:t>
            </a:r>
            <a:r>
              <a:rPr kumimoji="1" lang="en-US" altLang="zh-TW" dirty="0"/>
              <a:t> index </a:t>
            </a:r>
            <a:r>
              <a:rPr kumimoji="1" lang="en-US" altLang="zh-TW" i="1" dirty="0"/>
              <a:t>l</a:t>
            </a:r>
            <a:endParaRPr kumimoji="1" lang="zh-TW" altLang="en-US" i="1"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a:p>
        </p:txBody>
      </p:sp>
      <p:graphicFrame>
        <p:nvGraphicFramePr>
          <p:cNvPr id="5" name="表格 4">
            <a:extLst>
              <a:ext uri="{FF2B5EF4-FFF2-40B4-BE49-F238E27FC236}">
                <a16:creationId xmlns:a16="http://schemas.microsoft.com/office/drawing/2014/main" id="{00EF9AF8-B6A6-C34D-AC1B-42E4222B0738}"/>
              </a:ext>
            </a:extLst>
          </p:cNvPr>
          <p:cNvGraphicFramePr>
            <a:graphicFrameLocks noGrp="1"/>
          </p:cNvGraphicFramePr>
          <p:nvPr>
            <p:extLst>
              <p:ext uri="{D42A27DB-BD31-4B8C-83A1-F6EECF244321}">
                <p14:modId xmlns:p14="http://schemas.microsoft.com/office/powerpoint/2010/main" val="2512797757"/>
              </p:ext>
            </p:extLst>
          </p:nvPr>
        </p:nvGraphicFramePr>
        <p:xfrm>
          <a:off x="1382228" y="1613300"/>
          <a:ext cx="5337408" cy="731520"/>
        </p:xfrm>
        <a:graphic>
          <a:graphicData uri="http://schemas.openxmlformats.org/drawingml/2006/table">
            <a:tbl>
              <a:tblPr firstRow="1" bandRow="1">
                <a:tableStyleId>{5940675A-B579-460E-94D1-54222C63F5DA}</a:tableStyleId>
              </a:tblPr>
              <a:tblGrid>
                <a:gridCol w="444784">
                  <a:extLst>
                    <a:ext uri="{9D8B030D-6E8A-4147-A177-3AD203B41FA5}">
                      <a16:colId xmlns:a16="http://schemas.microsoft.com/office/drawing/2014/main" val="1544179171"/>
                    </a:ext>
                  </a:extLst>
                </a:gridCol>
                <a:gridCol w="444784">
                  <a:extLst>
                    <a:ext uri="{9D8B030D-6E8A-4147-A177-3AD203B41FA5}">
                      <a16:colId xmlns:a16="http://schemas.microsoft.com/office/drawing/2014/main" val="987301053"/>
                    </a:ext>
                  </a:extLst>
                </a:gridCol>
                <a:gridCol w="444784">
                  <a:extLst>
                    <a:ext uri="{9D8B030D-6E8A-4147-A177-3AD203B41FA5}">
                      <a16:colId xmlns:a16="http://schemas.microsoft.com/office/drawing/2014/main" val="334303599"/>
                    </a:ext>
                  </a:extLst>
                </a:gridCol>
                <a:gridCol w="444784">
                  <a:extLst>
                    <a:ext uri="{9D8B030D-6E8A-4147-A177-3AD203B41FA5}">
                      <a16:colId xmlns:a16="http://schemas.microsoft.com/office/drawing/2014/main" val="733640701"/>
                    </a:ext>
                  </a:extLst>
                </a:gridCol>
                <a:gridCol w="444784">
                  <a:extLst>
                    <a:ext uri="{9D8B030D-6E8A-4147-A177-3AD203B41FA5}">
                      <a16:colId xmlns:a16="http://schemas.microsoft.com/office/drawing/2014/main" val="498899334"/>
                    </a:ext>
                  </a:extLst>
                </a:gridCol>
                <a:gridCol w="444784">
                  <a:extLst>
                    <a:ext uri="{9D8B030D-6E8A-4147-A177-3AD203B41FA5}">
                      <a16:colId xmlns:a16="http://schemas.microsoft.com/office/drawing/2014/main" val="3476942430"/>
                    </a:ext>
                  </a:extLst>
                </a:gridCol>
                <a:gridCol w="444784">
                  <a:extLst>
                    <a:ext uri="{9D8B030D-6E8A-4147-A177-3AD203B41FA5}">
                      <a16:colId xmlns:a16="http://schemas.microsoft.com/office/drawing/2014/main" val="1630254398"/>
                    </a:ext>
                  </a:extLst>
                </a:gridCol>
                <a:gridCol w="444784">
                  <a:extLst>
                    <a:ext uri="{9D8B030D-6E8A-4147-A177-3AD203B41FA5}">
                      <a16:colId xmlns:a16="http://schemas.microsoft.com/office/drawing/2014/main" val="3522420899"/>
                    </a:ext>
                  </a:extLst>
                </a:gridCol>
                <a:gridCol w="444784">
                  <a:extLst>
                    <a:ext uri="{9D8B030D-6E8A-4147-A177-3AD203B41FA5}">
                      <a16:colId xmlns:a16="http://schemas.microsoft.com/office/drawing/2014/main" val="3092796456"/>
                    </a:ext>
                  </a:extLst>
                </a:gridCol>
                <a:gridCol w="444784">
                  <a:extLst>
                    <a:ext uri="{9D8B030D-6E8A-4147-A177-3AD203B41FA5}">
                      <a16:colId xmlns:a16="http://schemas.microsoft.com/office/drawing/2014/main" val="1464680570"/>
                    </a:ext>
                  </a:extLst>
                </a:gridCol>
                <a:gridCol w="444784">
                  <a:extLst>
                    <a:ext uri="{9D8B030D-6E8A-4147-A177-3AD203B41FA5}">
                      <a16:colId xmlns:a16="http://schemas.microsoft.com/office/drawing/2014/main" val="1132400855"/>
                    </a:ext>
                  </a:extLst>
                </a:gridCol>
                <a:gridCol w="444784">
                  <a:extLst>
                    <a:ext uri="{9D8B030D-6E8A-4147-A177-3AD203B41FA5}">
                      <a16:colId xmlns:a16="http://schemas.microsoft.com/office/drawing/2014/main" val="1726571151"/>
                    </a:ext>
                  </a:extLst>
                </a:gridCol>
              </a:tblGrid>
              <a:tr h="302701">
                <a:tc>
                  <a:txBody>
                    <a:bodyPr/>
                    <a:lstStyle/>
                    <a:p>
                      <a:pPr algn="ctr"/>
                      <a:r>
                        <a:rPr lang="en-US" altLang="zh-TW" sz="1800" b="0" dirty="0"/>
                        <a:t>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5</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7</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8</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9</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10</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4290449260"/>
                  </a:ext>
                </a:extLst>
              </a:tr>
              <a:tr h="302701">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40056899"/>
                  </a:ext>
                </a:extLst>
              </a:tr>
            </a:tbl>
          </a:graphicData>
        </a:graphic>
      </p:graphicFrame>
      <p:graphicFrame>
        <p:nvGraphicFramePr>
          <p:cNvPr id="7" name="表格 6">
            <a:extLst>
              <a:ext uri="{FF2B5EF4-FFF2-40B4-BE49-F238E27FC236}">
                <a16:creationId xmlns:a16="http://schemas.microsoft.com/office/drawing/2014/main" id="{8C2092A1-378C-6144-AF5C-08060DC9283E}"/>
              </a:ext>
            </a:extLst>
          </p:cNvPr>
          <p:cNvGraphicFramePr>
            <a:graphicFrameLocks noGrp="1"/>
          </p:cNvGraphicFramePr>
          <p:nvPr>
            <p:extLst>
              <p:ext uri="{D42A27DB-BD31-4B8C-83A1-F6EECF244321}">
                <p14:modId xmlns:p14="http://schemas.microsoft.com/office/powerpoint/2010/main" val="1570037938"/>
              </p:ext>
            </p:extLst>
          </p:nvPr>
        </p:nvGraphicFramePr>
        <p:xfrm>
          <a:off x="838201" y="2606104"/>
          <a:ext cx="5881435" cy="731520"/>
        </p:xfrm>
        <a:graphic>
          <a:graphicData uri="http://schemas.openxmlformats.org/drawingml/2006/table">
            <a:tbl>
              <a:tblPr firstRow="1" bandRow="1">
                <a:tableStyleId>{5940675A-B579-460E-94D1-54222C63F5DA}</a:tableStyleId>
              </a:tblPr>
              <a:tblGrid>
                <a:gridCol w="511999">
                  <a:extLst>
                    <a:ext uri="{9D8B030D-6E8A-4147-A177-3AD203B41FA5}">
                      <a16:colId xmlns:a16="http://schemas.microsoft.com/office/drawing/2014/main" val="3918358803"/>
                    </a:ext>
                  </a:extLst>
                </a:gridCol>
                <a:gridCol w="447453">
                  <a:extLst>
                    <a:ext uri="{9D8B030D-6E8A-4147-A177-3AD203B41FA5}">
                      <a16:colId xmlns:a16="http://schemas.microsoft.com/office/drawing/2014/main" val="1544179171"/>
                    </a:ext>
                  </a:extLst>
                </a:gridCol>
                <a:gridCol w="447453">
                  <a:extLst>
                    <a:ext uri="{9D8B030D-6E8A-4147-A177-3AD203B41FA5}">
                      <a16:colId xmlns:a16="http://schemas.microsoft.com/office/drawing/2014/main" val="987301053"/>
                    </a:ext>
                  </a:extLst>
                </a:gridCol>
                <a:gridCol w="447453">
                  <a:extLst>
                    <a:ext uri="{9D8B030D-6E8A-4147-A177-3AD203B41FA5}">
                      <a16:colId xmlns:a16="http://schemas.microsoft.com/office/drawing/2014/main" val="334303599"/>
                    </a:ext>
                  </a:extLst>
                </a:gridCol>
                <a:gridCol w="447453">
                  <a:extLst>
                    <a:ext uri="{9D8B030D-6E8A-4147-A177-3AD203B41FA5}">
                      <a16:colId xmlns:a16="http://schemas.microsoft.com/office/drawing/2014/main" val="733640701"/>
                    </a:ext>
                  </a:extLst>
                </a:gridCol>
                <a:gridCol w="447453">
                  <a:extLst>
                    <a:ext uri="{9D8B030D-6E8A-4147-A177-3AD203B41FA5}">
                      <a16:colId xmlns:a16="http://schemas.microsoft.com/office/drawing/2014/main" val="498899334"/>
                    </a:ext>
                  </a:extLst>
                </a:gridCol>
                <a:gridCol w="447453">
                  <a:extLst>
                    <a:ext uri="{9D8B030D-6E8A-4147-A177-3AD203B41FA5}">
                      <a16:colId xmlns:a16="http://schemas.microsoft.com/office/drawing/2014/main" val="3476942430"/>
                    </a:ext>
                  </a:extLst>
                </a:gridCol>
                <a:gridCol w="447453">
                  <a:extLst>
                    <a:ext uri="{9D8B030D-6E8A-4147-A177-3AD203B41FA5}">
                      <a16:colId xmlns:a16="http://schemas.microsoft.com/office/drawing/2014/main" val="1630254398"/>
                    </a:ext>
                  </a:extLst>
                </a:gridCol>
                <a:gridCol w="447453">
                  <a:extLst>
                    <a:ext uri="{9D8B030D-6E8A-4147-A177-3AD203B41FA5}">
                      <a16:colId xmlns:a16="http://schemas.microsoft.com/office/drawing/2014/main" val="3522420899"/>
                    </a:ext>
                  </a:extLst>
                </a:gridCol>
                <a:gridCol w="447453">
                  <a:extLst>
                    <a:ext uri="{9D8B030D-6E8A-4147-A177-3AD203B41FA5}">
                      <a16:colId xmlns:a16="http://schemas.microsoft.com/office/drawing/2014/main" val="3092796456"/>
                    </a:ext>
                  </a:extLst>
                </a:gridCol>
                <a:gridCol w="447453">
                  <a:extLst>
                    <a:ext uri="{9D8B030D-6E8A-4147-A177-3AD203B41FA5}">
                      <a16:colId xmlns:a16="http://schemas.microsoft.com/office/drawing/2014/main" val="1464680570"/>
                    </a:ext>
                  </a:extLst>
                </a:gridCol>
                <a:gridCol w="447453">
                  <a:extLst>
                    <a:ext uri="{9D8B030D-6E8A-4147-A177-3AD203B41FA5}">
                      <a16:colId xmlns:a16="http://schemas.microsoft.com/office/drawing/2014/main" val="1132400855"/>
                    </a:ext>
                  </a:extLst>
                </a:gridCol>
                <a:gridCol w="447453">
                  <a:extLst>
                    <a:ext uri="{9D8B030D-6E8A-4147-A177-3AD203B41FA5}">
                      <a16:colId xmlns:a16="http://schemas.microsoft.com/office/drawing/2014/main" val="1726571151"/>
                    </a:ext>
                  </a:extLst>
                </a:gridCol>
              </a:tblGrid>
              <a:tr h="302701">
                <a:tc>
                  <a:txBody>
                    <a:bodyPr/>
                    <a:lstStyle/>
                    <a:p>
                      <a:pPr algn="ct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5</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7</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8</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9</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10</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4290449260"/>
                  </a:ext>
                </a:extLst>
              </a:tr>
              <a:tr h="302701">
                <a:tc>
                  <a:txBody>
                    <a:bodyPr/>
                    <a:lstStyle/>
                    <a:p>
                      <a:pPr algn="ctr"/>
                      <a:r>
                        <a:rPr lang="en-US" altLang="zh-TW" sz="1800" b="0" i="1" dirty="0"/>
                        <a:t>a</a:t>
                      </a:r>
                      <a:r>
                        <a:rPr lang="en-US" altLang="zh-TW" sz="1800" b="0" i="1" baseline="-25000" dirty="0"/>
                        <a:t>12</a:t>
                      </a:r>
                      <a:endParaRPr lang="zh-TW" altLang="en-US" sz="1800" b="0" i="1" baseline="-2500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11</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9</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12</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0</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0</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7</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0</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0</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0</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0</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0</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0</a:t>
                      </a:r>
                      <a:endParaRPr lang="zh-TW" altLang="en-US"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40056899"/>
                  </a:ext>
                </a:extLst>
              </a:tr>
            </a:tbl>
          </a:graphicData>
        </a:graphic>
      </p:graphicFrame>
      <p:graphicFrame>
        <p:nvGraphicFramePr>
          <p:cNvPr id="8" name="表格 7">
            <a:extLst>
              <a:ext uri="{FF2B5EF4-FFF2-40B4-BE49-F238E27FC236}">
                <a16:creationId xmlns:a16="http://schemas.microsoft.com/office/drawing/2014/main" id="{1C920038-4C34-2F41-9821-D930C82E4C0C}"/>
              </a:ext>
            </a:extLst>
          </p:cNvPr>
          <p:cNvGraphicFramePr>
            <a:graphicFrameLocks noGrp="1"/>
          </p:cNvGraphicFramePr>
          <p:nvPr>
            <p:extLst>
              <p:ext uri="{D42A27DB-BD31-4B8C-83A1-F6EECF244321}">
                <p14:modId xmlns:p14="http://schemas.microsoft.com/office/powerpoint/2010/main" val="101599785"/>
              </p:ext>
            </p:extLst>
          </p:nvPr>
        </p:nvGraphicFramePr>
        <p:xfrm>
          <a:off x="838201" y="3598908"/>
          <a:ext cx="5881435" cy="1097280"/>
        </p:xfrm>
        <a:graphic>
          <a:graphicData uri="http://schemas.openxmlformats.org/drawingml/2006/table">
            <a:tbl>
              <a:tblPr firstRow="1" bandRow="1">
                <a:tableStyleId>{5940675A-B579-460E-94D1-54222C63F5DA}</a:tableStyleId>
              </a:tblPr>
              <a:tblGrid>
                <a:gridCol w="511999">
                  <a:extLst>
                    <a:ext uri="{9D8B030D-6E8A-4147-A177-3AD203B41FA5}">
                      <a16:colId xmlns:a16="http://schemas.microsoft.com/office/drawing/2014/main" val="3918358803"/>
                    </a:ext>
                  </a:extLst>
                </a:gridCol>
                <a:gridCol w="447453">
                  <a:extLst>
                    <a:ext uri="{9D8B030D-6E8A-4147-A177-3AD203B41FA5}">
                      <a16:colId xmlns:a16="http://schemas.microsoft.com/office/drawing/2014/main" val="1544179171"/>
                    </a:ext>
                  </a:extLst>
                </a:gridCol>
                <a:gridCol w="447453">
                  <a:extLst>
                    <a:ext uri="{9D8B030D-6E8A-4147-A177-3AD203B41FA5}">
                      <a16:colId xmlns:a16="http://schemas.microsoft.com/office/drawing/2014/main" val="987301053"/>
                    </a:ext>
                  </a:extLst>
                </a:gridCol>
                <a:gridCol w="447453">
                  <a:extLst>
                    <a:ext uri="{9D8B030D-6E8A-4147-A177-3AD203B41FA5}">
                      <a16:colId xmlns:a16="http://schemas.microsoft.com/office/drawing/2014/main" val="334303599"/>
                    </a:ext>
                  </a:extLst>
                </a:gridCol>
                <a:gridCol w="447453">
                  <a:extLst>
                    <a:ext uri="{9D8B030D-6E8A-4147-A177-3AD203B41FA5}">
                      <a16:colId xmlns:a16="http://schemas.microsoft.com/office/drawing/2014/main" val="733640701"/>
                    </a:ext>
                  </a:extLst>
                </a:gridCol>
                <a:gridCol w="447453">
                  <a:extLst>
                    <a:ext uri="{9D8B030D-6E8A-4147-A177-3AD203B41FA5}">
                      <a16:colId xmlns:a16="http://schemas.microsoft.com/office/drawing/2014/main" val="498899334"/>
                    </a:ext>
                  </a:extLst>
                </a:gridCol>
                <a:gridCol w="447453">
                  <a:extLst>
                    <a:ext uri="{9D8B030D-6E8A-4147-A177-3AD203B41FA5}">
                      <a16:colId xmlns:a16="http://schemas.microsoft.com/office/drawing/2014/main" val="3476942430"/>
                    </a:ext>
                  </a:extLst>
                </a:gridCol>
                <a:gridCol w="447453">
                  <a:extLst>
                    <a:ext uri="{9D8B030D-6E8A-4147-A177-3AD203B41FA5}">
                      <a16:colId xmlns:a16="http://schemas.microsoft.com/office/drawing/2014/main" val="1630254398"/>
                    </a:ext>
                  </a:extLst>
                </a:gridCol>
                <a:gridCol w="447453">
                  <a:extLst>
                    <a:ext uri="{9D8B030D-6E8A-4147-A177-3AD203B41FA5}">
                      <a16:colId xmlns:a16="http://schemas.microsoft.com/office/drawing/2014/main" val="3522420899"/>
                    </a:ext>
                  </a:extLst>
                </a:gridCol>
                <a:gridCol w="447453">
                  <a:extLst>
                    <a:ext uri="{9D8B030D-6E8A-4147-A177-3AD203B41FA5}">
                      <a16:colId xmlns:a16="http://schemas.microsoft.com/office/drawing/2014/main" val="3092796456"/>
                    </a:ext>
                  </a:extLst>
                </a:gridCol>
                <a:gridCol w="447453">
                  <a:extLst>
                    <a:ext uri="{9D8B030D-6E8A-4147-A177-3AD203B41FA5}">
                      <a16:colId xmlns:a16="http://schemas.microsoft.com/office/drawing/2014/main" val="1464680570"/>
                    </a:ext>
                  </a:extLst>
                </a:gridCol>
                <a:gridCol w="447453">
                  <a:extLst>
                    <a:ext uri="{9D8B030D-6E8A-4147-A177-3AD203B41FA5}">
                      <a16:colId xmlns:a16="http://schemas.microsoft.com/office/drawing/2014/main" val="1132400855"/>
                    </a:ext>
                  </a:extLst>
                </a:gridCol>
                <a:gridCol w="447453">
                  <a:extLst>
                    <a:ext uri="{9D8B030D-6E8A-4147-A177-3AD203B41FA5}">
                      <a16:colId xmlns:a16="http://schemas.microsoft.com/office/drawing/2014/main" val="1726571151"/>
                    </a:ext>
                  </a:extLst>
                </a:gridCol>
              </a:tblGrid>
              <a:tr h="302701">
                <a:tc>
                  <a:txBody>
                    <a:bodyPr/>
                    <a:lstStyle/>
                    <a:p>
                      <a:pPr algn="ct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5</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7</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8</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9</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10</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4290449260"/>
                  </a:ext>
                </a:extLst>
              </a:tr>
              <a:tr h="302701">
                <a:tc>
                  <a:txBody>
                    <a:bodyPr/>
                    <a:lstStyle/>
                    <a:p>
                      <a:pPr algn="ctr"/>
                      <a:r>
                        <a:rPr lang="en-US" altLang="zh-TW" sz="1800" b="0" i="1" baseline="0" dirty="0"/>
                        <a:t>l</a:t>
                      </a:r>
                      <a:endParaRPr lang="zh-TW" altLang="en-US" sz="1800" b="0" i="1" baseline="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2</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40056899"/>
                  </a:ext>
                </a:extLst>
              </a:tr>
              <a:tr h="302701">
                <a:tc>
                  <a:txBody>
                    <a:bodyPr/>
                    <a:lstStyle/>
                    <a:p>
                      <a:pPr algn="ctr"/>
                      <a:r>
                        <a:rPr lang="en-US" altLang="zh-TW" sz="1800" b="0" i="1" baseline="0" dirty="0"/>
                        <a:t>c</a:t>
                      </a:r>
                      <a:endParaRPr lang="zh-TW" altLang="en-US" sz="1800" b="0" i="1" baseline="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2</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94857929"/>
                  </a:ext>
                </a:extLst>
              </a:tr>
            </a:tbl>
          </a:graphicData>
        </a:graphic>
      </p:graphicFrame>
      <p:graphicFrame>
        <p:nvGraphicFramePr>
          <p:cNvPr id="9" name="表格 8">
            <a:extLst>
              <a:ext uri="{FF2B5EF4-FFF2-40B4-BE49-F238E27FC236}">
                <a16:creationId xmlns:a16="http://schemas.microsoft.com/office/drawing/2014/main" id="{682C32DC-FE9B-274D-8075-180F84B3BE1C}"/>
              </a:ext>
            </a:extLst>
          </p:cNvPr>
          <p:cNvGraphicFramePr>
            <a:graphicFrameLocks noGrp="1"/>
          </p:cNvGraphicFramePr>
          <p:nvPr>
            <p:extLst>
              <p:ext uri="{D42A27DB-BD31-4B8C-83A1-F6EECF244321}">
                <p14:modId xmlns:p14="http://schemas.microsoft.com/office/powerpoint/2010/main" val="3856606146"/>
              </p:ext>
            </p:extLst>
          </p:nvPr>
        </p:nvGraphicFramePr>
        <p:xfrm>
          <a:off x="1260940" y="5144608"/>
          <a:ext cx="2668704" cy="731520"/>
        </p:xfrm>
        <a:graphic>
          <a:graphicData uri="http://schemas.openxmlformats.org/drawingml/2006/table">
            <a:tbl>
              <a:tblPr firstRow="1" bandRow="1">
                <a:tableStyleId>{5940675A-B579-460E-94D1-54222C63F5DA}</a:tableStyleId>
              </a:tblPr>
              <a:tblGrid>
                <a:gridCol w="444784">
                  <a:extLst>
                    <a:ext uri="{9D8B030D-6E8A-4147-A177-3AD203B41FA5}">
                      <a16:colId xmlns:a16="http://schemas.microsoft.com/office/drawing/2014/main" val="1544179171"/>
                    </a:ext>
                  </a:extLst>
                </a:gridCol>
                <a:gridCol w="444784">
                  <a:extLst>
                    <a:ext uri="{9D8B030D-6E8A-4147-A177-3AD203B41FA5}">
                      <a16:colId xmlns:a16="http://schemas.microsoft.com/office/drawing/2014/main" val="987301053"/>
                    </a:ext>
                  </a:extLst>
                </a:gridCol>
                <a:gridCol w="444784">
                  <a:extLst>
                    <a:ext uri="{9D8B030D-6E8A-4147-A177-3AD203B41FA5}">
                      <a16:colId xmlns:a16="http://schemas.microsoft.com/office/drawing/2014/main" val="334303599"/>
                    </a:ext>
                  </a:extLst>
                </a:gridCol>
                <a:gridCol w="444784">
                  <a:extLst>
                    <a:ext uri="{9D8B030D-6E8A-4147-A177-3AD203B41FA5}">
                      <a16:colId xmlns:a16="http://schemas.microsoft.com/office/drawing/2014/main" val="733640701"/>
                    </a:ext>
                  </a:extLst>
                </a:gridCol>
                <a:gridCol w="444784">
                  <a:extLst>
                    <a:ext uri="{9D8B030D-6E8A-4147-A177-3AD203B41FA5}">
                      <a16:colId xmlns:a16="http://schemas.microsoft.com/office/drawing/2014/main" val="498899334"/>
                    </a:ext>
                  </a:extLst>
                </a:gridCol>
                <a:gridCol w="444784">
                  <a:extLst>
                    <a:ext uri="{9D8B030D-6E8A-4147-A177-3AD203B41FA5}">
                      <a16:colId xmlns:a16="http://schemas.microsoft.com/office/drawing/2014/main" val="3476942430"/>
                    </a:ext>
                  </a:extLst>
                </a:gridCol>
              </a:tblGrid>
              <a:tr h="302701">
                <a:tc>
                  <a:txBody>
                    <a:bodyPr/>
                    <a:lstStyle/>
                    <a:p>
                      <a:pPr algn="ctr"/>
                      <a:r>
                        <a:rPr lang="en-US" altLang="zh-TW" sz="1800" b="0" dirty="0"/>
                        <a:t>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3</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4</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5</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6</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4290449260"/>
                  </a:ext>
                </a:extLst>
              </a:tr>
              <a:tr h="302701">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extLst>
                  <a:ext uri="{0D108BD9-81ED-4DB2-BD59-A6C34878D82A}">
                    <a16:rowId xmlns:a16="http://schemas.microsoft.com/office/drawing/2014/main" val="740056899"/>
                  </a:ext>
                </a:extLst>
              </a:tr>
            </a:tbl>
          </a:graphicData>
        </a:graphic>
      </p:graphicFrame>
      <p:graphicFrame>
        <p:nvGraphicFramePr>
          <p:cNvPr id="4" name="表格 3">
            <a:extLst>
              <a:ext uri="{FF2B5EF4-FFF2-40B4-BE49-F238E27FC236}">
                <a16:creationId xmlns:a16="http://schemas.microsoft.com/office/drawing/2014/main" id="{38A3E2A7-E6A7-FC4B-8369-2354529313BF}"/>
              </a:ext>
            </a:extLst>
          </p:cNvPr>
          <p:cNvGraphicFramePr>
            <a:graphicFrameLocks noGrp="1"/>
          </p:cNvGraphicFramePr>
          <p:nvPr>
            <p:extLst>
              <p:ext uri="{D42A27DB-BD31-4B8C-83A1-F6EECF244321}">
                <p14:modId xmlns:p14="http://schemas.microsoft.com/office/powerpoint/2010/main" val="2607285420"/>
              </p:ext>
            </p:extLst>
          </p:nvPr>
        </p:nvGraphicFramePr>
        <p:xfrm>
          <a:off x="4050932" y="5144608"/>
          <a:ext cx="2668704" cy="731520"/>
        </p:xfrm>
        <a:graphic>
          <a:graphicData uri="http://schemas.openxmlformats.org/drawingml/2006/table">
            <a:tbl>
              <a:tblPr firstRow="1" bandRow="1">
                <a:tableStyleId>{5940675A-B579-460E-94D1-54222C63F5DA}</a:tableStyleId>
              </a:tblPr>
              <a:tblGrid>
                <a:gridCol w="444784">
                  <a:extLst>
                    <a:ext uri="{9D8B030D-6E8A-4147-A177-3AD203B41FA5}">
                      <a16:colId xmlns:a16="http://schemas.microsoft.com/office/drawing/2014/main" val="105889544"/>
                    </a:ext>
                  </a:extLst>
                </a:gridCol>
                <a:gridCol w="444784">
                  <a:extLst>
                    <a:ext uri="{9D8B030D-6E8A-4147-A177-3AD203B41FA5}">
                      <a16:colId xmlns:a16="http://schemas.microsoft.com/office/drawing/2014/main" val="2817102213"/>
                    </a:ext>
                  </a:extLst>
                </a:gridCol>
                <a:gridCol w="444784">
                  <a:extLst>
                    <a:ext uri="{9D8B030D-6E8A-4147-A177-3AD203B41FA5}">
                      <a16:colId xmlns:a16="http://schemas.microsoft.com/office/drawing/2014/main" val="2870380124"/>
                    </a:ext>
                  </a:extLst>
                </a:gridCol>
                <a:gridCol w="444784">
                  <a:extLst>
                    <a:ext uri="{9D8B030D-6E8A-4147-A177-3AD203B41FA5}">
                      <a16:colId xmlns:a16="http://schemas.microsoft.com/office/drawing/2014/main" val="1686112445"/>
                    </a:ext>
                  </a:extLst>
                </a:gridCol>
                <a:gridCol w="444784">
                  <a:extLst>
                    <a:ext uri="{9D8B030D-6E8A-4147-A177-3AD203B41FA5}">
                      <a16:colId xmlns:a16="http://schemas.microsoft.com/office/drawing/2014/main" val="622260507"/>
                    </a:ext>
                  </a:extLst>
                </a:gridCol>
                <a:gridCol w="444784">
                  <a:extLst>
                    <a:ext uri="{9D8B030D-6E8A-4147-A177-3AD203B41FA5}">
                      <a16:colId xmlns:a16="http://schemas.microsoft.com/office/drawing/2014/main" val="1698911299"/>
                    </a:ext>
                  </a:extLst>
                </a:gridCol>
              </a:tblGrid>
              <a:tr h="302701">
                <a:tc>
                  <a:txBody>
                    <a:bodyPr/>
                    <a:lstStyle/>
                    <a:p>
                      <a:pPr algn="ctr"/>
                      <a:r>
                        <a:rPr lang="en-US" altLang="zh-TW" sz="1800" b="0" dirty="0"/>
                        <a:t>7</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8</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9</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10</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11</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1800" b="0" dirty="0"/>
                        <a:t>12</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2735872861"/>
                  </a:ext>
                </a:extLst>
              </a:tr>
              <a:tr h="302701">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B</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sz="1800" b="0" dirty="0"/>
                        <a:t>A</a:t>
                      </a:r>
                      <a:endParaRPr lang="zh-TW" altLang="en-US"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800" b="0" dirty="0"/>
                        <a:t>C</a:t>
                      </a:r>
                      <a:endParaRPr lang="zh-TW" altLang="en-US" sz="1800" b="0"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extLst>
                  <a:ext uri="{0D108BD9-81ED-4DB2-BD59-A6C34878D82A}">
                    <a16:rowId xmlns:a16="http://schemas.microsoft.com/office/drawing/2014/main" val="18860094"/>
                  </a:ext>
                </a:extLst>
              </a:tr>
            </a:tbl>
          </a:graphicData>
        </a:graphic>
      </p:graphicFrame>
      <p:pic>
        <p:nvPicPr>
          <p:cNvPr id="10" name="圖片 9">
            <a:extLst>
              <a:ext uri="{FF2B5EF4-FFF2-40B4-BE49-F238E27FC236}">
                <a16:creationId xmlns:a16="http://schemas.microsoft.com/office/drawing/2014/main" id="{8602D5B5-012B-2F42-A688-DF39EF6D3E8D}"/>
              </a:ext>
            </a:extLst>
          </p:cNvPr>
          <p:cNvPicPr>
            <a:picLocks noChangeAspect="1"/>
          </p:cNvPicPr>
          <p:nvPr/>
        </p:nvPicPr>
        <p:blipFill>
          <a:blip r:embed="rId2"/>
          <a:stretch>
            <a:fillRect/>
          </a:stretch>
        </p:blipFill>
        <p:spPr>
          <a:xfrm>
            <a:off x="7263664" y="1712024"/>
            <a:ext cx="4368800" cy="3251200"/>
          </a:xfrm>
          <a:prstGeom prst="rect">
            <a:avLst/>
          </a:prstGeom>
        </p:spPr>
      </p:pic>
    </p:spTree>
    <p:extLst>
      <p:ext uri="{BB962C8B-B14F-4D97-AF65-F5344CB8AC3E}">
        <p14:creationId xmlns:p14="http://schemas.microsoft.com/office/powerpoint/2010/main" val="3335804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hank you for listening"/>
          <p:cNvSpPr txBox="1">
            <a:spLocks noGrp="1"/>
          </p:cNvSpPr>
          <p:nvPr>
            <p:ph type="title"/>
          </p:nvPr>
        </p:nvSpPr>
        <p:spPr>
          <a:xfrm>
            <a:off x="844550" y="2857500"/>
            <a:ext cx="10502900" cy="1143000"/>
          </a:xfrm>
          <a:prstGeom prst="rect">
            <a:avLst/>
          </a:prstGeom>
        </p:spPr>
        <p:txBody>
          <a:bodyPr/>
          <a:lstStyle/>
          <a:p>
            <a:pPr algn="ctr"/>
            <a:r>
              <a:rPr dirty="0"/>
              <a:t>Thank you for listening</a:t>
            </a:r>
          </a:p>
        </p:txBody>
      </p:sp>
      <p:sp>
        <p:nvSpPr>
          <p:cNvPr id="305" name="幻燈片編號"/>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12</a:t>
            </a:fld>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13</a:t>
            </a:fld>
            <a:endParaRPr kumimoji="1" lang="zh-TW" altLang="en-US"/>
          </a:p>
        </p:txBody>
      </p:sp>
    </p:spTree>
    <p:extLst>
      <p:ext uri="{BB962C8B-B14F-4D97-AF65-F5344CB8AC3E}">
        <p14:creationId xmlns:p14="http://schemas.microsoft.com/office/powerpoint/2010/main" val="424397178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3134</TotalTime>
  <Words>1753</Words>
  <Application>Microsoft Office PowerPoint</Application>
  <PresentationFormat>寬螢幕</PresentationFormat>
  <Paragraphs>1257</Paragraphs>
  <Slides>14</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14</vt:i4>
      </vt:variant>
    </vt:vector>
  </HeadingPairs>
  <TitlesOfParts>
    <vt:vector size="20" baseType="lpstr">
      <vt:lpstr>Menlo</vt:lpstr>
      <vt:lpstr>Arial</vt:lpstr>
      <vt:lpstr>Calibri</vt:lpstr>
      <vt:lpstr>Rockwell</vt:lpstr>
      <vt:lpstr>Times New Roman</vt:lpstr>
      <vt:lpstr>Office 佈景主題</vt:lpstr>
      <vt:lpstr>An Efficient Algorithm for the Longest Tandem Scattered Subsequence Problem</vt:lpstr>
      <vt:lpstr>Abstract</vt:lpstr>
      <vt:lpstr>Outline</vt:lpstr>
      <vt:lpstr>Longest Tandem Subsequence (LTS)</vt:lpstr>
      <vt:lpstr>fk(i, j)</vt:lpstr>
      <vt:lpstr>dk(i, j)</vt:lpstr>
      <vt:lpstr>Property 1</vt:lpstr>
      <vt:lpstr>Property 2 &amp; ak(i)</vt:lpstr>
      <vt:lpstr>LTSsplit Algorithm</vt:lpstr>
      <vt:lpstr>Corollary 1</vt:lpstr>
      <vt:lpstr>Step1. Compute A1~n</vt:lpstr>
      <vt:lpstr>Step2. Determine an LTSsplit index l</vt:lpstr>
      <vt:lpstr>Thank you for listening</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pplab</cp:lastModifiedBy>
  <cp:revision>23</cp:revision>
  <dcterms:created xsi:type="dcterms:W3CDTF">2021-03-28T03:57:23Z</dcterms:created>
  <dcterms:modified xsi:type="dcterms:W3CDTF">2021-10-13T11:27:08Z</dcterms:modified>
</cp:coreProperties>
</file>