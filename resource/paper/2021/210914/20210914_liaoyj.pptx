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1" r:id="rId3"/>
    <p:sldId id="295" r:id="rId4"/>
    <p:sldId id="267" r:id="rId5"/>
    <p:sldId id="284" r:id="rId6"/>
    <p:sldId id="298" r:id="rId7"/>
    <p:sldId id="296" r:id="rId8"/>
    <p:sldId id="297" r:id="rId9"/>
    <p:sldId id="28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6124-B188-40A6-AAC3-A07766CED0FF}" v="3" dt="2021-09-14T03:55:02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90030" autoAdjust="0"/>
  </p:normalViewPr>
  <p:slideViewPr>
    <p:cSldViewPr snapToGrid="0">
      <p:cViewPr varScale="1">
        <p:scale>
          <a:sx n="102" d="100"/>
          <a:sy n="102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3FEF6124-B188-40A6-AAC3-A07766CED0FF}"/>
    <pc:docChg chg="undo custSel addSld delSld modSld">
      <pc:chgData name="郁儒 廖" userId="189a1d031aa848d3" providerId="LiveId" clId="{3FEF6124-B188-40A6-AAC3-A07766CED0FF}" dt="2021-09-14T03:55:31.133" v="57" actId="478"/>
      <pc:docMkLst>
        <pc:docMk/>
      </pc:docMkLst>
      <pc:sldChg chg="addSp delSp modSp mod modNotesTx">
        <pc:chgData name="郁儒 廖" userId="189a1d031aa848d3" providerId="LiveId" clId="{3FEF6124-B188-40A6-AAC3-A07766CED0FF}" dt="2021-09-13T14:39:34.378" v="10" actId="20577"/>
        <pc:sldMkLst>
          <pc:docMk/>
          <pc:sldMk cId="3645379356" sldId="282"/>
        </pc:sldMkLst>
        <pc:spChg chg="add del">
          <ac:chgData name="郁儒 廖" userId="189a1d031aa848d3" providerId="LiveId" clId="{3FEF6124-B188-40A6-AAC3-A07766CED0FF}" dt="2021-09-13T14:27:47.671" v="4" actId="478"/>
          <ac:spMkLst>
            <pc:docMk/>
            <pc:sldMk cId="3645379356" sldId="282"/>
            <ac:spMk id="3" creationId="{DB74A480-78FA-4A4E-839B-AD0A432D8B1C}"/>
          </ac:spMkLst>
        </pc:spChg>
        <pc:picChg chg="mod">
          <ac:chgData name="郁儒 廖" userId="189a1d031aa848d3" providerId="LiveId" clId="{3FEF6124-B188-40A6-AAC3-A07766CED0FF}" dt="2021-09-13T14:25:01.261" v="2" actId="1076"/>
          <ac:picMkLst>
            <pc:docMk/>
            <pc:sldMk cId="3645379356" sldId="282"/>
            <ac:picMk id="4" creationId="{A30EF20F-FE81-4020-AB2B-19FBBEB3E088}"/>
          </ac:picMkLst>
        </pc:picChg>
      </pc:sldChg>
      <pc:sldChg chg="modSp mod">
        <pc:chgData name="郁儒 廖" userId="189a1d031aa848d3" providerId="LiveId" clId="{3FEF6124-B188-40A6-AAC3-A07766CED0FF}" dt="2021-09-13T14:39:01.359" v="9" actId="20577"/>
        <pc:sldMkLst>
          <pc:docMk/>
          <pc:sldMk cId="443775147" sldId="297"/>
        </pc:sldMkLst>
        <pc:spChg chg="mod">
          <ac:chgData name="郁儒 廖" userId="189a1d031aa848d3" providerId="LiveId" clId="{3FEF6124-B188-40A6-AAC3-A07766CED0FF}" dt="2021-09-13T14:39:01.359" v="9" actId="20577"/>
          <ac:spMkLst>
            <pc:docMk/>
            <pc:sldMk cId="443775147" sldId="297"/>
            <ac:spMk id="8" creationId="{1909E600-E9C2-426F-B389-A7831AB4F469}"/>
          </ac:spMkLst>
        </pc:spChg>
      </pc:sldChg>
      <pc:sldChg chg="addSp delSp modSp add mod modShow">
        <pc:chgData name="郁儒 廖" userId="189a1d031aa848d3" providerId="LiveId" clId="{3FEF6124-B188-40A6-AAC3-A07766CED0FF}" dt="2021-09-14T03:55:31.133" v="57" actId="478"/>
        <pc:sldMkLst>
          <pc:docMk/>
          <pc:sldMk cId="1434439960" sldId="298"/>
        </pc:sldMkLst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6" creationId="{4B477D6F-A933-4717-93C3-3EB15245BC8D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8" creationId="{3864A82C-8124-4C91-B70C-703239F53F7A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9" creationId="{81E29B77-363F-4D5B-913C-3DFE08EF4295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0" creationId="{2A8FDCF6-F8CD-49EF-99E4-42FF1DB1B879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1" creationId="{693479F5-C57E-4944-A0C4-212B74097F68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2" creationId="{9D3997BA-2FE4-4A6B-B647-A8989E3F4787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3" creationId="{8A225805-1E95-4468-B2C7-9892A4B87A4D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4" creationId="{F2ABAE4F-860D-4D9E-9BFD-E65FD4C854A4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5" creationId="{F301246A-9421-4F17-822F-F16A82FAE1BF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6" creationId="{74539933-EFB9-43C4-8DB6-85742A7AB4A1}"/>
          </ac:spMkLst>
        </pc:spChg>
        <pc:spChg chg="del">
          <ac:chgData name="郁儒 廖" userId="189a1d031aa848d3" providerId="LiveId" clId="{3FEF6124-B188-40A6-AAC3-A07766CED0FF}" dt="2021-09-13T15:56:10.173" v="12" actId="478"/>
          <ac:spMkLst>
            <pc:docMk/>
            <pc:sldMk cId="1434439960" sldId="298"/>
            <ac:spMk id="17" creationId="{84AEEB65-FFA7-48CD-84C5-D967BE66FF13}"/>
          </ac:spMkLst>
        </pc:spChg>
        <pc:picChg chg="add mod">
          <ac:chgData name="郁儒 廖" userId="189a1d031aa848d3" providerId="LiveId" clId="{3FEF6124-B188-40A6-AAC3-A07766CED0FF}" dt="2021-09-14T03:51:58.844" v="47" actId="1076"/>
          <ac:picMkLst>
            <pc:docMk/>
            <pc:sldMk cId="1434439960" sldId="298"/>
            <ac:picMk id="4" creationId="{D1D09218-1F7A-450F-87EE-9BC63A232F80}"/>
          </ac:picMkLst>
        </pc:picChg>
        <pc:picChg chg="del">
          <ac:chgData name="郁儒 廖" userId="189a1d031aa848d3" providerId="LiveId" clId="{3FEF6124-B188-40A6-AAC3-A07766CED0FF}" dt="2021-09-13T15:56:10.173" v="12" actId="478"/>
          <ac:picMkLst>
            <pc:docMk/>
            <pc:sldMk cId="1434439960" sldId="298"/>
            <ac:picMk id="5" creationId="{840215F7-64B3-4261-A89D-D3B4C15EC0F7}"/>
          </ac:picMkLst>
        </pc:picChg>
        <pc:picChg chg="add mod">
          <ac:chgData name="郁儒 廖" userId="189a1d031aa848d3" providerId="LiveId" clId="{3FEF6124-B188-40A6-AAC3-A07766CED0FF}" dt="2021-09-14T03:53:01.755" v="49" actId="1076"/>
          <ac:picMkLst>
            <pc:docMk/>
            <pc:sldMk cId="1434439960" sldId="298"/>
            <ac:picMk id="18" creationId="{EDD4999D-AA10-4B87-8EC0-3ACBCBC81DE2}"/>
          </ac:picMkLst>
        </pc:picChg>
        <pc:picChg chg="add mod">
          <ac:chgData name="郁儒 廖" userId="189a1d031aa848d3" providerId="LiveId" clId="{3FEF6124-B188-40A6-AAC3-A07766CED0FF}" dt="2021-09-14T03:53:29.507" v="51" actId="1076"/>
          <ac:picMkLst>
            <pc:docMk/>
            <pc:sldMk cId="1434439960" sldId="298"/>
            <ac:picMk id="20" creationId="{E7FC38BF-ED72-4202-B52B-34DB1AB57BA3}"/>
          </ac:picMkLst>
        </pc:picChg>
        <pc:picChg chg="add del mod modCrop">
          <ac:chgData name="郁儒 廖" userId="189a1d031aa848d3" providerId="LiveId" clId="{3FEF6124-B188-40A6-AAC3-A07766CED0FF}" dt="2021-09-14T03:55:31.133" v="57" actId="478"/>
          <ac:picMkLst>
            <pc:docMk/>
            <pc:sldMk cId="1434439960" sldId="298"/>
            <ac:picMk id="21" creationId="{E7E6835E-960D-4FDD-8B21-6E72B9EB0A93}"/>
          </ac:picMkLst>
        </pc:picChg>
      </pc:sldChg>
      <pc:sldChg chg="addSp delSp modSp new del mod">
        <pc:chgData name="郁儒 廖" userId="189a1d031aa848d3" providerId="LiveId" clId="{3FEF6124-B188-40A6-AAC3-A07766CED0FF}" dt="2021-09-14T03:19:25.945" v="44" actId="47"/>
        <pc:sldMkLst>
          <pc:docMk/>
          <pc:sldMk cId="2175858924" sldId="299"/>
        </pc:sldMkLst>
        <pc:spChg chg="del">
          <ac:chgData name="郁儒 廖" userId="189a1d031aa848d3" providerId="LiveId" clId="{3FEF6124-B188-40A6-AAC3-A07766CED0FF}" dt="2021-09-14T03:17:04.140" v="17" actId="3680"/>
          <ac:spMkLst>
            <pc:docMk/>
            <pc:sldMk cId="2175858924" sldId="299"/>
            <ac:spMk id="3" creationId="{1B89B75D-E908-4BA6-AF36-9693A78A52C3}"/>
          </ac:spMkLst>
        </pc:spChg>
        <pc:graphicFrameChg chg="add mod ord modGraphic">
          <ac:chgData name="郁儒 廖" userId="189a1d031aa848d3" providerId="LiveId" clId="{3FEF6124-B188-40A6-AAC3-A07766CED0FF}" dt="2021-09-14T03:17:58.070" v="43" actId="20577"/>
          <ac:graphicFrameMkLst>
            <pc:docMk/>
            <pc:sldMk cId="2175858924" sldId="299"/>
            <ac:graphicFrameMk id="4" creationId="{73CD7869-53C8-44AB-A112-E592484113C5}"/>
          </ac:graphicFrameMkLst>
        </pc:graphicFrameChg>
      </pc:sldChg>
    </pc:docChg>
  </pc:docChgLst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093E5-9E32-46CB-9BD1-CF3DC61B1798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738E-A880-49BD-B814-06B562C38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945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451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036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545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676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757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6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00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3574"/>
            <a:ext cx="9144000" cy="136687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Periodicity in rectangular arrays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1792"/>
            <a:ext cx="9144000" cy="1177017"/>
          </a:xfrm>
        </p:spPr>
        <p:txBody>
          <a:bodyPr>
            <a:normAutofit/>
          </a:bodyPr>
          <a:lstStyle/>
          <a:p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uilhem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Gamard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Gwenaël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Richomme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Jeffrey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Shallit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Taylor J. Smith </a:t>
            </a:r>
          </a:p>
          <a:p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118, February 2017, Pages 58-63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 Liao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Date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Sep.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>
                <a:latin typeface="Times New Roman" panose="02020603050405020304" pitchFamily="18" charset="0"/>
                <a:cs typeface="Times New Roman" panose="02020603050405020304" pitchFamily="18" charset="0"/>
              </a:rPr>
              <a:t>14,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927" y="1524295"/>
            <a:ext cx="1077287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discuss several two-dimensional generalizations of the familiar Lyndon–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Schützenberger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periodicity theorem for words. We consider the notion of primitive array (as one that cannot be expressed as the repetition of smaller arrays). We count the number of m × n arrays that are primitive. Finally, we show that one can test primitivity and compute the primitive root of an array in linear time.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482F5047-3CE3-4B81-972F-E02DD41400A7}"/>
              </a:ext>
            </a:extLst>
          </p:cNvPr>
          <p:cNvSpPr txBox="1"/>
          <p:nvPr/>
        </p:nvSpPr>
        <p:spPr>
          <a:xfrm>
            <a:off x="1536055" y="3547506"/>
            <a:ext cx="1781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 arrays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05A18DE-331C-46AF-A0C2-D2B4DDE4E35A}"/>
              </a:ext>
            </a:extLst>
          </p:cNvPr>
          <p:cNvSpPr txBox="1"/>
          <p:nvPr/>
        </p:nvSpPr>
        <p:spPr>
          <a:xfrm>
            <a:off x="1540841" y="1856140"/>
            <a:ext cx="1781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G</a:t>
            </a:r>
            <a:endParaRPr lang="zh-TW" altLang="en-US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FC6CFB6-9466-4E5C-8566-D18535689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667" y="1697758"/>
            <a:ext cx="5562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7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482F5047-3CE3-4B81-972F-E02DD41400A7}"/>
              </a:ext>
            </a:extLst>
          </p:cNvPr>
          <p:cNvSpPr txBox="1"/>
          <p:nvPr/>
        </p:nvSpPr>
        <p:spPr>
          <a:xfrm>
            <a:off x="1536055" y="3547506"/>
            <a:ext cx="1781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arrays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05A18DE-331C-46AF-A0C2-D2B4DDE4E35A}"/>
              </a:ext>
            </a:extLst>
          </p:cNvPr>
          <p:cNvSpPr txBox="1"/>
          <p:nvPr/>
        </p:nvSpPr>
        <p:spPr>
          <a:xfrm>
            <a:off x="1540841" y="1856140"/>
            <a:ext cx="1781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G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C62FDAF-D037-425C-9112-47ED16028E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809"/>
          <a:stretch/>
        </p:blipFill>
        <p:spPr>
          <a:xfrm>
            <a:off x="2005700" y="3429000"/>
            <a:ext cx="1196665" cy="10668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F327BA9-A571-4283-8BA7-B53CD3E8A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115" y="1875427"/>
            <a:ext cx="1238250" cy="10287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4BB2AA3-5455-42DA-AC21-5B2632EEE0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08"/>
          <a:stretch/>
        </p:blipFill>
        <p:spPr>
          <a:xfrm>
            <a:off x="2121056" y="4714105"/>
            <a:ext cx="1196665" cy="1066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21CE05B-922E-4A96-A08A-5585E0E69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544" y="3643312"/>
            <a:ext cx="1009650" cy="63817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7EFC018-D2D7-49D8-9812-4FC121871E35}"/>
              </a:ext>
            </a:extLst>
          </p:cNvPr>
          <p:cNvSpPr txBox="1"/>
          <p:nvPr/>
        </p:nvSpPr>
        <p:spPr>
          <a:xfrm>
            <a:off x="3689453" y="3700789"/>
            <a:ext cx="39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=</a:t>
            </a:r>
            <a:endParaRPr lang="zh-TW" altLang="en-US" sz="3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F7ABFF0-A9F6-4D4F-B82D-C2522B165C2E}"/>
              </a:ext>
            </a:extLst>
          </p:cNvPr>
          <p:cNvSpPr txBox="1"/>
          <p:nvPr/>
        </p:nvSpPr>
        <p:spPr>
          <a:xfrm>
            <a:off x="3689452" y="4843004"/>
            <a:ext cx="394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=</a:t>
            </a:r>
            <a:endParaRPr lang="zh-TW" altLang="en-US" sz="32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7A4FEFE-8420-4A8E-BF28-810F02311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544" y="5014142"/>
            <a:ext cx="10668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the number of primitive roots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7CE223-B1F6-41B8-846E-B5526A728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467" y="1690688"/>
            <a:ext cx="7020060" cy="3076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B477D6F-A933-4717-93C3-3EB15245BC8D}"/>
                  </a:ext>
                </a:extLst>
              </p:cNvPr>
              <p:cNvSpPr txBox="1"/>
              <p:nvPr/>
            </p:nvSpPr>
            <p:spPr>
              <a:xfrm>
                <a:off x="1743956" y="4767099"/>
                <a:ext cx="5401559" cy="1539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Ex:   </a:t>
                </a:r>
                <a:r>
                  <a:rPr lang="en-US" altLang="zh-TW" dirty="0"/>
                  <a:t>K = 2, n = 2</a:t>
                </a:r>
              </a:p>
              <a:p>
                <a:r>
                  <a:rPr lang="en-US" altLang="zh-TW" dirty="0"/>
                  <a:t>    	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TW" b="0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(2)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TW" alt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"/>
                            <m:endChr m:val="|"/>
                            <m:ctrlPr>
                              <a:rPr lang="zh-TW" alt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zh-TW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2/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</m:oMath>
                </a14:m>
                <a:endParaRPr lang="en-US" altLang="zh-TW" dirty="0"/>
              </a:p>
              <a:p>
                <a:r>
                  <a:rPr lang="zh-TW" altLang="en-US" dirty="0"/>
                  <a:t>               </a:t>
                </a:r>
                <a:r>
                  <a:rPr lang="en-US" altLang="zh-TW" dirty="0"/>
                  <a:t>	           =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baseline="30000" dirty="0"/>
                  <a:t>2 </a:t>
                </a:r>
                <a:r>
                  <a:rPr lang="en-US" altLang="zh-TW" dirty="0"/>
                  <a:t>+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=4 −2=2</m:t>
                    </m:r>
                  </m:oMath>
                </a14:m>
                <a:endParaRPr lang="en-US" altLang="zh-TW" b="0" dirty="0"/>
              </a:p>
              <a:p>
                <a:endParaRPr lang="en-US" altLang="zh-TW" baseline="30000" dirty="0"/>
              </a:p>
              <a:p>
                <a:r>
                  <a:rPr lang="en-US" altLang="zh-TW" dirty="0"/>
                  <a:t>     # </a:t>
                </a:r>
                <a:r>
                  <a:rPr lang="en-US" altLang="zh-TW" sz="2000" dirty="0"/>
                  <a:t>{“ab” , ”</a:t>
                </a:r>
                <a:r>
                  <a:rPr lang="en-US" altLang="zh-TW" sz="2000" dirty="0" err="1"/>
                  <a:t>ba</a:t>
                </a:r>
                <a:r>
                  <a:rPr lang="en-US" altLang="zh-TW" sz="2000" dirty="0"/>
                  <a:t>”}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B477D6F-A933-4717-93C3-3EB15245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956" y="4767099"/>
                <a:ext cx="5401559" cy="1539589"/>
              </a:xfrm>
              <a:prstGeom prst="rect">
                <a:avLst/>
              </a:prstGeom>
              <a:blipFill>
                <a:blip r:embed="rId4"/>
                <a:stretch>
                  <a:fillRect l="-1693" t="-4743" b="-5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44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the number of primitive arrays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D09218-1F7A-450F-87EE-9BC63A232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378" y="1574672"/>
            <a:ext cx="4567093" cy="466945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DD4999D-AA10-4B87-8EC0-3ACBCBC81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947" y="1894837"/>
            <a:ext cx="2247900" cy="44767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7FC38BF-ED72-4202-B52B-34DB1AB57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947" y="2587568"/>
            <a:ext cx="39433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3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the number of primitive arrays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B477D6F-A933-4717-93C3-3EB15245BC8D}"/>
                  </a:ext>
                </a:extLst>
              </p:cNvPr>
              <p:cNvSpPr txBox="1"/>
              <p:nvPr/>
            </p:nvSpPr>
            <p:spPr>
              <a:xfrm>
                <a:off x="1838224" y="2843213"/>
                <a:ext cx="5401559" cy="2170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/>
                  <a:t>Ex:</a:t>
                </a:r>
              </a:p>
              <a:p>
                <a:r>
                  <a:rPr lang="en-US" altLang="zh-TW" sz="2400" dirty="0"/>
                  <a:t>   </a:t>
                </a:r>
                <a:r>
                  <a:rPr lang="en-US" altLang="zh-TW" dirty="0"/>
                  <a:t>K = 2, n = 2, m = 2</a:t>
                </a:r>
              </a:p>
              <a:p>
                <a:r>
                  <a:rPr lang="en-US" altLang="zh-TW" dirty="0"/>
                  <a:t>   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TW" b="0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(2)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TW" alt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"/>
                            <m:endChr m:val="|"/>
                            <m:ctrlPr>
                              <a:rPr lang="zh-TW" alt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zh-TW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supHide m:val="on"/>
                            <m:ctrlPr>
                              <a:rPr lang="zh-TW" alt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"/>
                                <m:endChr m:val="|"/>
                                <m:ctrlPr>
                                  <a:rPr lang="zh-TW" alt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TW" altLang="en-US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zh-TW" alt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/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nary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b="0" i="1" baseline="-2500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4/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US" altLang="zh-TW" dirty="0"/>
              </a:p>
              <a:p>
                <a:r>
                  <a:rPr lang="zh-TW" altLang="en-US" dirty="0"/>
                  <a:t>               </a:t>
                </a:r>
                <a:r>
                  <a:rPr lang="en-US" altLang="zh-TW" dirty="0"/>
                  <a:t>= 1*1*2</a:t>
                </a:r>
                <a:r>
                  <a:rPr lang="en-US" altLang="zh-TW" baseline="30000" dirty="0"/>
                  <a:t>4 </a:t>
                </a:r>
                <a:r>
                  <a:rPr lang="en-US" altLang="zh-TW" dirty="0"/>
                  <a:t>+ 1*(-1)*2</a:t>
                </a:r>
                <a:r>
                  <a:rPr lang="en-US" altLang="zh-TW" baseline="30000" dirty="0"/>
                  <a:t>2 </a:t>
                </a:r>
                <a:r>
                  <a:rPr lang="en-US" altLang="zh-TW" dirty="0"/>
                  <a:t>+</a:t>
                </a:r>
                <a:r>
                  <a:rPr lang="en-US" altLang="zh-TW" baseline="30000" dirty="0"/>
                  <a:t> </a:t>
                </a:r>
                <a:r>
                  <a:rPr lang="en-US" altLang="zh-TW" dirty="0"/>
                  <a:t>(-1)*1*2</a:t>
                </a:r>
                <a:r>
                  <a:rPr lang="en-US" altLang="zh-TW" baseline="30000" dirty="0"/>
                  <a:t>2 </a:t>
                </a:r>
                <a:r>
                  <a:rPr lang="en-US" altLang="zh-TW" dirty="0"/>
                  <a:t>+ (-1)*(-1)*2</a:t>
                </a:r>
                <a:endParaRPr lang="en-US" altLang="zh-TW" baseline="30000" dirty="0"/>
              </a:p>
              <a:p>
                <a:r>
                  <a:rPr lang="en-US" altLang="zh-TW" baseline="30000" dirty="0"/>
                  <a:t>                       </a:t>
                </a:r>
                <a:r>
                  <a:rPr lang="en-US" altLang="zh-TW" dirty="0"/>
                  <a:t>= 10</a:t>
                </a:r>
              </a:p>
              <a:p>
                <a:r>
                  <a:rPr lang="en-US" altLang="zh-TW" dirty="0"/>
                  <a:t>     #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B477D6F-A933-4717-93C3-3EB15245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224" y="2843213"/>
                <a:ext cx="5401559" cy="2170402"/>
              </a:xfrm>
              <a:prstGeom prst="rect">
                <a:avLst/>
              </a:prstGeom>
              <a:blipFill>
                <a:blip r:embed="rId3"/>
                <a:stretch>
                  <a:fillRect l="-1242" t="-1404" b="-22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840215F7-64B3-4261-A89D-D3B4C15EC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929" y="1690688"/>
            <a:ext cx="5772150" cy="1152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864A82C-8124-4C91-B70C-703239F53F7A}"/>
                  </a:ext>
                </a:extLst>
              </p:cNvPr>
              <p:cNvSpPr txBox="1"/>
              <p:nvPr/>
            </p:nvSpPr>
            <p:spPr>
              <a:xfrm>
                <a:off x="2743200" y="4779897"/>
                <a:ext cx="805862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zh-TW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zh-TW" alt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864A82C-8124-4C91-B70C-703239F53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779897"/>
                <a:ext cx="805862" cy="5193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1E29B77-363F-4D5B-913C-3DFE08EF4295}"/>
                  </a:ext>
                </a:extLst>
              </p:cNvPr>
              <p:cNvSpPr txBox="1"/>
              <p:nvPr/>
            </p:nvSpPr>
            <p:spPr>
              <a:xfrm>
                <a:off x="3546049" y="4779897"/>
                <a:ext cx="792396" cy="519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zh-TW" altLang="en-US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1E29B77-363F-4D5B-913C-3DFE08EF4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049" y="4779897"/>
                <a:ext cx="792396" cy="5193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A8FDCF6-F8CD-49EF-99E4-42FF1DB1B879}"/>
                  </a:ext>
                </a:extLst>
              </p:cNvPr>
              <p:cNvSpPr txBox="1"/>
              <p:nvPr/>
            </p:nvSpPr>
            <p:spPr>
              <a:xfrm>
                <a:off x="4368310" y="4779897"/>
                <a:ext cx="792396" cy="5193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A8FDCF6-F8CD-49EF-99E4-42FF1DB1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310" y="4779897"/>
                <a:ext cx="792396" cy="5193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93479F5-C57E-4944-A0C4-212B74097F68}"/>
                  </a:ext>
                </a:extLst>
              </p:cNvPr>
              <p:cNvSpPr txBox="1"/>
              <p:nvPr/>
            </p:nvSpPr>
            <p:spPr>
              <a:xfrm>
                <a:off x="5269955" y="4779897"/>
                <a:ext cx="792396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93479F5-C57E-4944-A0C4-212B74097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955" y="4779897"/>
                <a:ext cx="792396" cy="5193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D3997BA-2FE4-4A6B-B647-A8989E3F4787}"/>
                  </a:ext>
                </a:extLst>
              </p:cNvPr>
              <p:cNvSpPr txBox="1"/>
              <p:nvPr/>
            </p:nvSpPr>
            <p:spPr>
              <a:xfrm>
                <a:off x="6187171" y="4755861"/>
                <a:ext cx="792396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D3997BA-2FE4-4A6B-B647-A8989E3F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171" y="4755861"/>
                <a:ext cx="792396" cy="5193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A225805-1E95-4468-B2C7-9892A4B87A4D}"/>
                  </a:ext>
                </a:extLst>
              </p:cNvPr>
              <p:cNvSpPr txBox="1"/>
              <p:nvPr/>
            </p:nvSpPr>
            <p:spPr>
              <a:xfrm>
                <a:off x="2743200" y="5413064"/>
                <a:ext cx="797847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A225805-1E95-4468-B2C7-9892A4B87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413064"/>
                <a:ext cx="797847" cy="5193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2ABAE4F-860D-4D9E-9BFD-E65FD4C854A4}"/>
                  </a:ext>
                </a:extLst>
              </p:cNvPr>
              <p:cNvSpPr txBox="1"/>
              <p:nvPr/>
            </p:nvSpPr>
            <p:spPr>
              <a:xfrm>
                <a:off x="3546049" y="5413064"/>
                <a:ext cx="797847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2ABAE4F-860D-4D9E-9BFD-E65FD4C85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049" y="5413064"/>
                <a:ext cx="797847" cy="5193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301246A-9421-4F17-822F-F16A82FAE1BF}"/>
                  </a:ext>
                </a:extLst>
              </p:cNvPr>
              <p:cNvSpPr txBox="1"/>
              <p:nvPr/>
            </p:nvSpPr>
            <p:spPr>
              <a:xfrm>
                <a:off x="4368310" y="5413064"/>
                <a:ext cx="797847" cy="51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301246A-9421-4F17-822F-F16A82FAE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310" y="5413064"/>
                <a:ext cx="797847" cy="5193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4539933-EFB9-43C4-8DB6-85742A7AB4A1}"/>
                  </a:ext>
                </a:extLst>
              </p:cNvPr>
              <p:cNvSpPr txBox="1"/>
              <p:nvPr/>
            </p:nvSpPr>
            <p:spPr>
              <a:xfrm>
                <a:off x="5298153" y="5470323"/>
                <a:ext cx="797847" cy="462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4539933-EFB9-43C4-8DB6-85742A7AB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153" y="5470323"/>
                <a:ext cx="797847" cy="46211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4AEEB65-FFA7-48CD-84C5-D967BE66FF13}"/>
                  </a:ext>
                </a:extLst>
              </p:cNvPr>
              <p:cNvSpPr txBox="1"/>
              <p:nvPr/>
            </p:nvSpPr>
            <p:spPr>
              <a:xfrm>
                <a:off x="6227998" y="5470323"/>
                <a:ext cx="797847" cy="462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4AEEB65-FFA7-48CD-84C5-D967BE66F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998" y="5470323"/>
                <a:ext cx="797847" cy="46211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53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primitivity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A69CF05-2B36-4746-978D-ABDE333858AD}"/>
              </a:ext>
            </a:extLst>
          </p:cNvPr>
          <p:cNvSpPr txBox="1"/>
          <p:nvPr/>
        </p:nvSpPr>
        <p:spPr>
          <a:xfrm>
            <a:off x="1998483" y="2559525"/>
            <a:ext cx="60897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Ex:</a:t>
            </a:r>
          </a:p>
          <a:p>
            <a:r>
              <a:rPr lang="en-US" altLang="zh-TW" sz="2800" dirty="0">
                <a:solidFill>
                  <a:srgbClr val="00B050"/>
                </a:solidFill>
              </a:rPr>
              <a:t>	A   B   </a:t>
            </a:r>
            <a:r>
              <a:rPr lang="en-US" altLang="zh-TW" sz="2800" dirty="0">
                <a:solidFill>
                  <a:srgbClr val="FFC000"/>
                </a:solidFill>
              </a:rPr>
              <a:t>A   B  </a:t>
            </a:r>
            <a:r>
              <a:rPr lang="en-US" altLang="zh-TW" sz="2800" dirty="0">
                <a:solidFill>
                  <a:srgbClr val="92D050"/>
                </a:solidFill>
              </a:rPr>
              <a:t> </a:t>
            </a:r>
            <a:r>
              <a:rPr lang="en-US" altLang="zh-TW" sz="2800" dirty="0">
                <a:solidFill>
                  <a:srgbClr val="00B050"/>
                </a:solidFill>
              </a:rPr>
              <a:t>A   B</a:t>
            </a:r>
            <a:r>
              <a:rPr lang="en-US" altLang="zh-TW" sz="2800" dirty="0"/>
              <a:t>   </a:t>
            </a:r>
            <a:r>
              <a:rPr lang="en-US" altLang="zh-TW" sz="2800" dirty="0">
                <a:solidFill>
                  <a:srgbClr val="FFC000"/>
                </a:solidFill>
              </a:rPr>
              <a:t>A   B</a:t>
            </a:r>
          </a:p>
          <a:p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</a:rPr>
              <a:t>	A   B   C   D   </a:t>
            </a:r>
            <a:r>
              <a:rPr lang="en-US" altLang="zh-TW" sz="2800" dirty="0">
                <a:solidFill>
                  <a:srgbClr val="00B0F0"/>
                </a:solidFill>
              </a:rPr>
              <a:t>A   B   C   D</a:t>
            </a:r>
          </a:p>
          <a:p>
            <a:r>
              <a:rPr lang="en-US" altLang="zh-TW" sz="2800" dirty="0">
                <a:solidFill>
                  <a:srgbClr val="00B050"/>
                </a:solidFill>
              </a:rPr>
              <a:t>	A   B   </a:t>
            </a:r>
            <a:r>
              <a:rPr lang="en-US" altLang="zh-TW" sz="2800" dirty="0">
                <a:solidFill>
                  <a:srgbClr val="FFC000"/>
                </a:solidFill>
              </a:rPr>
              <a:t>A   B  </a:t>
            </a:r>
            <a:r>
              <a:rPr lang="en-US" altLang="zh-TW" sz="2800" dirty="0">
                <a:solidFill>
                  <a:srgbClr val="92D050"/>
                </a:solidFill>
              </a:rPr>
              <a:t> </a:t>
            </a:r>
            <a:r>
              <a:rPr lang="en-US" altLang="zh-TW" sz="2800" dirty="0">
                <a:solidFill>
                  <a:srgbClr val="00B050"/>
                </a:solidFill>
              </a:rPr>
              <a:t>A   B</a:t>
            </a:r>
            <a:r>
              <a:rPr lang="en-US" altLang="zh-TW" sz="2800" dirty="0"/>
              <a:t>   </a:t>
            </a:r>
            <a:r>
              <a:rPr lang="en-US" altLang="zh-TW" sz="2800" dirty="0">
                <a:solidFill>
                  <a:srgbClr val="FFC000"/>
                </a:solidFill>
              </a:rPr>
              <a:t>A   B</a:t>
            </a:r>
          </a:p>
          <a:p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</a:rPr>
              <a:t>	A   B   C   D   </a:t>
            </a:r>
            <a:r>
              <a:rPr lang="en-US" altLang="zh-TW" sz="2800" dirty="0">
                <a:solidFill>
                  <a:srgbClr val="00B0F0"/>
                </a:solidFill>
              </a:rPr>
              <a:t>A   B   C   D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F6F6B2-3CE9-4BDF-945F-1E98A889EF58}"/>
              </a:ext>
            </a:extLst>
          </p:cNvPr>
          <p:cNvSpPr txBox="1"/>
          <p:nvPr/>
        </p:nvSpPr>
        <p:spPr>
          <a:xfrm>
            <a:off x="1998483" y="4874487"/>
            <a:ext cx="5099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ym typeface="Wingdings" panose="05000000000000000000" pitchFamily="2" charset="2"/>
              </a:rPr>
              <a:t></a:t>
            </a:r>
          </a:p>
          <a:p>
            <a:r>
              <a:rPr lang="en-US" altLang="zh-TW" sz="2400" dirty="0">
                <a:sym typeface="Wingdings" panose="05000000000000000000" pitchFamily="2" charset="2"/>
              </a:rPr>
              <a:t>       </a:t>
            </a:r>
            <a:r>
              <a:rPr lang="en-US" altLang="zh-TW" sz="2400" dirty="0"/>
              <a:t>q = (2,4,2,4) = 4</a:t>
            </a:r>
          </a:p>
          <a:p>
            <a:r>
              <a:rPr lang="en-US" altLang="zh-TW" sz="2400" dirty="0"/>
              <a:t>       p = (1,1,2,2,1,1,2,2) = 2 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09E600-E9C2-426F-B389-A7831AB4F469}"/>
              </a:ext>
            </a:extLst>
          </p:cNvPr>
          <p:cNvSpPr txBox="1"/>
          <p:nvPr/>
        </p:nvSpPr>
        <p:spPr>
          <a:xfrm>
            <a:off x="1338606" y="1593130"/>
            <a:ext cx="10015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 primitive root of A has dimension p × q, </a:t>
            </a:r>
          </a:p>
          <a:p>
            <a:r>
              <a:rPr lang="en-US" altLang="zh-TW" sz="2400" dirty="0"/>
              <a:t>    where q = lcm(|r0|,|r1|,...,|rm−1|) and p = lcm(|c0|,|c1|,...,|cn−1|)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4377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primitivity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0EF20F-FE81-4020-AB2B-19FBBEB3E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072" y="1355299"/>
            <a:ext cx="74771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7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4602</TotalTime>
  <Words>340</Words>
  <Application>Microsoft Macintosh PowerPoint</Application>
  <PresentationFormat>寬螢幕</PresentationFormat>
  <Paragraphs>60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佈景主題</vt:lpstr>
      <vt:lpstr>Periodicity in rectangular arrays</vt:lpstr>
      <vt:lpstr>Abstract</vt:lpstr>
      <vt:lpstr>Rectangular arrays</vt:lpstr>
      <vt:lpstr>Primitive arrays</vt:lpstr>
      <vt:lpstr>Counting the number of primitive roots</vt:lpstr>
      <vt:lpstr>Counting the number of primitive arrays</vt:lpstr>
      <vt:lpstr>Counting the number of primitive arrays</vt:lpstr>
      <vt:lpstr>Checking primitivity</vt:lpstr>
      <vt:lpstr>Checking primitivity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郁儒 廖</cp:lastModifiedBy>
  <cp:revision>13</cp:revision>
  <dcterms:created xsi:type="dcterms:W3CDTF">2021-06-26T09:28:31Z</dcterms:created>
  <dcterms:modified xsi:type="dcterms:W3CDTF">2021-09-14T06:54:14Z</dcterms:modified>
</cp:coreProperties>
</file>