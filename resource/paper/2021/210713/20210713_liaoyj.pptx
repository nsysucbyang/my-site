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7" r:id="rId4"/>
    <p:sldId id="268" r:id="rId5"/>
    <p:sldId id="261" r:id="rId6"/>
    <p:sldId id="272" r:id="rId7"/>
    <p:sldId id="271" r:id="rId8"/>
    <p:sldId id="260" r:id="rId9"/>
    <p:sldId id="269" r:id="rId10"/>
    <p:sldId id="270" r:id="rId11"/>
    <p:sldId id="264" r:id="rId12"/>
    <p:sldId id="263"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5E964-8B30-46A1-B8B7-75F2D51FC808}" v="62" dt="2021-07-12T16:11:42.24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34" autoAdjust="0"/>
    <p:restoredTop sz="94660"/>
  </p:normalViewPr>
  <p:slideViewPr>
    <p:cSldViewPr snapToGrid="0">
      <p:cViewPr varScale="1">
        <p:scale>
          <a:sx n="114" d="100"/>
          <a:sy n="114" d="100"/>
        </p:scale>
        <p:origin x="2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郁儒 廖" userId="189a1d031aa848d3" providerId="LiveId" clId="{92D5E964-8B30-46A1-B8B7-75F2D51FC808}"/>
    <pc:docChg chg="undo custSel addSld delSld modSld sldOrd">
      <pc:chgData name="郁儒 廖" userId="189a1d031aa848d3" providerId="LiveId" clId="{92D5E964-8B30-46A1-B8B7-75F2D51FC808}" dt="2021-07-13T02:37:18.215" v="771" actId="20577"/>
      <pc:docMkLst>
        <pc:docMk/>
      </pc:docMkLst>
      <pc:sldChg chg="modSp mod">
        <pc:chgData name="郁儒 廖" userId="189a1d031aa848d3" providerId="LiveId" clId="{92D5E964-8B30-46A1-B8B7-75F2D51FC808}" dt="2021-07-11T12:04:26.717" v="43" actId="20577"/>
        <pc:sldMkLst>
          <pc:docMk/>
          <pc:sldMk cId="1310905560" sldId="256"/>
        </pc:sldMkLst>
        <pc:spChg chg="mod">
          <ac:chgData name="郁儒 廖" userId="189a1d031aa848d3" providerId="LiveId" clId="{92D5E964-8B30-46A1-B8B7-75F2D51FC808}" dt="2021-07-11T12:01:54.339" v="16" actId="27636"/>
          <ac:spMkLst>
            <pc:docMk/>
            <pc:sldMk cId="1310905560" sldId="256"/>
            <ac:spMk id="2" creationId="{B963378F-50B2-45BD-A6DA-5CB61DB247F9}"/>
          </ac:spMkLst>
        </pc:spChg>
        <pc:spChg chg="mod">
          <ac:chgData name="郁儒 廖" userId="189a1d031aa848d3" providerId="LiveId" clId="{92D5E964-8B30-46A1-B8B7-75F2D51FC808}" dt="2021-07-11T12:04:26.717" v="43" actId="20577"/>
          <ac:spMkLst>
            <pc:docMk/>
            <pc:sldMk cId="1310905560" sldId="256"/>
            <ac:spMk id="3" creationId="{71E7239B-5619-42E5-947E-7CC9BEF1FE52}"/>
          </ac:spMkLst>
        </pc:spChg>
        <pc:spChg chg="mod">
          <ac:chgData name="郁儒 廖" userId="189a1d031aa848d3" providerId="LiveId" clId="{92D5E964-8B30-46A1-B8B7-75F2D51FC808}" dt="2021-07-11T12:01:31.466" v="12" actId="20577"/>
          <ac:spMkLst>
            <pc:docMk/>
            <pc:sldMk cId="1310905560" sldId="256"/>
            <ac:spMk id="5" creationId="{E943A7B3-D75F-42BE-987F-B5D29452E318}"/>
          </ac:spMkLst>
        </pc:spChg>
      </pc:sldChg>
      <pc:sldChg chg="del">
        <pc:chgData name="郁儒 廖" userId="189a1d031aa848d3" providerId="LiveId" clId="{92D5E964-8B30-46A1-B8B7-75F2D51FC808}" dt="2021-07-12T15:52:30.037" v="719" actId="47"/>
        <pc:sldMkLst>
          <pc:docMk/>
          <pc:sldMk cId="2573059498" sldId="258"/>
        </pc:sldMkLst>
      </pc:sldChg>
      <pc:sldChg chg="del">
        <pc:chgData name="郁儒 廖" userId="189a1d031aa848d3" providerId="LiveId" clId="{92D5E964-8B30-46A1-B8B7-75F2D51FC808}" dt="2021-07-12T15:52:28.791" v="718" actId="47"/>
        <pc:sldMkLst>
          <pc:docMk/>
          <pc:sldMk cId="3515119788" sldId="259"/>
        </pc:sldMkLst>
      </pc:sldChg>
      <pc:sldChg chg="addSp delSp modSp mod">
        <pc:chgData name="郁儒 廖" userId="189a1d031aa848d3" providerId="LiveId" clId="{92D5E964-8B30-46A1-B8B7-75F2D51FC808}" dt="2021-07-12T04:25:04.185" v="574" actId="13926"/>
        <pc:sldMkLst>
          <pc:docMk/>
          <pc:sldMk cId="3353010267" sldId="260"/>
        </pc:sldMkLst>
        <pc:spChg chg="mod">
          <ac:chgData name="郁儒 廖" userId="189a1d031aa848d3" providerId="LiveId" clId="{92D5E964-8B30-46A1-B8B7-75F2D51FC808}" dt="2021-07-12T03:55:17.170" v="353" actId="20577"/>
          <ac:spMkLst>
            <pc:docMk/>
            <pc:sldMk cId="3353010267" sldId="260"/>
            <ac:spMk id="2" creationId="{46D4B5A4-2E12-4B48-997F-0A3F6BB8E5EE}"/>
          </ac:spMkLst>
        </pc:spChg>
        <pc:spChg chg="add mod">
          <ac:chgData name="郁儒 廖" userId="189a1d031aa848d3" providerId="LiveId" clId="{92D5E964-8B30-46A1-B8B7-75F2D51FC808}" dt="2021-07-12T04:25:04.185" v="574" actId="13926"/>
          <ac:spMkLst>
            <pc:docMk/>
            <pc:sldMk cId="3353010267" sldId="260"/>
            <ac:spMk id="3" creationId="{3B2F2699-89D6-4F07-9C3D-598187090995}"/>
          </ac:spMkLst>
        </pc:spChg>
        <pc:spChg chg="del">
          <ac:chgData name="郁儒 廖" userId="189a1d031aa848d3" providerId="LiveId" clId="{92D5E964-8B30-46A1-B8B7-75F2D51FC808}" dt="2021-07-12T03:55:25.297" v="356" actId="478"/>
          <ac:spMkLst>
            <pc:docMk/>
            <pc:sldMk cId="3353010267" sldId="260"/>
            <ac:spMk id="5" creationId="{1386AA72-0F3C-4A19-A00A-65DEACB49F7C}"/>
          </ac:spMkLst>
        </pc:spChg>
        <pc:spChg chg="del mod">
          <ac:chgData name="郁儒 廖" userId="189a1d031aa848d3" providerId="LiveId" clId="{92D5E964-8B30-46A1-B8B7-75F2D51FC808}" dt="2021-07-12T03:55:33.162" v="359" actId="478"/>
          <ac:spMkLst>
            <pc:docMk/>
            <pc:sldMk cId="3353010267" sldId="260"/>
            <ac:spMk id="6" creationId="{56B442F7-5136-4E93-9FE2-2CAC213991C3}"/>
          </ac:spMkLst>
        </pc:spChg>
        <pc:spChg chg="add mod">
          <ac:chgData name="郁儒 廖" userId="189a1d031aa848d3" providerId="LiveId" clId="{92D5E964-8B30-46A1-B8B7-75F2D51FC808}" dt="2021-07-12T04:04:30.275" v="518" actId="20577"/>
          <ac:spMkLst>
            <pc:docMk/>
            <pc:sldMk cId="3353010267" sldId="260"/>
            <ac:spMk id="9" creationId="{37D3DEF7-5A0A-4FFF-BA85-74CDCB98077F}"/>
          </ac:spMkLst>
        </pc:spChg>
        <pc:spChg chg="add mod">
          <ac:chgData name="郁儒 廖" userId="189a1d031aa848d3" providerId="LiveId" clId="{92D5E964-8B30-46A1-B8B7-75F2D51FC808}" dt="2021-07-12T04:05:39.386" v="538" actId="1076"/>
          <ac:spMkLst>
            <pc:docMk/>
            <pc:sldMk cId="3353010267" sldId="260"/>
            <ac:spMk id="10" creationId="{263667D4-4E18-4EE2-96B4-B73311174C0A}"/>
          </ac:spMkLst>
        </pc:spChg>
        <pc:spChg chg="add del mod">
          <ac:chgData name="郁儒 廖" userId="189a1d031aa848d3" providerId="LiveId" clId="{92D5E964-8B30-46A1-B8B7-75F2D51FC808}" dt="2021-07-12T04:06:19.297" v="547" actId="478"/>
          <ac:spMkLst>
            <pc:docMk/>
            <pc:sldMk cId="3353010267" sldId="260"/>
            <ac:spMk id="11" creationId="{18AFCCE4-1D77-49A8-AB74-2DCF3DE5B647}"/>
          </ac:spMkLst>
        </pc:spChg>
        <pc:graphicFrameChg chg="del modGraphic">
          <ac:chgData name="郁儒 廖" userId="189a1d031aa848d3" providerId="LiveId" clId="{92D5E964-8B30-46A1-B8B7-75F2D51FC808}" dt="2021-07-12T03:55:21.305" v="355" actId="478"/>
          <ac:graphicFrameMkLst>
            <pc:docMk/>
            <pc:sldMk cId="3353010267" sldId="260"/>
            <ac:graphicFrameMk id="8" creationId="{006AF39E-8E64-46EE-89F2-035694BC962B}"/>
          </ac:graphicFrameMkLst>
        </pc:graphicFrameChg>
        <pc:picChg chg="add mod">
          <ac:chgData name="郁儒 廖" userId="189a1d031aa848d3" providerId="LiveId" clId="{92D5E964-8B30-46A1-B8B7-75F2D51FC808}" dt="2021-07-12T03:58:37.353" v="376" actId="1076"/>
          <ac:picMkLst>
            <pc:docMk/>
            <pc:sldMk cId="3353010267" sldId="260"/>
            <ac:picMk id="7" creationId="{F8DA8772-5458-4C7B-9DFD-2331F35A69FB}"/>
          </ac:picMkLst>
        </pc:picChg>
      </pc:sldChg>
      <pc:sldChg chg="addSp delSp modSp mod ord">
        <pc:chgData name="郁儒 廖" userId="189a1d031aa848d3" providerId="LiveId" clId="{92D5E964-8B30-46A1-B8B7-75F2D51FC808}" dt="2021-07-12T16:16:56.828" v="759" actId="20577"/>
        <pc:sldMkLst>
          <pc:docMk/>
          <pc:sldMk cId="3679457579" sldId="261"/>
        </pc:sldMkLst>
        <pc:spChg chg="del">
          <ac:chgData name="郁儒 廖" userId="189a1d031aa848d3" providerId="LiveId" clId="{92D5E964-8B30-46A1-B8B7-75F2D51FC808}" dt="2021-07-12T04:37:55.678" v="600" actId="478"/>
          <ac:spMkLst>
            <pc:docMk/>
            <pc:sldMk cId="3679457579" sldId="261"/>
            <ac:spMk id="3" creationId="{0A4FE7F6-E4DB-4DA0-B0E9-AFD1CDC9954A}"/>
          </ac:spMkLst>
        </pc:spChg>
        <pc:spChg chg="del">
          <ac:chgData name="郁儒 廖" userId="189a1d031aa848d3" providerId="LiveId" clId="{92D5E964-8B30-46A1-B8B7-75F2D51FC808}" dt="2021-07-12T04:37:47.045" v="598" actId="478"/>
          <ac:spMkLst>
            <pc:docMk/>
            <pc:sldMk cId="3679457579" sldId="261"/>
            <ac:spMk id="5" creationId="{1386AA72-0F3C-4A19-A00A-65DEACB49F7C}"/>
          </ac:spMkLst>
        </pc:spChg>
        <pc:spChg chg="del">
          <ac:chgData name="郁儒 廖" userId="189a1d031aa848d3" providerId="LiveId" clId="{92D5E964-8B30-46A1-B8B7-75F2D51FC808}" dt="2021-07-12T04:37:54.076" v="599" actId="478"/>
          <ac:spMkLst>
            <pc:docMk/>
            <pc:sldMk cId="3679457579" sldId="261"/>
            <ac:spMk id="6" creationId="{56B442F7-5136-4E93-9FE2-2CAC213991C3}"/>
          </ac:spMkLst>
        </pc:spChg>
        <pc:spChg chg="del">
          <ac:chgData name="郁儒 廖" userId="189a1d031aa848d3" providerId="LiveId" clId="{92D5E964-8B30-46A1-B8B7-75F2D51FC808}" dt="2021-07-12T04:37:47.045" v="598" actId="478"/>
          <ac:spMkLst>
            <pc:docMk/>
            <pc:sldMk cId="3679457579" sldId="261"/>
            <ac:spMk id="7" creationId="{3C66C7FC-85B6-4F14-9AE1-6CD346D7F60C}"/>
          </ac:spMkLst>
        </pc:spChg>
        <pc:spChg chg="add mod">
          <ac:chgData name="郁儒 廖" userId="189a1d031aa848d3" providerId="LiveId" clId="{92D5E964-8B30-46A1-B8B7-75F2D51FC808}" dt="2021-07-12T16:16:56.828" v="759" actId="20577"/>
          <ac:spMkLst>
            <pc:docMk/>
            <pc:sldMk cId="3679457579" sldId="261"/>
            <ac:spMk id="9" creationId="{B209A296-2D43-4AFB-8CC2-C19928DB6418}"/>
          </ac:spMkLst>
        </pc:spChg>
        <pc:spChg chg="mod">
          <ac:chgData name="郁儒 廖" userId="189a1d031aa848d3" providerId="LiveId" clId="{92D5E964-8B30-46A1-B8B7-75F2D51FC808}" dt="2021-07-12T04:37:42.823" v="597" actId="1076"/>
          <ac:spMkLst>
            <pc:docMk/>
            <pc:sldMk cId="3679457579" sldId="261"/>
            <ac:spMk id="10" creationId="{31815381-98AE-4F5B-9A6C-08961D44B59B}"/>
          </ac:spMkLst>
        </pc:spChg>
        <pc:graphicFrameChg chg="del">
          <ac:chgData name="郁儒 廖" userId="189a1d031aa848d3" providerId="LiveId" clId="{92D5E964-8B30-46A1-B8B7-75F2D51FC808}" dt="2021-07-12T04:37:40.599" v="595" actId="478"/>
          <ac:graphicFrameMkLst>
            <pc:docMk/>
            <pc:sldMk cId="3679457579" sldId="261"/>
            <ac:graphicFrameMk id="8" creationId="{006AF39E-8E64-46EE-89F2-035694BC962B}"/>
          </ac:graphicFrameMkLst>
        </pc:graphicFrameChg>
        <pc:picChg chg="add mod">
          <ac:chgData name="郁儒 廖" userId="189a1d031aa848d3" providerId="LiveId" clId="{92D5E964-8B30-46A1-B8B7-75F2D51FC808}" dt="2021-07-12T14:03:05.251" v="606" actId="1076"/>
          <ac:picMkLst>
            <pc:docMk/>
            <pc:sldMk cId="3679457579" sldId="261"/>
            <ac:picMk id="4" creationId="{1D10218B-5CC5-41AF-9B51-249B7EBF8B86}"/>
          </ac:picMkLst>
        </pc:picChg>
      </pc:sldChg>
      <pc:sldChg chg="del">
        <pc:chgData name="郁儒 廖" userId="189a1d031aa848d3" providerId="LiveId" clId="{92D5E964-8B30-46A1-B8B7-75F2D51FC808}" dt="2021-07-12T15:52:25.598" v="716" actId="47"/>
        <pc:sldMkLst>
          <pc:docMk/>
          <pc:sldMk cId="2166195919" sldId="262"/>
        </pc:sldMkLst>
      </pc:sldChg>
      <pc:sldChg chg="addSp delSp modSp mod">
        <pc:chgData name="郁儒 廖" userId="189a1d031aa848d3" providerId="LiveId" clId="{92D5E964-8B30-46A1-B8B7-75F2D51FC808}" dt="2021-07-12T15:54:11.639" v="726"/>
        <pc:sldMkLst>
          <pc:docMk/>
          <pc:sldMk cId="3405566990" sldId="263"/>
        </pc:sldMkLst>
        <pc:spChg chg="add del mod">
          <ac:chgData name="郁儒 廖" userId="189a1d031aa848d3" providerId="LiveId" clId="{92D5E964-8B30-46A1-B8B7-75F2D51FC808}" dt="2021-07-12T15:54:11.639" v="726"/>
          <ac:spMkLst>
            <pc:docMk/>
            <pc:sldMk cId="3405566990" sldId="263"/>
            <ac:spMk id="4" creationId="{369EB0B9-7516-4FB6-A142-2A278ED2A9F3}"/>
          </ac:spMkLst>
        </pc:spChg>
        <pc:picChg chg="del">
          <ac:chgData name="郁儒 廖" userId="189a1d031aa848d3" providerId="LiveId" clId="{92D5E964-8B30-46A1-B8B7-75F2D51FC808}" dt="2021-07-12T15:52:33.238" v="720" actId="478"/>
          <ac:picMkLst>
            <pc:docMk/>
            <pc:sldMk cId="3405566990" sldId="263"/>
            <ac:picMk id="6" creationId="{E354104B-0801-4CA0-98FD-552E1846872B}"/>
          </ac:picMkLst>
        </pc:picChg>
        <pc:picChg chg="add mod">
          <ac:chgData name="郁儒 廖" userId="189a1d031aa848d3" providerId="LiveId" clId="{92D5E964-8B30-46A1-B8B7-75F2D51FC808}" dt="2021-07-12T15:54:11.639" v="726"/>
          <ac:picMkLst>
            <pc:docMk/>
            <pc:sldMk cId="3405566990" sldId="263"/>
            <ac:picMk id="7" creationId="{92D940F4-70B9-44DD-9727-B3345F538836}"/>
          </ac:picMkLst>
        </pc:picChg>
        <pc:picChg chg="del">
          <ac:chgData name="郁儒 廖" userId="189a1d031aa848d3" providerId="LiveId" clId="{92D5E964-8B30-46A1-B8B7-75F2D51FC808}" dt="2021-07-12T15:52:33.991" v="721" actId="478"/>
          <ac:picMkLst>
            <pc:docMk/>
            <pc:sldMk cId="3405566990" sldId="263"/>
            <ac:picMk id="10" creationId="{F18BFCA9-F27F-4774-AB88-724DD1ACE7E9}"/>
          </ac:picMkLst>
        </pc:picChg>
      </pc:sldChg>
      <pc:sldChg chg="addSp delSp modSp mod ord">
        <pc:chgData name="郁儒 廖" userId="189a1d031aa848d3" providerId="LiveId" clId="{92D5E964-8B30-46A1-B8B7-75F2D51FC808}" dt="2021-07-12T15:53:32.497" v="725"/>
        <pc:sldMkLst>
          <pc:docMk/>
          <pc:sldMk cId="1720717751" sldId="264"/>
        </pc:sldMkLst>
        <pc:picChg chg="add mod">
          <ac:chgData name="郁儒 廖" userId="189a1d031aa848d3" providerId="LiveId" clId="{92D5E964-8B30-46A1-B8B7-75F2D51FC808}" dt="2021-07-12T15:53:29.243" v="723"/>
          <ac:picMkLst>
            <pc:docMk/>
            <pc:sldMk cId="1720717751" sldId="264"/>
            <ac:picMk id="4" creationId="{7D552D89-2FCE-4F21-BCC1-9462EADE2568}"/>
          </ac:picMkLst>
        </pc:picChg>
        <pc:picChg chg="del">
          <ac:chgData name="郁儒 廖" userId="189a1d031aa848d3" providerId="LiveId" clId="{92D5E964-8B30-46A1-B8B7-75F2D51FC808}" dt="2021-07-12T15:52:36.256" v="722" actId="478"/>
          <ac:picMkLst>
            <pc:docMk/>
            <pc:sldMk cId="1720717751" sldId="264"/>
            <ac:picMk id="12" creationId="{F6E5B030-3DC8-4FED-84DB-3E594A744DF5}"/>
          </ac:picMkLst>
        </pc:picChg>
      </pc:sldChg>
      <pc:sldChg chg="modSp mod">
        <pc:chgData name="郁儒 廖" userId="189a1d031aa848d3" providerId="LiveId" clId="{92D5E964-8B30-46A1-B8B7-75F2D51FC808}" dt="2021-07-11T12:07:50.724" v="100" actId="20577"/>
        <pc:sldMkLst>
          <pc:docMk/>
          <pc:sldMk cId="1214235823" sldId="265"/>
        </pc:sldMkLst>
        <pc:spChg chg="mod">
          <ac:chgData name="郁儒 廖" userId="189a1d031aa848d3" providerId="LiveId" clId="{92D5E964-8B30-46A1-B8B7-75F2D51FC808}" dt="2021-07-11T12:07:50.724" v="100" actId="20577"/>
          <ac:spMkLst>
            <pc:docMk/>
            <pc:sldMk cId="1214235823" sldId="265"/>
            <ac:spMk id="3" creationId="{13A791DE-558D-404E-B9D6-E2E18467D5B7}"/>
          </ac:spMkLst>
        </pc:spChg>
      </pc:sldChg>
      <pc:sldChg chg="del">
        <pc:chgData name="郁儒 廖" userId="189a1d031aa848d3" providerId="LiveId" clId="{92D5E964-8B30-46A1-B8B7-75F2D51FC808}" dt="2021-07-12T15:52:26.903" v="717" actId="47"/>
        <pc:sldMkLst>
          <pc:docMk/>
          <pc:sldMk cId="436955770" sldId="266"/>
        </pc:sldMkLst>
      </pc:sldChg>
      <pc:sldChg chg="addSp delSp modSp mod">
        <pc:chgData name="郁儒 廖" userId="189a1d031aa848d3" providerId="LiveId" clId="{92D5E964-8B30-46A1-B8B7-75F2D51FC808}" dt="2021-07-12T03:48:42.371" v="234" actId="1076"/>
        <pc:sldMkLst>
          <pc:docMk/>
          <pc:sldMk cId="241416973" sldId="267"/>
        </pc:sldMkLst>
        <pc:spChg chg="mod">
          <ac:chgData name="郁儒 廖" userId="189a1d031aa848d3" providerId="LiveId" clId="{92D5E964-8B30-46A1-B8B7-75F2D51FC808}" dt="2021-07-12T03:47:15.275" v="226" actId="20577"/>
          <ac:spMkLst>
            <pc:docMk/>
            <pc:sldMk cId="241416973" sldId="267"/>
            <ac:spMk id="2" creationId="{D6A8277B-EDA6-452C-9F3A-ACBBCEC32FC4}"/>
          </ac:spMkLst>
        </pc:spChg>
        <pc:spChg chg="add mod">
          <ac:chgData name="郁儒 廖" userId="189a1d031aa848d3" providerId="LiveId" clId="{92D5E964-8B30-46A1-B8B7-75F2D51FC808}" dt="2021-07-12T03:24:11.663" v="217" actId="20577"/>
          <ac:spMkLst>
            <pc:docMk/>
            <pc:sldMk cId="241416973" sldId="267"/>
            <ac:spMk id="4" creationId="{8D88EFAC-D683-46D0-ADEC-7BAE33A9EACD}"/>
          </ac:spMkLst>
        </pc:spChg>
        <pc:picChg chg="del">
          <ac:chgData name="郁儒 廖" userId="189a1d031aa848d3" providerId="LiveId" clId="{92D5E964-8B30-46A1-B8B7-75F2D51FC808}" dt="2021-07-12T03:19:26.075" v="102" actId="478"/>
          <ac:picMkLst>
            <pc:docMk/>
            <pc:sldMk cId="241416973" sldId="267"/>
            <ac:picMk id="5" creationId="{3407E8DD-85EC-4C6E-A845-8088A23510E7}"/>
          </ac:picMkLst>
        </pc:picChg>
        <pc:picChg chg="del">
          <ac:chgData name="郁儒 廖" userId="189a1d031aa848d3" providerId="LiveId" clId="{92D5E964-8B30-46A1-B8B7-75F2D51FC808}" dt="2021-07-12T03:19:25.082" v="101" actId="478"/>
          <ac:picMkLst>
            <pc:docMk/>
            <pc:sldMk cId="241416973" sldId="267"/>
            <ac:picMk id="7" creationId="{5C606B4B-5B79-496C-9B21-4C061E6C1E65}"/>
          </ac:picMkLst>
        </pc:picChg>
        <pc:picChg chg="add mod modCrop">
          <ac:chgData name="郁儒 廖" userId="189a1d031aa848d3" providerId="LiveId" clId="{92D5E964-8B30-46A1-B8B7-75F2D51FC808}" dt="2021-07-12T03:48:42.371" v="234" actId="1076"/>
          <ac:picMkLst>
            <pc:docMk/>
            <pc:sldMk cId="241416973" sldId="267"/>
            <ac:picMk id="8" creationId="{FDAD4C1A-5906-430B-BC89-26AD50139147}"/>
          </ac:picMkLst>
        </pc:picChg>
      </pc:sldChg>
      <pc:sldChg chg="addSp modSp add mod">
        <pc:chgData name="郁儒 廖" userId="189a1d031aa848d3" providerId="LiveId" clId="{92D5E964-8B30-46A1-B8B7-75F2D51FC808}" dt="2021-07-12T03:54:42.982" v="345" actId="20577"/>
        <pc:sldMkLst>
          <pc:docMk/>
          <pc:sldMk cId="3779045286" sldId="268"/>
        </pc:sldMkLst>
        <pc:spChg chg="add mod">
          <ac:chgData name="郁儒 廖" userId="189a1d031aa848d3" providerId="LiveId" clId="{92D5E964-8B30-46A1-B8B7-75F2D51FC808}" dt="2021-07-12T03:49:40.090" v="240" actId="1582"/>
          <ac:spMkLst>
            <pc:docMk/>
            <pc:sldMk cId="3779045286" sldId="268"/>
            <ac:spMk id="3" creationId="{1F3E5596-C139-4CE6-8FE8-ACA3BC991498}"/>
          </ac:spMkLst>
        </pc:spChg>
        <pc:spChg chg="mod">
          <ac:chgData name="郁儒 廖" userId="189a1d031aa848d3" providerId="LiveId" clId="{92D5E964-8B30-46A1-B8B7-75F2D51FC808}" dt="2021-07-12T03:50:09.403" v="248" actId="13926"/>
          <ac:spMkLst>
            <pc:docMk/>
            <pc:sldMk cId="3779045286" sldId="268"/>
            <ac:spMk id="4" creationId="{8D88EFAC-D683-46D0-ADEC-7BAE33A9EACD}"/>
          </ac:spMkLst>
        </pc:spChg>
        <pc:spChg chg="add mod">
          <ac:chgData name="郁儒 廖" userId="189a1d031aa848d3" providerId="LiveId" clId="{92D5E964-8B30-46A1-B8B7-75F2D51FC808}" dt="2021-07-12T03:54:42.982" v="345" actId="20577"/>
          <ac:spMkLst>
            <pc:docMk/>
            <pc:sldMk cId="3779045286" sldId="268"/>
            <ac:spMk id="5" creationId="{26C2EE36-8216-468F-9B84-EE2F7F42F6C6}"/>
          </ac:spMkLst>
        </pc:spChg>
        <pc:spChg chg="add mod">
          <ac:chgData name="郁儒 廖" userId="189a1d031aa848d3" providerId="LiveId" clId="{92D5E964-8B30-46A1-B8B7-75F2D51FC808}" dt="2021-07-12T03:49:50.907" v="245" actId="14100"/>
          <ac:spMkLst>
            <pc:docMk/>
            <pc:sldMk cId="3779045286" sldId="268"/>
            <ac:spMk id="6" creationId="{1DE3F171-728A-45A2-9E18-1B958FF5807F}"/>
          </ac:spMkLst>
        </pc:spChg>
        <pc:picChg chg="mod">
          <ac:chgData name="郁儒 廖" userId="189a1d031aa848d3" providerId="LiveId" clId="{92D5E964-8B30-46A1-B8B7-75F2D51FC808}" dt="2021-07-12T03:50:12.538" v="249" actId="1076"/>
          <ac:picMkLst>
            <pc:docMk/>
            <pc:sldMk cId="3779045286" sldId="268"/>
            <ac:picMk id="8" creationId="{FDAD4C1A-5906-430B-BC89-26AD50139147}"/>
          </ac:picMkLst>
        </pc:picChg>
      </pc:sldChg>
      <pc:sldChg chg="addSp delSp modSp add mod">
        <pc:chgData name="郁儒 廖" userId="189a1d031aa848d3" providerId="LiveId" clId="{92D5E964-8B30-46A1-B8B7-75F2D51FC808}" dt="2021-07-12T15:54:51.273" v="733" actId="1076"/>
        <pc:sldMkLst>
          <pc:docMk/>
          <pc:sldMk cId="76949428" sldId="269"/>
        </pc:sldMkLst>
        <pc:spChg chg="del">
          <ac:chgData name="郁儒 廖" userId="189a1d031aa848d3" providerId="LiveId" clId="{92D5E964-8B30-46A1-B8B7-75F2D51FC808}" dt="2021-07-12T04:25:16.159" v="575" actId="478"/>
          <ac:spMkLst>
            <pc:docMk/>
            <pc:sldMk cId="76949428" sldId="269"/>
            <ac:spMk id="3" creationId="{3B2F2699-89D6-4F07-9C3D-598187090995}"/>
          </ac:spMkLst>
        </pc:spChg>
        <pc:spChg chg="add mod">
          <ac:chgData name="郁儒 廖" userId="189a1d031aa848d3" providerId="LiveId" clId="{92D5E964-8B30-46A1-B8B7-75F2D51FC808}" dt="2021-07-12T15:54:51.273" v="733" actId="1076"/>
          <ac:spMkLst>
            <pc:docMk/>
            <pc:sldMk cId="76949428" sldId="269"/>
            <ac:spMk id="4" creationId="{59DD5378-F19E-49E6-89B4-6D9FEE169673}"/>
          </ac:spMkLst>
        </pc:spChg>
        <pc:spChg chg="add mod">
          <ac:chgData name="郁儒 廖" userId="189a1d031aa848d3" providerId="LiveId" clId="{92D5E964-8B30-46A1-B8B7-75F2D51FC808}" dt="2021-07-12T04:25:17.650" v="576"/>
          <ac:spMkLst>
            <pc:docMk/>
            <pc:sldMk cId="76949428" sldId="269"/>
            <ac:spMk id="8" creationId="{22FA2144-E9E4-4168-83E6-BF45701A975D}"/>
          </ac:spMkLst>
        </pc:spChg>
      </pc:sldChg>
      <pc:sldChg chg="addSp delSp modSp add mod">
        <pc:chgData name="郁儒 廖" userId="189a1d031aa848d3" providerId="LiveId" clId="{92D5E964-8B30-46A1-B8B7-75F2D51FC808}" dt="2021-07-12T15:55:16.590" v="736" actId="20577"/>
        <pc:sldMkLst>
          <pc:docMk/>
          <pc:sldMk cId="502398087" sldId="270"/>
        </pc:sldMkLst>
        <pc:spChg chg="mod">
          <ac:chgData name="郁儒 廖" userId="189a1d031aa848d3" providerId="LiveId" clId="{92D5E964-8B30-46A1-B8B7-75F2D51FC808}" dt="2021-07-12T15:55:16.590" v="736" actId="20577"/>
          <ac:spMkLst>
            <pc:docMk/>
            <pc:sldMk cId="502398087" sldId="270"/>
            <ac:spMk id="2" creationId="{46D4B5A4-2E12-4B48-997F-0A3F6BB8E5EE}"/>
          </ac:spMkLst>
        </pc:spChg>
        <pc:spChg chg="mod">
          <ac:chgData name="郁儒 廖" userId="189a1d031aa848d3" providerId="LiveId" clId="{92D5E964-8B30-46A1-B8B7-75F2D51FC808}" dt="2021-07-12T04:09:04.562" v="566" actId="14100"/>
          <ac:spMkLst>
            <pc:docMk/>
            <pc:sldMk cId="502398087" sldId="270"/>
            <ac:spMk id="3" creationId="{3B2F2699-89D6-4F07-9C3D-598187090995}"/>
          </ac:spMkLst>
        </pc:spChg>
        <pc:spChg chg="add mod">
          <ac:chgData name="郁儒 廖" userId="189a1d031aa848d3" providerId="LiveId" clId="{92D5E964-8B30-46A1-B8B7-75F2D51FC808}" dt="2021-07-12T04:09:10.177" v="567" actId="1076"/>
          <ac:spMkLst>
            <pc:docMk/>
            <pc:sldMk cId="502398087" sldId="270"/>
            <ac:spMk id="8" creationId="{7AD66882-8626-4D34-BE55-84E156319DD1}"/>
          </ac:spMkLst>
        </pc:spChg>
        <pc:spChg chg="del">
          <ac:chgData name="郁儒 廖" userId="189a1d031aa848d3" providerId="LiveId" clId="{92D5E964-8B30-46A1-B8B7-75F2D51FC808}" dt="2021-07-12T04:07:00.108" v="549" actId="478"/>
          <ac:spMkLst>
            <pc:docMk/>
            <pc:sldMk cId="502398087" sldId="270"/>
            <ac:spMk id="9" creationId="{37D3DEF7-5A0A-4FFF-BA85-74CDCB98077F}"/>
          </ac:spMkLst>
        </pc:spChg>
        <pc:spChg chg="mod">
          <ac:chgData name="郁儒 廖" userId="189a1d031aa848d3" providerId="LiveId" clId="{92D5E964-8B30-46A1-B8B7-75F2D51FC808}" dt="2021-07-12T04:09:10.177" v="567" actId="1076"/>
          <ac:spMkLst>
            <pc:docMk/>
            <pc:sldMk cId="502398087" sldId="270"/>
            <ac:spMk id="10" creationId="{263667D4-4E18-4EE2-96B4-B73311174C0A}"/>
          </ac:spMkLst>
        </pc:spChg>
        <pc:spChg chg="del">
          <ac:chgData name="郁儒 廖" userId="189a1d031aa848d3" providerId="LiveId" clId="{92D5E964-8B30-46A1-B8B7-75F2D51FC808}" dt="2021-07-12T04:07:28.121" v="557" actId="478"/>
          <ac:spMkLst>
            <pc:docMk/>
            <pc:sldMk cId="502398087" sldId="270"/>
            <ac:spMk id="11" creationId="{18AFCCE4-1D77-49A8-AB74-2DCF3DE5B647}"/>
          </ac:spMkLst>
        </pc:spChg>
        <pc:spChg chg="add mod">
          <ac:chgData name="郁儒 廖" userId="189a1d031aa848d3" providerId="LiveId" clId="{92D5E964-8B30-46A1-B8B7-75F2D51FC808}" dt="2021-07-12T04:09:10.177" v="567" actId="1076"/>
          <ac:spMkLst>
            <pc:docMk/>
            <pc:sldMk cId="502398087" sldId="270"/>
            <ac:spMk id="12" creationId="{1BDEB282-D3B0-454B-A771-F27EA25ADCC0}"/>
          </ac:spMkLst>
        </pc:spChg>
        <pc:picChg chg="mod modCrop">
          <ac:chgData name="郁儒 廖" userId="189a1d031aa848d3" providerId="LiveId" clId="{92D5E964-8B30-46A1-B8B7-75F2D51FC808}" dt="2021-07-12T04:09:10.177" v="567" actId="1076"/>
          <ac:picMkLst>
            <pc:docMk/>
            <pc:sldMk cId="502398087" sldId="270"/>
            <ac:picMk id="7" creationId="{F8DA8772-5458-4C7B-9DFD-2331F35A69FB}"/>
          </ac:picMkLst>
        </pc:picChg>
      </pc:sldChg>
      <pc:sldChg chg="addSp delSp modSp add mod">
        <pc:chgData name="郁儒 廖" userId="189a1d031aa848d3" providerId="LiveId" clId="{92D5E964-8B30-46A1-B8B7-75F2D51FC808}" dt="2021-07-13T02:37:18.215" v="771" actId="20577"/>
        <pc:sldMkLst>
          <pc:docMk/>
          <pc:sldMk cId="3629441766" sldId="271"/>
        </pc:sldMkLst>
        <pc:spChg chg="mod">
          <ac:chgData name="郁儒 廖" userId="189a1d031aa848d3" providerId="LiveId" clId="{92D5E964-8B30-46A1-B8B7-75F2D51FC808}" dt="2021-07-13T02:37:18.215" v="771" actId="20577"/>
          <ac:spMkLst>
            <pc:docMk/>
            <pc:sldMk cId="3629441766" sldId="271"/>
            <ac:spMk id="9" creationId="{B209A296-2D43-4AFB-8CC2-C19928DB6418}"/>
          </ac:spMkLst>
        </pc:spChg>
        <pc:spChg chg="mod">
          <ac:chgData name="郁儒 廖" userId="189a1d031aa848d3" providerId="LiveId" clId="{92D5E964-8B30-46A1-B8B7-75F2D51FC808}" dt="2021-07-12T17:51:31.279" v="764" actId="20577"/>
          <ac:spMkLst>
            <pc:docMk/>
            <pc:sldMk cId="3629441766" sldId="271"/>
            <ac:spMk id="10" creationId="{31815381-98AE-4F5B-9A6C-08961D44B59B}"/>
          </ac:spMkLst>
        </pc:spChg>
        <pc:picChg chg="add mod">
          <ac:chgData name="郁儒 廖" userId="189a1d031aa848d3" providerId="LiveId" clId="{92D5E964-8B30-46A1-B8B7-75F2D51FC808}" dt="2021-07-12T14:36:11.208" v="714" actId="1076"/>
          <ac:picMkLst>
            <pc:docMk/>
            <pc:sldMk cId="3629441766" sldId="271"/>
            <ac:picMk id="3" creationId="{437ADDB6-2520-48C8-96E0-E1A481937F55}"/>
          </ac:picMkLst>
        </pc:picChg>
        <pc:picChg chg="del">
          <ac:chgData name="郁儒 廖" userId="189a1d031aa848d3" providerId="LiveId" clId="{92D5E964-8B30-46A1-B8B7-75F2D51FC808}" dt="2021-07-12T14:36:05.186" v="712" actId="478"/>
          <ac:picMkLst>
            <pc:docMk/>
            <pc:sldMk cId="3629441766" sldId="271"/>
            <ac:picMk id="4" creationId="{1D10218B-5CC5-41AF-9B51-249B7EBF8B86}"/>
          </ac:picMkLst>
        </pc:picChg>
      </pc:sldChg>
      <pc:sldChg chg="modSp add mod">
        <pc:chgData name="郁儒 廖" userId="189a1d031aa848d3" providerId="LiveId" clId="{92D5E964-8B30-46A1-B8B7-75F2D51FC808}" dt="2021-07-12T17:51:11.304" v="760"/>
        <pc:sldMkLst>
          <pc:docMk/>
          <pc:sldMk cId="1670093280" sldId="272"/>
        </pc:sldMkLst>
        <pc:spChg chg="mod">
          <ac:chgData name="郁儒 廖" userId="189a1d031aa848d3" providerId="LiveId" clId="{92D5E964-8B30-46A1-B8B7-75F2D51FC808}" dt="2021-07-12T16:16:49.828" v="752" actId="20577"/>
          <ac:spMkLst>
            <pc:docMk/>
            <pc:sldMk cId="1670093280" sldId="272"/>
            <ac:spMk id="9" creationId="{B209A296-2D43-4AFB-8CC2-C19928DB6418}"/>
          </ac:spMkLst>
        </pc:spChg>
        <pc:spChg chg="mod">
          <ac:chgData name="郁儒 廖" userId="189a1d031aa848d3" providerId="LiveId" clId="{92D5E964-8B30-46A1-B8B7-75F2D51FC808}" dt="2021-07-12T17:51:11.304" v="760"/>
          <ac:spMkLst>
            <pc:docMk/>
            <pc:sldMk cId="1670093280" sldId="272"/>
            <ac:spMk id="10" creationId="{31815381-98AE-4F5B-9A6C-08961D44B59B}"/>
          </ac:spMkLst>
        </pc:spChg>
      </pc:sldChg>
    </pc:docChg>
  </pc:docChgLst>
  <pc:docChgLst>
    <pc:chgData name="郁儒 廖" userId="189a1d031aa848d3" providerId="LiveId" clId="{F7E03734-E1EE-48DE-9C2C-A02502A248C3}"/>
    <pc:docChg chg="undo custSel addSld modSld sldOrd">
      <pc:chgData name="郁儒 廖" userId="189a1d031aa848d3" providerId="LiveId" clId="{F7E03734-E1EE-48DE-9C2C-A02502A248C3}" dt="2021-06-29T06:27:05.226" v="405" actId="20577"/>
      <pc:docMkLst>
        <pc:docMk/>
      </pc:docMkLst>
      <pc:sldChg chg="addSp delSp modSp mod">
        <pc:chgData name="郁儒 廖" userId="189a1d031aa848d3" providerId="LiveId" clId="{F7E03734-E1EE-48DE-9C2C-A02502A248C3}" dt="2021-06-29T06:27:05.226" v="405" actId="20577"/>
        <pc:sldMkLst>
          <pc:docMk/>
          <pc:sldMk cId="1310905560" sldId="256"/>
        </pc:sldMkLst>
        <pc:spChg chg="mod">
          <ac:chgData name="郁儒 廖" userId="189a1d031aa848d3" providerId="LiveId" clId="{F7E03734-E1EE-48DE-9C2C-A02502A248C3}" dt="2021-06-26T16:01:18.582" v="272" actId="1076"/>
          <ac:spMkLst>
            <pc:docMk/>
            <pc:sldMk cId="1310905560" sldId="256"/>
            <ac:spMk id="2" creationId="{B963378F-50B2-45BD-A6DA-5CB61DB247F9}"/>
          </ac:spMkLst>
        </pc:spChg>
        <pc:spChg chg="mod">
          <ac:chgData name="郁儒 廖" userId="189a1d031aa848d3" providerId="LiveId" clId="{F7E03734-E1EE-48DE-9C2C-A02502A248C3}" dt="2021-06-26T16:01:33.256" v="278" actId="1036"/>
          <ac:spMkLst>
            <pc:docMk/>
            <pc:sldMk cId="1310905560" sldId="256"/>
            <ac:spMk id="3" creationId="{71E7239B-5619-42E5-947E-7CC9BEF1FE52}"/>
          </ac:spMkLst>
        </pc:spChg>
        <pc:spChg chg="add del mod">
          <ac:chgData name="郁儒 廖" userId="189a1d031aa848d3" providerId="LiveId" clId="{F7E03734-E1EE-48DE-9C2C-A02502A248C3}" dt="2021-06-26T15:59:48.174" v="258" actId="478"/>
          <ac:spMkLst>
            <pc:docMk/>
            <pc:sldMk cId="1310905560" sldId="256"/>
            <ac:spMk id="4" creationId="{ACE1550D-4A56-4151-A627-51590743053C}"/>
          </ac:spMkLst>
        </pc:spChg>
        <pc:spChg chg="add mod">
          <ac:chgData name="郁儒 廖" userId="189a1d031aa848d3" providerId="LiveId" clId="{F7E03734-E1EE-48DE-9C2C-A02502A248C3}" dt="2021-06-29T06:27:05.226" v="405" actId="20577"/>
          <ac:spMkLst>
            <pc:docMk/>
            <pc:sldMk cId="1310905560" sldId="256"/>
            <ac:spMk id="5" creationId="{E943A7B3-D75F-42BE-987F-B5D29452E318}"/>
          </ac:spMkLst>
        </pc:spChg>
      </pc:sldChg>
      <pc:sldChg chg="modSp mod">
        <pc:chgData name="郁儒 廖" userId="189a1d031aa848d3" providerId="LiveId" clId="{F7E03734-E1EE-48DE-9C2C-A02502A248C3}" dt="2021-06-27T14:20:55.197" v="382" actId="20577"/>
        <pc:sldMkLst>
          <pc:docMk/>
          <pc:sldMk cId="2573059498" sldId="258"/>
        </pc:sldMkLst>
        <pc:spChg chg="mod">
          <ac:chgData name="郁儒 廖" userId="189a1d031aa848d3" providerId="LiveId" clId="{F7E03734-E1EE-48DE-9C2C-A02502A248C3}" dt="2021-06-26T16:03:35.398" v="301" actId="108"/>
          <ac:spMkLst>
            <pc:docMk/>
            <pc:sldMk cId="2573059498" sldId="258"/>
            <ac:spMk id="2" creationId="{47AB24D3-3C1B-4033-BC50-76F4ABFC7748}"/>
          </ac:spMkLst>
        </pc:spChg>
        <pc:spChg chg="mod">
          <ac:chgData name="郁儒 廖" userId="189a1d031aa848d3" providerId="LiveId" clId="{F7E03734-E1EE-48DE-9C2C-A02502A248C3}" dt="2021-06-26T16:04:08.224" v="310" actId="113"/>
          <ac:spMkLst>
            <pc:docMk/>
            <pc:sldMk cId="2573059498" sldId="258"/>
            <ac:spMk id="6" creationId="{0F99D5B4-A2E2-4A60-9E54-A84D4DC5F055}"/>
          </ac:spMkLst>
        </pc:spChg>
        <pc:spChg chg="mod">
          <ac:chgData name="郁儒 廖" userId="189a1d031aa848d3" providerId="LiveId" clId="{F7E03734-E1EE-48DE-9C2C-A02502A248C3}" dt="2021-06-26T16:04:37.092" v="311" actId="2711"/>
          <ac:spMkLst>
            <pc:docMk/>
            <pc:sldMk cId="2573059498" sldId="258"/>
            <ac:spMk id="7" creationId="{54B50B5B-0771-4250-8A8E-75209CA49F4B}"/>
          </ac:spMkLst>
        </pc:spChg>
        <pc:spChg chg="mod">
          <ac:chgData name="郁儒 廖" userId="189a1d031aa848d3" providerId="LiveId" clId="{F7E03734-E1EE-48DE-9C2C-A02502A248C3}" dt="2021-06-27T14:20:55.197" v="382" actId="20577"/>
          <ac:spMkLst>
            <pc:docMk/>
            <pc:sldMk cId="2573059498" sldId="258"/>
            <ac:spMk id="8" creationId="{E88579BE-F294-484D-BDCD-7FD9728485CA}"/>
          </ac:spMkLst>
        </pc:spChg>
        <pc:spChg chg="mod">
          <ac:chgData name="郁儒 廖" userId="189a1d031aa848d3" providerId="LiveId" clId="{F7E03734-E1EE-48DE-9C2C-A02502A248C3}" dt="2021-06-26T16:04:54.375" v="313" actId="2711"/>
          <ac:spMkLst>
            <pc:docMk/>
            <pc:sldMk cId="2573059498" sldId="258"/>
            <ac:spMk id="9" creationId="{25E96A07-4275-4C3A-B0F3-9FAC6D8FED6F}"/>
          </ac:spMkLst>
        </pc:spChg>
        <pc:spChg chg="mod">
          <ac:chgData name="郁儒 廖" userId="189a1d031aa848d3" providerId="LiveId" clId="{F7E03734-E1EE-48DE-9C2C-A02502A248C3}" dt="2021-06-26T16:04:59.061" v="314" actId="2711"/>
          <ac:spMkLst>
            <pc:docMk/>
            <pc:sldMk cId="2573059498" sldId="258"/>
            <ac:spMk id="10" creationId="{DA5D15EC-FB11-4EAF-A240-F4881E5EA7A8}"/>
          </ac:spMkLst>
        </pc:spChg>
      </pc:sldChg>
      <pc:sldChg chg="modSp mod ord">
        <pc:chgData name="郁儒 廖" userId="189a1d031aa848d3" providerId="LiveId" clId="{F7E03734-E1EE-48DE-9C2C-A02502A248C3}" dt="2021-06-27T14:11:18.442" v="322"/>
        <pc:sldMkLst>
          <pc:docMk/>
          <pc:sldMk cId="3515119788" sldId="259"/>
        </pc:sldMkLst>
        <pc:spChg chg="mod">
          <ac:chgData name="郁儒 廖" userId="189a1d031aa848d3" providerId="LiveId" clId="{F7E03734-E1EE-48DE-9C2C-A02502A248C3}" dt="2021-06-26T16:02:09.590" v="281" actId="108"/>
          <ac:spMkLst>
            <pc:docMk/>
            <pc:sldMk cId="3515119788" sldId="259"/>
            <ac:spMk id="2" creationId="{46D4B5A4-2E12-4B48-997F-0A3F6BB8E5EE}"/>
          </ac:spMkLst>
        </pc:spChg>
      </pc:sldChg>
      <pc:sldChg chg="modSp mod">
        <pc:chgData name="郁儒 廖" userId="189a1d031aa848d3" providerId="LiveId" clId="{F7E03734-E1EE-48DE-9C2C-A02502A248C3}" dt="2021-06-27T14:23:26.793" v="384" actId="20577"/>
        <pc:sldMkLst>
          <pc:docMk/>
          <pc:sldMk cId="3353010267" sldId="260"/>
        </pc:sldMkLst>
        <pc:spChg chg="mod">
          <ac:chgData name="郁儒 廖" userId="189a1d031aa848d3" providerId="LiveId" clId="{F7E03734-E1EE-48DE-9C2C-A02502A248C3}" dt="2021-06-27T14:23:26.793" v="384" actId="20577"/>
          <ac:spMkLst>
            <pc:docMk/>
            <pc:sldMk cId="3353010267" sldId="260"/>
            <ac:spMk id="2" creationId="{46D4B5A4-2E12-4B48-997F-0A3F6BB8E5EE}"/>
          </ac:spMkLst>
        </pc:spChg>
        <pc:spChg chg="mod">
          <ac:chgData name="郁儒 廖" userId="189a1d031aa848d3" providerId="LiveId" clId="{F7E03734-E1EE-48DE-9C2C-A02502A248C3}" dt="2021-06-27T14:17:05.809" v="356" actId="20577"/>
          <ac:spMkLst>
            <pc:docMk/>
            <pc:sldMk cId="3353010267" sldId="260"/>
            <ac:spMk id="6" creationId="{56B442F7-5136-4E93-9FE2-2CAC213991C3}"/>
          </ac:spMkLst>
        </pc:spChg>
        <pc:graphicFrameChg chg="modGraphic">
          <ac:chgData name="郁儒 廖" userId="189a1d031aa848d3" providerId="LiveId" clId="{F7E03734-E1EE-48DE-9C2C-A02502A248C3}" dt="2021-06-27T14:16:58.756" v="353" actId="20577"/>
          <ac:graphicFrameMkLst>
            <pc:docMk/>
            <pc:sldMk cId="3353010267" sldId="260"/>
            <ac:graphicFrameMk id="8" creationId="{006AF39E-8E64-46EE-89F2-035694BC962B}"/>
          </ac:graphicFrameMkLst>
        </pc:graphicFrameChg>
      </pc:sldChg>
      <pc:sldChg chg="addSp delSp modSp mod">
        <pc:chgData name="郁儒 廖" userId="189a1d031aa848d3" providerId="LiveId" clId="{F7E03734-E1EE-48DE-9C2C-A02502A248C3}" dt="2021-06-27T14:23:30.041" v="385" actId="20577"/>
        <pc:sldMkLst>
          <pc:docMk/>
          <pc:sldMk cId="3679457579" sldId="261"/>
        </pc:sldMkLst>
        <pc:spChg chg="del">
          <ac:chgData name="郁儒 廖" userId="189a1d031aa848d3" providerId="LiveId" clId="{F7E03734-E1EE-48DE-9C2C-A02502A248C3}" dt="2021-06-26T16:03:01.460" v="290" actId="478"/>
          <ac:spMkLst>
            <pc:docMk/>
            <pc:sldMk cId="3679457579" sldId="261"/>
            <ac:spMk id="2" creationId="{46D4B5A4-2E12-4B48-997F-0A3F6BB8E5EE}"/>
          </ac:spMkLst>
        </pc:spChg>
        <pc:spChg chg="mod">
          <ac:chgData name="郁儒 廖" userId="189a1d031aa848d3" providerId="LiveId" clId="{F7E03734-E1EE-48DE-9C2C-A02502A248C3}" dt="2021-06-27T14:16:49.767" v="350" actId="20577"/>
          <ac:spMkLst>
            <pc:docMk/>
            <pc:sldMk cId="3679457579" sldId="261"/>
            <ac:spMk id="6" creationId="{56B442F7-5136-4E93-9FE2-2CAC213991C3}"/>
          </ac:spMkLst>
        </pc:spChg>
        <pc:spChg chg="add del mod">
          <ac:chgData name="郁儒 廖" userId="189a1d031aa848d3" providerId="LiveId" clId="{F7E03734-E1EE-48DE-9C2C-A02502A248C3}" dt="2021-06-26T16:03:03.573" v="291" actId="478"/>
          <ac:spMkLst>
            <pc:docMk/>
            <pc:sldMk cId="3679457579" sldId="261"/>
            <ac:spMk id="9" creationId="{96B04D9E-B30D-4A69-A4C1-C72C313A1153}"/>
          </ac:spMkLst>
        </pc:spChg>
        <pc:spChg chg="add mod">
          <ac:chgData name="郁儒 廖" userId="189a1d031aa848d3" providerId="LiveId" clId="{F7E03734-E1EE-48DE-9C2C-A02502A248C3}" dt="2021-06-27T14:23:30.041" v="385" actId="20577"/>
          <ac:spMkLst>
            <pc:docMk/>
            <pc:sldMk cId="3679457579" sldId="261"/>
            <ac:spMk id="10" creationId="{31815381-98AE-4F5B-9A6C-08961D44B59B}"/>
          </ac:spMkLst>
        </pc:spChg>
        <pc:graphicFrameChg chg="modGraphic">
          <ac:chgData name="郁儒 廖" userId="189a1d031aa848d3" providerId="LiveId" clId="{F7E03734-E1EE-48DE-9C2C-A02502A248C3}" dt="2021-06-27T14:16:40.230" v="347" actId="20577"/>
          <ac:graphicFrameMkLst>
            <pc:docMk/>
            <pc:sldMk cId="3679457579" sldId="261"/>
            <ac:graphicFrameMk id="8" creationId="{006AF39E-8E64-46EE-89F2-035694BC962B}"/>
          </ac:graphicFrameMkLst>
        </pc:graphicFrameChg>
      </pc:sldChg>
      <pc:sldChg chg="addSp delSp modSp mod">
        <pc:chgData name="郁儒 廖" userId="189a1d031aa848d3" providerId="LiveId" clId="{F7E03734-E1EE-48DE-9C2C-A02502A248C3}" dt="2021-06-27T14:23:34.001" v="386" actId="20577"/>
        <pc:sldMkLst>
          <pc:docMk/>
          <pc:sldMk cId="2166195919" sldId="262"/>
        </pc:sldMkLst>
        <pc:spChg chg="del">
          <ac:chgData name="郁儒 廖" userId="189a1d031aa848d3" providerId="LiveId" clId="{F7E03734-E1EE-48DE-9C2C-A02502A248C3}" dt="2021-06-26T16:03:07.212" v="293" actId="478"/>
          <ac:spMkLst>
            <pc:docMk/>
            <pc:sldMk cId="2166195919" sldId="262"/>
            <ac:spMk id="2" creationId="{46D4B5A4-2E12-4B48-997F-0A3F6BB8E5EE}"/>
          </ac:spMkLst>
        </pc:spChg>
        <pc:spChg chg="mod">
          <ac:chgData name="郁儒 廖" userId="189a1d031aa848d3" providerId="LiveId" clId="{F7E03734-E1EE-48DE-9C2C-A02502A248C3}" dt="2021-06-27T14:16:24.522" v="344" actId="20577"/>
          <ac:spMkLst>
            <pc:docMk/>
            <pc:sldMk cId="2166195919" sldId="262"/>
            <ac:spMk id="6" creationId="{56B442F7-5136-4E93-9FE2-2CAC213991C3}"/>
          </ac:spMkLst>
        </pc:spChg>
        <pc:spChg chg="add del mod">
          <ac:chgData name="郁儒 廖" userId="189a1d031aa848d3" providerId="LiveId" clId="{F7E03734-E1EE-48DE-9C2C-A02502A248C3}" dt="2021-06-26T16:03:09.405" v="294" actId="478"/>
          <ac:spMkLst>
            <pc:docMk/>
            <pc:sldMk cId="2166195919" sldId="262"/>
            <ac:spMk id="10" creationId="{70BBB809-686D-4CEC-93AA-D5B3B2B35460}"/>
          </ac:spMkLst>
        </pc:spChg>
        <pc:spChg chg="add mod">
          <ac:chgData name="郁儒 廖" userId="189a1d031aa848d3" providerId="LiveId" clId="{F7E03734-E1EE-48DE-9C2C-A02502A248C3}" dt="2021-06-27T14:23:34.001" v="386" actId="20577"/>
          <ac:spMkLst>
            <pc:docMk/>
            <pc:sldMk cId="2166195919" sldId="262"/>
            <ac:spMk id="11" creationId="{63D33D3B-20F9-481F-AF36-DDE7CAA21EDD}"/>
          </ac:spMkLst>
        </pc:spChg>
        <pc:graphicFrameChg chg="modGraphic">
          <ac:chgData name="郁儒 廖" userId="189a1d031aa848d3" providerId="LiveId" clId="{F7E03734-E1EE-48DE-9C2C-A02502A248C3}" dt="2021-06-27T14:16:17.852" v="342" actId="20577"/>
          <ac:graphicFrameMkLst>
            <pc:docMk/>
            <pc:sldMk cId="2166195919" sldId="262"/>
            <ac:graphicFrameMk id="8" creationId="{006AF39E-8E64-46EE-89F2-035694BC962B}"/>
          </ac:graphicFrameMkLst>
        </pc:graphicFrameChg>
      </pc:sldChg>
      <pc:sldChg chg="addSp delSp modSp new mod">
        <pc:chgData name="郁儒 廖" userId="189a1d031aa848d3" providerId="LiveId" clId="{F7E03734-E1EE-48DE-9C2C-A02502A248C3}" dt="2021-06-27T14:22:51.561" v="383" actId="1076"/>
        <pc:sldMkLst>
          <pc:docMk/>
          <pc:sldMk cId="3405566990" sldId="263"/>
        </pc:sldMkLst>
        <pc:spChg chg="mod">
          <ac:chgData name="郁儒 廖" userId="189a1d031aa848d3" providerId="LiveId" clId="{F7E03734-E1EE-48DE-9C2C-A02502A248C3}" dt="2021-06-26T16:05:32.214" v="315" actId="108"/>
          <ac:spMkLst>
            <pc:docMk/>
            <pc:sldMk cId="3405566990" sldId="263"/>
            <ac:spMk id="2" creationId="{871DA2CC-86CE-43D0-9AA4-0B9F02AB7E2C}"/>
          </ac:spMkLst>
        </pc:spChg>
        <pc:spChg chg="del">
          <ac:chgData name="郁儒 廖" userId="189a1d031aa848d3" providerId="LiveId" clId="{F7E03734-E1EE-48DE-9C2C-A02502A248C3}" dt="2021-06-26T15:06:27.054" v="1"/>
          <ac:spMkLst>
            <pc:docMk/>
            <pc:sldMk cId="3405566990" sldId="263"/>
            <ac:spMk id="3" creationId="{1092DADC-AC3B-4153-8FB2-F51F9B6DF0FB}"/>
          </ac:spMkLst>
        </pc:spChg>
        <pc:spChg chg="add del mod">
          <ac:chgData name="郁儒 廖" userId="189a1d031aa848d3" providerId="LiveId" clId="{F7E03734-E1EE-48DE-9C2C-A02502A248C3}" dt="2021-06-26T15:08:45.936" v="12"/>
          <ac:spMkLst>
            <pc:docMk/>
            <pc:sldMk cId="3405566990" sldId="263"/>
            <ac:spMk id="8" creationId="{328596ED-DC25-421B-9587-A92F160C842A}"/>
          </ac:spMkLst>
        </pc:spChg>
        <pc:picChg chg="add del mod">
          <ac:chgData name="郁儒 廖" userId="189a1d031aa848d3" providerId="LiveId" clId="{F7E03734-E1EE-48DE-9C2C-A02502A248C3}" dt="2021-06-26T15:08:24.112" v="11" actId="478"/>
          <ac:picMkLst>
            <pc:docMk/>
            <pc:sldMk cId="3405566990" sldId="263"/>
            <ac:picMk id="4" creationId="{C149A7D8-DE8D-4A0C-9507-66EB6F680343}"/>
          </ac:picMkLst>
        </pc:picChg>
        <pc:picChg chg="add mod modCrop">
          <ac:chgData name="郁儒 廖" userId="189a1d031aa848d3" providerId="LiveId" clId="{F7E03734-E1EE-48DE-9C2C-A02502A248C3}" dt="2021-06-26T15:09:22.960" v="16" actId="1076"/>
          <ac:picMkLst>
            <pc:docMk/>
            <pc:sldMk cId="3405566990" sldId="263"/>
            <ac:picMk id="6" creationId="{E354104B-0801-4CA0-98FD-552E1846872B}"/>
          </ac:picMkLst>
        </pc:picChg>
        <pc:picChg chg="add mod">
          <ac:chgData name="郁儒 廖" userId="189a1d031aa848d3" providerId="LiveId" clId="{F7E03734-E1EE-48DE-9C2C-A02502A248C3}" dt="2021-06-27T14:22:51.561" v="383" actId="1076"/>
          <ac:picMkLst>
            <pc:docMk/>
            <pc:sldMk cId="3405566990" sldId="263"/>
            <ac:picMk id="10" creationId="{F18BFCA9-F27F-4774-AB88-724DD1ACE7E9}"/>
          </ac:picMkLst>
        </pc:picChg>
        <pc:picChg chg="add del mod modCrop">
          <ac:chgData name="郁儒 廖" userId="189a1d031aa848d3" providerId="LiveId" clId="{F7E03734-E1EE-48DE-9C2C-A02502A248C3}" dt="2021-06-26T15:09:32.831" v="18" actId="478"/>
          <ac:picMkLst>
            <pc:docMk/>
            <pc:sldMk cId="3405566990" sldId="263"/>
            <ac:picMk id="12" creationId="{F6E5B030-3DC8-4FED-84DB-3E594A744DF5}"/>
          </ac:picMkLst>
        </pc:picChg>
      </pc:sldChg>
      <pc:sldChg chg="addSp delSp modSp add mod">
        <pc:chgData name="郁儒 廖" userId="189a1d031aa848d3" providerId="LiveId" clId="{F7E03734-E1EE-48DE-9C2C-A02502A248C3}" dt="2021-06-26T16:05:39.869" v="317" actId="1076"/>
        <pc:sldMkLst>
          <pc:docMk/>
          <pc:sldMk cId="1720717751" sldId="264"/>
        </pc:sldMkLst>
        <pc:spChg chg="mod">
          <ac:chgData name="郁儒 廖" userId="189a1d031aa848d3" providerId="LiveId" clId="{F7E03734-E1EE-48DE-9C2C-A02502A248C3}" dt="2021-06-26T16:05:38.279" v="316" actId="108"/>
          <ac:spMkLst>
            <pc:docMk/>
            <pc:sldMk cId="1720717751" sldId="264"/>
            <ac:spMk id="2" creationId="{871DA2CC-86CE-43D0-9AA4-0B9F02AB7E2C}"/>
          </ac:spMkLst>
        </pc:spChg>
        <pc:spChg chg="add del mod">
          <ac:chgData name="郁儒 廖" userId="189a1d031aa848d3" providerId="LiveId" clId="{F7E03734-E1EE-48DE-9C2C-A02502A248C3}" dt="2021-06-26T15:09:52.239" v="35" actId="478"/>
          <ac:spMkLst>
            <pc:docMk/>
            <pc:sldMk cId="1720717751" sldId="264"/>
            <ac:spMk id="4" creationId="{F31D7F13-9E3B-4905-BD5C-9F756C7A82B5}"/>
          </ac:spMkLst>
        </pc:spChg>
        <pc:picChg chg="del">
          <ac:chgData name="郁儒 廖" userId="189a1d031aa848d3" providerId="LiveId" clId="{F7E03734-E1EE-48DE-9C2C-A02502A248C3}" dt="2021-06-26T15:09:53.321" v="36" actId="478"/>
          <ac:picMkLst>
            <pc:docMk/>
            <pc:sldMk cId="1720717751" sldId="264"/>
            <ac:picMk id="6" creationId="{E354104B-0801-4CA0-98FD-552E1846872B}"/>
          </ac:picMkLst>
        </pc:picChg>
        <pc:picChg chg="del">
          <ac:chgData name="郁儒 廖" userId="189a1d031aa848d3" providerId="LiveId" clId="{F7E03734-E1EE-48DE-9C2C-A02502A248C3}" dt="2021-06-26T15:09:49.855" v="33" actId="478"/>
          <ac:picMkLst>
            <pc:docMk/>
            <pc:sldMk cId="1720717751" sldId="264"/>
            <ac:picMk id="10" creationId="{F18BFCA9-F27F-4774-AB88-724DD1ACE7E9}"/>
          </ac:picMkLst>
        </pc:picChg>
        <pc:picChg chg="mod">
          <ac:chgData name="郁儒 廖" userId="189a1d031aa848d3" providerId="LiveId" clId="{F7E03734-E1EE-48DE-9C2C-A02502A248C3}" dt="2021-06-26T16:05:39.869" v="317" actId="1076"/>
          <ac:picMkLst>
            <pc:docMk/>
            <pc:sldMk cId="1720717751" sldId="264"/>
            <ac:picMk id="12" creationId="{F6E5B030-3DC8-4FED-84DB-3E594A744DF5}"/>
          </ac:picMkLst>
        </pc:picChg>
      </pc:sldChg>
      <pc:sldChg chg="modSp new mod">
        <pc:chgData name="郁儒 廖" userId="189a1d031aa848d3" providerId="LiveId" clId="{F7E03734-E1EE-48DE-9C2C-A02502A248C3}" dt="2021-06-26T16:01:50.347" v="280" actId="2711"/>
        <pc:sldMkLst>
          <pc:docMk/>
          <pc:sldMk cId="1214235823" sldId="265"/>
        </pc:sldMkLst>
        <pc:spChg chg="mod">
          <ac:chgData name="郁儒 廖" userId="189a1d031aa848d3" providerId="LiveId" clId="{F7E03734-E1EE-48DE-9C2C-A02502A248C3}" dt="2021-06-26T16:01:44.347" v="279" actId="2711"/>
          <ac:spMkLst>
            <pc:docMk/>
            <pc:sldMk cId="1214235823" sldId="265"/>
            <ac:spMk id="2" creationId="{C45B4BC6-4778-44D8-BC43-38E9FA09807D}"/>
          </ac:spMkLst>
        </pc:spChg>
        <pc:spChg chg="mod">
          <ac:chgData name="郁儒 廖" userId="189a1d031aa848d3" providerId="LiveId" clId="{F7E03734-E1EE-48DE-9C2C-A02502A248C3}" dt="2021-06-26T16:01:50.347" v="280" actId="2711"/>
          <ac:spMkLst>
            <pc:docMk/>
            <pc:sldMk cId="1214235823" sldId="265"/>
            <ac:spMk id="3" creationId="{13A791DE-558D-404E-B9D6-E2E18467D5B7}"/>
          </ac:spMkLst>
        </pc:spChg>
      </pc:sldChg>
      <pc:sldChg chg="addSp delSp modSp add mod">
        <pc:chgData name="郁儒 廖" userId="189a1d031aa848d3" providerId="LiveId" clId="{F7E03734-E1EE-48DE-9C2C-A02502A248C3}" dt="2021-06-27T14:23:37.521" v="387" actId="20577"/>
        <pc:sldMkLst>
          <pc:docMk/>
          <pc:sldMk cId="436955770" sldId="266"/>
        </pc:sldMkLst>
        <pc:spChg chg="del">
          <ac:chgData name="郁儒 廖" userId="189a1d031aa848d3" providerId="LiveId" clId="{F7E03734-E1EE-48DE-9C2C-A02502A248C3}" dt="2021-06-26T16:03:18.299" v="296" actId="478"/>
          <ac:spMkLst>
            <pc:docMk/>
            <pc:sldMk cId="436955770" sldId="266"/>
            <ac:spMk id="2" creationId="{46D4B5A4-2E12-4B48-997F-0A3F6BB8E5EE}"/>
          </ac:spMkLst>
        </pc:spChg>
        <pc:spChg chg="mod">
          <ac:chgData name="郁儒 廖" userId="189a1d031aa848d3" providerId="LiveId" clId="{F7E03734-E1EE-48DE-9C2C-A02502A248C3}" dt="2021-06-27T14:16:09.160" v="338" actId="20577"/>
          <ac:spMkLst>
            <pc:docMk/>
            <pc:sldMk cId="436955770" sldId="266"/>
            <ac:spMk id="6" creationId="{56B442F7-5136-4E93-9FE2-2CAC213991C3}"/>
          </ac:spMkLst>
        </pc:spChg>
        <pc:spChg chg="mod">
          <ac:chgData name="郁儒 廖" userId="189a1d031aa848d3" providerId="LiveId" clId="{F7E03734-E1EE-48DE-9C2C-A02502A248C3}" dt="2021-06-26T15:57:25.583" v="240" actId="20577"/>
          <ac:spMkLst>
            <pc:docMk/>
            <pc:sldMk cId="436955770" sldId="266"/>
            <ac:spMk id="7" creationId="{3C66C7FC-85B6-4F14-9AE1-6CD346D7F60C}"/>
          </ac:spMkLst>
        </pc:spChg>
        <pc:spChg chg="add del mod">
          <ac:chgData name="郁儒 廖" userId="189a1d031aa848d3" providerId="LiveId" clId="{F7E03734-E1EE-48DE-9C2C-A02502A248C3}" dt="2021-06-26T16:03:19.669" v="297" actId="478"/>
          <ac:spMkLst>
            <pc:docMk/>
            <pc:sldMk cId="436955770" sldId="266"/>
            <ac:spMk id="9" creationId="{EACDEBF3-A8A0-4D6F-ADEF-DF968F522A00}"/>
          </ac:spMkLst>
        </pc:spChg>
        <pc:spChg chg="add mod">
          <ac:chgData name="郁儒 廖" userId="189a1d031aa848d3" providerId="LiveId" clId="{F7E03734-E1EE-48DE-9C2C-A02502A248C3}" dt="2021-06-27T14:23:37.521" v="387" actId="20577"/>
          <ac:spMkLst>
            <pc:docMk/>
            <pc:sldMk cId="436955770" sldId="266"/>
            <ac:spMk id="10" creationId="{1EE41A3C-529C-4A3F-BE05-CD65AF5791C2}"/>
          </ac:spMkLst>
        </pc:spChg>
        <pc:graphicFrameChg chg="modGraphic">
          <ac:chgData name="郁儒 廖" userId="189a1d031aa848d3" providerId="LiveId" clId="{F7E03734-E1EE-48DE-9C2C-A02502A248C3}" dt="2021-06-26T17:36:46.386" v="318" actId="2084"/>
          <ac:graphicFrameMkLst>
            <pc:docMk/>
            <pc:sldMk cId="436955770" sldId="266"/>
            <ac:graphicFrameMk id="8" creationId="{006AF39E-8E64-46EE-89F2-035694BC962B}"/>
          </ac:graphicFrameMkLst>
        </pc:graphicFrameChg>
      </pc:sldChg>
      <pc:sldChg chg="addSp delSp modSp new mod">
        <pc:chgData name="郁儒 廖" userId="189a1d031aa848d3" providerId="LiveId" clId="{F7E03734-E1EE-48DE-9C2C-A02502A248C3}" dt="2021-06-29T05:07:12.884" v="403" actId="1035"/>
        <pc:sldMkLst>
          <pc:docMk/>
          <pc:sldMk cId="241416973" sldId="267"/>
        </pc:sldMkLst>
        <pc:spChg chg="mod">
          <ac:chgData name="郁儒 廖" userId="189a1d031aa848d3" providerId="LiveId" clId="{F7E03734-E1EE-48DE-9C2C-A02502A248C3}" dt="2021-06-27T14:19:51.970" v="374" actId="108"/>
          <ac:spMkLst>
            <pc:docMk/>
            <pc:sldMk cId="241416973" sldId="267"/>
            <ac:spMk id="2" creationId="{D6A8277B-EDA6-452C-9F3A-ACBBCEC32FC4}"/>
          </ac:spMkLst>
        </pc:spChg>
        <pc:spChg chg="del">
          <ac:chgData name="郁儒 廖" userId="189a1d031aa848d3" providerId="LiveId" clId="{F7E03734-E1EE-48DE-9C2C-A02502A248C3}" dt="2021-06-27T14:18:27.624" v="358"/>
          <ac:spMkLst>
            <pc:docMk/>
            <pc:sldMk cId="241416973" sldId="267"/>
            <ac:spMk id="3" creationId="{0CC80AB5-D57B-4FE1-A7E8-BC00F6DC7E0D}"/>
          </ac:spMkLst>
        </pc:spChg>
        <pc:picChg chg="add mod ord">
          <ac:chgData name="郁儒 廖" userId="189a1d031aa848d3" providerId="LiveId" clId="{F7E03734-E1EE-48DE-9C2C-A02502A248C3}" dt="2021-06-27T14:20:08.969" v="380" actId="1076"/>
          <ac:picMkLst>
            <pc:docMk/>
            <pc:sldMk cId="241416973" sldId="267"/>
            <ac:picMk id="5" creationId="{3407E8DD-85EC-4C6E-A845-8088A23510E7}"/>
          </ac:picMkLst>
        </pc:picChg>
        <pc:picChg chg="add mod modCrop">
          <ac:chgData name="郁儒 廖" userId="189a1d031aa848d3" providerId="LiveId" clId="{F7E03734-E1EE-48DE-9C2C-A02502A248C3}" dt="2021-06-29T05:07:12.884" v="403" actId="1035"/>
          <ac:picMkLst>
            <pc:docMk/>
            <pc:sldMk cId="241416973" sldId="267"/>
            <ac:picMk id="7" creationId="{5C606B4B-5B79-496C-9B21-4C061E6C1E6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3AABAC-6B8E-458B-87A9-FC95DF0B8F57}"/>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C71B5578-F299-4881-8B5B-102DDAA799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84E2F50-9F48-4153-B7FB-AE89C9F8F345}"/>
              </a:ext>
            </a:extLst>
          </p:cNvPr>
          <p:cNvSpPr>
            <a:spLocks noGrp="1"/>
          </p:cNvSpPr>
          <p:nvPr>
            <p:ph type="dt" sz="half" idx="10"/>
          </p:nvPr>
        </p:nvSpPr>
        <p:spPr/>
        <p:txBody>
          <a:bodyPr/>
          <a:lstStyle/>
          <a:p>
            <a:fld id="{7A2423A0-705C-4784-8939-75A5005BCEE5}" type="datetimeFigureOut">
              <a:rPr lang="zh-TW" altLang="en-US" smtClean="0"/>
              <a:t>2021/7/13</a:t>
            </a:fld>
            <a:endParaRPr lang="zh-TW" altLang="en-US"/>
          </a:p>
        </p:txBody>
      </p:sp>
      <p:sp>
        <p:nvSpPr>
          <p:cNvPr id="5" name="頁尾版面配置區 4">
            <a:extLst>
              <a:ext uri="{FF2B5EF4-FFF2-40B4-BE49-F238E27FC236}">
                <a16:creationId xmlns:a16="http://schemas.microsoft.com/office/drawing/2014/main" id="{FC8BE511-9E7D-4A66-B9D9-10D3819E00C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B5E1956-0432-4163-B095-BE9592A1B4BD}"/>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88326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724DBA-E9AB-4458-8D72-D12468563E1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492CF5B-48D0-486D-BDE5-702510CF3892}"/>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C1CA7C-731F-42D8-9E66-E55ACB51AD33}"/>
              </a:ext>
            </a:extLst>
          </p:cNvPr>
          <p:cNvSpPr>
            <a:spLocks noGrp="1"/>
          </p:cNvSpPr>
          <p:nvPr>
            <p:ph type="dt" sz="half" idx="10"/>
          </p:nvPr>
        </p:nvSpPr>
        <p:spPr/>
        <p:txBody>
          <a:bodyPr/>
          <a:lstStyle/>
          <a:p>
            <a:fld id="{7A2423A0-705C-4784-8939-75A5005BCEE5}" type="datetimeFigureOut">
              <a:rPr lang="zh-TW" altLang="en-US" smtClean="0"/>
              <a:t>2021/7/13</a:t>
            </a:fld>
            <a:endParaRPr lang="zh-TW" altLang="en-US"/>
          </a:p>
        </p:txBody>
      </p:sp>
      <p:sp>
        <p:nvSpPr>
          <p:cNvPr id="5" name="頁尾版面配置區 4">
            <a:extLst>
              <a:ext uri="{FF2B5EF4-FFF2-40B4-BE49-F238E27FC236}">
                <a16:creationId xmlns:a16="http://schemas.microsoft.com/office/drawing/2014/main" id="{70B2252B-3157-43F1-BDB9-D5E06E5E12B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48BD8F-585C-4901-AAD4-C8A30024AD36}"/>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140992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F83A60-D16F-4B0A-A2D5-0CF74289D20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3B30B74-D6CF-41E7-894C-2E9D290BEF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33F89CFB-10FA-4ABB-BBE0-5D82B49781DB}"/>
              </a:ext>
            </a:extLst>
          </p:cNvPr>
          <p:cNvSpPr>
            <a:spLocks noGrp="1"/>
          </p:cNvSpPr>
          <p:nvPr>
            <p:ph type="dt" sz="half" idx="10"/>
          </p:nvPr>
        </p:nvSpPr>
        <p:spPr/>
        <p:txBody>
          <a:bodyPr/>
          <a:lstStyle/>
          <a:p>
            <a:fld id="{7A2423A0-705C-4784-8939-75A5005BCEE5}" type="datetimeFigureOut">
              <a:rPr lang="zh-TW" altLang="en-US" smtClean="0"/>
              <a:t>2021/7/13</a:t>
            </a:fld>
            <a:endParaRPr lang="zh-TW" altLang="en-US"/>
          </a:p>
        </p:txBody>
      </p:sp>
      <p:sp>
        <p:nvSpPr>
          <p:cNvPr id="5" name="頁尾版面配置區 4">
            <a:extLst>
              <a:ext uri="{FF2B5EF4-FFF2-40B4-BE49-F238E27FC236}">
                <a16:creationId xmlns:a16="http://schemas.microsoft.com/office/drawing/2014/main" id="{38B75838-7C4B-414C-AB5A-D6E9CC0163A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0D81BAC-02FA-43D7-82F7-37BA220AC21E}"/>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923255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1A3CAF-2D56-4F31-A4DA-4ACE1AD65B52}"/>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5323DF0-8F79-43AF-B6B1-5DDBDE61B2F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7CE4B7C-31E0-4994-BDB4-7E3D7D0AA69B}"/>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1FD789-2003-43D6-A165-5FB527BB3D04}"/>
              </a:ext>
            </a:extLst>
          </p:cNvPr>
          <p:cNvSpPr>
            <a:spLocks noGrp="1"/>
          </p:cNvSpPr>
          <p:nvPr>
            <p:ph type="dt" sz="half" idx="10"/>
          </p:nvPr>
        </p:nvSpPr>
        <p:spPr/>
        <p:txBody>
          <a:bodyPr/>
          <a:lstStyle/>
          <a:p>
            <a:fld id="{7A2423A0-705C-4784-8939-75A5005BCEE5}" type="datetimeFigureOut">
              <a:rPr lang="zh-TW" altLang="en-US" smtClean="0"/>
              <a:t>2021/7/13</a:t>
            </a:fld>
            <a:endParaRPr lang="zh-TW" altLang="en-US"/>
          </a:p>
        </p:txBody>
      </p:sp>
      <p:sp>
        <p:nvSpPr>
          <p:cNvPr id="6" name="頁尾版面配置區 5">
            <a:extLst>
              <a:ext uri="{FF2B5EF4-FFF2-40B4-BE49-F238E27FC236}">
                <a16:creationId xmlns:a16="http://schemas.microsoft.com/office/drawing/2014/main" id="{33C5753D-B95D-4D58-AE0C-17ABA6690FFB}"/>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E2808E-C4E2-4D43-B0F8-AF225F342A16}"/>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732698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0C2EE-D1F1-4E59-BC1D-45244DBBBC1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6272FEA-976A-46B4-80CB-B4F073C068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DB90053-F827-46C2-8CA9-C4803CF676AA}"/>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6A95FC0-310C-435C-A28E-2349643C89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82137BD6-A73C-48CF-AF8E-BADAFDA98EAB}"/>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CE8CB200-2405-4077-AF2B-BB45D6A8CFBF}"/>
              </a:ext>
            </a:extLst>
          </p:cNvPr>
          <p:cNvSpPr>
            <a:spLocks noGrp="1"/>
          </p:cNvSpPr>
          <p:nvPr>
            <p:ph type="dt" sz="half" idx="10"/>
          </p:nvPr>
        </p:nvSpPr>
        <p:spPr/>
        <p:txBody>
          <a:bodyPr/>
          <a:lstStyle/>
          <a:p>
            <a:fld id="{7A2423A0-705C-4784-8939-75A5005BCEE5}" type="datetimeFigureOut">
              <a:rPr lang="zh-TW" altLang="en-US" smtClean="0"/>
              <a:t>2021/7/13</a:t>
            </a:fld>
            <a:endParaRPr lang="zh-TW" altLang="en-US"/>
          </a:p>
        </p:txBody>
      </p:sp>
      <p:sp>
        <p:nvSpPr>
          <p:cNvPr id="8" name="頁尾版面配置區 7">
            <a:extLst>
              <a:ext uri="{FF2B5EF4-FFF2-40B4-BE49-F238E27FC236}">
                <a16:creationId xmlns:a16="http://schemas.microsoft.com/office/drawing/2014/main" id="{2553B3E4-697D-4346-A4F6-25009467430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3603104-FBBC-47F6-B186-4B034EE53F14}"/>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214607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20AB8C-172F-4256-912D-2ABF696763C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215EC422-CFDD-4192-8D7B-E749FC8C9A9C}"/>
              </a:ext>
            </a:extLst>
          </p:cNvPr>
          <p:cNvSpPr>
            <a:spLocks noGrp="1"/>
          </p:cNvSpPr>
          <p:nvPr>
            <p:ph type="dt" sz="half" idx="10"/>
          </p:nvPr>
        </p:nvSpPr>
        <p:spPr/>
        <p:txBody>
          <a:bodyPr/>
          <a:lstStyle/>
          <a:p>
            <a:fld id="{7A2423A0-705C-4784-8939-75A5005BCEE5}" type="datetimeFigureOut">
              <a:rPr lang="zh-TW" altLang="en-US" smtClean="0"/>
              <a:t>2021/7/13</a:t>
            </a:fld>
            <a:endParaRPr lang="zh-TW" altLang="en-US"/>
          </a:p>
        </p:txBody>
      </p:sp>
      <p:sp>
        <p:nvSpPr>
          <p:cNvPr id="4" name="頁尾版面配置區 3">
            <a:extLst>
              <a:ext uri="{FF2B5EF4-FFF2-40B4-BE49-F238E27FC236}">
                <a16:creationId xmlns:a16="http://schemas.microsoft.com/office/drawing/2014/main" id="{6B379ACF-F041-4A75-88E9-844E576F7B2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96303947-7C54-46F8-8A6C-9740764B4EED}"/>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62795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18F5FEF2-1B25-499E-ADEF-336142F06CF7}"/>
              </a:ext>
            </a:extLst>
          </p:cNvPr>
          <p:cNvSpPr>
            <a:spLocks noGrp="1"/>
          </p:cNvSpPr>
          <p:nvPr>
            <p:ph type="dt" sz="half" idx="10"/>
          </p:nvPr>
        </p:nvSpPr>
        <p:spPr/>
        <p:txBody>
          <a:bodyPr/>
          <a:lstStyle/>
          <a:p>
            <a:fld id="{7A2423A0-705C-4784-8939-75A5005BCEE5}" type="datetimeFigureOut">
              <a:rPr lang="zh-TW" altLang="en-US" smtClean="0"/>
              <a:t>2021/7/13</a:t>
            </a:fld>
            <a:endParaRPr lang="zh-TW" altLang="en-US"/>
          </a:p>
        </p:txBody>
      </p:sp>
      <p:sp>
        <p:nvSpPr>
          <p:cNvPr id="3" name="頁尾版面配置區 2">
            <a:extLst>
              <a:ext uri="{FF2B5EF4-FFF2-40B4-BE49-F238E27FC236}">
                <a16:creationId xmlns:a16="http://schemas.microsoft.com/office/drawing/2014/main" id="{AC534BB4-23D8-4326-A942-3A40EDC88F0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A862594-5ADB-4578-BBBC-DA6FD707FC2B}"/>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2657683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FDC25A-2D74-4FD9-A623-2AC6DA94869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78FD3C7A-03FA-4F7D-82BE-E415D6064A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373B6B-7224-433D-B944-619CC07EB9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5A10749-EBB6-4433-83D9-C9F3F1335DCE}"/>
              </a:ext>
            </a:extLst>
          </p:cNvPr>
          <p:cNvSpPr>
            <a:spLocks noGrp="1"/>
          </p:cNvSpPr>
          <p:nvPr>
            <p:ph type="dt" sz="half" idx="10"/>
          </p:nvPr>
        </p:nvSpPr>
        <p:spPr/>
        <p:txBody>
          <a:bodyPr/>
          <a:lstStyle/>
          <a:p>
            <a:fld id="{7A2423A0-705C-4784-8939-75A5005BCEE5}" type="datetimeFigureOut">
              <a:rPr lang="zh-TW" altLang="en-US" smtClean="0"/>
              <a:t>2021/7/13</a:t>
            </a:fld>
            <a:endParaRPr lang="zh-TW" altLang="en-US"/>
          </a:p>
        </p:txBody>
      </p:sp>
      <p:sp>
        <p:nvSpPr>
          <p:cNvPr id="6" name="頁尾版面配置區 5">
            <a:extLst>
              <a:ext uri="{FF2B5EF4-FFF2-40B4-BE49-F238E27FC236}">
                <a16:creationId xmlns:a16="http://schemas.microsoft.com/office/drawing/2014/main" id="{C51CCFD6-CDD0-4036-9EB5-10A41441ADC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1ADF89F-1605-4E7C-B65D-735D72BD372E}"/>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471869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DAEBBF-E5A1-4483-A48B-35A46F4C22D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515D8BB-761E-470D-BD12-60F8515C35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12DBCFAA-8436-4014-A249-727DD9BA64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CA481B0-C03C-4ADD-AF5D-B68095E0207E}"/>
              </a:ext>
            </a:extLst>
          </p:cNvPr>
          <p:cNvSpPr>
            <a:spLocks noGrp="1"/>
          </p:cNvSpPr>
          <p:nvPr>
            <p:ph type="dt" sz="half" idx="10"/>
          </p:nvPr>
        </p:nvSpPr>
        <p:spPr/>
        <p:txBody>
          <a:bodyPr/>
          <a:lstStyle/>
          <a:p>
            <a:fld id="{7A2423A0-705C-4784-8939-75A5005BCEE5}" type="datetimeFigureOut">
              <a:rPr lang="zh-TW" altLang="en-US" smtClean="0"/>
              <a:t>2021/7/13</a:t>
            </a:fld>
            <a:endParaRPr lang="zh-TW" altLang="en-US"/>
          </a:p>
        </p:txBody>
      </p:sp>
      <p:sp>
        <p:nvSpPr>
          <p:cNvPr id="6" name="頁尾版面配置區 5">
            <a:extLst>
              <a:ext uri="{FF2B5EF4-FFF2-40B4-BE49-F238E27FC236}">
                <a16:creationId xmlns:a16="http://schemas.microsoft.com/office/drawing/2014/main" id="{828C2B1C-0BCE-49C6-9F15-AD78FFE2C64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EE5F118-8F1E-4318-9458-2039211056A0}"/>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634439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8D3A47-B576-4E78-AFD8-969CE5C37500}"/>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C8E1B31-5433-408D-83C5-7E7E3A0C1D56}"/>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70BA576-DD3F-4D3F-A1E4-8C2C20E3DDF7}"/>
              </a:ext>
            </a:extLst>
          </p:cNvPr>
          <p:cNvSpPr>
            <a:spLocks noGrp="1"/>
          </p:cNvSpPr>
          <p:nvPr>
            <p:ph type="dt" sz="half" idx="10"/>
          </p:nvPr>
        </p:nvSpPr>
        <p:spPr/>
        <p:txBody>
          <a:bodyPr/>
          <a:lstStyle/>
          <a:p>
            <a:fld id="{7A2423A0-705C-4784-8939-75A5005BCEE5}" type="datetimeFigureOut">
              <a:rPr lang="zh-TW" altLang="en-US" smtClean="0"/>
              <a:t>2021/7/13</a:t>
            </a:fld>
            <a:endParaRPr lang="zh-TW" altLang="en-US"/>
          </a:p>
        </p:txBody>
      </p:sp>
      <p:sp>
        <p:nvSpPr>
          <p:cNvPr id="5" name="頁尾版面配置區 4">
            <a:extLst>
              <a:ext uri="{FF2B5EF4-FFF2-40B4-BE49-F238E27FC236}">
                <a16:creationId xmlns:a16="http://schemas.microsoft.com/office/drawing/2014/main" id="{A1A458E2-B47E-4BFC-9417-D71FB1D999A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DF4CA44-F054-4C5E-A20D-66475D27A45C}"/>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1260075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0B695474-749B-46ED-8421-5CF8F3E5060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E5F59AFC-9F25-4896-8342-7C00D9907AC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2B817EC-97FE-4024-9A6C-38E83AD796E1}"/>
              </a:ext>
            </a:extLst>
          </p:cNvPr>
          <p:cNvSpPr>
            <a:spLocks noGrp="1"/>
          </p:cNvSpPr>
          <p:nvPr>
            <p:ph type="dt" sz="half" idx="10"/>
          </p:nvPr>
        </p:nvSpPr>
        <p:spPr/>
        <p:txBody>
          <a:bodyPr/>
          <a:lstStyle/>
          <a:p>
            <a:fld id="{7A2423A0-705C-4784-8939-75A5005BCEE5}" type="datetimeFigureOut">
              <a:rPr lang="zh-TW" altLang="en-US" smtClean="0"/>
              <a:t>2021/7/13</a:t>
            </a:fld>
            <a:endParaRPr lang="zh-TW" altLang="en-US"/>
          </a:p>
        </p:txBody>
      </p:sp>
      <p:sp>
        <p:nvSpPr>
          <p:cNvPr id="5" name="頁尾版面配置區 4">
            <a:extLst>
              <a:ext uri="{FF2B5EF4-FFF2-40B4-BE49-F238E27FC236}">
                <a16:creationId xmlns:a16="http://schemas.microsoft.com/office/drawing/2014/main" id="{78A8F477-E65E-481A-B117-0C96774C7B8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AA5132-440A-428F-B04E-D89094DD18A9}"/>
              </a:ext>
            </a:extLst>
          </p:cNvPr>
          <p:cNvSpPr>
            <a:spLocks noGrp="1"/>
          </p:cNvSpPr>
          <p:nvPr>
            <p:ph type="sldNum" sz="quarter" idx="12"/>
          </p:nvPr>
        </p:nvSpPr>
        <p:spPr/>
        <p:txBody>
          <a:body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390275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08F0E7A-AAF4-41A0-921F-E7CF53951E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0653E51-E47D-4FA4-BF3A-2EB883BCD8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F8EF7A0-37CE-4C90-91E0-19707D2A9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2423A0-705C-4784-8939-75A5005BCEE5}" type="datetimeFigureOut">
              <a:rPr lang="zh-TW" altLang="en-US" smtClean="0"/>
              <a:t>2021/7/13</a:t>
            </a:fld>
            <a:endParaRPr lang="zh-TW" altLang="en-US"/>
          </a:p>
        </p:txBody>
      </p:sp>
      <p:sp>
        <p:nvSpPr>
          <p:cNvPr id="5" name="頁尾版面配置區 4">
            <a:extLst>
              <a:ext uri="{FF2B5EF4-FFF2-40B4-BE49-F238E27FC236}">
                <a16:creationId xmlns:a16="http://schemas.microsoft.com/office/drawing/2014/main" id="{C6FD17EE-A0D2-4BEF-8A28-0945579BA6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7C8CD83-5395-4058-83B2-77176E37F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B5E96E-5A4E-4A33-ACA9-CDB82D96BC12}" type="slidenum">
              <a:rPr lang="zh-TW" altLang="en-US" smtClean="0"/>
              <a:t>‹#›</a:t>
            </a:fld>
            <a:endParaRPr lang="zh-TW" altLang="en-US"/>
          </a:p>
        </p:txBody>
      </p:sp>
    </p:spTree>
    <p:extLst>
      <p:ext uri="{BB962C8B-B14F-4D97-AF65-F5344CB8AC3E}">
        <p14:creationId xmlns:p14="http://schemas.microsoft.com/office/powerpoint/2010/main" val="602199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63378F-50B2-45BD-A6DA-5CB61DB247F9}"/>
              </a:ext>
            </a:extLst>
          </p:cNvPr>
          <p:cNvSpPr>
            <a:spLocks noGrp="1"/>
          </p:cNvSpPr>
          <p:nvPr>
            <p:ph type="ctrTitle"/>
          </p:nvPr>
        </p:nvSpPr>
        <p:spPr>
          <a:xfrm>
            <a:off x="1524000" y="1543574"/>
            <a:ext cx="9144000" cy="1366873"/>
          </a:xfrm>
        </p:spPr>
        <p:txBody>
          <a:bodyPr>
            <a:normAutofit/>
          </a:bodyPr>
          <a:lstStyle/>
          <a:p>
            <a:r>
              <a:rPr lang="en-US" altLang="zh-TW" sz="3600" dirty="0">
                <a:latin typeface="Times New Roman" panose="02020603050405020304" pitchFamily="18" charset="0"/>
                <a:cs typeface="Times New Roman" panose="02020603050405020304" pitchFamily="18" charset="0"/>
              </a:rPr>
              <a:t>Locating Longest Common Subsequences</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with Limited Penalty</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71E7239B-5619-42E5-947E-7CC9BEF1FE52}"/>
              </a:ext>
            </a:extLst>
          </p:cNvPr>
          <p:cNvSpPr>
            <a:spLocks noGrp="1"/>
          </p:cNvSpPr>
          <p:nvPr>
            <p:ph type="subTitle" idx="1"/>
          </p:nvPr>
        </p:nvSpPr>
        <p:spPr>
          <a:xfrm>
            <a:off x="1524000" y="3261792"/>
            <a:ext cx="9144000" cy="1177017"/>
          </a:xfrm>
        </p:spPr>
        <p:txBody>
          <a:bodyPr>
            <a:normAutofit/>
          </a:bodyPr>
          <a:lstStyle/>
          <a:p>
            <a:r>
              <a:rPr lang="en-US" altLang="zh-TW" sz="1600" dirty="0">
                <a:latin typeface="Times New Roman" panose="02020603050405020304" pitchFamily="18" charset="0"/>
                <a:cs typeface="Times New Roman" panose="02020603050405020304" pitchFamily="18" charset="0"/>
              </a:rPr>
              <a:t>Bin Wang, </a:t>
            </a:r>
            <a:r>
              <a:rPr lang="en-US" altLang="zh-TW" sz="1600" dirty="0" err="1">
                <a:latin typeface="Times New Roman" panose="02020603050405020304" pitchFamily="18" charset="0"/>
                <a:cs typeface="Times New Roman" panose="02020603050405020304" pitchFamily="18" charset="0"/>
              </a:rPr>
              <a:t>Xiaochun</a:t>
            </a:r>
            <a:r>
              <a:rPr lang="en-US" altLang="zh-TW" sz="1600" dirty="0">
                <a:latin typeface="Times New Roman" panose="02020603050405020304" pitchFamily="18" charset="0"/>
                <a:cs typeface="Times New Roman" panose="02020603050405020304" pitchFamily="18" charset="0"/>
              </a:rPr>
              <a:t> Yang, and </a:t>
            </a:r>
            <a:r>
              <a:rPr lang="en-US" altLang="zh-TW" sz="1600" dirty="0" err="1">
                <a:latin typeface="Times New Roman" panose="02020603050405020304" pitchFamily="18" charset="0"/>
                <a:cs typeface="Times New Roman" panose="02020603050405020304" pitchFamily="18" charset="0"/>
              </a:rPr>
              <a:t>Jinxu</a:t>
            </a:r>
            <a:r>
              <a:rPr lang="en-US" altLang="zh-TW" sz="1600" dirty="0">
                <a:latin typeface="Times New Roman" panose="02020603050405020304" pitchFamily="18" charset="0"/>
                <a:cs typeface="Times New Roman" panose="02020603050405020304" pitchFamily="18" charset="0"/>
              </a:rPr>
              <a:t> Li</a:t>
            </a:r>
          </a:p>
          <a:p>
            <a:r>
              <a:rPr lang="en-US" altLang="zh-TW" sz="1600" dirty="0">
                <a:latin typeface="Times New Roman" panose="02020603050405020304" pitchFamily="18" charset="0"/>
                <a:cs typeface="Times New Roman" panose="02020603050405020304" pitchFamily="18" charset="0"/>
              </a:rPr>
              <a:t> Database Systems for Advanced Applications, pp187-201, 2017</a:t>
            </a:r>
            <a:endParaRPr lang="zh-TW" altLang="en-US" sz="1600" dirty="0">
              <a:latin typeface="Times New Roman" panose="02020603050405020304" pitchFamily="18" charset="0"/>
              <a:cs typeface="Times New Roman" panose="02020603050405020304" pitchFamily="18" charset="0"/>
            </a:endParaRPr>
          </a:p>
        </p:txBody>
      </p:sp>
      <p:sp>
        <p:nvSpPr>
          <p:cNvPr id="5" name="副標題 2">
            <a:extLst>
              <a:ext uri="{FF2B5EF4-FFF2-40B4-BE49-F238E27FC236}">
                <a16:creationId xmlns:a16="http://schemas.microsoft.com/office/drawing/2014/main" id="{E943A7B3-D75F-42BE-987F-B5D29452E318}"/>
              </a:ext>
            </a:extLst>
          </p:cNvPr>
          <p:cNvSpPr txBox="1">
            <a:spLocks/>
          </p:cNvSpPr>
          <p:nvPr/>
        </p:nvSpPr>
        <p:spPr>
          <a:xfrm>
            <a:off x="9177555" y="5393255"/>
            <a:ext cx="2471956" cy="8200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1600" dirty="0">
                <a:latin typeface="微軟正黑體" pitchFamily="34" charset="-120"/>
                <a:ea typeface="微軟正黑體" pitchFamily="34" charset="-120"/>
              </a:rPr>
              <a:t>Presenter :</a:t>
            </a:r>
            <a:r>
              <a:rPr lang="zh-TW" altLang="en-US" sz="1600" dirty="0">
                <a:latin typeface="微軟正黑體" pitchFamily="34" charset="-120"/>
                <a:ea typeface="微軟正黑體" pitchFamily="34" charset="-120"/>
              </a:rPr>
              <a:t> </a:t>
            </a:r>
            <a:r>
              <a:rPr lang="en-US" altLang="zh-TW" sz="1600" dirty="0"/>
              <a:t>Yu-Ju, Liao</a:t>
            </a:r>
          </a:p>
          <a:p>
            <a:r>
              <a:rPr lang="en-US" altLang="zh-TW" sz="1600" dirty="0">
                <a:latin typeface="微軟正黑體" pitchFamily="34" charset="-120"/>
                <a:ea typeface="微軟正黑體" pitchFamily="34" charset="-120"/>
              </a:rPr>
              <a:t>Date :</a:t>
            </a:r>
            <a:r>
              <a:rPr lang="zh-TW" altLang="en-US" sz="1600" dirty="0">
                <a:latin typeface="微軟正黑體" pitchFamily="34" charset="-120"/>
                <a:ea typeface="微軟正黑體" pitchFamily="34" charset="-120"/>
              </a:rPr>
              <a:t> </a:t>
            </a:r>
            <a:r>
              <a:rPr lang="en-US" altLang="zh-TW" sz="1600" dirty="0">
                <a:latin typeface="Times New Roman" panose="02020603050405020304" pitchFamily="18" charset="0"/>
                <a:ea typeface="微軟正黑體" pitchFamily="34" charset="-120"/>
                <a:cs typeface="Times New Roman" panose="02020603050405020304" pitchFamily="18" charset="0"/>
              </a:rPr>
              <a:t>July</a:t>
            </a:r>
            <a:r>
              <a:rPr lang="en-US" altLang="zh-TW" sz="1600" dirty="0">
                <a:latin typeface="Times New Roman" panose="02020603050405020304" pitchFamily="18" charset="0"/>
                <a:cs typeface="Times New Roman" panose="02020603050405020304" pitchFamily="18" charset="0"/>
              </a:rPr>
              <a:t> 13, 2021</a:t>
            </a:r>
            <a:endParaRPr lang="zh-TW" altLang="en-US" sz="1600" dirty="0"/>
          </a:p>
        </p:txBody>
      </p:sp>
    </p:spTree>
    <p:extLst>
      <p:ext uri="{BB962C8B-B14F-4D97-AF65-F5344CB8AC3E}">
        <p14:creationId xmlns:p14="http://schemas.microsoft.com/office/powerpoint/2010/main" val="1310905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5B4BC6-4778-44D8-BC43-38E9FA09807D}"/>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3A791DE-558D-404E-B9D6-E2E18467D5B7}"/>
              </a:ext>
            </a:extLst>
          </p:cNvPr>
          <p:cNvSpPr>
            <a:spLocks noGrp="1"/>
          </p:cNvSpPr>
          <p:nvPr>
            <p:ph idx="1"/>
          </p:nvPr>
        </p:nvSpPr>
        <p:spPr>
          <a:xfrm>
            <a:off x="544584" y="1690688"/>
            <a:ext cx="11392950" cy="4351338"/>
          </a:xfrm>
        </p:spPr>
        <p:txBody>
          <a:bodyPr>
            <a:noAutofit/>
          </a:bodyPr>
          <a:lstStyle/>
          <a:p>
            <a:pPr marL="0" indent="0">
              <a:buNone/>
            </a:pPr>
            <a:r>
              <a:rPr lang="en-US" altLang="zh-TW" sz="2400" dirty="0">
                <a:latin typeface="Times New Roman" panose="02020603050405020304" pitchFamily="18" charset="0"/>
                <a:cs typeface="Times New Roman" panose="02020603050405020304" pitchFamily="18" charset="0"/>
              </a:rPr>
              <a:t>Locating longest common subsequences is a typical and important problem. The original version of locating longest common subsequences stretches a longer alignment between a query and a database sequence finds all alignments corresponding to the maximal length of common subsequences. However, the original version produces a lot of results, some of which are meaningless in practical applications and rise to a lot of time overhead. In this paper, we firstly define longest common subsequences with limited penalty to compute the longest common subsequences whose penalty values are not larger than a threshold τ . This helps us to find answers with good locality. We focus on the efficiency of this problem. We propose a basic approach for finding longest common subsequences with limited penalty. We further analyze features of longest common subsequences with limited penalty, and based on it we propose a filter-refine approach to reduce number of candidates. We also adopt suffix array to efficiently generate common substrings, which helps calculating the problem. Experimental results on three real datasets show the effectiveness and efficiency of our algorithms.</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4235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longest common subsequence with limited penalty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    (a.k.a. </a:t>
            </a:r>
            <a:r>
              <a:rPr lang="en-US" altLang="zh-TW" sz="3600" dirty="0" err="1">
                <a:latin typeface="Times New Roman" panose="02020603050405020304" pitchFamily="18" charset="0"/>
                <a:cs typeface="Times New Roman" panose="02020603050405020304" pitchFamily="18" charset="0"/>
              </a:rPr>
              <a:t>LCSp</a:t>
            </a:r>
            <a:r>
              <a:rPr lang="en-US" altLang="zh-TW" sz="3600" dirty="0">
                <a:latin typeface="Times New Roman" panose="02020603050405020304" pitchFamily="18" charset="0"/>
                <a:cs typeface="Times New Roman" panose="02020603050405020304" pitchFamily="18" charset="0"/>
              </a:rPr>
              <a:t>)</a:t>
            </a:r>
            <a:endParaRPr lang="zh-TW" altLang="en-US" sz="3600"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8D88EFAC-D683-46D0-ADEC-7BAE33A9EACD}"/>
              </a:ext>
            </a:extLst>
          </p:cNvPr>
          <p:cNvSpPr>
            <a:spLocks noGrp="1"/>
          </p:cNvSpPr>
          <p:nvPr>
            <p:ph idx="1"/>
          </p:nvPr>
        </p:nvSpPr>
        <p:spPr/>
        <p:txBody>
          <a:bodyPr/>
          <a:lstStyle/>
          <a:p>
            <a:r>
              <a:rPr lang="en-US" altLang="zh-TW" dirty="0"/>
              <a:t>X=</a:t>
            </a:r>
            <a:r>
              <a:rPr lang="en-US" altLang="zh-TW" dirty="0" err="1">
                <a:highlight>
                  <a:srgbClr val="FFFF00"/>
                </a:highlight>
              </a:rPr>
              <a:t>tra</a:t>
            </a:r>
            <a:r>
              <a:rPr lang="en-US" altLang="zh-TW" dirty="0" err="1"/>
              <a:t>ob</a:t>
            </a:r>
            <a:r>
              <a:rPr lang="en-US" altLang="zh-TW" dirty="0" err="1">
                <a:highlight>
                  <a:srgbClr val="00FF00"/>
                </a:highlight>
              </a:rPr>
              <a:t>cy</a:t>
            </a:r>
            <a:r>
              <a:rPr lang="en-US" altLang="zh-TW" dirty="0" err="1"/>
              <a:t>b</a:t>
            </a:r>
            <a:r>
              <a:rPr lang="en-US" altLang="zh-TW" dirty="0" err="1">
                <a:highlight>
                  <a:srgbClr val="00FFFF"/>
                </a:highlight>
              </a:rPr>
              <a:t>gsfd</a:t>
            </a:r>
            <a:r>
              <a:rPr lang="en-US" altLang="zh-TW" dirty="0"/>
              <a:t>  </a:t>
            </a:r>
          </a:p>
          <a:p>
            <a:r>
              <a:rPr lang="en-US" altLang="zh-TW" dirty="0"/>
              <a:t>Y=</a:t>
            </a:r>
            <a:r>
              <a:rPr lang="en-US" altLang="zh-TW" dirty="0" err="1">
                <a:highlight>
                  <a:srgbClr val="FFFF00"/>
                </a:highlight>
              </a:rPr>
              <a:t>tra</a:t>
            </a:r>
            <a:r>
              <a:rPr lang="en-US" altLang="zh-TW" dirty="0" err="1">
                <a:highlight>
                  <a:srgbClr val="00FF00"/>
                </a:highlight>
              </a:rPr>
              <a:t>cy</a:t>
            </a:r>
            <a:r>
              <a:rPr lang="en-US" altLang="zh-TW" dirty="0" err="1"/>
              <a:t>cyrao</a:t>
            </a:r>
            <a:r>
              <a:rPr lang="en-US" altLang="zh-TW" dirty="0" err="1">
                <a:highlight>
                  <a:srgbClr val="00FFFF"/>
                </a:highlight>
              </a:rPr>
              <a:t>gsfd</a:t>
            </a:r>
            <a:r>
              <a:rPr lang="en-US" altLang="zh-TW" dirty="0"/>
              <a:t> </a:t>
            </a:r>
          </a:p>
          <a:p>
            <a:r>
              <a:rPr lang="en-US" altLang="zh-TW" dirty="0"/>
              <a:t>Lcs(X,Y)=</a:t>
            </a:r>
            <a:r>
              <a:rPr lang="en-US" altLang="zh-TW" dirty="0" err="1">
                <a:highlight>
                  <a:srgbClr val="FFFF00"/>
                </a:highlight>
              </a:rPr>
              <a:t>tra</a:t>
            </a:r>
            <a:r>
              <a:rPr lang="en-US" altLang="zh-TW" dirty="0" err="1">
                <a:highlight>
                  <a:srgbClr val="00FF00"/>
                </a:highlight>
              </a:rPr>
              <a:t>cy</a:t>
            </a:r>
            <a:r>
              <a:rPr lang="en-US" altLang="zh-TW" dirty="0" err="1">
                <a:highlight>
                  <a:srgbClr val="00FFFF"/>
                </a:highlight>
              </a:rPr>
              <a:t>gsfd</a:t>
            </a:r>
            <a:r>
              <a:rPr lang="en-US" altLang="zh-TW" dirty="0"/>
              <a:t> </a:t>
            </a:r>
            <a:endParaRPr lang="zh-TW" altLang="en-US" dirty="0"/>
          </a:p>
        </p:txBody>
      </p:sp>
      <p:pic>
        <p:nvPicPr>
          <p:cNvPr id="8" name="圖片 7" descr="一張含有 文字 的圖片&#10;&#10;自動產生的描述">
            <a:extLst>
              <a:ext uri="{FF2B5EF4-FFF2-40B4-BE49-F238E27FC236}">
                <a16:creationId xmlns:a16="http://schemas.microsoft.com/office/drawing/2014/main" id="{FDAD4C1A-5906-430B-BC89-26AD50139147}"/>
              </a:ext>
            </a:extLst>
          </p:cNvPr>
          <p:cNvPicPr>
            <a:picLocks noChangeAspect="1"/>
          </p:cNvPicPr>
          <p:nvPr/>
        </p:nvPicPr>
        <p:blipFill rotWithShape="1">
          <a:blip r:embed="rId2">
            <a:extLst>
              <a:ext uri="{28A0092B-C50C-407E-A947-70E740481C1C}">
                <a14:useLocalDpi xmlns:a14="http://schemas.microsoft.com/office/drawing/2010/main" val="0"/>
              </a:ext>
            </a:extLst>
          </a:blip>
          <a:srcRect t="30815"/>
          <a:stretch/>
        </p:blipFill>
        <p:spPr>
          <a:xfrm>
            <a:off x="985875" y="3840480"/>
            <a:ext cx="4601217" cy="784308"/>
          </a:xfrm>
          <a:prstGeom prst="rect">
            <a:avLst/>
          </a:prstGeom>
        </p:spPr>
      </p:pic>
    </p:spTree>
    <p:extLst>
      <p:ext uri="{BB962C8B-B14F-4D97-AF65-F5344CB8AC3E}">
        <p14:creationId xmlns:p14="http://schemas.microsoft.com/office/powerpoint/2010/main" val="241416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8277B-EDA6-452C-9F3A-ACBBCEC32FC4}"/>
              </a:ext>
            </a:extLst>
          </p:cNvPr>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longest common subsequence with limited penalty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    (a.k.a. </a:t>
            </a:r>
            <a:r>
              <a:rPr lang="en-US" altLang="zh-TW" sz="3600" dirty="0" err="1">
                <a:latin typeface="Times New Roman" panose="02020603050405020304" pitchFamily="18" charset="0"/>
                <a:cs typeface="Times New Roman" panose="02020603050405020304" pitchFamily="18" charset="0"/>
              </a:rPr>
              <a:t>LCSp</a:t>
            </a:r>
            <a:r>
              <a:rPr lang="en-US" altLang="zh-TW" sz="3600" dirty="0">
                <a:latin typeface="Times New Roman" panose="02020603050405020304" pitchFamily="18" charset="0"/>
                <a:cs typeface="Times New Roman" panose="02020603050405020304" pitchFamily="18" charset="0"/>
              </a:rPr>
              <a:t>)</a:t>
            </a:r>
            <a:endParaRPr lang="zh-TW" altLang="en-US" sz="3600" dirty="0">
              <a:latin typeface="Times New Roman" panose="02020603050405020304" pitchFamily="18" charset="0"/>
              <a:cs typeface="Times New Roman" panose="02020603050405020304" pitchFamily="18" charset="0"/>
            </a:endParaRPr>
          </a:p>
        </p:txBody>
      </p:sp>
      <p:sp>
        <p:nvSpPr>
          <p:cNvPr id="4" name="內容版面配置區 3">
            <a:extLst>
              <a:ext uri="{FF2B5EF4-FFF2-40B4-BE49-F238E27FC236}">
                <a16:creationId xmlns:a16="http://schemas.microsoft.com/office/drawing/2014/main" id="{8D88EFAC-D683-46D0-ADEC-7BAE33A9EACD}"/>
              </a:ext>
            </a:extLst>
          </p:cNvPr>
          <p:cNvSpPr>
            <a:spLocks noGrp="1"/>
          </p:cNvSpPr>
          <p:nvPr>
            <p:ph idx="1"/>
          </p:nvPr>
        </p:nvSpPr>
        <p:spPr/>
        <p:txBody>
          <a:bodyPr/>
          <a:lstStyle/>
          <a:p>
            <a:r>
              <a:rPr lang="en-US" altLang="zh-TW" dirty="0"/>
              <a:t>X=</a:t>
            </a:r>
            <a:r>
              <a:rPr lang="en-US" altLang="zh-TW" dirty="0" err="1"/>
              <a:t>traob</a:t>
            </a:r>
            <a:r>
              <a:rPr lang="en-US" altLang="zh-TW" dirty="0" err="1">
                <a:highlight>
                  <a:srgbClr val="00FF00"/>
                </a:highlight>
              </a:rPr>
              <a:t>cy</a:t>
            </a:r>
            <a:r>
              <a:rPr lang="en-US" altLang="zh-TW" dirty="0" err="1"/>
              <a:t>b</a:t>
            </a:r>
            <a:r>
              <a:rPr lang="en-US" altLang="zh-TW" dirty="0" err="1">
                <a:highlight>
                  <a:srgbClr val="00FFFF"/>
                </a:highlight>
              </a:rPr>
              <a:t>gsfd</a:t>
            </a:r>
            <a:r>
              <a:rPr lang="en-US" altLang="zh-TW" dirty="0"/>
              <a:t>  </a:t>
            </a:r>
          </a:p>
          <a:p>
            <a:r>
              <a:rPr lang="en-US" altLang="zh-TW" dirty="0"/>
              <a:t>Y=</a:t>
            </a:r>
            <a:r>
              <a:rPr lang="en-US" altLang="zh-TW" dirty="0" err="1"/>
              <a:t>tra</a:t>
            </a:r>
            <a:r>
              <a:rPr lang="en-US" altLang="zh-TW" dirty="0" err="1">
                <a:highlight>
                  <a:srgbClr val="00FF00"/>
                </a:highlight>
              </a:rPr>
              <a:t>cy</a:t>
            </a:r>
            <a:r>
              <a:rPr lang="en-US" altLang="zh-TW" dirty="0" err="1"/>
              <a:t>cyrao</a:t>
            </a:r>
            <a:r>
              <a:rPr lang="en-US" altLang="zh-TW" dirty="0" err="1">
                <a:highlight>
                  <a:srgbClr val="00FFFF"/>
                </a:highlight>
              </a:rPr>
              <a:t>gsfd</a:t>
            </a:r>
            <a:r>
              <a:rPr lang="en-US" altLang="zh-TW" dirty="0"/>
              <a:t> </a:t>
            </a:r>
          </a:p>
          <a:p>
            <a:r>
              <a:rPr lang="en-US" altLang="zh-TW" dirty="0"/>
              <a:t>Lcs(X,Y)=</a:t>
            </a:r>
            <a:r>
              <a:rPr lang="en-US" altLang="zh-TW" dirty="0" err="1"/>
              <a:t>tra</a:t>
            </a:r>
            <a:r>
              <a:rPr lang="en-US" altLang="zh-TW" dirty="0" err="1">
                <a:highlight>
                  <a:srgbClr val="00FF00"/>
                </a:highlight>
              </a:rPr>
              <a:t>cy</a:t>
            </a:r>
            <a:r>
              <a:rPr lang="en-US" altLang="zh-TW" dirty="0" err="1">
                <a:highlight>
                  <a:srgbClr val="00FFFF"/>
                </a:highlight>
              </a:rPr>
              <a:t>gsfd</a:t>
            </a:r>
            <a:r>
              <a:rPr lang="en-US" altLang="zh-TW" dirty="0"/>
              <a:t> </a:t>
            </a:r>
            <a:endParaRPr lang="zh-TW" altLang="en-US" dirty="0"/>
          </a:p>
        </p:txBody>
      </p:sp>
      <p:pic>
        <p:nvPicPr>
          <p:cNvPr id="8" name="圖片 7" descr="一張含有 文字 的圖片&#10;&#10;自動產生的描述">
            <a:extLst>
              <a:ext uri="{FF2B5EF4-FFF2-40B4-BE49-F238E27FC236}">
                <a16:creationId xmlns:a16="http://schemas.microsoft.com/office/drawing/2014/main" id="{FDAD4C1A-5906-430B-BC89-26AD50139147}"/>
              </a:ext>
            </a:extLst>
          </p:cNvPr>
          <p:cNvPicPr>
            <a:picLocks noChangeAspect="1"/>
          </p:cNvPicPr>
          <p:nvPr/>
        </p:nvPicPr>
        <p:blipFill rotWithShape="1">
          <a:blip r:embed="rId2">
            <a:extLst>
              <a:ext uri="{28A0092B-C50C-407E-A947-70E740481C1C}">
                <a14:useLocalDpi xmlns:a14="http://schemas.microsoft.com/office/drawing/2010/main" val="0"/>
              </a:ext>
            </a:extLst>
          </a:blip>
          <a:srcRect t="30815"/>
          <a:stretch/>
        </p:blipFill>
        <p:spPr>
          <a:xfrm>
            <a:off x="1036209" y="3488143"/>
            <a:ext cx="4601217" cy="784308"/>
          </a:xfrm>
          <a:prstGeom prst="rect">
            <a:avLst/>
          </a:prstGeom>
        </p:spPr>
      </p:pic>
      <p:sp>
        <p:nvSpPr>
          <p:cNvPr id="3" name="矩形 2">
            <a:extLst>
              <a:ext uri="{FF2B5EF4-FFF2-40B4-BE49-F238E27FC236}">
                <a16:creationId xmlns:a16="http://schemas.microsoft.com/office/drawing/2014/main" id="{1F3E5596-C139-4CE6-8FE8-ACA3BC991498}"/>
              </a:ext>
            </a:extLst>
          </p:cNvPr>
          <p:cNvSpPr/>
          <p:nvPr/>
        </p:nvSpPr>
        <p:spPr>
          <a:xfrm>
            <a:off x="2306972" y="1825625"/>
            <a:ext cx="1124125" cy="4626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1DE3F171-728A-45A2-9E18-1B958FF5807F}"/>
              </a:ext>
            </a:extLst>
          </p:cNvPr>
          <p:cNvSpPr/>
          <p:nvPr/>
        </p:nvSpPr>
        <p:spPr>
          <a:xfrm>
            <a:off x="1897310" y="2288306"/>
            <a:ext cx="1709956" cy="4626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26C2EE36-8216-468F-9B84-EE2F7F42F6C6}"/>
                  </a:ext>
                </a:extLst>
              </p:cNvPr>
              <p:cNvSpPr txBox="1"/>
              <p:nvPr/>
            </p:nvSpPr>
            <p:spPr>
              <a:xfrm>
                <a:off x="1036209" y="4407388"/>
                <a:ext cx="4601217" cy="923330"/>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M(X,Y) = 1</a:t>
                </a:r>
              </a:p>
              <a:p>
                <a:r>
                  <a:rPr lang="en-US" altLang="zh-TW" dirty="0">
                    <a:latin typeface="Times New Roman" panose="02020603050405020304" pitchFamily="18" charset="0"/>
                    <a:cs typeface="Times New Roman" panose="02020603050405020304" pitchFamily="18" charset="0"/>
                  </a:rPr>
                  <a:t>S(X,Y) = 4</a:t>
                </a:r>
              </a:p>
              <a:p>
                <a:r>
                  <a:rPr lang="en-US" altLang="zh-TW"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sym typeface="Wingdings" panose="05000000000000000000" pitchFamily="2" charset="2"/>
                  </a:rPr>
                  <a:t></a:t>
                </a:r>
                <a:r>
                  <a:rPr lang="en-US" altLang="zh-TW" dirty="0">
                    <a:latin typeface="Times New Roman" panose="02020603050405020304" pitchFamily="18" charset="0"/>
                    <a:cs typeface="Times New Roman" panose="02020603050405020304" pitchFamily="18" charset="0"/>
                  </a:rPr>
                  <a:t>P = 1*</a:t>
                </a:r>
                <a14:m>
                  <m:oMath xmlns:m="http://schemas.openxmlformats.org/officeDocument/2006/math">
                    <m:r>
                      <a:rPr lang="en-US" altLang="zh-TW" i="1" smtClean="0">
                        <a:latin typeface="Cambria Math" panose="02040503050406030204" pitchFamily="18" charset="0"/>
                      </a:rPr>
                      <m:t>𝑎</m:t>
                    </m:r>
                  </m:oMath>
                </a14:m>
                <a:r>
                  <a:rPr lang="en-US" altLang="zh-TW" dirty="0">
                    <a:latin typeface="Times New Roman" panose="02020603050405020304" pitchFamily="18" charset="0"/>
                    <a:cs typeface="Times New Roman" panose="02020603050405020304" pitchFamily="18" charset="0"/>
                  </a:rPr>
                  <a:t> + 4*</a:t>
                </a:r>
                <a14:m>
                  <m:oMath xmlns:m="http://schemas.openxmlformats.org/officeDocument/2006/math">
                    <m:r>
                      <a:rPr lang="en-US" altLang="zh-TW" i="1">
                        <a:latin typeface="Cambria Math" panose="02040503050406030204" pitchFamily="18" charset="0"/>
                      </a:rPr>
                      <m:t>𝛽</m:t>
                    </m:r>
                    <m:r>
                      <a:rPr lang="en-US" altLang="zh-TW" b="0" i="1" smtClean="0">
                        <a:latin typeface="Cambria Math" panose="02040503050406030204" pitchFamily="18" charset="0"/>
                      </a:rPr>
                      <m:t>=5</m:t>
                    </m:r>
                  </m:oMath>
                </a14:m>
                <a:endParaRPr lang="en-US" altLang="zh-TW"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26C2EE36-8216-468F-9B84-EE2F7F42F6C6}"/>
                  </a:ext>
                </a:extLst>
              </p:cNvPr>
              <p:cNvSpPr txBox="1">
                <a:spLocks noRot="1" noChangeAspect="1" noMove="1" noResize="1" noEditPoints="1" noAdjustHandles="1" noChangeArrowheads="1" noChangeShapeType="1" noTextEdit="1"/>
              </p:cNvSpPr>
              <p:nvPr/>
            </p:nvSpPr>
            <p:spPr>
              <a:xfrm>
                <a:off x="1036209" y="4407388"/>
                <a:ext cx="4601217" cy="923330"/>
              </a:xfrm>
              <a:prstGeom prst="rect">
                <a:avLst/>
              </a:prstGeom>
              <a:blipFill>
                <a:blip r:embed="rId3"/>
                <a:stretch>
                  <a:fillRect l="-1192" t="-3974" b="-993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79045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1">
            <a:extLst>
              <a:ext uri="{FF2B5EF4-FFF2-40B4-BE49-F238E27FC236}">
                <a16:creationId xmlns:a16="http://schemas.microsoft.com/office/drawing/2014/main" id="{31815381-98AE-4F5B-9A6C-08961D44B59B}"/>
              </a:ext>
            </a:extLst>
          </p:cNvPr>
          <p:cNvSpPr>
            <a:spLocks noGrp="1"/>
          </p:cNvSpPr>
          <p:nvPr>
            <p:ph type="title"/>
          </p:nvPr>
        </p:nvSpPr>
        <p:spPr>
          <a:xfrm>
            <a:off x="838200" y="365125"/>
            <a:ext cx="10515600" cy="1325563"/>
          </a:xfrm>
        </p:spPr>
        <p:txBody>
          <a:bodyPr/>
          <a:lstStyle/>
          <a:p>
            <a:r>
              <a:rPr lang="en-US" altLang="zh-TW" dirty="0">
                <a:latin typeface="Times New Roman" panose="02020603050405020304" pitchFamily="18" charset="0"/>
                <a:cs typeface="Times New Roman" panose="02020603050405020304" pitchFamily="18" charset="0"/>
              </a:rPr>
              <a:t>Common Strings</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1D10218B-5CC5-41AF-9B51-249B7EBF8B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889811"/>
            <a:ext cx="6325483" cy="4686954"/>
          </a:xfrm>
          <a:prstGeom prst="rect">
            <a:avLst/>
          </a:prstGeom>
        </p:spPr>
      </p:pic>
      <p:sp>
        <p:nvSpPr>
          <p:cNvPr id="9" name="文字方塊 8">
            <a:extLst>
              <a:ext uri="{FF2B5EF4-FFF2-40B4-BE49-F238E27FC236}">
                <a16:creationId xmlns:a16="http://schemas.microsoft.com/office/drawing/2014/main" id="{B209A296-2D43-4AFB-8CC2-C19928DB6418}"/>
              </a:ext>
            </a:extLst>
          </p:cNvPr>
          <p:cNvSpPr txBox="1"/>
          <p:nvPr/>
        </p:nvSpPr>
        <p:spPr>
          <a:xfrm>
            <a:off x="7944374" y="2231472"/>
            <a:ext cx="3598877" cy="4154984"/>
          </a:xfrm>
          <a:prstGeom prst="rect">
            <a:avLst/>
          </a:prstGeom>
          <a:noFill/>
        </p:spPr>
        <p:txBody>
          <a:bodyPr wrap="square" rtlCol="0">
            <a:spAutoFit/>
          </a:bodyPr>
          <a:lstStyle/>
          <a:p>
            <a:r>
              <a:rPr lang="en-US" altLang="zh-TW" sz="2400" dirty="0" err="1"/>
              <a:t>tra</a:t>
            </a:r>
            <a:r>
              <a:rPr lang="en-US" altLang="zh-TW" sz="2400" dirty="0"/>
              <a:t>:</a:t>
            </a:r>
          </a:p>
          <a:p>
            <a:r>
              <a:rPr lang="en-US" altLang="zh-TW" sz="2400" dirty="0"/>
              <a:t>    (X</a:t>
            </a:r>
            <a:r>
              <a:rPr lang="en-US" altLang="zh-TW" sz="2400" baseline="30000" dirty="0"/>
              <a:t>1</a:t>
            </a:r>
            <a:r>
              <a:rPr lang="en-US" altLang="zh-TW" sz="2400" dirty="0"/>
              <a:t>, Y </a:t>
            </a:r>
            <a:r>
              <a:rPr lang="en-US" altLang="zh-TW" sz="2400" baseline="30000" dirty="0"/>
              <a:t>1</a:t>
            </a:r>
            <a:r>
              <a:rPr lang="en-US" altLang="zh-TW" sz="2400" dirty="0"/>
              <a:t>, 3)</a:t>
            </a:r>
          </a:p>
          <a:p>
            <a:r>
              <a:rPr lang="en-US" altLang="zh-TW" sz="2400" dirty="0" err="1"/>
              <a:t>rao</a:t>
            </a:r>
            <a:r>
              <a:rPr lang="en-US" altLang="zh-TW" sz="2400" dirty="0"/>
              <a:t>: </a:t>
            </a:r>
          </a:p>
          <a:p>
            <a:r>
              <a:rPr lang="en-US" altLang="zh-TW" sz="2400" dirty="0"/>
              <a:t>    (X</a:t>
            </a:r>
            <a:r>
              <a:rPr lang="en-US" altLang="zh-TW" sz="2400" baseline="30000" dirty="0"/>
              <a:t>2</a:t>
            </a:r>
            <a:r>
              <a:rPr lang="en-US" altLang="zh-TW" sz="2400" dirty="0"/>
              <a:t>, Y </a:t>
            </a:r>
            <a:r>
              <a:rPr lang="en-US" altLang="zh-TW" sz="2400" baseline="30000" dirty="0"/>
              <a:t>8</a:t>
            </a:r>
            <a:r>
              <a:rPr lang="en-US" altLang="zh-TW" sz="2400" dirty="0"/>
              <a:t>, 3),</a:t>
            </a:r>
          </a:p>
          <a:p>
            <a:r>
              <a:rPr lang="en-US" altLang="zh-TW" sz="2400" dirty="0"/>
              <a:t>cy :</a:t>
            </a:r>
          </a:p>
          <a:p>
            <a:r>
              <a:rPr lang="en-US" altLang="zh-TW" sz="2400" dirty="0"/>
              <a:t>     (X</a:t>
            </a:r>
            <a:r>
              <a:rPr lang="en-US" altLang="zh-TW" sz="2400" baseline="30000" dirty="0"/>
              <a:t>6</a:t>
            </a:r>
            <a:r>
              <a:rPr lang="en-US" altLang="zh-TW" sz="2400" dirty="0"/>
              <a:t>, Y</a:t>
            </a:r>
            <a:r>
              <a:rPr lang="en-US" altLang="zh-TW" sz="2400" baseline="30000" dirty="0"/>
              <a:t>4</a:t>
            </a:r>
            <a:r>
              <a:rPr lang="en-US" altLang="zh-TW" sz="2400" dirty="0"/>
              <a:t>, 2) </a:t>
            </a:r>
          </a:p>
          <a:p>
            <a:r>
              <a:rPr lang="en-US" altLang="zh-TW" sz="2400" dirty="0"/>
              <a:t>     (X</a:t>
            </a:r>
            <a:r>
              <a:rPr lang="en-US" altLang="zh-TW" sz="2400" baseline="30000" dirty="0"/>
              <a:t>6</a:t>
            </a:r>
            <a:r>
              <a:rPr lang="en-US" altLang="zh-TW" sz="2400" dirty="0"/>
              <a:t>, Y</a:t>
            </a:r>
            <a:r>
              <a:rPr lang="en-US" altLang="zh-TW" sz="2400" baseline="30000" dirty="0"/>
              <a:t>6</a:t>
            </a:r>
            <a:r>
              <a:rPr lang="en-US" altLang="zh-TW" sz="2400" dirty="0"/>
              <a:t>, 2)</a:t>
            </a:r>
          </a:p>
          <a:p>
            <a:r>
              <a:rPr lang="en-US" altLang="zh-TW" sz="2400" dirty="0"/>
              <a:t>y: </a:t>
            </a:r>
          </a:p>
          <a:p>
            <a:r>
              <a:rPr lang="en-US" altLang="zh-TW" sz="2400" dirty="0"/>
              <a:t>     (X</a:t>
            </a:r>
            <a:r>
              <a:rPr lang="en-US" altLang="zh-TW" sz="2400" baseline="30000" dirty="0"/>
              <a:t>7</a:t>
            </a:r>
            <a:r>
              <a:rPr lang="en-US" altLang="zh-TW" sz="2400" dirty="0"/>
              <a:t>, Y</a:t>
            </a:r>
            <a:r>
              <a:rPr lang="en-US" altLang="zh-TW" sz="2400" baseline="30000" dirty="0"/>
              <a:t>15</a:t>
            </a:r>
            <a:r>
              <a:rPr lang="en-US" altLang="zh-TW" sz="2400" dirty="0"/>
              <a:t>, 1)</a:t>
            </a:r>
          </a:p>
          <a:p>
            <a:r>
              <a:rPr lang="en-US" altLang="zh-TW" sz="2400" dirty="0" err="1"/>
              <a:t>gsfd</a:t>
            </a:r>
            <a:r>
              <a:rPr lang="en-US" altLang="zh-TW" sz="2400" dirty="0"/>
              <a:t> :</a:t>
            </a:r>
          </a:p>
          <a:p>
            <a:r>
              <a:rPr lang="en-US" altLang="zh-TW" sz="2400" dirty="0"/>
              <a:t>     (X</a:t>
            </a:r>
            <a:r>
              <a:rPr lang="en-US" altLang="zh-TW" sz="2400" baseline="30000" dirty="0"/>
              <a:t>9</a:t>
            </a:r>
            <a:r>
              <a:rPr lang="en-US" altLang="zh-TW" sz="2400" dirty="0"/>
              <a:t>, Y</a:t>
            </a:r>
            <a:r>
              <a:rPr lang="en-US" altLang="zh-TW" sz="2400" baseline="30000" dirty="0"/>
              <a:t>11</a:t>
            </a:r>
            <a:r>
              <a:rPr lang="en-US" altLang="zh-TW" sz="2400" dirty="0"/>
              <a:t>, 4)</a:t>
            </a:r>
            <a:endParaRPr lang="zh-TW" altLang="en-US" sz="2400" dirty="0"/>
          </a:p>
        </p:txBody>
      </p:sp>
    </p:spTree>
    <p:extLst>
      <p:ext uri="{BB962C8B-B14F-4D97-AF65-F5344CB8AC3E}">
        <p14:creationId xmlns:p14="http://schemas.microsoft.com/office/powerpoint/2010/main" val="3679457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1">
            <a:extLst>
              <a:ext uri="{FF2B5EF4-FFF2-40B4-BE49-F238E27FC236}">
                <a16:creationId xmlns:a16="http://schemas.microsoft.com/office/drawing/2014/main" id="{31815381-98AE-4F5B-9A6C-08961D44B59B}"/>
              </a:ext>
            </a:extLst>
          </p:cNvPr>
          <p:cNvSpPr>
            <a:spLocks noGrp="1"/>
          </p:cNvSpPr>
          <p:nvPr>
            <p:ph type="title"/>
          </p:nvPr>
        </p:nvSpPr>
        <p:spPr>
          <a:xfrm>
            <a:off x="838200" y="365125"/>
            <a:ext cx="10515600" cy="1325563"/>
          </a:xfrm>
        </p:spPr>
        <p:txBody>
          <a:bodyPr/>
          <a:lstStyle/>
          <a:p>
            <a:r>
              <a:rPr lang="en-US" altLang="zh-TW" dirty="0" err="1">
                <a:latin typeface="Times New Roman" panose="02020603050405020304" pitchFamily="18" charset="0"/>
                <a:cs typeface="Times New Roman" panose="02020603050405020304" pitchFamily="18" charset="0"/>
              </a:rPr>
              <a:t>BasicLCSp</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1D10218B-5CC5-41AF-9B51-249B7EBF8B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889811"/>
            <a:ext cx="6325483" cy="4686954"/>
          </a:xfrm>
          <a:prstGeom prst="rect">
            <a:avLst/>
          </a:prstGeom>
        </p:spPr>
      </p:pic>
      <p:sp>
        <p:nvSpPr>
          <p:cNvPr id="9" name="文字方塊 8">
            <a:extLst>
              <a:ext uri="{FF2B5EF4-FFF2-40B4-BE49-F238E27FC236}">
                <a16:creationId xmlns:a16="http://schemas.microsoft.com/office/drawing/2014/main" id="{B209A296-2D43-4AFB-8CC2-C19928DB6418}"/>
              </a:ext>
            </a:extLst>
          </p:cNvPr>
          <p:cNvSpPr txBox="1"/>
          <p:nvPr/>
        </p:nvSpPr>
        <p:spPr>
          <a:xfrm>
            <a:off x="7944374" y="2231472"/>
            <a:ext cx="3598877" cy="4154984"/>
          </a:xfrm>
          <a:prstGeom prst="rect">
            <a:avLst/>
          </a:prstGeom>
          <a:noFill/>
        </p:spPr>
        <p:txBody>
          <a:bodyPr wrap="square" rtlCol="0">
            <a:spAutoFit/>
          </a:bodyPr>
          <a:lstStyle/>
          <a:p>
            <a:r>
              <a:rPr lang="en-US" altLang="zh-TW" sz="2400" dirty="0" err="1"/>
              <a:t>tra</a:t>
            </a:r>
            <a:r>
              <a:rPr lang="en-US" altLang="zh-TW" sz="2400" dirty="0"/>
              <a:t>:</a:t>
            </a:r>
          </a:p>
          <a:p>
            <a:r>
              <a:rPr lang="en-US" altLang="zh-TW" sz="2400" dirty="0"/>
              <a:t>    </a:t>
            </a:r>
            <a:r>
              <a:rPr lang="en-US" altLang="zh-TW" sz="2400" dirty="0">
                <a:highlight>
                  <a:srgbClr val="FFFF00"/>
                </a:highlight>
              </a:rPr>
              <a:t>(X</a:t>
            </a:r>
            <a:r>
              <a:rPr lang="en-US" altLang="zh-TW" sz="2400" baseline="30000" dirty="0">
                <a:highlight>
                  <a:srgbClr val="FFFF00"/>
                </a:highlight>
              </a:rPr>
              <a:t>1</a:t>
            </a:r>
            <a:r>
              <a:rPr lang="en-US" altLang="zh-TW" sz="2400" dirty="0">
                <a:highlight>
                  <a:srgbClr val="FFFF00"/>
                </a:highlight>
              </a:rPr>
              <a:t>, Y </a:t>
            </a:r>
            <a:r>
              <a:rPr lang="en-US" altLang="zh-TW" sz="2400" baseline="30000" dirty="0">
                <a:highlight>
                  <a:srgbClr val="FFFF00"/>
                </a:highlight>
              </a:rPr>
              <a:t>1</a:t>
            </a:r>
            <a:r>
              <a:rPr lang="en-US" altLang="zh-TW" sz="2400" dirty="0">
                <a:highlight>
                  <a:srgbClr val="FFFF00"/>
                </a:highlight>
              </a:rPr>
              <a:t>, 3)</a:t>
            </a:r>
          </a:p>
          <a:p>
            <a:r>
              <a:rPr lang="en-US" altLang="zh-TW" sz="2400" dirty="0" err="1"/>
              <a:t>rao</a:t>
            </a:r>
            <a:r>
              <a:rPr lang="en-US" altLang="zh-TW" sz="2400" dirty="0"/>
              <a:t>: </a:t>
            </a:r>
          </a:p>
          <a:p>
            <a:r>
              <a:rPr lang="en-US" altLang="zh-TW" sz="2400" dirty="0"/>
              <a:t>    </a:t>
            </a:r>
            <a:r>
              <a:rPr lang="en-US" altLang="zh-TW" sz="2400" dirty="0">
                <a:highlight>
                  <a:srgbClr val="FFFF00"/>
                </a:highlight>
              </a:rPr>
              <a:t>(X</a:t>
            </a:r>
            <a:r>
              <a:rPr lang="en-US" altLang="zh-TW" sz="2400" baseline="30000" dirty="0">
                <a:highlight>
                  <a:srgbClr val="FFFF00"/>
                </a:highlight>
              </a:rPr>
              <a:t>2</a:t>
            </a:r>
            <a:r>
              <a:rPr lang="en-US" altLang="zh-TW" sz="2400" dirty="0">
                <a:highlight>
                  <a:srgbClr val="FFFF00"/>
                </a:highlight>
              </a:rPr>
              <a:t>, Y </a:t>
            </a:r>
            <a:r>
              <a:rPr lang="en-US" altLang="zh-TW" sz="2400" baseline="30000" dirty="0">
                <a:highlight>
                  <a:srgbClr val="FFFF00"/>
                </a:highlight>
              </a:rPr>
              <a:t>8</a:t>
            </a:r>
            <a:r>
              <a:rPr lang="en-US" altLang="zh-TW" sz="2400" dirty="0">
                <a:highlight>
                  <a:srgbClr val="FFFF00"/>
                </a:highlight>
              </a:rPr>
              <a:t>, 3)</a:t>
            </a:r>
            <a:r>
              <a:rPr lang="en-US" altLang="zh-TW" sz="2400" dirty="0"/>
              <a:t>,</a:t>
            </a:r>
          </a:p>
          <a:p>
            <a:r>
              <a:rPr lang="en-US" altLang="zh-TW" sz="2400" dirty="0"/>
              <a:t>cy :</a:t>
            </a:r>
          </a:p>
          <a:p>
            <a:r>
              <a:rPr lang="en-US" altLang="zh-TW" sz="2400" dirty="0"/>
              <a:t>     (X</a:t>
            </a:r>
            <a:r>
              <a:rPr lang="en-US" altLang="zh-TW" sz="2400" baseline="30000" dirty="0"/>
              <a:t>6</a:t>
            </a:r>
            <a:r>
              <a:rPr lang="en-US" altLang="zh-TW" sz="2400" dirty="0"/>
              <a:t>, Y</a:t>
            </a:r>
            <a:r>
              <a:rPr lang="en-US" altLang="zh-TW" sz="2400" baseline="30000" dirty="0"/>
              <a:t>4</a:t>
            </a:r>
            <a:r>
              <a:rPr lang="en-US" altLang="zh-TW" sz="2400" dirty="0"/>
              <a:t>, 2) </a:t>
            </a:r>
          </a:p>
          <a:p>
            <a:r>
              <a:rPr lang="en-US" altLang="zh-TW" sz="2400" dirty="0"/>
              <a:t>     (X</a:t>
            </a:r>
            <a:r>
              <a:rPr lang="en-US" altLang="zh-TW" sz="2400" baseline="30000" dirty="0"/>
              <a:t>6</a:t>
            </a:r>
            <a:r>
              <a:rPr lang="en-US" altLang="zh-TW" sz="2400" dirty="0"/>
              <a:t>, Y</a:t>
            </a:r>
            <a:r>
              <a:rPr lang="en-US" altLang="zh-TW" sz="2400" baseline="30000" dirty="0"/>
              <a:t>6</a:t>
            </a:r>
            <a:r>
              <a:rPr lang="en-US" altLang="zh-TW" sz="2400" dirty="0"/>
              <a:t>, 2)</a:t>
            </a:r>
          </a:p>
          <a:p>
            <a:r>
              <a:rPr lang="en-US" altLang="zh-TW" sz="2400" dirty="0"/>
              <a:t>y: </a:t>
            </a:r>
          </a:p>
          <a:p>
            <a:r>
              <a:rPr lang="en-US" altLang="zh-TW" sz="2400" dirty="0"/>
              <a:t>     </a:t>
            </a:r>
            <a:r>
              <a:rPr lang="en-US" altLang="zh-TW" sz="2400" dirty="0">
                <a:highlight>
                  <a:srgbClr val="FFFF00"/>
                </a:highlight>
              </a:rPr>
              <a:t>(X</a:t>
            </a:r>
            <a:r>
              <a:rPr lang="en-US" altLang="zh-TW" sz="2400" baseline="30000" dirty="0">
                <a:highlight>
                  <a:srgbClr val="FFFF00"/>
                </a:highlight>
              </a:rPr>
              <a:t>7</a:t>
            </a:r>
            <a:r>
              <a:rPr lang="en-US" altLang="zh-TW" sz="2400" dirty="0">
                <a:highlight>
                  <a:srgbClr val="FFFF00"/>
                </a:highlight>
              </a:rPr>
              <a:t>, Y</a:t>
            </a:r>
            <a:r>
              <a:rPr lang="en-US" altLang="zh-TW" sz="2400" baseline="30000" dirty="0">
                <a:highlight>
                  <a:srgbClr val="FFFF00"/>
                </a:highlight>
              </a:rPr>
              <a:t>15</a:t>
            </a:r>
            <a:r>
              <a:rPr lang="en-US" altLang="zh-TW" sz="2400" dirty="0">
                <a:highlight>
                  <a:srgbClr val="FFFF00"/>
                </a:highlight>
              </a:rPr>
              <a:t>, 1)</a:t>
            </a:r>
          </a:p>
          <a:p>
            <a:r>
              <a:rPr lang="en-US" altLang="zh-TW" sz="2400" dirty="0" err="1"/>
              <a:t>gsfd</a:t>
            </a:r>
            <a:r>
              <a:rPr lang="en-US" altLang="zh-TW" sz="2400" dirty="0"/>
              <a:t> :</a:t>
            </a:r>
          </a:p>
          <a:p>
            <a:r>
              <a:rPr lang="en-US" altLang="zh-TW" sz="2400" dirty="0"/>
              <a:t>     (X</a:t>
            </a:r>
            <a:r>
              <a:rPr lang="en-US" altLang="zh-TW" sz="2400" baseline="30000" dirty="0"/>
              <a:t>9</a:t>
            </a:r>
            <a:r>
              <a:rPr lang="en-US" altLang="zh-TW" sz="2400" dirty="0"/>
              <a:t>, Y</a:t>
            </a:r>
            <a:r>
              <a:rPr lang="en-US" altLang="zh-TW" sz="2400" baseline="30000" dirty="0"/>
              <a:t>11</a:t>
            </a:r>
            <a:r>
              <a:rPr lang="en-US" altLang="zh-TW" sz="2400" dirty="0"/>
              <a:t>, 4)</a:t>
            </a:r>
            <a:endParaRPr lang="zh-TW" altLang="en-US" sz="2400" dirty="0"/>
          </a:p>
        </p:txBody>
      </p:sp>
    </p:spTree>
    <p:extLst>
      <p:ext uri="{BB962C8B-B14F-4D97-AF65-F5344CB8AC3E}">
        <p14:creationId xmlns:p14="http://schemas.microsoft.com/office/powerpoint/2010/main" val="1670093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1">
            <a:extLst>
              <a:ext uri="{FF2B5EF4-FFF2-40B4-BE49-F238E27FC236}">
                <a16:creationId xmlns:a16="http://schemas.microsoft.com/office/drawing/2014/main" id="{31815381-98AE-4F5B-9A6C-08961D44B59B}"/>
              </a:ext>
            </a:extLst>
          </p:cNvPr>
          <p:cNvSpPr>
            <a:spLocks noGrp="1"/>
          </p:cNvSpPr>
          <p:nvPr>
            <p:ph type="title"/>
          </p:nvPr>
        </p:nvSpPr>
        <p:spPr>
          <a:xfrm>
            <a:off x="838200" y="365125"/>
            <a:ext cx="10515600" cy="1325563"/>
          </a:xfrm>
        </p:spPr>
        <p:txBody>
          <a:bodyPr/>
          <a:lstStyle/>
          <a:p>
            <a:r>
              <a:rPr lang="en-US" altLang="zh-TW">
                <a:latin typeface="Times New Roman" panose="02020603050405020304" pitchFamily="18" charset="0"/>
                <a:cs typeface="Times New Roman" panose="02020603050405020304" pitchFamily="18" charset="0"/>
              </a:rPr>
              <a:t>ImprovedLCSp</a:t>
            </a:r>
            <a:endParaRPr lang="zh-TW" altLang="en-US"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B209A296-2D43-4AFB-8CC2-C19928DB6418}"/>
              </a:ext>
            </a:extLst>
          </p:cNvPr>
          <p:cNvSpPr txBox="1"/>
          <p:nvPr/>
        </p:nvSpPr>
        <p:spPr>
          <a:xfrm>
            <a:off x="7944374" y="2231472"/>
            <a:ext cx="3598877" cy="4154984"/>
          </a:xfrm>
          <a:prstGeom prst="rect">
            <a:avLst/>
          </a:prstGeom>
          <a:noFill/>
        </p:spPr>
        <p:txBody>
          <a:bodyPr wrap="square" rtlCol="0">
            <a:spAutoFit/>
          </a:bodyPr>
          <a:lstStyle/>
          <a:p>
            <a:r>
              <a:rPr lang="en-US" altLang="zh-TW" sz="2400" dirty="0" err="1"/>
              <a:t>tra</a:t>
            </a:r>
            <a:r>
              <a:rPr lang="en-US" altLang="zh-TW" sz="2400" dirty="0"/>
              <a:t>:</a:t>
            </a:r>
          </a:p>
          <a:p>
            <a:r>
              <a:rPr lang="en-US" altLang="zh-TW" sz="2400" dirty="0"/>
              <a:t>    (X</a:t>
            </a:r>
            <a:r>
              <a:rPr lang="en-US" altLang="zh-TW" sz="2400" baseline="30000" dirty="0"/>
              <a:t>1</a:t>
            </a:r>
            <a:r>
              <a:rPr lang="en-US" altLang="zh-TW" sz="2400" dirty="0"/>
              <a:t>, Y </a:t>
            </a:r>
            <a:r>
              <a:rPr lang="en-US" altLang="zh-TW" sz="2400" baseline="30000" dirty="0"/>
              <a:t>1</a:t>
            </a:r>
            <a:r>
              <a:rPr lang="en-US" altLang="zh-TW" sz="2400" dirty="0"/>
              <a:t>, 3)</a:t>
            </a:r>
          </a:p>
          <a:p>
            <a:r>
              <a:rPr lang="en-US" altLang="zh-TW" sz="2400" dirty="0" err="1"/>
              <a:t>rao</a:t>
            </a:r>
            <a:r>
              <a:rPr lang="en-US" altLang="zh-TW" sz="2400" dirty="0"/>
              <a:t>: </a:t>
            </a:r>
          </a:p>
          <a:p>
            <a:r>
              <a:rPr lang="en-US" altLang="zh-TW" sz="2400" dirty="0"/>
              <a:t>    (X</a:t>
            </a:r>
            <a:r>
              <a:rPr lang="en-US" altLang="zh-TW" sz="2400" baseline="30000" dirty="0"/>
              <a:t>2</a:t>
            </a:r>
            <a:r>
              <a:rPr lang="en-US" altLang="zh-TW" sz="2400" dirty="0"/>
              <a:t>, Y </a:t>
            </a:r>
            <a:r>
              <a:rPr lang="en-US" altLang="zh-TW" sz="2400" baseline="30000" dirty="0"/>
              <a:t>8</a:t>
            </a:r>
            <a:r>
              <a:rPr lang="en-US" altLang="zh-TW" sz="2400" dirty="0"/>
              <a:t>, 3),</a:t>
            </a:r>
          </a:p>
          <a:p>
            <a:r>
              <a:rPr lang="en-US" altLang="zh-TW" sz="2400" dirty="0"/>
              <a:t>cy :</a:t>
            </a:r>
          </a:p>
          <a:p>
            <a:r>
              <a:rPr lang="en-US" altLang="zh-TW" sz="2400" dirty="0"/>
              <a:t>     (X</a:t>
            </a:r>
            <a:r>
              <a:rPr lang="en-US" altLang="zh-TW" sz="2400" baseline="30000" dirty="0"/>
              <a:t>6</a:t>
            </a:r>
            <a:r>
              <a:rPr lang="en-US" altLang="zh-TW" sz="2400" dirty="0"/>
              <a:t>, Y</a:t>
            </a:r>
            <a:r>
              <a:rPr lang="en-US" altLang="zh-TW" sz="2400" baseline="30000" dirty="0"/>
              <a:t>4</a:t>
            </a:r>
            <a:r>
              <a:rPr lang="en-US" altLang="zh-TW" sz="2400" dirty="0"/>
              <a:t>, 2) </a:t>
            </a:r>
          </a:p>
          <a:p>
            <a:r>
              <a:rPr lang="zh-TW" altLang="en-US" sz="2400" dirty="0"/>
              <a:t>     </a:t>
            </a:r>
            <a:r>
              <a:rPr lang="en-US" altLang="zh-TW" sz="2400" dirty="0"/>
              <a:t>(X</a:t>
            </a:r>
            <a:r>
              <a:rPr lang="en-US" altLang="zh-TW" sz="2400" baseline="30000" dirty="0"/>
              <a:t>6</a:t>
            </a:r>
            <a:r>
              <a:rPr lang="en-US" altLang="zh-TW" sz="2400" dirty="0"/>
              <a:t>, Y</a:t>
            </a:r>
            <a:r>
              <a:rPr lang="en-US" altLang="zh-TW" sz="2400" baseline="30000" dirty="0"/>
              <a:t>6</a:t>
            </a:r>
            <a:r>
              <a:rPr lang="en-US" altLang="zh-TW" sz="2400" dirty="0"/>
              <a:t>, 2)</a:t>
            </a:r>
          </a:p>
          <a:p>
            <a:r>
              <a:rPr lang="en-US" altLang="zh-TW" sz="2400" dirty="0"/>
              <a:t>y: </a:t>
            </a:r>
          </a:p>
          <a:p>
            <a:r>
              <a:rPr lang="en-US" altLang="zh-TW" sz="2400" dirty="0"/>
              <a:t>     (X</a:t>
            </a:r>
            <a:r>
              <a:rPr lang="en-US" altLang="zh-TW" sz="2400" baseline="30000" dirty="0"/>
              <a:t>7</a:t>
            </a:r>
            <a:r>
              <a:rPr lang="en-US" altLang="zh-TW" sz="2400" dirty="0"/>
              <a:t>, Y</a:t>
            </a:r>
            <a:r>
              <a:rPr lang="en-US" altLang="zh-TW" sz="2400" baseline="30000" dirty="0"/>
              <a:t>15</a:t>
            </a:r>
            <a:r>
              <a:rPr lang="en-US" altLang="zh-TW" sz="2400" dirty="0"/>
              <a:t>, 1)</a:t>
            </a:r>
          </a:p>
          <a:p>
            <a:r>
              <a:rPr lang="en-US" altLang="zh-TW" sz="2400" dirty="0" err="1"/>
              <a:t>gsfd</a:t>
            </a:r>
            <a:r>
              <a:rPr lang="en-US" altLang="zh-TW" sz="2400" dirty="0"/>
              <a:t> :</a:t>
            </a:r>
          </a:p>
          <a:p>
            <a:r>
              <a:rPr lang="en-US" altLang="zh-TW" sz="2400" dirty="0"/>
              <a:t>     (X</a:t>
            </a:r>
            <a:r>
              <a:rPr lang="en-US" altLang="zh-TW" sz="2400" baseline="30000" dirty="0"/>
              <a:t>9</a:t>
            </a:r>
            <a:r>
              <a:rPr lang="en-US" altLang="zh-TW" sz="2400" dirty="0"/>
              <a:t>, Y</a:t>
            </a:r>
            <a:r>
              <a:rPr lang="en-US" altLang="zh-TW" sz="2400" baseline="30000" dirty="0"/>
              <a:t>11</a:t>
            </a:r>
            <a:r>
              <a:rPr lang="en-US" altLang="zh-TW" sz="2400" dirty="0"/>
              <a:t>, 4)</a:t>
            </a:r>
            <a:endParaRPr lang="zh-TW" altLang="en-US" sz="2400" dirty="0"/>
          </a:p>
        </p:txBody>
      </p:sp>
      <p:pic>
        <p:nvPicPr>
          <p:cNvPr id="3" name="圖片 2">
            <a:extLst>
              <a:ext uri="{FF2B5EF4-FFF2-40B4-BE49-F238E27FC236}">
                <a16:creationId xmlns:a16="http://schemas.microsoft.com/office/drawing/2014/main" id="{437ADDB6-2520-48C8-96E0-E1A481937F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833" y="2376632"/>
            <a:ext cx="6363588" cy="2943636"/>
          </a:xfrm>
          <a:prstGeom prst="rect">
            <a:avLst/>
          </a:prstGeom>
        </p:spPr>
      </p:pic>
    </p:spTree>
    <p:extLst>
      <p:ext uri="{BB962C8B-B14F-4D97-AF65-F5344CB8AC3E}">
        <p14:creationId xmlns:p14="http://schemas.microsoft.com/office/powerpoint/2010/main" val="3629441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D4B5A4-2E12-4B48-997F-0A3F6BB8E5E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SA array</a:t>
            </a:r>
            <a:endParaRPr lang="zh-TW" altLang="en-US"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3B2F2699-89D6-4F07-9C3D-598187090995}"/>
              </a:ext>
            </a:extLst>
          </p:cNvPr>
          <p:cNvSpPr txBox="1"/>
          <p:nvPr/>
        </p:nvSpPr>
        <p:spPr>
          <a:xfrm>
            <a:off x="1233182" y="1690688"/>
            <a:ext cx="4420998" cy="923330"/>
          </a:xfrm>
          <a:prstGeom prst="rect">
            <a:avLst/>
          </a:prstGeom>
          <a:noFill/>
        </p:spPr>
        <p:txBody>
          <a:bodyPr wrap="square" rtlCol="0">
            <a:spAutoFit/>
          </a:bodyPr>
          <a:lstStyle/>
          <a:p>
            <a:r>
              <a:rPr lang="en-US" altLang="zh-TW" dirty="0"/>
              <a:t>X = </a:t>
            </a:r>
            <a:r>
              <a:rPr lang="en-US" altLang="zh-TW" dirty="0" err="1">
                <a:highlight>
                  <a:srgbClr val="FFFF00"/>
                </a:highlight>
              </a:rPr>
              <a:t>abfab</a:t>
            </a:r>
            <a:r>
              <a:rPr lang="en-US" altLang="zh-TW" dirty="0">
                <a:highlight>
                  <a:srgbClr val="FFFF00"/>
                </a:highlight>
              </a:rPr>
              <a:t> </a:t>
            </a:r>
          </a:p>
          <a:p>
            <a:r>
              <a:rPr lang="en-US" altLang="zh-TW" dirty="0"/>
              <a:t>Y = </a:t>
            </a:r>
            <a:r>
              <a:rPr lang="en-US" altLang="zh-TW" dirty="0" err="1">
                <a:highlight>
                  <a:srgbClr val="00FF00"/>
                </a:highlight>
              </a:rPr>
              <a:t>abeab</a:t>
            </a:r>
            <a:endParaRPr lang="en-US" altLang="zh-TW" dirty="0">
              <a:highlight>
                <a:srgbClr val="00FF00"/>
              </a:highlight>
            </a:endParaRPr>
          </a:p>
          <a:p>
            <a:r>
              <a:rPr lang="en-US" altLang="zh-TW" dirty="0"/>
              <a:t> then T = </a:t>
            </a:r>
            <a:r>
              <a:rPr lang="en-US" altLang="zh-TW" dirty="0">
                <a:highlight>
                  <a:srgbClr val="FFFF00"/>
                </a:highlight>
              </a:rPr>
              <a:t>abfab#</a:t>
            </a:r>
            <a:r>
              <a:rPr lang="en-US" altLang="zh-TW" baseline="-25000" dirty="0">
                <a:highlight>
                  <a:srgbClr val="FFFF00"/>
                </a:highlight>
              </a:rPr>
              <a:t>1</a:t>
            </a:r>
            <a:r>
              <a:rPr lang="en-US" altLang="zh-TW" dirty="0">
                <a:highlight>
                  <a:srgbClr val="00FF00"/>
                </a:highlight>
              </a:rPr>
              <a:t>abeab#</a:t>
            </a:r>
            <a:r>
              <a:rPr lang="en-US" altLang="zh-TW" baseline="-25000" dirty="0">
                <a:highlight>
                  <a:srgbClr val="00FF00"/>
                </a:highlight>
              </a:rPr>
              <a:t>2</a:t>
            </a:r>
            <a:endParaRPr lang="zh-TW" altLang="en-US" dirty="0">
              <a:highlight>
                <a:srgbClr val="00FF00"/>
              </a:highlight>
            </a:endParaRPr>
          </a:p>
        </p:txBody>
      </p:sp>
      <p:pic>
        <p:nvPicPr>
          <p:cNvPr id="7" name="圖片 6" descr="一張含有 文字, 裝置, 收據 的圖片&#10;&#10;自動產生的描述">
            <a:extLst>
              <a:ext uri="{FF2B5EF4-FFF2-40B4-BE49-F238E27FC236}">
                <a16:creationId xmlns:a16="http://schemas.microsoft.com/office/drawing/2014/main" id="{F8DA8772-5458-4C7B-9DFD-2331F35A69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6575" y="2948293"/>
            <a:ext cx="3049315" cy="3258261"/>
          </a:xfrm>
          <a:prstGeom prst="rect">
            <a:avLst/>
          </a:prstGeom>
        </p:spPr>
      </p:pic>
      <p:sp>
        <p:nvSpPr>
          <p:cNvPr id="9" name="文字方塊 8">
            <a:extLst>
              <a:ext uri="{FF2B5EF4-FFF2-40B4-BE49-F238E27FC236}">
                <a16:creationId xmlns:a16="http://schemas.microsoft.com/office/drawing/2014/main" id="{37D3DEF7-5A0A-4FFF-BA85-74CDCB98077F}"/>
              </a:ext>
            </a:extLst>
          </p:cNvPr>
          <p:cNvSpPr txBox="1"/>
          <p:nvPr/>
        </p:nvSpPr>
        <p:spPr>
          <a:xfrm>
            <a:off x="5461233" y="2152353"/>
            <a:ext cx="2634143" cy="3600986"/>
          </a:xfrm>
          <a:prstGeom prst="rect">
            <a:avLst/>
          </a:prstGeom>
          <a:noFill/>
        </p:spPr>
        <p:txBody>
          <a:bodyPr wrap="square" rtlCol="0">
            <a:spAutoFit/>
          </a:bodyPr>
          <a:lstStyle/>
          <a:p>
            <a:r>
              <a:rPr lang="en-US" altLang="zh-TW" dirty="0"/>
              <a:t>[0] abfab#</a:t>
            </a:r>
            <a:r>
              <a:rPr lang="en-US" altLang="zh-TW" baseline="-25000" dirty="0"/>
              <a:t>1</a:t>
            </a:r>
            <a:r>
              <a:rPr lang="en-US" altLang="zh-TW" dirty="0"/>
              <a:t>abeab#</a:t>
            </a:r>
            <a:r>
              <a:rPr lang="en-US" altLang="zh-TW" baseline="-25000" dirty="0"/>
              <a:t>2 </a:t>
            </a:r>
          </a:p>
          <a:p>
            <a:r>
              <a:rPr lang="en-US" altLang="zh-TW" dirty="0"/>
              <a:t>[1] bfab#</a:t>
            </a:r>
            <a:r>
              <a:rPr lang="en-US" altLang="zh-TW" baseline="-25000" dirty="0"/>
              <a:t>1</a:t>
            </a:r>
            <a:r>
              <a:rPr lang="en-US" altLang="zh-TW" dirty="0"/>
              <a:t>abeab#</a:t>
            </a:r>
            <a:r>
              <a:rPr lang="en-US" altLang="zh-TW" baseline="-25000" dirty="0"/>
              <a:t>2 </a:t>
            </a:r>
          </a:p>
          <a:p>
            <a:r>
              <a:rPr lang="en-US" altLang="zh-TW" dirty="0"/>
              <a:t>[2] fab#</a:t>
            </a:r>
            <a:r>
              <a:rPr lang="en-US" altLang="zh-TW" baseline="-25000" dirty="0"/>
              <a:t>1</a:t>
            </a:r>
            <a:r>
              <a:rPr lang="en-US" altLang="zh-TW" dirty="0"/>
              <a:t>abeab#</a:t>
            </a:r>
            <a:r>
              <a:rPr lang="en-US" altLang="zh-TW" baseline="-25000" dirty="0"/>
              <a:t>2 </a:t>
            </a:r>
          </a:p>
          <a:p>
            <a:r>
              <a:rPr lang="en-US" altLang="zh-TW" dirty="0"/>
              <a:t>[3] ab#</a:t>
            </a:r>
            <a:r>
              <a:rPr lang="en-US" altLang="zh-TW" baseline="-25000" dirty="0"/>
              <a:t>1</a:t>
            </a:r>
            <a:r>
              <a:rPr lang="en-US" altLang="zh-TW" dirty="0"/>
              <a:t>abeab#</a:t>
            </a:r>
            <a:r>
              <a:rPr lang="en-US" altLang="zh-TW" baseline="-25000" dirty="0"/>
              <a:t>2  </a:t>
            </a:r>
          </a:p>
          <a:p>
            <a:r>
              <a:rPr lang="en-US" altLang="zh-TW" dirty="0"/>
              <a:t>[4] b#</a:t>
            </a:r>
            <a:r>
              <a:rPr lang="en-US" altLang="zh-TW" baseline="-25000" dirty="0"/>
              <a:t>1</a:t>
            </a:r>
            <a:r>
              <a:rPr lang="en-US" altLang="zh-TW" dirty="0"/>
              <a:t>abeab#</a:t>
            </a:r>
            <a:r>
              <a:rPr lang="en-US" altLang="zh-TW" baseline="-25000" dirty="0"/>
              <a:t>2</a:t>
            </a:r>
          </a:p>
          <a:p>
            <a:r>
              <a:rPr lang="en-US" altLang="zh-TW" dirty="0"/>
              <a:t>[5] #</a:t>
            </a:r>
            <a:r>
              <a:rPr lang="en-US" altLang="zh-TW" baseline="-25000" dirty="0"/>
              <a:t>1</a:t>
            </a:r>
            <a:r>
              <a:rPr lang="en-US" altLang="zh-TW" dirty="0"/>
              <a:t>abeab#</a:t>
            </a:r>
            <a:r>
              <a:rPr lang="en-US" altLang="zh-TW" baseline="-25000" dirty="0"/>
              <a:t>2</a:t>
            </a:r>
          </a:p>
          <a:p>
            <a:r>
              <a:rPr lang="en-US" altLang="zh-TW" dirty="0"/>
              <a:t>[6] abeab#</a:t>
            </a:r>
            <a:r>
              <a:rPr lang="en-US" altLang="zh-TW" baseline="-25000" dirty="0"/>
              <a:t>2</a:t>
            </a:r>
          </a:p>
          <a:p>
            <a:r>
              <a:rPr lang="en-US" altLang="zh-TW" dirty="0"/>
              <a:t>[7] beab#</a:t>
            </a:r>
            <a:r>
              <a:rPr lang="en-US" altLang="zh-TW" baseline="-25000" dirty="0"/>
              <a:t>2</a:t>
            </a:r>
          </a:p>
          <a:p>
            <a:r>
              <a:rPr lang="en-US" altLang="zh-TW" dirty="0"/>
              <a:t>[8] eab#</a:t>
            </a:r>
            <a:r>
              <a:rPr lang="en-US" altLang="zh-TW" baseline="-25000" dirty="0"/>
              <a:t>2</a:t>
            </a:r>
          </a:p>
          <a:p>
            <a:r>
              <a:rPr lang="en-US" altLang="zh-TW" dirty="0"/>
              <a:t>[9] ab#</a:t>
            </a:r>
            <a:r>
              <a:rPr lang="en-US" altLang="zh-TW" baseline="-25000" dirty="0"/>
              <a:t>2</a:t>
            </a:r>
          </a:p>
          <a:p>
            <a:r>
              <a:rPr lang="en-US" altLang="zh-TW" dirty="0"/>
              <a:t>[10] b#</a:t>
            </a:r>
            <a:r>
              <a:rPr lang="en-US" altLang="zh-TW" baseline="-25000" dirty="0"/>
              <a:t>2</a:t>
            </a:r>
          </a:p>
          <a:p>
            <a:r>
              <a:rPr lang="en-US" altLang="zh-TW" dirty="0"/>
              <a:t>[11] #</a:t>
            </a:r>
            <a:r>
              <a:rPr lang="en-US" altLang="zh-TW" baseline="-25000" dirty="0"/>
              <a:t>2</a:t>
            </a:r>
          </a:p>
          <a:p>
            <a:endParaRPr lang="zh-TW" altLang="en-US" baseline="-25000" dirty="0"/>
          </a:p>
        </p:txBody>
      </p:sp>
      <p:sp>
        <p:nvSpPr>
          <p:cNvPr id="10" name="文字方塊 9">
            <a:extLst>
              <a:ext uri="{FF2B5EF4-FFF2-40B4-BE49-F238E27FC236}">
                <a16:creationId xmlns:a16="http://schemas.microsoft.com/office/drawing/2014/main" id="{263667D4-4E18-4EE2-96B4-B73311174C0A}"/>
              </a:ext>
            </a:extLst>
          </p:cNvPr>
          <p:cNvSpPr txBox="1"/>
          <p:nvPr/>
        </p:nvSpPr>
        <p:spPr>
          <a:xfrm>
            <a:off x="8190451" y="2165513"/>
            <a:ext cx="2634143" cy="3600986"/>
          </a:xfrm>
          <a:prstGeom prst="rect">
            <a:avLst/>
          </a:prstGeom>
          <a:noFill/>
        </p:spPr>
        <p:txBody>
          <a:bodyPr wrap="square" rtlCol="0">
            <a:spAutoFit/>
          </a:bodyPr>
          <a:lstStyle/>
          <a:p>
            <a:r>
              <a:rPr lang="en-US" altLang="zh-TW" dirty="0"/>
              <a:t>[5] #</a:t>
            </a:r>
            <a:r>
              <a:rPr lang="en-US" altLang="zh-TW" baseline="-25000" dirty="0"/>
              <a:t>1</a:t>
            </a:r>
            <a:r>
              <a:rPr lang="en-US" altLang="zh-TW" dirty="0"/>
              <a:t>abeab#</a:t>
            </a:r>
            <a:r>
              <a:rPr lang="en-US" altLang="zh-TW" baseline="-25000" dirty="0"/>
              <a:t>2</a:t>
            </a:r>
          </a:p>
          <a:p>
            <a:r>
              <a:rPr lang="en-US" altLang="zh-TW" dirty="0"/>
              <a:t>[11] #</a:t>
            </a:r>
            <a:r>
              <a:rPr lang="en-US" altLang="zh-TW" baseline="-25000" dirty="0"/>
              <a:t>2</a:t>
            </a:r>
          </a:p>
          <a:p>
            <a:r>
              <a:rPr lang="en-US" altLang="zh-TW" dirty="0"/>
              <a:t>[3] ab#</a:t>
            </a:r>
            <a:r>
              <a:rPr lang="en-US" altLang="zh-TW" baseline="-25000" dirty="0"/>
              <a:t>1</a:t>
            </a:r>
            <a:r>
              <a:rPr lang="en-US" altLang="zh-TW" dirty="0"/>
              <a:t>abeab#</a:t>
            </a:r>
            <a:r>
              <a:rPr lang="en-US" altLang="zh-TW" baseline="-25000" dirty="0"/>
              <a:t>2  </a:t>
            </a:r>
          </a:p>
          <a:p>
            <a:r>
              <a:rPr lang="en-US" altLang="zh-TW" dirty="0"/>
              <a:t>[9] ab#</a:t>
            </a:r>
            <a:r>
              <a:rPr lang="en-US" altLang="zh-TW" baseline="-25000" dirty="0"/>
              <a:t>2</a:t>
            </a:r>
          </a:p>
          <a:p>
            <a:r>
              <a:rPr lang="en-US" altLang="zh-TW" dirty="0"/>
              <a:t>[6] abeab#</a:t>
            </a:r>
            <a:r>
              <a:rPr lang="en-US" altLang="zh-TW" baseline="-25000" dirty="0"/>
              <a:t>2</a:t>
            </a:r>
          </a:p>
          <a:p>
            <a:r>
              <a:rPr lang="en-US" altLang="zh-TW" dirty="0"/>
              <a:t>[0] abfab#</a:t>
            </a:r>
            <a:r>
              <a:rPr lang="en-US" altLang="zh-TW" baseline="-25000" dirty="0"/>
              <a:t>1</a:t>
            </a:r>
            <a:r>
              <a:rPr lang="en-US" altLang="zh-TW" dirty="0"/>
              <a:t>abeab#</a:t>
            </a:r>
            <a:r>
              <a:rPr lang="en-US" altLang="zh-TW" baseline="-25000" dirty="0"/>
              <a:t>2 </a:t>
            </a:r>
          </a:p>
          <a:p>
            <a:r>
              <a:rPr lang="en-US" altLang="zh-TW" dirty="0"/>
              <a:t>[4] b#</a:t>
            </a:r>
            <a:r>
              <a:rPr lang="en-US" altLang="zh-TW" baseline="-25000" dirty="0"/>
              <a:t>1</a:t>
            </a:r>
            <a:r>
              <a:rPr lang="en-US" altLang="zh-TW" dirty="0"/>
              <a:t>abeab#</a:t>
            </a:r>
            <a:r>
              <a:rPr lang="en-US" altLang="zh-TW" baseline="-25000" dirty="0"/>
              <a:t>2</a:t>
            </a:r>
          </a:p>
          <a:p>
            <a:r>
              <a:rPr lang="en-US" altLang="zh-TW" dirty="0"/>
              <a:t>[10] b#</a:t>
            </a:r>
            <a:r>
              <a:rPr lang="en-US" altLang="zh-TW" baseline="-25000" dirty="0"/>
              <a:t>2</a:t>
            </a:r>
          </a:p>
          <a:p>
            <a:r>
              <a:rPr lang="en-US" altLang="zh-TW" dirty="0"/>
              <a:t>[7] beab#</a:t>
            </a:r>
            <a:r>
              <a:rPr lang="en-US" altLang="zh-TW" baseline="-25000" dirty="0"/>
              <a:t>2</a:t>
            </a:r>
            <a:endParaRPr lang="en-US" altLang="zh-TW" dirty="0"/>
          </a:p>
          <a:p>
            <a:r>
              <a:rPr lang="en-US" altLang="zh-TW" dirty="0"/>
              <a:t>[1] bfab#</a:t>
            </a:r>
            <a:r>
              <a:rPr lang="en-US" altLang="zh-TW" baseline="-25000" dirty="0"/>
              <a:t>1</a:t>
            </a:r>
            <a:r>
              <a:rPr lang="en-US" altLang="zh-TW" dirty="0"/>
              <a:t>abeab#</a:t>
            </a:r>
            <a:r>
              <a:rPr lang="en-US" altLang="zh-TW" baseline="-25000" dirty="0"/>
              <a:t>2 </a:t>
            </a:r>
          </a:p>
          <a:p>
            <a:r>
              <a:rPr lang="en-US" altLang="zh-TW" dirty="0"/>
              <a:t>[8] eab#</a:t>
            </a:r>
            <a:r>
              <a:rPr lang="en-US" altLang="zh-TW" baseline="-25000" dirty="0"/>
              <a:t>2</a:t>
            </a:r>
          </a:p>
          <a:p>
            <a:r>
              <a:rPr lang="en-US" altLang="zh-TW" dirty="0"/>
              <a:t>[2] fab#</a:t>
            </a:r>
            <a:r>
              <a:rPr lang="en-US" altLang="zh-TW" baseline="-25000" dirty="0"/>
              <a:t>1</a:t>
            </a:r>
            <a:r>
              <a:rPr lang="en-US" altLang="zh-TW" dirty="0"/>
              <a:t>abeab#</a:t>
            </a:r>
            <a:r>
              <a:rPr lang="en-US" altLang="zh-TW" baseline="-25000" dirty="0"/>
              <a:t>2 </a:t>
            </a:r>
          </a:p>
          <a:p>
            <a:endParaRPr lang="zh-TW" altLang="en-US" baseline="-25000" dirty="0"/>
          </a:p>
        </p:txBody>
      </p:sp>
    </p:spTree>
    <p:extLst>
      <p:ext uri="{BB962C8B-B14F-4D97-AF65-F5344CB8AC3E}">
        <p14:creationId xmlns:p14="http://schemas.microsoft.com/office/powerpoint/2010/main" val="3353010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D4B5A4-2E12-4B48-997F-0A3F6BB8E5E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SA array</a:t>
            </a:r>
            <a:endParaRPr lang="zh-TW" altLang="en-US" dirty="0">
              <a:latin typeface="Times New Roman" panose="02020603050405020304" pitchFamily="18" charset="0"/>
              <a:cs typeface="Times New Roman" panose="02020603050405020304" pitchFamily="18" charset="0"/>
            </a:endParaRPr>
          </a:p>
        </p:txBody>
      </p:sp>
      <p:pic>
        <p:nvPicPr>
          <p:cNvPr id="7" name="圖片 6" descr="一張含有 文字, 裝置, 收據 的圖片&#10;&#10;自動產生的描述">
            <a:extLst>
              <a:ext uri="{FF2B5EF4-FFF2-40B4-BE49-F238E27FC236}">
                <a16:creationId xmlns:a16="http://schemas.microsoft.com/office/drawing/2014/main" id="{F8DA8772-5458-4C7B-9DFD-2331F35A69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6575" y="2948293"/>
            <a:ext cx="3049315" cy="3258261"/>
          </a:xfrm>
          <a:prstGeom prst="rect">
            <a:avLst/>
          </a:prstGeom>
        </p:spPr>
      </p:pic>
      <p:sp>
        <p:nvSpPr>
          <p:cNvPr id="9" name="文字方塊 8">
            <a:extLst>
              <a:ext uri="{FF2B5EF4-FFF2-40B4-BE49-F238E27FC236}">
                <a16:creationId xmlns:a16="http://schemas.microsoft.com/office/drawing/2014/main" id="{37D3DEF7-5A0A-4FFF-BA85-74CDCB98077F}"/>
              </a:ext>
            </a:extLst>
          </p:cNvPr>
          <p:cNvSpPr txBox="1"/>
          <p:nvPr/>
        </p:nvSpPr>
        <p:spPr>
          <a:xfrm>
            <a:off x="5461233" y="2152353"/>
            <a:ext cx="2634143" cy="3600986"/>
          </a:xfrm>
          <a:prstGeom prst="rect">
            <a:avLst/>
          </a:prstGeom>
          <a:noFill/>
        </p:spPr>
        <p:txBody>
          <a:bodyPr wrap="square" rtlCol="0">
            <a:spAutoFit/>
          </a:bodyPr>
          <a:lstStyle/>
          <a:p>
            <a:r>
              <a:rPr lang="en-US" altLang="zh-TW" dirty="0"/>
              <a:t>[0] abfab#</a:t>
            </a:r>
            <a:r>
              <a:rPr lang="en-US" altLang="zh-TW" baseline="-25000" dirty="0"/>
              <a:t>1</a:t>
            </a:r>
            <a:r>
              <a:rPr lang="en-US" altLang="zh-TW" dirty="0"/>
              <a:t>abeab#</a:t>
            </a:r>
            <a:r>
              <a:rPr lang="en-US" altLang="zh-TW" baseline="-25000" dirty="0"/>
              <a:t>2 </a:t>
            </a:r>
          </a:p>
          <a:p>
            <a:r>
              <a:rPr lang="en-US" altLang="zh-TW" dirty="0"/>
              <a:t>[1] bfab#</a:t>
            </a:r>
            <a:r>
              <a:rPr lang="en-US" altLang="zh-TW" baseline="-25000" dirty="0"/>
              <a:t>1</a:t>
            </a:r>
            <a:r>
              <a:rPr lang="en-US" altLang="zh-TW" dirty="0"/>
              <a:t>abeab#</a:t>
            </a:r>
            <a:r>
              <a:rPr lang="en-US" altLang="zh-TW" baseline="-25000" dirty="0"/>
              <a:t>2 </a:t>
            </a:r>
          </a:p>
          <a:p>
            <a:r>
              <a:rPr lang="en-US" altLang="zh-TW" dirty="0"/>
              <a:t>[2] fab#</a:t>
            </a:r>
            <a:r>
              <a:rPr lang="en-US" altLang="zh-TW" baseline="-25000" dirty="0"/>
              <a:t>1</a:t>
            </a:r>
            <a:r>
              <a:rPr lang="en-US" altLang="zh-TW" dirty="0"/>
              <a:t>abeab#</a:t>
            </a:r>
            <a:r>
              <a:rPr lang="en-US" altLang="zh-TW" baseline="-25000" dirty="0"/>
              <a:t>2 </a:t>
            </a:r>
          </a:p>
          <a:p>
            <a:r>
              <a:rPr lang="en-US" altLang="zh-TW" dirty="0"/>
              <a:t>[3] ab#</a:t>
            </a:r>
            <a:r>
              <a:rPr lang="en-US" altLang="zh-TW" baseline="-25000" dirty="0"/>
              <a:t>1</a:t>
            </a:r>
            <a:r>
              <a:rPr lang="en-US" altLang="zh-TW" dirty="0"/>
              <a:t>abeab#</a:t>
            </a:r>
            <a:r>
              <a:rPr lang="en-US" altLang="zh-TW" baseline="-25000" dirty="0"/>
              <a:t>2  </a:t>
            </a:r>
          </a:p>
          <a:p>
            <a:r>
              <a:rPr lang="en-US" altLang="zh-TW" dirty="0"/>
              <a:t>[4] b#</a:t>
            </a:r>
            <a:r>
              <a:rPr lang="en-US" altLang="zh-TW" baseline="-25000" dirty="0"/>
              <a:t>1</a:t>
            </a:r>
            <a:r>
              <a:rPr lang="en-US" altLang="zh-TW" dirty="0"/>
              <a:t>abeab#</a:t>
            </a:r>
            <a:r>
              <a:rPr lang="en-US" altLang="zh-TW" baseline="-25000" dirty="0"/>
              <a:t>2</a:t>
            </a:r>
          </a:p>
          <a:p>
            <a:r>
              <a:rPr lang="en-US" altLang="zh-TW" dirty="0"/>
              <a:t>[5] #</a:t>
            </a:r>
            <a:r>
              <a:rPr lang="en-US" altLang="zh-TW" baseline="-25000" dirty="0"/>
              <a:t>1</a:t>
            </a:r>
            <a:r>
              <a:rPr lang="en-US" altLang="zh-TW" dirty="0"/>
              <a:t>abeab#</a:t>
            </a:r>
            <a:r>
              <a:rPr lang="en-US" altLang="zh-TW" baseline="-25000" dirty="0"/>
              <a:t>2</a:t>
            </a:r>
          </a:p>
          <a:p>
            <a:r>
              <a:rPr lang="en-US" altLang="zh-TW" dirty="0"/>
              <a:t>[6] abeab#</a:t>
            </a:r>
            <a:r>
              <a:rPr lang="en-US" altLang="zh-TW" baseline="-25000" dirty="0"/>
              <a:t>2</a:t>
            </a:r>
          </a:p>
          <a:p>
            <a:r>
              <a:rPr lang="en-US" altLang="zh-TW" dirty="0"/>
              <a:t>[7] beab#</a:t>
            </a:r>
            <a:r>
              <a:rPr lang="en-US" altLang="zh-TW" baseline="-25000" dirty="0"/>
              <a:t>2</a:t>
            </a:r>
          </a:p>
          <a:p>
            <a:r>
              <a:rPr lang="en-US" altLang="zh-TW" dirty="0"/>
              <a:t>[8] eab#</a:t>
            </a:r>
            <a:r>
              <a:rPr lang="en-US" altLang="zh-TW" baseline="-25000" dirty="0"/>
              <a:t>2</a:t>
            </a:r>
          </a:p>
          <a:p>
            <a:r>
              <a:rPr lang="en-US" altLang="zh-TW" dirty="0"/>
              <a:t>[9] ab#</a:t>
            </a:r>
            <a:r>
              <a:rPr lang="en-US" altLang="zh-TW" baseline="-25000" dirty="0"/>
              <a:t>2</a:t>
            </a:r>
          </a:p>
          <a:p>
            <a:r>
              <a:rPr lang="en-US" altLang="zh-TW" dirty="0"/>
              <a:t>[10] b#</a:t>
            </a:r>
            <a:r>
              <a:rPr lang="en-US" altLang="zh-TW" baseline="-25000" dirty="0"/>
              <a:t>2</a:t>
            </a:r>
          </a:p>
          <a:p>
            <a:r>
              <a:rPr lang="en-US" altLang="zh-TW" dirty="0"/>
              <a:t>[11] #</a:t>
            </a:r>
            <a:r>
              <a:rPr lang="en-US" altLang="zh-TW" baseline="-25000" dirty="0"/>
              <a:t>2</a:t>
            </a:r>
          </a:p>
          <a:p>
            <a:endParaRPr lang="zh-TW" altLang="en-US" baseline="-25000" dirty="0"/>
          </a:p>
        </p:txBody>
      </p:sp>
      <p:sp>
        <p:nvSpPr>
          <p:cNvPr id="10" name="文字方塊 9">
            <a:extLst>
              <a:ext uri="{FF2B5EF4-FFF2-40B4-BE49-F238E27FC236}">
                <a16:creationId xmlns:a16="http://schemas.microsoft.com/office/drawing/2014/main" id="{263667D4-4E18-4EE2-96B4-B73311174C0A}"/>
              </a:ext>
            </a:extLst>
          </p:cNvPr>
          <p:cNvSpPr txBox="1"/>
          <p:nvPr/>
        </p:nvSpPr>
        <p:spPr>
          <a:xfrm>
            <a:off x="8190451" y="2165513"/>
            <a:ext cx="2634143" cy="3600986"/>
          </a:xfrm>
          <a:prstGeom prst="rect">
            <a:avLst/>
          </a:prstGeom>
          <a:noFill/>
        </p:spPr>
        <p:txBody>
          <a:bodyPr wrap="square" rtlCol="0">
            <a:spAutoFit/>
          </a:bodyPr>
          <a:lstStyle/>
          <a:p>
            <a:r>
              <a:rPr lang="en-US" altLang="zh-TW" dirty="0"/>
              <a:t>[5] #</a:t>
            </a:r>
            <a:r>
              <a:rPr lang="en-US" altLang="zh-TW" baseline="-25000" dirty="0"/>
              <a:t>1</a:t>
            </a:r>
            <a:r>
              <a:rPr lang="en-US" altLang="zh-TW" dirty="0"/>
              <a:t>abeab#</a:t>
            </a:r>
            <a:r>
              <a:rPr lang="en-US" altLang="zh-TW" baseline="-25000" dirty="0"/>
              <a:t>2</a:t>
            </a:r>
          </a:p>
          <a:p>
            <a:r>
              <a:rPr lang="en-US" altLang="zh-TW" dirty="0"/>
              <a:t>[11] #</a:t>
            </a:r>
            <a:r>
              <a:rPr lang="en-US" altLang="zh-TW" baseline="-25000" dirty="0"/>
              <a:t>2</a:t>
            </a:r>
          </a:p>
          <a:p>
            <a:r>
              <a:rPr lang="en-US" altLang="zh-TW" dirty="0"/>
              <a:t>[3] ab#</a:t>
            </a:r>
            <a:r>
              <a:rPr lang="en-US" altLang="zh-TW" baseline="-25000" dirty="0"/>
              <a:t>1</a:t>
            </a:r>
            <a:r>
              <a:rPr lang="en-US" altLang="zh-TW" dirty="0"/>
              <a:t>abeab#</a:t>
            </a:r>
            <a:r>
              <a:rPr lang="en-US" altLang="zh-TW" baseline="-25000" dirty="0"/>
              <a:t>2  </a:t>
            </a:r>
          </a:p>
          <a:p>
            <a:r>
              <a:rPr lang="en-US" altLang="zh-TW" dirty="0"/>
              <a:t>[9] ab#</a:t>
            </a:r>
            <a:r>
              <a:rPr lang="en-US" altLang="zh-TW" baseline="-25000" dirty="0"/>
              <a:t>2</a:t>
            </a:r>
          </a:p>
          <a:p>
            <a:r>
              <a:rPr lang="en-US" altLang="zh-TW" dirty="0"/>
              <a:t>[6] abeab#</a:t>
            </a:r>
            <a:r>
              <a:rPr lang="en-US" altLang="zh-TW" baseline="-25000" dirty="0"/>
              <a:t>2</a:t>
            </a:r>
          </a:p>
          <a:p>
            <a:r>
              <a:rPr lang="en-US" altLang="zh-TW" dirty="0"/>
              <a:t>[0] abfab#</a:t>
            </a:r>
            <a:r>
              <a:rPr lang="en-US" altLang="zh-TW" baseline="-25000" dirty="0"/>
              <a:t>1</a:t>
            </a:r>
            <a:r>
              <a:rPr lang="en-US" altLang="zh-TW" dirty="0"/>
              <a:t>abeab#</a:t>
            </a:r>
            <a:r>
              <a:rPr lang="en-US" altLang="zh-TW" baseline="-25000" dirty="0"/>
              <a:t>2 </a:t>
            </a:r>
          </a:p>
          <a:p>
            <a:r>
              <a:rPr lang="en-US" altLang="zh-TW" dirty="0"/>
              <a:t>[4] b#</a:t>
            </a:r>
            <a:r>
              <a:rPr lang="en-US" altLang="zh-TW" baseline="-25000" dirty="0"/>
              <a:t>1</a:t>
            </a:r>
            <a:r>
              <a:rPr lang="en-US" altLang="zh-TW" dirty="0"/>
              <a:t>abeab#</a:t>
            </a:r>
            <a:r>
              <a:rPr lang="en-US" altLang="zh-TW" baseline="-25000" dirty="0"/>
              <a:t>2</a:t>
            </a:r>
          </a:p>
          <a:p>
            <a:r>
              <a:rPr lang="en-US" altLang="zh-TW" dirty="0"/>
              <a:t>[10] b#</a:t>
            </a:r>
            <a:r>
              <a:rPr lang="en-US" altLang="zh-TW" baseline="-25000" dirty="0"/>
              <a:t>2</a:t>
            </a:r>
          </a:p>
          <a:p>
            <a:r>
              <a:rPr lang="en-US" altLang="zh-TW" dirty="0"/>
              <a:t>[7] beab#</a:t>
            </a:r>
            <a:r>
              <a:rPr lang="en-US" altLang="zh-TW" baseline="-25000" dirty="0"/>
              <a:t>2</a:t>
            </a:r>
            <a:endParaRPr lang="en-US" altLang="zh-TW" dirty="0"/>
          </a:p>
          <a:p>
            <a:r>
              <a:rPr lang="en-US" altLang="zh-TW" dirty="0"/>
              <a:t>[1] bfab#</a:t>
            </a:r>
            <a:r>
              <a:rPr lang="en-US" altLang="zh-TW" baseline="-25000" dirty="0"/>
              <a:t>1</a:t>
            </a:r>
            <a:r>
              <a:rPr lang="en-US" altLang="zh-TW" dirty="0"/>
              <a:t>abeab#</a:t>
            </a:r>
            <a:r>
              <a:rPr lang="en-US" altLang="zh-TW" baseline="-25000" dirty="0"/>
              <a:t>2 </a:t>
            </a:r>
          </a:p>
          <a:p>
            <a:r>
              <a:rPr lang="en-US" altLang="zh-TW" dirty="0"/>
              <a:t>[8] eab#</a:t>
            </a:r>
            <a:r>
              <a:rPr lang="en-US" altLang="zh-TW" baseline="-25000" dirty="0"/>
              <a:t>2</a:t>
            </a:r>
          </a:p>
          <a:p>
            <a:r>
              <a:rPr lang="en-US" altLang="zh-TW" dirty="0"/>
              <a:t>[2] fab#</a:t>
            </a:r>
            <a:r>
              <a:rPr lang="en-US" altLang="zh-TW" baseline="-25000" dirty="0"/>
              <a:t>1</a:t>
            </a:r>
            <a:r>
              <a:rPr lang="en-US" altLang="zh-TW" dirty="0"/>
              <a:t>abeab#</a:t>
            </a:r>
            <a:r>
              <a:rPr lang="en-US" altLang="zh-TW" baseline="-25000" dirty="0"/>
              <a:t>2 </a:t>
            </a:r>
          </a:p>
          <a:p>
            <a:endParaRPr lang="zh-TW" altLang="en-US" baseline="-25000" dirty="0"/>
          </a:p>
        </p:txBody>
      </p:sp>
      <p:sp>
        <p:nvSpPr>
          <p:cNvPr id="11" name="矩形: 圓角 10">
            <a:extLst>
              <a:ext uri="{FF2B5EF4-FFF2-40B4-BE49-F238E27FC236}">
                <a16:creationId xmlns:a16="http://schemas.microsoft.com/office/drawing/2014/main" id="{18AFCCE4-1D77-49A8-AB74-2DCF3DE5B647}"/>
              </a:ext>
            </a:extLst>
          </p:cNvPr>
          <p:cNvSpPr/>
          <p:nvPr/>
        </p:nvSpPr>
        <p:spPr>
          <a:xfrm>
            <a:off x="8215618" y="1971413"/>
            <a:ext cx="399876" cy="379508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22FA2144-E9E4-4168-83E6-BF45701A975D}"/>
              </a:ext>
            </a:extLst>
          </p:cNvPr>
          <p:cNvSpPr txBox="1"/>
          <p:nvPr/>
        </p:nvSpPr>
        <p:spPr>
          <a:xfrm>
            <a:off x="1233182" y="1690688"/>
            <a:ext cx="4420998" cy="923330"/>
          </a:xfrm>
          <a:prstGeom prst="rect">
            <a:avLst/>
          </a:prstGeom>
          <a:noFill/>
        </p:spPr>
        <p:txBody>
          <a:bodyPr wrap="square" rtlCol="0">
            <a:spAutoFit/>
          </a:bodyPr>
          <a:lstStyle/>
          <a:p>
            <a:r>
              <a:rPr lang="en-US" altLang="zh-TW" dirty="0"/>
              <a:t>X = </a:t>
            </a:r>
            <a:r>
              <a:rPr lang="en-US" altLang="zh-TW" dirty="0" err="1">
                <a:highlight>
                  <a:srgbClr val="FFFF00"/>
                </a:highlight>
              </a:rPr>
              <a:t>abfab</a:t>
            </a:r>
            <a:r>
              <a:rPr lang="en-US" altLang="zh-TW" dirty="0">
                <a:highlight>
                  <a:srgbClr val="FFFF00"/>
                </a:highlight>
              </a:rPr>
              <a:t> </a:t>
            </a:r>
          </a:p>
          <a:p>
            <a:r>
              <a:rPr lang="en-US" altLang="zh-TW" dirty="0"/>
              <a:t>Y = </a:t>
            </a:r>
            <a:r>
              <a:rPr lang="en-US" altLang="zh-TW" dirty="0" err="1">
                <a:highlight>
                  <a:srgbClr val="00FF00"/>
                </a:highlight>
              </a:rPr>
              <a:t>abeab</a:t>
            </a:r>
            <a:endParaRPr lang="en-US" altLang="zh-TW" dirty="0">
              <a:highlight>
                <a:srgbClr val="00FF00"/>
              </a:highlight>
            </a:endParaRPr>
          </a:p>
          <a:p>
            <a:r>
              <a:rPr lang="en-US" altLang="zh-TW" dirty="0"/>
              <a:t> then T = </a:t>
            </a:r>
            <a:r>
              <a:rPr lang="en-US" altLang="zh-TW" dirty="0">
                <a:highlight>
                  <a:srgbClr val="FFFF00"/>
                </a:highlight>
              </a:rPr>
              <a:t>abfab#</a:t>
            </a:r>
            <a:r>
              <a:rPr lang="en-US" altLang="zh-TW" baseline="-25000" dirty="0">
                <a:highlight>
                  <a:srgbClr val="FFFF00"/>
                </a:highlight>
              </a:rPr>
              <a:t>1</a:t>
            </a:r>
            <a:r>
              <a:rPr lang="en-US" altLang="zh-TW" dirty="0">
                <a:highlight>
                  <a:srgbClr val="00FF00"/>
                </a:highlight>
              </a:rPr>
              <a:t>abeab#</a:t>
            </a:r>
            <a:r>
              <a:rPr lang="en-US" altLang="zh-TW" baseline="-25000" dirty="0">
                <a:highlight>
                  <a:srgbClr val="00FF00"/>
                </a:highlight>
              </a:rPr>
              <a:t>2</a:t>
            </a:r>
            <a:endParaRPr lang="zh-TW" altLang="en-US" dirty="0">
              <a:highlight>
                <a:srgbClr val="00FF00"/>
              </a:highlight>
            </a:endParaRPr>
          </a:p>
        </p:txBody>
      </p:sp>
      <p:sp>
        <p:nvSpPr>
          <p:cNvPr id="4" name="文字方塊 3">
            <a:extLst>
              <a:ext uri="{FF2B5EF4-FFF2-40B4-BE49-F238E27FC236}">
                <a16:creationId xmlns:a16="http://schemas.microsoft.com/office/drawing/2014/main" id="{59DD5378-F19E-49E6-89B4-6D9FEE169673}"/>
              </a:ext>
            </a:extLst>
          </p:cNvPr>
          <p:cNvSpPr txBox="1"/>
          <p:nvPr/>
        </p:nvSpPr>
        <p:spPr>
          <a:xfrm>
            <a:off x="8092929" y="1391721"/>
            <a:ext cx="822121" cy="523220"/>
          </a:xfrm>
          <a:prstGeom prst="rect">
            <a:avLst/>
          </a:prstGeom>
          <a:noFill/>
        </p:spPr>
        <p:txBody>
          <a:bodyPr wrap="square" rtlCol="0">
            <a:spAutoFit/>
          </a:bodyPr>
          <a:lstStyle/>
          <a:p>
            <a:r>
              <a:rPr lang="en-US" altLang="zh-TW" sz="2800" dirty="0">
                <a:solidFill>
                  <a:srgbClr val="FF0000"/>
                </a:solidFill>
              </a:rPr>
              <a:t>SA</a:t>
            </a:r>
            <a:endParaRPr lang="zh-TW" altLang="en-US" sz="2800" dirty="0">
              <a:solidFill>
                <a:srgbClr val="FF0000"/>
              </a:solidFill>
            </a:endParaRPr>
          </a:p>
        </p:txBody>
      </p:sp>
    </p:spTree>
    <p:extLst>
      <p:ext uri="{BB962C8B-B14F-4D97-AF65-F5344CB8AC3E}">
        <p14:creationId xmlns:p14="http://schemas.microsoft.com/office/powerpoint/2010/main" val="76949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6D4B5A4-2E12-4B48-997F-0A3F6BB8E5E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LCP array</a:t>
            </a:r>
            <a:endParaRPr lang="zh-TW" altLang="en-US" dirty="0">
              <a:latin typeface="Times New Roman" panose="02020603050405020304" pitchFamily="18" charset="0"/>
              <a:cs typeface="Times New Roman" panose="02020603050405020304" pitchFamily="18" charset="0"/>
            </a:endParaRPr>
          </a:p>
        </p:txBody>
      </p:sp>
      <p:sp>
        <p:nvSpPr>
          <p:cNvPr id="3" name="文字方塊 2">
            <a:extLst>
              <a:ext uri="{FF2B5EF4-FFF2-40B4-BE49-F238E27FC236}">
                <a16:creationId xmlns:a16="http://schemas.microsoft.com/office/drawing/2014/main" id="{3B2F2699-89D6-4F07-9C3D-598187090995}"/>
              </a:ext>
            </a:extLst>
          </p:cNvPr>
          <p:cNvSpPr txBox="1"/>
          <p:nvPr/>
        </p:nvSpPr>
        <p:spPr>
          <a:xfrm>
            <a:off x="1233182" y="1690688"/>
            <a:ext cx="2718033" cy="923330"/>
          </a:xfrm>
          <a:prstGeom prst="rect">
            <a:avLst/>
          </a:prstGeom>
          <a:noFill/>
        </p:spPr>
        <p:txBody>
          <a:bodyPr wrap="square" rtlCol="0">
            <a:spAutoFit/>
          </a:bodyPr>
          <a:lstStyle/>
          <a:p>
            <a:r>
              <a:rPr lang="en-US" altLang="zh-TW" dirty="0"/>
              <a:t>X = </a:t>
            </a:r>
            <a:r>
              <a:rPr lang="en-US" altLang="zh-TW" dirty="0" err="1">
                <a:highlight>
                  <a:srgbClr val="FFFF00"/>
                </a:highlight>
              </a:rPr>
              <a:t>abfab</a:t>
            </a:r>
            <a:r>
              <a:rPr lang="en-US" altLang="zh-TW" dirty="0">
                <a:highlight>
                  <a:srgbClr val="FFFF00"/>
                </a:highlight>
              </a:rPr>
              <a:t> </a:t>
            </a:r>
          </a:p>
          <a:p>
            <a:r>
              <a:rPr lang="en-US" altLang="zh-TW" dirty="0"/>
              <a:t>Y = </a:t>
            </a:r>
            <a:r>
              <a:rPr lang="en-US" altLang="zh-TW" dirty="0" err="1"/>
              <a:t>abeab</a:t>
            </a:r>
            <a:r>
              <a:rPr lang="en-US" altLang="zh-TW" dirty="0"/>
              <a:t>,</a:t>
            </a:r>
          </a:p>
          <a:p>
            <a:r>
              <a:rPr lang="en-US" altLang="zh-TW" dirty="0"/>
              <a:t> then T = </a:t>
            </a:r>
            <a:r>
              <a:rPr lang="en-US" altLang="zh-TW" dirty="0">
                <a:highlight>
                  <a:srgbClr val="FFFF00"/>
                </a:highlight>
              </a:rPr>
              <a:t>abfab#</a:t>
            </a:r>
            <a:r>
              <a:rPr lang="en-US" altLang="zh-TW" baseline="-25000" dirty="0">
                <a:highlight>
                  <a:srgbClr val="FFFF00"/>
                </a:highlight>
              </a:rPr>
              <a:t>1</a:t>
            </a:r>
            <a:r>
              <a:rPr lang="en-US" altLang="zh-TW" dirty="0"/>
              <a:t>abeab#</a:t>
            </a:r>
            <a:r>
              <a:rPr lang="en-US" altLang="zh-TW" baseline="-25000" dirty="0"/>
              <a:t>2</a:t>
            </a:r>
            <a:r>
              <a:rPr lang="en-US" altLang="zh-TW" dirty="0"/>
              <a:t>,</a:t>
            </a:r>
            <a:endParaRPr lang="zh-TW" altLang="en-US" dirty="0"/>
          </a:p>
        </p:txBody>
      </p:sp>
      <p:pic>
        <p:nvPicPr>
          <p:cNvPr id="7" name="圖片 6" descr="一張含有 文字, 裝置, 收據 的圖片&#10;&#10;自動產生的描述">
            <a:extLst>
              <a:ext uri="{FF2B5EF4-FFF2-40B4-BE49-F238E27FC236}">
                <a16:creationId xmlns:a16="http://schemas.microsoft.com/office/drawing/2014/main" id="{F8DA8772-5458-4C7B-9DFD-2331F35A69FB}"/>
              </a:ext>
            </a:extLst>
          </p:cNvPr>
          <p:cNvPicPr>
            <a:picLocks noChangeAspect="1"/>
          </p:cNvPicPr>
          <p:nvPr/>
        </p:nvPicPr>
        <p:blipFill rotWithShape="1">
          <a:blip r:embed="rId2">
            <a:extLst>
              <a:ext uri="{28A0092B-C50C-407E-A947-70E740481C1C}">
                <a14:useLocalDpi xmlns:a14="http://schemas.microsoft.com/office/drawing/2010/main" val="0"/>
              </a:ext>
            </a:extLst>
          </a:blip>
          <a:srcRect r="8825"/>
          <a:stretch/>
        </p:blipFill>
        <p:spPr>
          <a:xfrm>
            <a:off x="1112282" y="2731047"/>
            <a:ext cx="3124157" cy="3661364"/>
          </a:xfrm>
          <a:prstGeom prst="rect">
            <a:avLst/>
          </a:prstGeom>
        </p:spPr>
      </p:pic>
      <p:sp>
        <p:nvSpPr>
          <p:cNvPr id="10" name="文字方塊 9">
            <a:extLst>
              <a:ext uri="{FF2B5EF4-FFF2-40B4-BE49-F238E27FC236}">
                <a16:creationId xmlns:a16="http://schemas.microsoft.com/office/drawing/2014/main" id="{263667D4-4E18-4EE2-96B4-B73311174C0A}"/>
              </a:ext>
            </a:extLst>
          </p:cNvPr>
          <p:cNvSpPr txBox="1"/>
          <p:nvPr/>
        </p:nvSpPr>
        <p:spPr>
          <a:xfrm>
            <a:off x="4599963" y="3046357"/>
            <a:ext cx="2634143" cy="3600986"/>
          </a:xfrm>
          <a:prstGeom prst="rect">
            <a:avLst/>
          </a:prstGeom>
          <a:noFill/>
        </p:spPr>
        <p:txBody>
          <a:bodyPr wrap="square" rtlCol="0">
            <a:spAutoFit/>
          </a:bodyPr>
          <a:lstStyle/>
          <a:p>
            <a:r>
              <a:rPr lang="en-US" altLang="zh-TW" dirty="0"/>
              <a:t>[5] #</a:t>
            </a:r>
            <a:r>
              <a:rPr lang="en-US" altLang="zh-TW" baseline="-25000" dirty="0"/>
              <a:t>1</a:t>
            </a:r>
            <a:r>
              <a:rPr lang="en-US" altLang="zh-TW" dirty="0"/>
              <a:t>abeab#</a:t>
            </a:r>
            <a:r>
              <a:rPr lang="en-US" altLang="zh-TW" baseline="-25000" dirty="0"/>
              <a:t>2</a:t>
            </a:r>
          </a:p>
          <a:p>
            <a:r>
              <a:rPr lang="en-US" altLang="zh-TW" dirty="0"/>
              <a:t>[11] #</a:t>
            </a:r>
            <a:r>
              <a:rPr lang="en-US" altLang="zh-TW" baseline="-25000" dirty="0"/>
              <a:t>2</a:t>
            </a:r>
          </a:p>
          <a:p>
            <a:r>
              <a:rPr lang="en-US" altLang="zh-TW" dirty="0"/>
              <a:t>[3] ab#</a:t>
            </a:r>
            <a:r>
              <a:rPr lang="en-US" altLang="zh-TW" baseline="-25000" dirty="0"/>
              <a:t>1</a:t>
            </a:r>
            <a:r>
              <a:rPr lang="en-US" altLang="zh-TW" dirty="0"/>
              <a:t>abeab#</a:t>
            </a:r>
            <a:r>
              <a:rPr lang="en-US" altLang="zh-TW" baseline="-25000" dirty="0"/>
              <a:t>2  </a:t>
            </a:r>
          </a:p>
          <a:p>
            <a:r>
              <a:rPr lang="en-US" altLang="zh-TW" dirty="0"/>
              <a:t>[9] ab#</a:t>
            </a:r>
            <a:r>
              <a:rPr lang="en-US" altLang="zh-TW" baseline="-25000" dirty="0"/>
              <a:t>2</a:t>
            </a:r>
          </a:p>
          <a:p>
            <a:r>
              <a:rPr lang="en-US" altLang="zh-TW" dirty="0"/>
              <a:t>[6] abeab#</a:t>
            </a:r>
            <a:r>
              <a:rPr lang="en-US" altLang="zh-TW" baseline="-25000" dirty="0"/>
              <a:t>2</a:t>
            </a:r>
          </a:p>
          <a:p>
            <a:r>
              <a:rPr lang="en-US" altLang="zh-TW" dirty="0"/>
              <a:t>[0] abfab#</a:t>
            </a:r>
            <a:r>
              <a:rPr lang="en-US" altLang="zh-TW" baseline="-25000" dirty="0"/>
              <a:t>1</a:t>
            </a:r>
            <a:r>
              <a:rPr lang="en-US" altLang="zh-TW" dirty="0"/>
              <a:t>abeab#</a:t>
            </a:r>
            <a:r>
              <a:rPr lang="en-US" altLang="zh-TW" baseline="-25000" dirty="0"/>
              <a:t>2 </a:t>
            </a:r>
          </a:p>
          <a:p>
            <a:r>
              <a:rPr lang="en-US" altLang="zh-TW" dirty="0"/>
              <a:t>[4] b#</a:t>
            </a:r>
            <a:r>
              <a:rPr lang="en-US" altLang="zh-TW" baseline="-25000" dirty="0"/>
              <a:t>1</a:t>
            </a:r>
            <a:r>
              <a:rPr lang="en-US" altLang="zh-TW" dirty="0"/>
              <a:t>abeab#</a:t>
            </a:r>
            <a:r>
              <a:rPr lang="en-US" altLang="zh-TW" baseline="-25000" dirty="0"/>
              <a:t>2</a:t>
            </a:r>
          </a:p>
          <a:p>
            <a:r>
              <a:rPr lang="en-US" altLang="zh-TW" dirty="0"/>
              <a:t>[10] b#</a:t>
            </a:r>
            <a:r>
              <a:rPr lang="en-US" altLang="zh-TW" baseline="-25000" dirty="0"/>
              <a:t>2</a:t>
            </a:r>
          </a:p>
          <a:p>
            <a:r>
              <a:rPr lang="en-US" altLang="zh-TW" dirty="0"/>
              <a:t>[7] beab#</a:t>
            </a:r>
            <a:r>
              <a:rPr lang="en-US" altLang="zh-TW" baseline="-25000" dirty="0"/>
              <a:t>2</a:t>
            </a:r>
            <a:endParaRPr lang="en-US" altLang="zh-TW" dirty="0"/>
          </a:p>
          <a:p>
            <a:r>
              <a:rPr lang="en-US" altLang="zh-TW" dirty="0"/>
              <a:t>[1] bfab#</a:t>
            </a:r>
            <a:r>
              <a:rPr lang="en-US" altLang="zh-TW" baseline="-25000" dirty="0"/>
              <a:t>1</a:t>
            </a:r>
            <a:r>
              <a:rPr lang="en-US" altLang="zh-TW" dirty="0"/>
              <a:t>abeab#</a:t>
            </a:r>
            <a:r>
              <a:rPr lang="en-US" altLang="zh-TW" baseline="-25000" dirty="0"/>
              <a:t>2 </a:t>
            </a:r>
          </a:p>
          <a:p>
            <a:r>
              <a:rPr lang="en-US" altLang="zh-TW" dirty="0"/>
              <a:t>[8] eab#</a:t>
            </a:r>
            <a:r>
              <a:rPr lang="en-US" altLang="zh-TW" baseline="-25000" dirty="0"/>
              <a:t>2</a:t>
            </a:r>
          </a:p>
          <a:p>
            <a:r>
              <a:rPr lang="en-US" altLang="zh-TW" dirty="0"/>
              <a:t>[2] fab#</a:t>
            </a:r>
            <a:r>
              <a:rPr lang="en-US" altLang="zh-TW" baseline="-25000" dirty="0"/>
              <a:t>1</a:t>
            </a:r>
            <a:r>
              <a:rPr lang="en-US" altLang="zh-TW" dirty="0"/>
              <a:t>abeab#</a:t>
            </a:r>
            <a:r>
              <a:rPr lang="en-US" altLang="zh-TW" baseline="-25000" dirty="0"/>
              <a:t>2 </a:t>
            </a:r>
          </a:p>
          <a:p>
            <a:endParaRPr lang="zh-TW" altLang="en-US" baseline="-25000" dirty="0"/>
          </a:p>
        </p:txBody>
      </p:sp>
      <p:sp>
        <p:nvSpPr>
          <p:cNvPr id="8" name="矩形: 圓角 7">
            <a:extLst>
              <a:ext uri="{FF2B5EF4-FFF2-40B4-BE49-F238E27FC236}">
                <a16:creationId xmlns:a16="http://schemas.microsoft.com/office/drawing/2014/main" id="{7AD66882-8626-4D34-BE55-84E156319DD1}"/>
              </a:ext>
            </a:extLst>
          </p:cNvPr>
          <p:cNvSpPr/>
          <p:nvPr/>
        </p:nvSpPr>
        <p:spPr>
          <a:xfrm flipH="1">
            <a:off x="1770075" y="3775045"/>
            <a:ext cx="444618" cy="104537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圓角 11">
            <a:extLst>
              <a:ext uri="{FF2B5EF4-FFF2-40B4-BE49-F238E27FC236}">
                <a16:creationId xmlns:a16="http://schemas.microsoft.com/office/drawing/2014/main" id="{1BDEB282-D3B0-454B-A771-F27EA25ADCC0}"/>
              </a:ext>
            </a:extLst>
          </p:cNvPr>
          <p:cNvSpPr/>
          <p:nvPr/>
        </p:nvSpPr>
        <p:spPr>
          <a:xfrm flipH="1">
            <a:off x="4580383" y="3658997"/>
            <a:ext cx="2088863" cy="108078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02398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1DA2CC-86CE-43D0-9AA4-0B9F02AB7E2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7D552D89-2FCE-4F21-BCC1-9462EADE25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229" y="1714260"/>
            <a:ext cx="11231542" cy="3429479"/>
          </a:xfrm>
          <a:prstGeom prst="rect">
            <a:avLst/>
          </a:prstGeom>
        </p:spPr>
      </p:pic>
    </p:spTree>
    <p:extLst>
      <p:ext uri="{BB962C8B-B14F-4D97-AF65-F5344CB8AC3E}">
        <p14:creationId xmlns:p14="http://schemas.microsoft.com/office/powerpoint/2010/main" val="1720717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1DA2CC-86CE-43D0-9AA4-0B9F02AB7E2C}"/>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92D940F4-70B9-44DD-9727-B3345F5388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491767"/>
            <a:ext cx="10515600" cy="3019054"/>
          </a:xfrm>
        </p:spPr>
      </p:pic>
    </p:spTree>
    <p:extLst>
      <p:ext uri="{BB962C8B-B14F-4D97-AF65-F5344CB8AC3E}">
        <p14:creationId xmlns:p14="http://schemas.microsoft.com/office/powerpoint/2010/main" val="340556699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1556</TotalTime>
  <Words>970</Words>
  <Application>Microsoft Office PowerPoint</Application>
  <PresentationFormat>寬螢幕</PresentationFormat>
  <Paragraphs>129</Paragraphs>
  <Slides>12</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12</vt:i4>
      </vt:variant>
    </vt:vector>
  </HeadingPairs>
  <TitlesOfParts>
    <vt:vector size="19" baseType="lpstr">
      <vt:lpstr>微軟正黑體</vt:lpstr>
      <vt:lpstr>Arial</vt:lpstr>
      <vt:lpstr>Calibri</vt:lpstr>
      <vt:lpstr>Calibri Light</vt:lpstr>
      <vt:lpstr>Cambria Math</vt:lpstr>
      <vt:lpstr>Times New Roman</vt:lpstr>
      <vt:lpstr>Office 佈景主題</vt:lpstr>
      <vt:lpstr>Locating Longest Common Subsequences with Limited Penalty</vt:lpstr>
      <vt:lpstr>Abstract</vt:lpstr>
      <vt:lpstr>longest common subsequence with limited penalty      (a.k.a. LCSp)</vt:lpstr>
      <vt:lpstr>longest common subsequence with limited penalty      (a.k.a. LCSp)</vt:lpstr>
      <vt:lpstr>Common Strings</vt:lpstr>
      <vt:lpstr>BasicLCSp</vt:lpstr>
      <vt:lpstr>ImprovedLCSp</vt:lpstr>
      <vt:lpstr>SA array</vt:lpstr>
      <vt:lpstr>SA array</vt:lpstr>
      <vt:lpstr>LCP array</vt:lpstr>
      <vt:lpstr>Result</vt:lpstr>
      <vt:lpstr>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郁儒 廖</dc:creator>
  <cp:lastModifiedBy>郁儒 廖</cp:lastModifiedBy>
  <cp:revision>6</cp:revision>
  <dcterms:created xsi:type="dcterms:W3CDTF">2021-06-26T09:28:31Z</dcterms:created>
  <dcterms:modified xsi:type="dcterms:W3CDTF">2021-07-13T02:45:19Z</dcterms:modified>
</cp:coreProperties>
</file>