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4"/>
  </p:notesMasterIdLst>
  <p:sldIdLst>
    <p:sldId id="256" r:id="rId2"/>
    <p:sldId id="281" r:id="rId3"/>
    <p:sldId id="311" r:id="rId4"/>
    <p:sldId id="321" r:id="rId5"/>
    <p:sldId id="308" r:id="rId6"/>
    <p:sldId id="302" r:id="rId7"/>
    <p:sldId id="304" r:id="rId8"/>
    <p:sldId id="319" r:id="rId9"/>
    <p:sldId id="314" r:id="rId10"/>
    <p:sldId id="313" r:id="rId11"/>
    <p:sldId id="315" r:id="rId12"/>
    <p:sldId id="320" r:id="rId13"/>
  </p:sldIdLst>
  <p:sldSz cx="12192000" cy="6858000"/>
  <p:notesSz cx="6858000" cy="9144000"/>
  <p:defaultTextStyle>
    <a:defPPr>
      <a:defRPr lang="zh-TW"/>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郁儒 廖" initials="郁儒" lastIdx="1" clrIdx="0">
    <p:extLst>
      <p:ext uri="{19B8F6BF-5375-455C-9EA6-DF929625EA0E}">
        <p15:presenceInfo xmlns:p15="http://schemas.microsoft.com/office/powerpoint/2012/main" userId="189a1d031aa848d3" providerId="Windows Liv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clrMru>
    <a:srgbClr val="66FF33"/>
    <a:srgbClr val="F09030"/>
    <a:srgbClr val="000000"/>
    <a:srgbClr val="FFFFFF"/>
    <a:srgbClr val="4472C4"/>
    <a:srgbClr val="FFFF00"/>
    <a:srgbClr val="E2F216"/>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CE290FA8-A7D4-44E9-ADF4-3783012E1A54}" v="73" dt="2021-07-27T06:09:15.622"/>
  </p1510:revLst>
</p1510:revInfo>
</file>

<file path=ppt/tableStyles.xml><?xml version="1.0" encoding="utf-8"?>
<a:tblStyleLst xmlns:a="http://schemas.openxmlformats.org/drawingml/2006/main" def="{5C22544A-7EE6-4342-B048-85BDC9FD1C3A}">
  <a:tblStyle styleId="{5C22544A-7EE6-4342-B048-85BDC9FD1C3A}" styleName="中等深淺樣式 2 - 輔色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BC89EF96-8CEA-46FF-86C4-4CE0E7609802}" styleName="淺色樣式 3 - 輔色 1">
    <a:wholeTbl>
      <a:tcTxStyle>
        <a:fontRef idx="minor">
          <a:scrgbClr r="0" g="0" b="0"/>
        </a:fontRef>
        <a:schemeClr val="tx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noFill/>
        </a:fill>
      </a:tcStyle>
    </a:wholeTbl>
    <a:band1H>
      <a:tcStyle>
        <a:tcBdr/>
        <a:fill>
          <a:solidFill>
            <a:schemeClr val="accent1">
              <a:alpha val="20000"/>
            </a:schemeClr>
          </a:solidFill>
        </a:fill>
      </a:tcStyle>
    </a:band1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noFill/>
        </a:fill>
      </a:tcStyle>
    </a:lastRow>
    <a:firstRow>
      <a:tcTxStyle b="on"/>
      <a:tcStyle>
        <a:tcBdr>
          <a:bottom>
            <a:ln w="25400" cmpd="sng">
              <a:solidFill>
                <a:schemeClr val="accent1"/>
              </a:solidFill>
            </a:ln>
          </a:bottom>
        </a:tcBdr>
        <a:fill>
          <a:noFill/>
        </a:fill>
      </a:tcStyle>
    </a:firstRow>
  </a:tblStyle>
  <a:tblStyle styleId="{5940675A-B579-460E-94D1-54222C63F5DA}" styleName="無樣式、表格格線">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9034" autoAdjust="0"/>
    <p:restoredTop sz="90000" autoAdjust="0"/>
  </p:normalViewPr>
  <p:slideViewPr>
    <p:cSldViewPr snapToGrid="0">
      <p:cViewPr varScale="1">
        <p:scale>
          <a:sx n="99" d="100"/>
          <a:sy n="99" d="100"/>
        </p:scale>
        <p:origin x="102" y="15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21" Type="http://schemas.microsoft.com/office/2015/10/relationships/revisionInfo" Target="revisionInfo.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20" Type="http://schemas.microsoft.com/office/2016/11/relationships/changesInfo" Target="changesInfos/changesInfo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commentAuthors" Target="commentAuthors.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郁儒 廖" userId="189a1d031aa848d3" providerId="LiveId" clId="{CE290FA8-A7D4-44E9-ADF4-3783012E1A54}"/>
    <pc:docChg chg="undo custSel addSld delSld modSld sldOrd">
      <pc:chgData name="郁儒 廖" userId="189a1d031aa848d3" providerId="LiveId" clId="{CE290FA8-A7D4-44E9-ADF4-3783012E1A54}" dt="2021-07-27T06:09:43.438" v="630" actId="14100"/>
      <pc:docMkLst>
        <pc:docMk/>
      </pc:docMkLst>
      <pc:sldChg chg="modSp mod">
        <pc:chgData name="郁儒 廖" userId="189a1d031aa848d3" providerId="LiveId" clId="{CE290FA8-A7D4-44E9-ADF4-3783012E1A54}" dt="2021-07-27T05:27:42.104" v="599" actId="20577"/>
        <pc:sldMkLst>
          <pc:docMk/>
          <pc:sldMk cId="1310905560" sldId="256"/>
        </pc:sldMkLst>
        <pc:spChg chg="mod">
          <ac:chgData name="郁儒 廖" userId="189a1d031aa848d3" providerId="LiveId" clId="{CE290FA8-A7D4-44E9-ADF4-3783012E1A54}" dt="2021-07-27T05:26:44.346" v="588"/>
          <ac:spMkLst>
            <pc:docMk/>
            <pc:sldMk cId="1310905560" sldId="256"/>
            <ac:spMk id="2" creationId="{B963378F-50B2-45BD-A6DA-5CB61DB247F9}"/>
          </ac:spMkLst>
        </pc:spChg>
        <pc:spChg chg="mod">
          <ac:chgData name="郁儒 廖" userId="189a1d031aa848d3" providerId="LiveId" clId="{CE290FA8-A7D4-44E9-ADF4-3783012E1A54}" dt="2021-07-27T05:27:09.968" v="592" actId="20577"/>
          <ac:spMkLst>
            <pc:docMk/>
            <pc:sldMk cId="1310905560" sldId="256"/>
            <ac:spMk id="3" creationId="{71E7239B-5619-42E5-947E-7CC9BEF1FE52}"/>
          </ac:spMkLst>
        </pc:spChg>
        <pc:spChg chg="mod">
          <ac:chgData name="郁儒 廖" userId="189a1d031aa848d3" providerId="LiveId" clId="{CE290FA8-A7D4-44E9-ADF4-3783012E1A54}" dt="2021-07-27T05:27:42.104" v="599" actId="20577"/>
          <ac:spMkLst>
            <pc:docMk/>
            <pc:sldMk cId="1310905560" sldId="256"/>
            <ac:spMk id="5" creationId="{E943A7B3-D75F-42BE-987F-B5D29452E318}"/>
          </ac:spMkLst>
        </pc:spChg>
      </pc:sldChg>
      <pc:sldChg chg="del">
        <pc:chgData name="郁儒 廖" userId="189a1d031aa848d3" providerId="LiveId" clId="{CE290FA8-A7D4-44E9-ADF4-3783012E1A54}" dt="2021-07-18T06:04:38.733" v="247" actId="47"/>
        <pc:sldMkLst>
          <pc:docMk/>
          <pc:sldMk cId="2573059498" sldId="258"/>
        </pc:sldMkLst>
      </pc:sldChg>
      <pc:sldChg chg="del">
        <pc:chgData name="郁儒 廖" userId="189a1d031aa848d3" providerId="LiveId" clId="{CE290FA8-A7D4-44E9-ADF4-3783012E1A54}" dt="2021-07-18T06:04:37.419" v="246" actId="47"/>
        <pc:sldMkLst>
          <pc:docMk/>
          <pc:sldMk cId="3515119788" sldId="259"/>
        </pc:sldMkLst>
      </pc:sldChg>
      <pc:sldChg chg="del">
        <pc:chgData name="郁儒 廖" userId="189a1d031aa848d3" providerId="LiveId" clId="{CE290FA8-A7D4-44E9-ADF4-3783012E1A54}" dt="2021-07-18T06:04:30.791" v="242" actId="47"/>
        <pc:sldMkLst>
          <pc:docMk/>
          <pc:sldMk cId="3353010267" sldId="260"/>
        </pc:sldMkLst>
      </pc:sldChg>
      <pc:sldChg chg="del">
        <pc:chgData name="郁儒 廖" userId="189a1d031aa848d3" providerId="LiveId" clId="{CE290FA8-A7D4-44E9-ADF4-3783012E1A54}" dt="2021-07-18T06:04:31.598" v="243" actId="47"/>
        <pc:sldMkLst>
          <pc:docMk/>
          <pc:sldMk cId="3679457579" sldId="261"/>
        </pc:sldMkLst>
      </pc:sldChg>
      <pc:sldChg chg="del">
        <pc:chgData name="郁儒 廖" userId="189a1d031aa848d3" providerId="LiveId" clId="{CE290FA8-A7D4-44E9-ADF4-3783012E1A54}" dt="2021-07-18T06:04:33.411" v="244" actId="47"/>
        <pc:sldMkLst>
          <pc:docMk/>
          <pc:sldMk cId="2166195919" sldId="262"/>
        </pc:sldMkLst>
      </pc:sldChg>
      <pc:sldChg chg="del">
        <pc:chgData name="郁儒 廖" userId="189a1d031aa848d3" providerId="LiveId" clId="{CE290FA8-A7D4-44E9-ADF4-3783012E1A54}" dt="2021-07-18T06:04:39.808" v="248" actId="47"/>
        <pc:sldMkLst>
          <pc:docMk/>
          <pc:sldMk cId="3405566990" sldId="263"/>
        </pc:sldMkLst>
      </pc:sldChg>
      <pc:sldChg chg="del">
        <pc:chgData name="郁儒 廖" userId="189a1d031aa848d3" providerId="LiveId" clId="{CE290FA8-A7D4-44E9-ADF4-3783012E1A54}" dt="2021-07-18T06:04:41.167" v="249" actId="47"/>
        <pc:sldMkLst>
          <pc:docMk/>
          <pc:sldMk cId="1720717751" sldId="264"/>
        </pc:sldMkLst>
      </pc:sldChg>
      <pc:sldChg chg="modSp del mod">
        <pc:chgData name="郁儒 廖" userId="189a1d031aa848d3" providerId="LiveId" clId="{CE290FA8-A7D4-44E9-ADF4-3783012E1A54}" dt="2021-07-17T14:22:50.813" v="10" actId="47"/>
        <pc:sldMkLst>
          <pc:docMk/>
          <pc:sldMk cId="1214235823" sldId="265"/>
        </pc:sldMkLst>
        <pc:spChg chg="mod">
          <ac:chgData name="郁儒 廖" userId="189a1d031aa848d3" providerId="LiveId" clId="{CE290FA8-A7D4-44E9-ADF4-3783012E1A54}" dt="2021-07-17T14:22:47.176" v="9" actId="20577"/>
          <ac:spMkLst>
            <pc:docMk/>
            <pc:sldMk cId="1214235823" sldId="265"/>
            <ac:spMk id="3" creationId="{13A791DE-558D-404E-B9D6-E2E18467D5B7}"/>
          </ac:spMkLst>
        </pc:spChg>
      </pc:sldChg>
      <pc:sldChg chg="del">
        <pc:chgData name="郁儒 廖" userId="189a1d031aa848d3" providerId="LiveId" clId="{CE290FA8-A7D4-44E9-ADF4-3783012E1A54}" dt="2021-07-18T06:04:34.917" v="245" actId="47"/>
        <pc:sldMkLst>
          <pc:docMk/>
          <pc:sldMk cId="436955770" sldId="266"/>
        </pc:sldMkLst>
      </pc:sldChg>
      <pc:sldChg chg="addSp delSp modSp mod">
        <pc:chgData name="郁儒 廖" userId="189a1d031aa848d3" providerId="LiveId" clId="{CE290FA8-A7D4-44E9-ADF4-3783012E1A54}" dt="2021-07-27T06:09:43.438" v="630" actId="14100"/>
        <pc:sldMkLst>
          <pc:docMk/>
          <pc:sldMk cId="241416973" sldId="267"/>
        </pc:sldMkLst>
        <pc:spChg chg="mod">
          <ac:chgData name="郁儒 廖" userId="189a1d031aa848d3" providerId="LiveId" clId="{CE290FA8-A7D4-44E9-ADF4-3783012E1A54}" dt="2021-07-17T14:31:28.777" v="110" actId="20577"/>
          <ac:spMkLst>
            <pc:docMk/>
            <pc:sldMk cId="241416973" sldId="267"/>
            <ac:spMk id="2" creationId="{D6A8277B-EDA6-452C-9F3A-ACBBCEC32FC4}"/>
          </ac:spMkLst>
        </pc:spChg>
        <pc:spChg chg="add mod">
          <ac:chgData name="郁儒 廖" userId="189a1d031aa848d3" providerId="LiveId" clId="{CE290FA8-A7D4-44E9-ADF4-3783012E1A54}" dt="2021-07-27T06:09:38.914" v="628" actId="20577"/>
          <ac:spMkLst>
            <pc:docMk/>
            <pc:sldMk cId="241416973" sldId="267"/>
            <ac:spMk id="4" creationId="{F295903F-D2E5-48CE-8311-2AD281F8E88E}"/>
          </ac:spMkLst>
        </pc:spChg>
        <pc:spChg chg="add del mod">
          <ac:chgData name="郁儒 廖" userId="189a1d031aa848d3" providerId="LiveId" clId="{CE290FA8-A7D4-44E9-ADF4-3783012E1A54}" dt="2021-07-27T06:09:07.376" v="615" actId="478"/>
          <ac:spMkLst>
            <pc:docMk/>
            <pc:sldMk cId="241416973" sldId="267"/>
            <ac:spMk id="10" creationId="{8DA8BF74-FE9D-4519-8620-99AE75A2367E}"/>
          </ac:spMkLst>
        </pc:spChg>
        <pc:spChg chg="add del mod">
          <ac:chgData name="郁儒 廖" userId="189a1d031aa848d3" providerId="LiveId" clId="{CE290FA8-A7D4-44E9-ADF4-3783012E1A54}" dt="2021-07-27T06:09:10.493" v="616" actId="478"/>
          <ac:spMkLst>
            <pc:docMk/>
            <pc:sldMk cId="241416973" sldId="267"/>
            <ac:spMk id="11" creationId="{DCCFAB12-E387-4B75-909B-61F3577D6F05}"/>
          </ac:spMkLst>
        </pc:spChg>
        <pc:picChg chg="del">
          <ac:chgData name="郁儒 廖" userId="189a1d031aa848d3" providerId="LiveId" clId="{CE290FA8-A7D4-44E9-ADF4-3783012E1A54}" dt="2021-07-17T14:25:14.288" v="39" actId="478"/>
          <ac:picMkLst>
            <pc:docMk/>
            <pc:sldMk cId="241416973" sldId="267"/>
            <ac:picMk id="5" creationId="{3407E8DD-85EC-4C6E-A845-8088A23510E7}"/>
          </ac:picMkLst>
        </pc:picChg>
        <pc:picChg chg="del">
          <ac:chgData name="郁儒 廖" userId="189a1d031aa848d3" providerId="LiveId" clId="{CE290FA8-A7D4-44E9-ADF4-3783012E1A54}" dt="2021-07-17T14:25:13.738" v="38" actId="478"/>
          <ac:picMkLst>
            <pc:docMk/>
            <pc:sldMk cId="241416973" sldId="267"/>
            <ac:picMk id="7" creationId="{5C606B4B-5B79-496C-9B21-4C061E6C1E65}"/>
          </ac:picMkLst>
        </pc:picChg>
        <pc:picChg chg="add mod">
          <ac:chgData name="郁儒 廖" userId="189a1d031aa848d3" providerId="LiveId" clId="{CE290FA8-A7D4-44E9-ADF4-3783012E1A54}" dt="2021-07-27T06:09:15.622" v="619" actId="1076"/>
          <ac:picMkLst>
            <pc:docMk/>
            <pc:sldMk cId="241416973" sldId="267"/>
            <ac:picMk id="9" creationId="{8FE30836-4E34-4954-AF9F-42EC74B3FB2D}"/>
          </ac:picMkLst>
        </pc:picChg>
        <pc:picChg chg="add mod modCrop">
          <ac:chgData name="郁儒 廖" userId="189a1d031aa848d3" providerId="LiveId" clId="{CE290FA8-A7D4-44E9-ADF4-3783012E1A54}" dt="2021-07-27T06:09:43.438" v="630" actId="14100"/>
          <ac:picMkLst>
            <pc:docMk/>
            <pc:sldMk cId="241416973" sldId="267"/>
            <ac:picMk id="12" creationId="{C9E48EDE-4C35-494E-8EC4-E4F919E37AD6}"/>
          </ac:picMkLst>
        </pc:picChg>
        <pc:picChg chg="add del mod">
          <ac:chgData name="郁儒 廖" userId="189a1d031aa848d3" providerId="LiveId" clId="{CE290FA8-A7D4-44E9-ADF4-3783012E1A54}" dt="2021-07-27T06:09:04.569" v="613" actId="478"/>
          <ac:picMkLst>
            <pc:docMk/>
            <pc:sldMk cId="241416973" sldId="267"/>
            <ac:picMk id="1026" creationId="{248CCDC8-4F61-4FF3-8C60-E4A53D0FFD5F}"/>
          </ac:picMkLst>
        </pc:picChg>
        <pc:picChg chg="add del">
          <ac:chgData name="郁儒 廖" userId="189a1d031aa848d3" providerId="LiveId" clId="{CE290FA8-A7D4-44E9-ADF4-3783012E1A54}" dt="2021-07-17T14:35:45.190" v="139" actId="478"/>
          <ac:picMkLst>
            <pc:docMk/>
            <pc:sldMk cId="241416973" sldId="267"/>
            <ac:picMk id="1028" creationId="{E7FBCA58-D5BD-4EC5-BD03-9B28EA37243A}"/>
          </ac:picMkLst>
        </pc:picChg>
        <pc:cxnChg chg="add del mod">
          <ac:chgData name="郁儒 廖" userId="189a1d031aa848d3" providerId="LiveId" clId="{CE290FA8-A7D4-44E9-ADF4-3783012E1A54}" dt="2021-07-27T06:09:05.624" v="614" actId="478"/>
          <ac:cxnSpMkLst>
            <pc:docMk/>
            <pc:sldMk cId="241416973" sldId="267"/>
            <ac:cxnSpMk id="8" creationId="{395C5FB2-CB1A-43B2-BF33-8E1FDB248AC7}"/>
          </ac:cxnSpMkLst>
        </pc:cxnChg>
      </pc:sldChg>
      <pc:sldChg chg="addSp delSp modSp add mod">
        <pc:chgData name="郁儒 廖" userId="189a1d031aa848d3" providerId="LiveId" clId="{CE290FA8-A7D4-44E9-ADF4-3783012E1A54}" dt="2021-07-17T14:39:54.916" v="211" actId="1076"/>
        <pc:sldMkLst>
          <pc:docMk/>
          <pc:sldMk cId="3166609206" sldId="268"/>
        </pc:sldMkLst>
        <pc:spChg chg="mod">
          <ac:chgData name="郁儒 廖" userId="189a1d031aa848d3" providerId="LiveId" clId="{CE290FA8-A7D4-44E9-ADF4-3783012E1A54}" dt="2021-07-17T14:39:42.083" v="205" actId="20577"/>
          <ac:spMkLst>
            <pc:docMk/>
            <pc:sldMk cId="3166609206" sldId="268"/>
            <ac:spMk id="4" creationId="{F295903F-D2E5-48CE-8311-2AD281F8E88E}"/>
          </ac:spMkLst>
        </pc:spChg>
        <pc:spChg chg="del">
          <ac:chgData name="郁儒 廖" userId="189a1d031aa848d3" providerId="LiveId" clId="{CE290FA8-A7D4-44E9-ADF4-3783012E1A54}" dt="2021-07-17T14:36:03.655" v="149" actId="478"/>
          <ac:spMkLst>
            <pc:docMk/>
            <pc:sldMk cId="3166609206" sldId="268"/>
            <ac:spMk id="10" creationId="{8DA8BF74-FE9D-4519-8620-99AE75A2367E}"/>
          </ac:spMkLst>
        </pc:spChg>
        <pc:spChg chg="del mod">
          <ac:chgData name="郁儒 廖" userId="189a1d031aa848d3" providerId="LiveId" clId="{CE290FA8-A7D4-44E9-ADF4-3783012E1A54}" dt="2021-07-17T14:36:01.384" v="147" actId="478"/>
          <ac:spMkLst>
            <pc:docMk/>
            <pc:sldMk cId="3166609206" sldId="268"/>
            <ac:spMk id="11" creationId="{DCCFAB12-E387-4B75-909B-61F3577D6F05}"/>
          </ac:spMkLst>
        </pc:spChg>
        <pc:picChg chg="add del mod modCrop">
          <ac:chgData name="郁儒 廖" userId="189a1d031aa848d3" providerId="LiveId" clId="{CE290FA8-A7D4-44E9-ADF4-3783012E1A54}" dt="2021-07-17T14:38:01.120" v="164" actId="478"/>
          <ac:picMkLst>
            <pc:docMk/>
            <pc:sldMk cId="3166609206" sldId="268"/>
            <ac:picMk id="3" creationId="{5B82F403-D953-4A89-B479-DBBE1802B411}"/>
          </ac:picMkLst>
        </pc:picChg>
        <pc:picChg chg="add mod">
          <ac:chgData name="郁儒 廖" userId="189a1d031aa848d3" providerId="LiveId" clId="{CE290FA8-A7D4-44E9-ADF4-3783012E1A54}" dt="2021-07-17T14:39:52.713" v="210" actId="1076"/>
          <ac:picMkLst>
            <pc:docMk/>
            <pc:sldMk cId="3166609206" sldId="268"/>
            <ac:picMk id="5" creationId="{682F1B4C-7056-4721-8D1D-BD7EB72C0217}"/>
          </ac:picMkLst>
        </pc:picChg>
        <pc:picChg chg="add mod">
          <ac:chgData name="郁儒 廖" userId="189a1d031aa848d3" providerId="LiveId" clId="{CE290FA8-A7D4-44E9-ADF4-3783012E1A54}" dt="2021-07-17T14:39:54.916" v="211" actId="1076"/>
          <ac:picMkLst>
            <pc:docMk/>
            <pc:sldMk cId="3166609206" sldId="268"/>
            <ac:picMk id="6" creationId="{9FAC3BD5-CA98-40D5-9C8D-D85D5ABE788D}"/>
          </ac:picMkLst>
        </pc:picChg>
        <pc:picChg chg="del">
          <ac:chgData name="郁儒 廖" userId="189a1d031aa848d3" providerId="LiveId" clId="{CE290FA8-A7D4-44E9-ADF4-3783012E1A54}" dt="2021-07-17T14:35:57.335" v="142" actId="478"/>
          <ac:picMkLst>
            <pc:docMk/>
            <pc:sldMk cId="3166609206" sldId="268"/>
            <ac:picMk id="12" creationId="{C9E48EDE-4C35-494E-8EC4-E4F919E37AD6}"/>
          </ac:picMkLst>
        </pc:picChg>
        <pc:picChg chg="del">
          <ac:chgData name="郁儒 廖" userId="189a1d031aa848d3" providerId="LiveId" clId="{CE290FA8-A7D4-44E9-ADF4-3783012E1A54}" dt="2021-07-17T14:35:59.042" v="144" actId="478"/>
          <ac:picMkLst>
            <pc:docMk/>
            <pc:sldMk cId="3166609206" sldId="268"/>
            <ac:picMk id="1026" creationId="{248CCDC8-4F61-4FF3-8C60-E4A53D0FFD5F}"/>
          </ac:picMkLst>
        </pc:picChg>
        <pc:cxnChg chg="del">
          <ac:chgData name="郁儒 廖" userId="189a1d031aa848d3" providerId="LiveId" clId="{CE290FA8-A7D4-44E9-ADF4-3783012E1A54}" dt="2021-07-17T14:36:02.455" v="148" actId="478"/>
          <ac:cxnSpMkLst>
            <pc:docMk/>
            <pc:sldMk cId="3166609206" sldId="268"/>
            <ac:cxnSpMk id="8" creationId="{395C5FB2-CB1A-43B2-BF33-8E1FDB248AC7}"/>
          </ac:cxnSpMkLst>
        </pc:cxnChg>
      </pc:sldChg>
      <pc:sldChg chg="addSp delSp modSp add mod">
        <pc:chgData name="郁儒 廖" userId="189a1d031aa848d3" providerId="LiveId" clId="{CE290FA8-A7D4-44E9-ADF4-3783012E1A54}" dt="2021-07-24T18:03:51.813" v="388" actId="14100"/>
        <pc:sldMkLst>
          <pc:docMk/>
          <pc:sldMk cId="3730348283" sldId="269"/>
        </pc:sldMkLst>
        <pc:spChg chg="mod">
          <ac:chgData name="郁儒 廖" userId="189a1d031aa848d3" providerId="LiveId" clId="{CE290FA8-A7D4-44E9-ADF4-3783012E1A54}" dt="2021-07-17T14:40:32.535" v="230" actId="20577"/>
          <ac:spMkLst>
            <pc:docMk/>
            <pc:sldMk cId="3730348283" sldId="269"/>
            <ac:spMk id="2" creationId="{D6A8277B-EDA6-452C-9F3A-ACBBCEC32FC4}"/>
          </ac:spMkLst>
        </pc:spChg>
        <pc:spChg chg="add mod">
          <ac:chgData name="郁儒 廖" userId="189a1d031aa848d3" providerId="LiveId" clId="{CE290FA8-A7D4-44E9-ADF4-3783012E1A54}" dt="2021-07-23T11:28:53.612" v="270" actId="1076"/>
          <ac:spMkLst>
            <pc:docMk/>
            <pc:sldMk cId="3730348283" sldId="269"/>
            <ac:spMk id="3" creationId="{77054F84-D25D-409A-A373-1951079F871A}"/>
          </ac:spMkLst>
        </pc:spChg>
        <pc:spChg chg="add mod">
          <ac:chgData name="郁儒 廖" userId="189a1d031aa848d3" providerId="LiveId" clId="{CE290FA8-A7D4-44E9-ADF4-3783012E1A54}" dt="2021-07-24T18:03:51.813" v="388" actId="14100"/>
          <ac:spMkLst>
            <pc:docMk/>
            <pc:sldMk cId="3730348283" sldId="269"/>
            <ac:spMk id="4" creationId="{2E8CACBA-9080-420A-8A43-5AF30B4BE4AD}"/>
          </ac:spMkLst>
        </pc:spChg>
        <pc:spChg chg="del mod">
          <ac:chgData name="郁儒 廖" userId="189a1d031aa848d3" providerId="LiveId" clId="{CE290FA8-A7D4-44E9-ADF4-3783012E1A54}" dt="2021-07-17T14:40:40.212" v="235" actId="478"/>
          <ac:spMkLst>
            <pc:docMk/>
            <pc:sldMk cId="3730348283" sldId="269"/>
            <ac:spMk id="4" creationId="{F295903F-D2E5-48CE-8311-2AD281F8E88E}"/>
          </ac:spMkLst>
        </pc:spChg>
        <pc:spChg chg="add del mod">
          <ac:chgData name="郁儒 廖" userId="189a1d031aa848d3" providerId="LiveId" clId="{CE290FA8-A7D4-44E9-ADF4-3783012E1A54}" dt="2021-07-17T14:41:00.560" v="236"/>
          <ac:spMkLst>
            <pc:docMk/>
            <pc:sldMk cId="3730348283" sldId="269"/>
            <ac:spMk id="7" creationId="{0CA88C01-DCD3-4C79-A03D-3DE3AFEE3134}"/>
          </ac:spMkLst>
        </pc:spChg>
        <pc:picChg chg="del">
          <ac:chgData name="郁儒 廖" userId="189a1d031aa848d3" providerId="LiveId" clId="{CE290FA8-A7D4-44E9-ADF4-3783012E1A54}" dt="2021-07-17T14:40:34.490" v="231" actId="478"/>
          <ac:picMkLst>
            <pc:docMk/>
            <pc:sldMk cId="3730348283" sldId="269"/>
            <ac:picMk id="5" creationId="{682F1B4C-7056-4721-8D1D-BD7EB72C0217}"/>
          </ac:picMkLst>
        </pc:picChg>
        <pc:picChg chg="del mod">
          <ac:chgData name="郁儒 廖" userId="189a1d031aa848d3" providerId="LiveId" clId="{CE290FA8-A7D4-44E9-ADF4-3783012E1A54}" dt="2021-07-17T14:40:35.122" v="233" actId="478"/>
          <ac:picMkLst>
            <pc:docMk/>
            <pc:sldMk cId="3730348283" sldId="269"/>
            <ac:picMk id="6" creationId="{9FAC3BD5-CA98-40D5-9C8D-D85D5ABE788D}"/>
          </ac:picMkLst>
        </pc:picChg>
        <pc:picChg chg="add mod modCrop">
          <ac:chgData name="郁儒 廖" userId="189a1d031aa848d3" providerId="LiveId" clId="{CE290FA8-A7D4-44E9-ADF4-3783012E1A54}" dt="2021-07-23T11:26:54.547" v="252" actId="1076"/>
          <ac:picMkLst>
            <pc:docMk/>
            <pc:sldMk cId="3730348283" sldId="269"/>
            <ac:picMk id="8" creationId="{9F2F42F3-0BD4-4846-959C-F5713662D6D2}"/>
          </ac:picMkLst>
        </pc:picChg>
      </pc:sldChg>
      <pc:sldChg chg="addSp delSp modSp new mod">
        <pc:chgData name="郁儒 廖" userId="189a1d031aa848d3" providerId="LiveId" clId="{CE290FA8-A7D4-44E9-ADF4-3783012E1A54}" dt="2021-07-24T18:02:50.329" v="370" actId="22"/>
        <pc:sldMkLst>
          <pc:docMk/>
          <pc:sldMk cId="612480251" sldId="270"/>
        </pc:sldMkLst>
        <pc:spChg chg="mod">
          <ac:chgData name="郁儒 廖" userId="189a1d031aa848d3" providerId="LiveId" clId="{CE290FA8-A7D4-44E9-ADF4-3783012E1A54}" dt="2021-07-24T18:01:47.888" v="367"/>
          <ac:spMkLst>
            <pc:docMk/>
            <pc:sldMk cId="612480251" sldId="270"/>
            <ac:spMk id="2" creationId="{31EEA96D-6767-4A89-84BF-40B7D6C406DA}"/>
          </ac:spMkLst>
        </pc:spChg>
        <pc:spChg chg="del">
          <ac:chgData name="郁儒 廖" userId="189a1d031aa848d3" providerId="LiveId" clId="{CE290FA8-A7D4-44E9-ADF4-3783012E1A54}" dt="2021-07-24T17:46:07.348" v="272"/>
          <ac:spMkLst>
            <pc:docMk/>
            <pc:sldMk cId="612480251" sldId="270"/>
            <ac:spMk id="3" creationId="{B21077FF-8D2A-4E8F-A8B1-26CEF1D1936B}"/>
          </ac:spMkLst>
        </pc:spChg>
        <pc:spChg chg="add">
          <ac:chgData name="郁儒 廖" userId="189a1d031aa848d3" providerId="LiveId" clId="{CE290FA8-A7D4-44E9-ADF4-3783012E1A54}" dt="2021-07-24T18:02:50.329" v="370" actId="22"/>
          <ac:spMkLst>
            <pc:docMk/>
            <pc:sldMk cId="612480251" sldId="270"/>
            <ac:spMk id="6" creationId="{CD1529A4-63A1-45FB-B291-EDE108FE2E08}"/>
          </ac:spMkLst>
        </pc:spChg>
        <pc:picChg chg="add mod modCrop">
          <ac:chgData name="郁儒 廖" userId="189a1d031aa848d3" providerId="LiveId" clId="{CE290FA8-A7D4-44E9-ADF4-3783012E1A54}" dt="2021-07-24T18:02:19.869" v="369" actId="1076"/>
          <ac:picMkLst>
            <pc:docMk/>
            <pc:sldMk cId="612480251" sldId="270"/>
            <ac:picMk id="4" creationId="{490E72E3-BBC4-4F10-9503-FB8C7DA61056}"/>
          </ac:picMkLst>
        </pc:picChg>
      </pc:sldChg>
      <pc:sldChg chg="addSp delSp modSp add mod">
        <pc:chgData name="郁儒 廖" userId="189a1d031aa848d3" providerId="LiveId" clId="{CE290FA8-A7D4-44E9-ADF4-3783012E1A54}" dt="2021-07-24T18:00:47.661" v="366" actId="1076"/>
        <pc:sldMkLst>
          <pc:docMk/>
          <pc:sldMk cId="1643148301" sldId="271"/>
        </pc:sldMkLst>
        <pc:spChg chg="add del mod">
          <ac:chgData name="郁儒 廖" userId="189a1d031aa848d3" providerId="LiveId" clId="{CE290FA8-A7D4-44E9-ADF4-3783012E1A54}" dt="2021-07-24T17:48:03.412" v="293" actId="478"/>
          <ac:spMkLst>
            <pc:docMk/>
            <pc:sldMk cId="1643148301" sldId="271"/>
            <ac:spMk id="5" creationId="{26529FA3-3B21-41FC-B8C4-CF22A500FB24}"/>
          </ac:spMkLst>
        </pc:spChg>
        <pc:spChg chg="add mod">
          <ac:chgData name="郁儒 廖" userId="189a1d031aa848d3" providerId="LiveId" clId="{CE290FA8-A7D4-44E9-ADF4-3783012E1A54}" dt="2021-07-24T17:54:06.750" v="354" actId="208"/>
          <ac:spMkLst>
            <pc:docMk/>
            <pc:sldMk cId="1643148301" sldId="271"/>
            <ac:spMk id="6" creationId="{D062D2FA-3605-4209-9490-372C5A27D06F}"/>
          </ac:spMkLst>
        </pc:spChg>
        <pc:spChg chg="add mod">
          <ac:chgData name="郁儒 廖" userId="189a1d031aa848d3" providerId="LiveId" clId="{CE290FA8-A7D4-44E9-ADF4-3783012E1A54}" dt="2021-07-24T17:54:20.973" v="356" actId="1076"/>
          <ac:spMkLst>
            <pc:docMk/>
            <pc:sldMk cId="1643148301" sldId="271"/>
            <ac:spMk id="10" creationId="{819D7A24-47F2-4B36-9CFA-969CC90CC346}"/>
          </ac:spMkLst>
        </pc:spChg>
        <pc:spChg chg="add mod">
          <ac:chgData name="郁儒 廖" userId="189a1d031aa848d3" providerId="LiveId" clId="{CE290FA8-A7D4-44E9-ADF4-3783012E1A54}" dt="2021-07-24T18:00:47.661" v="366" actId="1076"/>
          <ac:spMkLst>
            <pc:docMk/>
            <pc:sldMk cId="1643148301" sldId="271"/>
            <ac:spMk id="13" creationId="{07FB3D3F-AF05-4609-B8CE-4FAB7B1E7DD6}"/>
          </ac:spMkLst>
        </pc:spChg>
        <pc:picChg chg="del">
          <ac:chgData name="郁儒 廖" userId="189a1d031aa848d3" providerId="LiveId" clId="{CE290FA8-A7D4-44E9-ADF4-3783012E1A54}" dt="2021-07-24T17:47:57.294" v="290" actId="478"/>
          <ac:picMkLst>
            <pc:docMk/>
            <pc:sldMk cId="1643148301" sldId="271"/>
            <ac:picMk id="4" creationId="{490E72E3-BBC4-4F10-9503-FB8C7DA61056}"/>
          </ac:picMkLst>
        </pc:picChg>
        <pc:picChg chg="add mod">
          <ac:chgData name="郁儒 廖" userId="189a1d031aa848d3" providerId="LiveId" clId="{CE290FA8-A7D4-44E9-ADF4-3783012E1A54}" dt="2021-07-24T17:53:16.909" v="346" actId="1076"/>
          <ac:picMkLst>
            <pc:docMk/>
            <pc:sldMk cId="1643148301" sldId="271"/>
            <ac:picMk id="8" creationId="{8D9D1387-BD00-4E2B-95D5-A495F8D46641}"/>
          </ac:picMkLst>
        </pc:picChg>
        <pc:picChg chg="add mod">
          <ac:chgData name="郁儒 廖" userId="189a1d031aa848d3" providerId="LiveId" clId="{CE290FA8-A7D4-44E9-ADF4-3783012E1A54}" dt="2021-07-24T18:00:30.365" v="362" actId="14100"/>
          <ac:picMkLst>
            <pc:docMk/>
            <pc:sldMk cId="1643148301" sldId="271"/>
            <ac:picMk id="9" creationId="{00422705-6A67-4E13-93DB-0357C07B6811}"/>
          </ac:picMkLst>
        </pc:picChg>
        <pc:picChg chg="add mod">
          <ac:chgData name="郁儒 廖" userId="189a1d031aa848d3" providerId="LiveId" clId="{CE290FA8-A7D4-44E9-ADF4-3783012E1A54}" dt="2021-07-24T18:00:25.084" v="360" actId="1076"/>
          <ac:picMkLst>
            <pc:docMk/>
            <pc:sldMk cId="1643148301" sldId="271"/>
            <ac:picMk id="1026" creationId="{2483219A-00C8-489E-A7F0-1F15452192AA}"/>
          </ac:picMkLst>
        </pc:picChg>
        <pc:picChg chg="add del mod">
          <ac:chgData name="郁儒 廖" userId="189a1d031aa848d3" providerId="LiveId" clId="{CE290FA8-A7D4-44E9-ADF4-3783012E1A54}" dt="2021-07-24T17:48:46.922" v="306" actId="478"/>
          <ac:picMkLst>
            <pc:docMk/>
            <pc:sldMk cId="1643148301" sldId="271"/>
            <ac:picMk id="1028" creationId="{C3390DAD-1C47-458D-BA83-E32470B7D5A3}"/>
          </ac:picMkLst>
        </pc:picChg>
      </pc:sldChg>
      <pc:sldChg chg="addSp delSp modSp new mod">
        <pc:chgData name="郁儒 廖" userId="189a1d031aa848d3" providerId="LiveId" clId="{CE290FA8-A7D4-44E9-ADF4-3783012E1A54}" dt="2021-07-24T17:52:15.037" v="336" actId="1076"/>
        <pc:sldMkLst>
          <pc:docMk/>
          <pc:sldMk cId="1708893990" sldId="272"/>
        </pc:sldMkLst>
        <pc:spChg chg="mod">
          <ac:chgData name="郁儒 廖" userId="189a1d031aa848d3" providerId="LiveId" clId="{CE290FA8-A7D4-44E9-ADF4-3783012E1A54}" dt="2021-07-24T17:51:20.979" v="319" actId="20577"/>
          <ac:spMkLst>
            <pc:docMk/>
            <pc:sldMk cId="1708893990" sldId="272"/>
            <ac:spMk id="2" creationId="{716E27F3-A6FF-4346-A231-DEA8C2F1A6F4}"/>
          </ac:spMkLst>
        </pc:spChg>
        <pc:spChg chg="del">
          <ac:chgData name="郁儒 廖" userId="189a1d031aa848d3" providerId="LiveId" clId="{CE290FA8-A7D4-44E9-ADF4-3783012E1A54}" dt="2021-07-24T17:51:18.819" v="316"/>
          <ac:spMkLst>
            <pc:docMk/>
            <pc:sldMk cId="1708893990" sldId="272"/>
            <ac:spMk id="3" creationId="{EFB150A1-F460-43AD-B8C2-A22B81E6BC5F}"/>
          </ac:spMkLst>
        </pc:spChg>
        <pc:spChg chg="add mod">
          <ac:chgData name="郁儒 廖" userId="189a1d031aa848d3" providerId="LiveId" clId="{CE290FA8-A7D4-44E9-ADF4-3783012E1A54}" dt="2021-07-24T17:52:15.037" v="336" actId="1076"/>
          <ac:spMkLst>
            <pc:docMk/>
            <pc:sldMk cId="1708893990" sldId="272"/>
            <ac:spMk id="4" creationId="{88337500-A4AC-4D18-826D-9F9279AA6B8A}"/>
          </ac:spMkLst>
        </pc:spChg>
        <pc:picChg chg="add mod">
          <ac:chgData name="郁儒 廖" userId="189a1d031aa848d3" providerId="LiveId" clId="{CE290FA8-A7D4-44E9-ADF4-3783012E1A54}" dt="2021-07-24T17:51:29.933" v="320" actId="1076"/>
          <ac:picMkLst>
            <pc:docMk/>
            <pc:sldMk cId="1708893990" sldId="272"/>
            <ac:picMk id="2050" creationId="{CD2C5727-6CF7-4166-B1FD-9A6B05E767B3}"/>
          </ac:picMkLst>
        </pc:picChg>
      </pc:sldChg>
      <pc:sldChg chg="delSp modSp add del ord">
        <pc:chgData name="郁儒 廖" userId="189a1d031aa848d3" providerId="LiveId" clId="{CE290FA8-A7D4-44E9-ADF4-3783012E1A54}" dt="2021-07-24T17:49:53.021" v="313" actId="47"/>
        <pc:sldMkLst>
          <pc:docMk/>
          <pc:sldMk cId="1758154840" sldId="272"/>
        </pc:sldMkLst>
        <pc:picChg chg="del">
          <ac:chgData name="郁儒 廖" userId="189a1d031aa848d3" providerId="LiveId" clId="{CE290FA8-A7D4-44E9-ADF4-3783012E1A54}" dt="2021-07-24T17:48:42.338" v="303" actId="478"/>
          <ac:picMkLst>
            <pc:docMk/>
            <pc:sldMk cId="1758154840" sldId="272"/>
            <ac:picMk id="1026" creationId="{2483219A-00C8-489E-A7F0-1F15452192AA}"/>
          </ac:picMkLst>
        </pc:picChg>
        <pc:picChg chg="mod">
          <ac:chgData name="郁儒 廖" userId="189a1d031aa848d3" providerId="LiveId" clId="{CE290FA8-A7D4-44E9-ADF4-3783012E1A54}" dt="2021-07-24T17:49:04.309" v="311" actId="14100"/>
          <ac:picMkLst>
            <pc:docMk/>
            <pc:sldMk cId="1758154840" sldId="272"/>
            <ac:picMk id="1028" creationId="{C3390DAD-1C47-458D-BA83-E32470B7D5A3}"/>
          </ac:picMkLst>
        </pc:picChg>
      </pc:sldChg>
      <pc:sldChg chg="add ord">
        <pc:chgData name="郁儒 廖" userId="189a1d031aa848d3" providerId="LiveId" clId="{CE290FA8-A7D4-44E9-ADF4-3783012E1A54}" dt="2021-07-24T17:52:37.838" v="339"/>
        <pc:sldMkLst>
          <pc:docMk/>
          <pc:sldMk cId="1569140240" sldId="273"/>
        </pc:sldMkLst>
      </pc:sldChg>
      <pc:sldChg chg="addSp delSp modSp new mod">
        <pc:chgData name="郁儒 廖" userId="189a1d031aa848d3" providerId="LiveId" clId="{CE290FA8-A7D4-44E9-ADF4-3783012E1A54}" dt="2021-07-25T03:07:16.414" v="581" actId="14100"/>
        <pc:sldMkLst>
          <pc:docMk/>
          <pc:sldMk cId="4060451678" sldId="274"/>
        </pc:sldMkLst>
        <pc:spChg chg="mod">
          <ac:chgData name="郁儒 廖" userId="189a1d031aa848d3" providerId="LiveId" clId="{CE290FA8-A7D4-44E9-ADF4-3783012E1A54}" dt="2021-07-24T18:03:05.773" v="380" actId="20577"/>
          <ac:spMkLst>
            <pc:docMk/>
            <pc:sldMk cId="4060451678" sldId="274"/>
            <ac:spMk id="2" creationId="{5F3DBE48-F582-4210-8455-88167B475D2E}"/>
          </ac:spMkLst>
        </pc:spChg>
        <pc:spChg chg="del">
          <ac:chgData name="郁儒 廖" userId="189a1d031aa848d3" providerId="LiveId" clId="{CE290FA8-A7D4-44E9-ADF4-3783012E1A54}" dt="2021-07-24T18:05:33.151" v="389"/>
          <ac:spMkLst>
            <pc:docMk/>
            <pc:sldMk cId="4060451678" sldId="274"/>
            <ac:spMk id="3" creationId="{82A49E8B-872F-48C9-9FBB-8B84A2FFA0EE}"/>
          </ac:spMkLst>
        </pc:spChg>
        <pc:spChg chg="add mod">
          <ac:chgData name="郁儒 廖" userId="189a1d031aa848d3" providerId="LiveId" clId="{CE290FA8-A7D4-44E9-ADF4-3783012E1A54}" dt="2021-07-24T18:10:30.356" v="414" actId="1076"/>
          <ac:spMkLst>
            <pc:docMk/>
            <pc:sldMk cId="4060451678" sldId="274"/>
            <ac:spMk id="5" creationId="{76FE55B1-B35E-43D9-8134-37E5A5237685}"/>
          </ac:spMkLst>
        </pc:spChg>
        <pc:spChg chg="add mod">
          <ac:chgData name="郁儒 廖" userId="189a1d031aa848d3" providerId="LiveId" clId="{CE290FA8-A7D4-44E9-ADF4-3783012E1A54}" dt="2021-07-24T18:10:40.300" v="416" actId="1076"/>
          <ac:spMkLst>
            <pc:docMk/>
            <pc:sldMk cId="4060451678" sldId="274"/>
            <ac:spMk id="10" creationId="{18228516-59B3-4FE2-A6D6-84A751C34D05}"/>
          </ac:spMkLst>
        </pc:spChg>
        <pc:picChg chg="add mod">
          <ac:chgData name="郁儒 廖" userId="189a1d031aa848d3" providerId="LiveId" clId="{CE290FA8-A7D4-44E9-ADF4-3783012E1A54}" dt="2021-07-24T18:10:35.653" v="415" actId="1076"/>
          <ac:picMkLst>
            <pc:docMk/>
            <pc:sldMk cId="4060451678" sldId="274"/>
            <ac:picMk id="4" creationId="{2156ABF1-55AF-4D86-A95D-78E14E556BA9}"/>
          </ac:picMkLst>
        </pc:picChg>
        <pc:picChg chg="add mod">
          <ac:chgData name="郁儒 廖" userId="189a1d031aa848d3" providerId="LiveId" clId="{CE290FA8-A7D4-44E9-ADF4-3783012E1A54}" dt="2021-07-24T18:10:48.517" v="419" actId="1076"/>
          <ac:picMkLst>
            <pc:docMk/>
            <pc:sldMk cId="4060451678" sldId="274"/>
            <ac:picMk id="12" creationId="{210F4CBB-ECC1-41BE-BB2E-63F7D6B8FA8E}"/>
          </ac:picMkLst>
        </pc:picChg>
        <pc:picChg chg="add mod">
          <ac:chgData name="郁儒 廖" userId="189a1d031aa848d3" providerId="LiveId" clId="{CE290FA8-A7D4-44E9-ADF4-3783012E1A54}" dt="2021-07-24T18:12:03.933" v="430" actId="1076"/>
          <ac:picMkLst>
            <pc:docMk/>
            <pc:sldMk cId="4060451678" sldId="274"/>
            <ac:picMk id="22" creationId="{EF213945-2A91-4CDF-9245-4505860F2713}"/>
          </ac:picMkLst>
        </pc:picChg>
        <pc:cxnChg chg="add mod">
          <ac:chgData name="郁儒 廖" userId="189a1d031aa848d3" providerId="LiveId" clId="{CE290FA8-A7D4-44E9-ADF4-3783012E1A54}" dt="2021-07-24T18:10:43.021" v="417" actId="1076"/>
          <ac:cxnSpMkLst>
            <pc:docMk/>
            <pc:sldMk cId="4060451678" sldId="274"/>
            <ac:cxnSpMk id="7" creationId="{6DE49F1A-36EB-4148-B8C6-92BC3E69D765}"/>
          </ac:cxnSpMkLst>
        </pc:cxnChg>
        <pc:cxnChg chg="add mod">
          <ac:chgData name="郁儒 廖" userId="189a1d031aa848d3" providerId="LiveId" clId="{CE290FA8-A7D4-44E9-ADF4-3783012E1A54}" dt="2021-07-24T18:10:46.157" v="418" actId="1076"/>
          <ac:cxnSpMkLst>
            <pc:docMk/>
            <pc:sldMk cId="4060451678" sldId="274"/>
            <ac:cxnSpMk id="8" creationId="{B860984A-1D1A-4AC4-94C7-2809DD1E4C0C}"/>
          </ac:cxnSpMkLst>
        </pc:cxnChg>
        <pc:cxnChg chg="add mod">
          <ac:chgData name="郁儒 廖" userId="189a1d031aa848d3" providerId="LiveId" clId="{CE290FA8-A7D4-44E9-ADF4-3783012E1A54}" dt="2021-07-25T03:07:16.414" v="581" actId="14100"/>
          <ac:cxnSpMkLst>
            <pc:docMk/>
            <pc:sldMk cId="4060451678" sldId="274"/>
            <ac:cxnSpMk id="14" creationId="{0ED46792-2684-4FCF-86E9-EE07AEECF7D3}"/>
          </ac:cxnSpMkLst>
        </pc:cxnChg>
      </pc:sldChg>
      <pc:sldChg chg="addSp delSp modSp add mod">
        <pc:chgData name="郁儒 廖" userId="189a1d031aa848d3" providerId="LiveId" clId="{CE290FA8-A7D4-44E9-ADF4-3783012E1A54}" dt="2021-07-24T18:17:19.363" v="491" actId="478"/>
        <pc:sldMkLst>
          <pc:docMk/>
          <pc:sldMk cId="4088539193" sldId="275"/>
        </pc:sldMkLst>
        <pc:spChg chg="mod">
          <ac:chgData name="郁儒 廖" userId="189a1d031aa848d3" providerId="LiveId" clId="{CE290FA8-A7D4-44E9-ADF4-3783012E1A54}" dt="2021-07-24T18:15:08.763" v="453" actId="20577"/>
          <ac:spMkLst>
            <pc:docMk/>
            <pc:sldMk cId="4088539193" sldId="275"/>
            <ac:spMk id="2" creationId="{5F3DBE48-F582-4210-8455-88167B475D2E}"/>
          </ac:spMkLst>
        </pc:spChg>
        <pc:spChg chg="del">
          <ac:chgData name="郁儒 廖" userId="189a1d031aa848d3" providerId="LiveId" clId="{CE290FA8-A7D4-44E9-ADF4-3783012E1A54}" dt="2021-07-24T18:13:57.884" v="435" actId="478"/>
          <ac:spMkLst>
            <pc:docMk/>
            <pc:sldMk cId="4088539193" sldId="275"/>
            <ac:spMk id="5" creationId="{76FE55B1-B35E-43D9-8134-37E5A5237685}"/>
          </ac:spMkLst>
        </pc:spChg>
        <pc:spChg chg="add del mod">
          <ac:chgData name="郁儒 廖" userId="189a1d031aa848d3" providerId="LiveId" clId="{CE290FA8-A7D4-44E9-ADF4-3783012E1A54}" dt="2021-07-24T18:13:57.884" v="435" actId="478"/>
          <ac:spMkLst>
            <pc:docMk/>
            <pc:sldMk cId="4088539193" sldId="275"/>
            <ac:spMk id="6" creationId="{35F27EF8-2BBB-4FD8-B5F7-BAE78EBC4C40}"/>
          </ac:spMkLst>
        </pc:spChg>
        <pc:spChg chg="del">
          <ac:chgData name="郁儒 廖" userId="189a1d031aa848d3" providerId="LiveId" clId="{CE290FA8-A7D4-44E9-ADF4-3783012E1A54}" dt="2021-07-24T18:13:57.884" v="435" actId="478"/>
          <ac:spMkLst>
            <pc:docMk/>
            <pc:sldMk cId="4088539193" sldId="275"/>
            <ac:spMk id="10" creationId="{18228516-59B3-4FE2-A6D6-84A751C34D05}"/>
          </ac:spMkLst>
        </pc:spChg>
        <pc:spChg chg="add mod">
          <ac:chgData name="郁儒 廖" userId="189a1d031aa848d3" providerId="LiveId" clId="{CE290FA8-A7D4-44E9-ADF4-3783012E1A54}" dt="2021-07-24T18:16:44.013" v="474" actId="14100"/>
          <ac:spMkLst>
            <pc:docMk/>
            <pc:sldMk cId="4088539193" sldId="275"/>
            <ac:spMk id="20" creationId="{A9E9C65A-9533-4F3E-8868-36DA0C1D5308}"/>
          </ac:spMkLst>
        </pc:spChg>
        <pc:spChg chg="add mod">
          <ac:chgData name="郁儒 廖" userId="189a1d031aa848d3" providerId="LiveId" clId="{CE290FA8-A7D4-44E9-ADF4-3783012E1A54}" dt="2021-07-24T18:16:54.395" v="480" actId="20577"/>
          <ac:spMkLst>
            <pc:docMk/>
            <pc:sldMk cId="4088539193" sldId="275"/>
            <ac:spMk id="23" creationId="{12E12CF4-EB5A-435C-902B-52B004EEAAF8}"/>
          </ac:spMkLst>
        </pc:spChg>
        <pc:spChg chg="add mod">
          <ac:chgData name="郁儒 廖" userId="189a1d031aa848d3" providerId="LiveId" clId="{CE290FA8-A7D4-44E9-ADF4-3783012E1A54}" dt="2021-07-24T18:17:08.521" v="489" actId="20577"/>
          <ac:spMkLst>
            <pc:docMk/>
            <pc:sldMk cId="4088539193" sldId="275"/>
            <ac:spMk id="24" creationId="{A8E74644-2461-45A4-8D84-34730FC66438}"/>
          </ac:spMkLst>
        </pc:spChg>
        <pc:picChg chg="del">
          <ac:chgData name="郁儒 廖" userId="189a1d031aa848d3" providerId="LiveId" clId="{CE290FA8-A7D4-44E9-ADF4-3783012E1A54}" dt="2021-07-24T18:13:49.018" v="433" actId="478"/>
          <ac:picMkLst>
            <pc:docMk/>
            <pc:sldMk cId="4088539193" sldId="275"/>
            <ac:picMk id="4" creationId="{2156ABF1-55AF-4D86-A95D-78E14E556BA9}"/>
          </ac:picMkLst>
        </pc:picChg>
        <pc:picChg chg="add del mod">
          <ac:chgData name="郁儒 廖" userId="189a1d031aa848d3" providerId="LiveId" clId="{CE290FA8-A7D4-44E9-ADF4-3783012E1A54}" dt="2021-07-24T18:17:19.363" v="491" actId="478"/>
          <ac:picMkLst>
            <pc:docMk/>
            <pc:sldMk cId="4088539193" sldId="275"/>
            <ac:picMk id="11" creationId="{23427283-8C26-4B6E-A445-C57B1FDB559E}"/>
          </ac:picMkLst>
        </pc:picChg>
        <pc:picChg chg="del">
          <ac:chgData name="郁儒 廖" userId="189a1d031aa848d3" providerId="LiveId" clId="{CE290FA8-A7D4-44E9-ADF4-3783012E1A54}" dt="2021-07-24T18:13:53.049" v="434" actId="478"/>
          <ac:picMkLst>
            <pc:docMk/>
            <pc:sldMk cId="4088539193" sldId="275"/>
            <ac:picMk id="12" creationId="{210F4CBB-ECC1-41BE-BB2E-63F7D6B8FA8E}"/>
          </ac:picMkLst>
        </pc:picChg>
        <pc:picChg chg="add mod">
          <ac:chgData name="郁儒 廖" userId="189a1d031aa848d3" providerId="LiveId" clId="{CE290FA8-A7D4-44E9-ADF4-3783012E1A54}" dt="2021-07-24T18:15:53.165" v="459" actId="1076"/>
          <ac:picMkLst>
            <pc:docMk/>
            <pc:sldMk cId="4088539193" sldId="275"/>
            <ac:picMk id="15" creationId="{7816074C-61F1-48A5-BFA0-2A19A0E2804C}"/>
          </ac:picMkLst>
        </pc:picChg>
        <pc:picChg chg="add mod">
          <ac:chgData name="郁儒 廖" userId="189a1d031aa848d3" providerId="LiveId" clId="{CE290FA8-A7D4-44E9-ADF4-3783012E1A54}" dt="2021-07-24T18:15:55.789" v="460" actId="1076"/>
          <ac:picMkLst>
            <pc:docMk/>
            <pc:sldMk cId="4088539193" sldId="275"/>
            <ac:picMk id="17" creationId="{0AFCE2B6-3338-4E90-9275-8EF897D20035}"/>
          </ac:picMkLst>
        </pc:picChg>
        <pc:picChg chg="add mod">
          <ac:chgData name="郁儒 廖" userId="189a1d031aa848d3" providerId="LiveId" clId="{CE290FA8-A7D4-44E9-ADF4-3783012E1A54}" dt="2021-07-24T18:16:22.773" v="462" actId="1076"/>
          <ac:picMkLst>
            <pc:docMk/>
            <pc:sldMk cId="4088539193" sldId="275"/>
            <ac:picMk id="19" creationId="{AAA49C79-6DB8-494C-9F04-83235636C9D5}"/>
          </ac:picMkLst>
        </pc:picChg>
        <pc:picChg chg="del">
          <ac:chgData name="郁儒 廖" userId="189a1d031aa848d3" providerId="LiveId" clId="{CE290FA8-A7D4-44E9-ADF4-3783012E1A54}" dt="2021-07-24T18:13:57.884" v="435" actId="478"/>
          <ac:picMkLst>
            <pc:docMk/>
            <pc:sldMk cId="4088539193" sldId="275"/>
            <ac:picMk id="22" creationId="{EF213945-2A91-4CDF-9245-4505860F2713}"/>
          </ac:picMkLst>
        </pc:picChg>
        <pc:cxnChg chg="del">
          <ac:chgData name="郁儒 廖" userId="189a1d031aa848d3" providerId="LiveId" clId="{CE290FA8-A7D4-44E9-ADF4-3783012E1A54}" dt="2021-07-24T18:13:57.884" v="435" actId="478"/>
          <ac:cxnSpMkLst>
            <pc:docMk/>
            <pc:sldMk cId="4088539193" sldId="275"/>
            <ac:cxnSpMk id="7" creationId="{6DE49F1A-36EB-4148-B8C6-92BC3E69D765}"/>
          </ac:cxnSpMkLst>
        </pc:cxnChg>
        <pc:cxnChg chg="del">
          <ac:chgData name="郁儒 廖" userId="189a1d031aa848d3" providerId="LiveId" clId="{CE290FA8-A7D4-44E9-ADF4-3783012E1A54}" dt="2021-07-24T18:13:57.884" v="435" actId="478"/>
          <ac:cxnSpMkLst>
            <pc:docMk/>
            <pc:sldMk cId="4088539193" sldId="275"/>
            <ac:cxnSpMk id="8" creationId="{B860984A-1D1A-4AC4-94C7-2809DD1E4C0C}"/>
          </ac:cxnSpMkLst>
        </pc:cxnChg>
        <pc:cxnChg chg="del">
          <ac:chgData name="郁儒 廖" userId="189a1d031aa848d3" providerId="LiveId" clId="{CE290FA8-A7D4-44E9-ADF4-3783012E1A54}" dt="2021-07-24T18:13:57.884" v="435" actId="478"/>
          <ac:cxnSpMkLst>
            <pc:docMk/>
            <pc:sldMk cId="4088539193" sldId="275"/>
            <ac:cxnSpMk id="14" creationId="{0ED46792-2684-4FCF-86E9-EE07AEECF7D3}"/>
          </ac:cxnSpMkLst>
        </pc:cxnChg>
      </pc:sldChg>
      <pc:sldChg chg="addSp delSp modSp add mod">
        <pc:chgData name="郁儒 廖" userId="189a1d031aa848d3" providerId="LiveId" clId="{CE290FA8-A7D4-44E9-ADF4-3783012E1A54}" dt="2021-07-24T18:20:26.635" v="536"/>
        <pc:sldMkLst>
          <pc:docMk/>
          <pc:sldMk cId="895972717" sldId="276"/>
        </pc:sldMkLst>
        <pc:spChg chg="mod">
          <ac:chgData name="郁儒 廖" userId="189a1d031aa848d3" providerId="LiveId" clId="{CE290FA8-A7D4-44E9-ADF4-3783012E1A54}" dt="2021-07-24T18:18:04.609" v="492"/>
          <ac:spMkLst>
            <pc:docMk/>
            <pc:sldMk cId="895972717" sldId="276"/>
            <ac:spMk id="2" creationId="{5F3DBE48-F582-4210-8455-88167B475D2E}"/>
          </ac:spMkLst>
        </pc:spChg>
        <pc:spChg chg="add mod">
          <ac:chgData name="郁儒 廖" userId="189a1d031aa848d3" providerId="LiveId" clId="{CE290FA8-A7D4-44E9-ADF4-3783012E1A54}" dt="2021-07-24T18:20:26.635" v="536"/>
          <ac:spMkLst>
            <pc:docMk/>
            <pc:sldMk cId="895972717" sldId="276"/>
            <ac:spMk id="5" creationId="{2997800A-4C16-41C5-A09B-D4C483B1FF9D}"/>
          </ac:spMkLst>
        </pc:spChg>
        <pc:spChg chg="del">
          <ac:chgData name="郁儒 廖" userId="189a1d031aa848d3" providerId="LiveId" clId="{CE290FA8-A7D4-44E9-ADF4-3783012E1A54}" dt="2021-07-24T18:18:10.396" v="498" actId="478"/>
          <ac:spMkLst>
            <pc:docMk/>
            <pc:sldMk cId="895972717" sldId="276"/>
            <ac:spMk id="20" creationId="{A9E9C65A-9533-4F3E-8868-36DA0C1D5308}"/>
          </ac:spMkLst>
        </pc:spChg>
        <pc:spChg chg="del">
          <ac:chgData name="郁儒 廖" userId="189a1d031aa848d3" providerId="LiveId" clId="{CE290FA8-A7D4-44E9-ADF4-3783012E1A54}" dt="2021-07-24T18:18:09.210" v="497" actId="478"/>
          <ac:spMkLst>
            <pc:docMk/>
            <pc:sldMk cId="895972717" sldId="276"/>
            <ac:spMk id="23" creationId="{12E12CF4-EB5A-435C-902B-52B004EEAAF8}"/>
          </ac:spMkLst>
        </pc:spChg>
        <pc:spChg chg="del">
          <ac:chgData name="郁儒 廖" userId="189a1d031aa848d3" providerId="LiveId" clId="{CE290FA8-A7D4-44E9-ADF4-3783012E1A54}" dt="2021-07-24T18:18:08.157" v="496" actId="478"/>
          <ac:spMkLst>
            <pc:docMk/>
            <pc:sldMk cId="895972717" sldId="276"/>
            <ac:spMk id="24" creationId="{A8E74644-2461-45A4-8D84-34730FC66438}"/>
          </ac:spMkLst>
        </pc:spChg>
        <pc:picChg chg="add mod">
          <ac:chgData name="郁儒 廖" userId="189a1d031aa848d3" providerId="LiveId" clId="{CE290FA8-A7D4-44E9-ADF4-3783012E1A54}" dt="2021-07-24T18:18:30.413" v="502" actId="1076"/>
          <ac:picMkLst>
            <pc:docMk/>
            <pc:sldMk cId="895972717" sldId="276"/>
            <ac:picMk id="4" creationId="{84FC0F8C-F0C8-4FED-879D-7025B28442DF}"/>
          </ac:picMkLst>
        </pc:picChg>
        <pc:picChg chg="mod">
          <ac:chgData name="郁儒 廖" userId="189a1d031aa848d3" providerId="LiveId" clId="{CE290FA8-A7D4-44E9-ADF4-3783012E1A54}" dt="2021-07-24T18:18:36.693" v="504" actId="1076"/>
          <ac:picMkLst>
            <pc:docMk/>
            <pc:sldMk cId="895972717" sldId="276"/>
            <ac:picMk id="11" creationId="{23427283-8C26-4B6E-A445-C57B1FDB559E}"/>
          </ac:picMkLst>
        </pc:picChg>
        <pc:picChg chg="del">
          <ac:chgData name="郁儒 廖" userId="189a1d031aa848d3" providerId="LiveId" clId="{CE290FA8-A7D4-44E9-ADF4-3783012E1A54}" dt="2021-07-24T18:18:06.466" v="494" actId="478"/>
          <ac:picMkLst>
            <pc:docMk/>
            <pc:sldMk cId="895972717" sldId="276"/>
            <ac:picMk id="15" creationId="{7816074C-61F1-48A5-BFA0-2A19A0E2804C}"/>
          </ac:picMkLst>
        </pc:picChg>
        <pc:picChg chg="del">
          <ac:chgData name="郁儒 廖" userId="189a1d031aa848d3" providerId="LiveId" clId="{CE290FA8-A7D4-44E9-ADF4-3783012E1A54}" dt="2021-07-24T18:18:05.896" v="493" actId="478"/>
          <ac:picMkLst>
            <pc:docMk/>
            <pc:sldMk cId="895972717" sldId="276"/>
            <ac:picMk id="17" creationId="{0AFCE2B6-3338-4E90-9275-8EF897D20035}"/>
          </ac:picMkLst>
        </pc:picChg>
        <pc:picChg chg="del">
          <ac:chgData name="郁儒 廖" userId="189a1d031aa848d3" providerId="LiveId" clId="{CE290FA8-A7D4-44E9-ADF4-3783012E1A54}" dt="2021-07-24T18:18:06.958" v="495" actId="478"/>
          <ac:picMkLst>
            <pc:docMk/>
            <pc:sldMk cId="895972717" sldId="276"/>
            <ac:picMk id="19" creationId="{AAA49C79-6DB8-494C-9F04-83235636C9D5}"/>
          </ac:picMkLst>
        </pc:picChg>
      </pc:sldChg>
      <pc:sldChg chg="addSp delSp modSp add mod modShow">
        <pc:chgData name="郁儒 廖" userId="189a1d031aa848d3" providerId="LiveId" clId="{CE290FA8-A7D4-44E9-ADF4-3783012E1A54}" dt="2021-07-27T05:28:19.635" v="608" actId="729"/>
        <pc:sldMkLst>
          <pc:docMk/>
          <pc:sldMk cId="986427882" sldId="277"/>
        </pc:sldMkLst>
        <pc:spChg chg="mod">
          <ac:chgData name="郁儒 廖" userId="189a1d031aa848d3" providerId="LiveId" clId="{CE290FA8-A7D4-44E9-ADF4-3783012E1A54}" dt="2021-07-24T18:23:06.896" v="538"/>
          <ac:spMkLst>
            <pc:docMk/>
            <pc:sldMk cId="986427882" sldId="277"/>
            <ac:spMk id="2" creationId="{5F3DBE48-F582-4210-8455-88167B475D2E}"/>
          </ac:spMkLst>
        </pc:spChg>
        <pc:spChg chg="mod">
          <ac:chgData name="郁儒 廖" userId="189a1d031aa848d3" providerId="LiveId" clId="{CE290FA8-A7D4-44E9-ADF4-3783012E1A54}" dt="2021-07-24T18:23:36.580" v="544" actId="1076"/>
          <ac:spMkLst>
            <pc:docMk/>
            <pc:sldMk cId="986427882" sldId="277"/>
            <ac:spMk id="5" creationId="{2997800A-4C16-41C5-A09B-D4C483B1FF9D}"/>
          </ac:spMkLst>
        </pc:spChg>
        <pc:picChg chg="del">
          <ac:chgData name="郁儒 廖" userId="189a1d031aa848d3" providerId="LiveId" clId="{CE290FA8-A7D4-44E9-ADF4-3783012E1A54}" dt="2021-07-24T18:23:23.957" v="539" actId="478"/>
          <ac:picMkLst>
            <pc:docMk/>
            <pc:sldMk cId="986427882" sldId="277"/>
            <ac:picMk id="4" creationId="{84FC0F8C-F0C8-4FED-879D-7025B28442DF}"/>
          </ac:picMkLst>
        </pc:picChg>
        <pc:picChg chg="add mod">
          <ac:chgData name="郁儒 廖" userId="189a1d031aa848d3" providerId="LiveId" clId="{CE290FA8-A7D4-44E9-ADF4-3783012E1A54}" dt="2021-07-24T18:23:41.364" v="547" actId="1076"/>
          <ac:picMkLst>
            <pc:docMk/>
            <pc:sldMk cId="986427882" sldId="277"/>
            <ac:picMk id="6" creationId="{B6C10702-40EF-4024-8C46-9FE9DE7D1195}"/>
          </ac:picMkLst>
        </pc:picChg>
        <pc:picChg chg="del">
          <ac:chgData name="郁儒 廖" userId="189a1d031aa848d3" providerId="LiveId" clId="{CE290FA8-A7D4-44E9-ADF4-3783012E1A54}" dt="2021-07-24T18:23:24.819" v="540" actId="478"/>
          <ac:picMkLst>
            <pc:docMk/>
            <pc:sldMk cId="986427882" sldId="277"/>
            <ac:picMk id="11" creationId="{23427283-8C26-4B6E-A445-C57B1FDB559E}"/>
          </ac:picMkLst>
        </pc:picChg>
      </pc:sldChg>
      <pc:sldChg chg="addSp delSp modSp add mod modShow">
        <pc:chgData name="郁儒 廖" userId="189a1d031aa848d3" providerId="LiveId" clId="{CE290FA8-A7D4-44E9-ADF4-3783012E1A54}" dt="2021-07-27T05:28:15.834" v="607" actId="729"/>
        <pc:sldMkLst>
          <pc:docMk/>
          <pc:sldMk cId="2549370280" sldId="278"/>
        </pc:sldMkLst>
        <pc:spChg chg="mod">
          <ac:chgData name="郁儒 廖" userId="189a1d031aa848d3" providerId="LiveId" clId="{CE290FA8-A7D4-44E9-ADF4-3783012E1A54}" dt="2021-07-24T18:26:46.629" v="553" actId="20577"/>
          <ac:spMkLst>
            <pc:docMk/>
            <pc:sldMk cId="2549370280" sldId="278"/>
            <ac:spMk id="2" creationId="{5F3DBE48-F582-4210-8455-88167B475D2E}"/>
          </ac:spMkLst>
        </pc:spChg>
        <pc:picChg chg="add mod">
          <ac:chgData name="郁儒 廖" userId="189a1d031aa848d3" providerId="LiveId" clId="{CE290FA8-A7D4-44E9-ADF4-3783012E1A54}" dt="2021-07-24T18:27:11.796" v="560" actId="1076"/>
          <ac:picMkLst>
            <pc:docMk/>
            <pc:sldMk cId="2549370280" sldId="278"/>
            <ac:picMk id="4" creationId="{C9E58167-DC45-4F55-AF9B-4E740B477C38}"/>
          </ac:picMkLst>
        </pc:picChg>
        <pc:picChg chg="del">
          <ac:chgData name="郁儒 廖" userId="189a1d031aa848d3" providerId="LiveId" clId="{CE290FA8-A7D4-44E9-ADF4-3783012E1A54}" dt="2021-07-24T18:26:48.467" v="554" actId="478"/>
          <ac:picMkLst>
            <pc:docMk/>
            <pc:sldMk cId="2549370280" sldId="278"/>
            <ac:picMk id="6" creationId="{B6C10702-40EF-4024-8C46-9FE9DE7D1195}"/>
          </ac:picMkLst>
        </pc:picChg>
      </pc:sldChg>
      <pc:sldChg chg="addSp delSp modSp add del mod modShow">
        <pc:chgData name="郁儒 廖" userId="189a1d031aa848d3" providerId="LiveId" clId="{CE290FA8-A7D4-44E9-ADF4-3783012E1A54}" dt="2021-07-27T06:06:42.266" v="612" actId="47"/>
        <pc:sldMkLst>
          <pc:docMk/>
          <pc:sldMk cId="4289364975" sldId="279"/>
        </pc:sldMkLst>
        <pc:spChg chg="mod">
          <ac:chgData name="郁儒 廖" userId="189a1d031aa848d3" providerId="LiveId" clId="{CE290FA8-A7D4-44E9-ADF4-3783012E1A54}" dt="2021-07-24T18:30:23.203" v="566" actId="20577"/>
          <ac:spMkLst>
            <pc:docMk/>
            <pc:sldMk cId="4289364975" sldId="279"/>
            <ac:spMk id="2" creationId="{5F3DBE48-F582-4210-8455-88167B475D2E}"/>
          </ac:spMkLst>
        </pc:spChg>
        <pc:picChg chg="del">
          <ac:chgData name="郁儒 廖" userId="189a1d031aa848d3" providerId="LiveId" clId="{CE290FA8-A7D4-44E9-ADF4-3783012E1A54}" dt="2021-07-24T18:30:25.880" v="567" actId="478"/>
          <ac:picMkLst>
            <pc:docMk/>
            <pc:sldMk cId="4289364975" sldId="279"/>
            <ac:picMk id="4" creationId="{C9E58167-DC45-4F55-AF9B-4E740B477C38}"/>
          </ac:picMkLst>
        </pc:picChg>
        <pc:picChg chg="add mod">
          <ac:chgData name="郁儒 廖" userId="189a1d031aa848d3" providerId="LiveId" clId="{CE290FA8-A7D4-44E9-ADF4-3783012E1A54}" dt="2021-07-24T18:30:44.948" v="571" actId="1076"/>
          <ac:picMkLst>
            <pc:docMk/>
            <pc:sldMk cId="4289364975" sldId="279"/>
            <ac:picMk id="6" creationId="{9C668F7F-9D09-494C-9EDF-C36E6189F463}"/>
          </ac:picMkLst>
        </pc:picChg>
      </pc:sldChg>
      <pc:sldChg chg="add del mod modShow">
        <pc:chgData name="郁儒 廖" userId="189a1d031aa848d3" providerId="LiveId" clId="{CE290FA8-A7D4-44E9-ADF4-3783012E1A54}" dt="2021-07-27T06:06:38.674" v="611" actId="47"/>
        <pc:sldMkLst>
          <pc:docMk/>
          <pc:sldMk cId="3461190198" sldId="280"/>
        </pc:sldMkLst>
      </pc:sldChg>
      <pc:sldChg chg="modSp new mod">
        <pc:chgData name="郁儒 廖" userId="189a1d031aa848d3" providerId="LiveId" clId="{CE290FA8-A7D4-44E9-ADF4-3783012E1A54}" dt="2021-07-27T05:27:51.573" v="600" actId="5793"/>
        <pc:sldMkLst>
          <pc:docMk/>
          <pc:sldMk cId="1339591712" sldId="281"/>
        </pc:sldMkLst>
        <pc:spChg chg="mod">
          <ac:chgData name="郁儒 廖" userId="189a1d031aa848d3" providerId="LiveId" clId="{CE290FA8-A7D4-44E9-ADF4-3783012E1A54}" dt="2021-07-25T05:53:20.406" v="585"/>
          <ac:spMkLst>
            <pc:docMk/>
            <pc:sldMk cId="1339591712" sldId="281"/>
            <ac:spMk id="2" creationId="{D3BF29CD-F8CF-4F47-92BE-649B84536DD9}"/>
          </ac:spMkLst>
        </pc:spChg>
        <pc:spChg chg="mod">
          <ac:chgData name="郁儒 廖" userId="189a1d031aa848d3" providerId="LiveId" clId="{CE290FA8-A7D4-44E9-ADF4-3783012E1A54}" dt="2021-07-27T05:27:51.573" v="600" actId="5793"/>
          <ac:spMkLst>
            <pc:docMk/>
            <pc:sldMk cId="1339591712" sldId="281"/>
            <ac:spMk id="3" creationId="{5444A68A-3CE0-4A7F-9A14-0740120E091F}"/>
          </ac:spMkLst>
        </pc:spChg>
      </pc:sldChg>
    </pc:docChg>
  </pc:docChgLst>
  <pc:docChgLst>
    <pc:chgData name="郁儒 廖" userId="189a1d031aa848d3" providerId="LiveId" clId="{F7E03734-E1EE-48DE-9C2C-A02502A248C3}"/>
    <pc:docChg chg="undo custSel addSld modSld sldOrd">
      <pc:chgData name="郁儒 廖" userId="189a1d031aa848d3" providerId="LiveId" clId="{F7E03734-E1EE-48DE-9C2C-A02502A248C3}" dt="2021-06-29T06:27:05.226" v="405" actId="20577"/>
      <pc:docMkLst>
        <pc:docMk/>
      </pc:docMkLst>
      <pc:sldChg chg="addSp delSp modSp mod">
        <pc:chgData name="郁儒 廖" userId="189a1d031aa848d3" providerId="LiveId" clId="{F7E03734-E1EE-48DE-9C2C-A02502A248C3}" dt="2021-06-29T06:27:05.226" v="405" actId="20577"/>
        <pc:sldMkLst>
          <pc:docMk/>
          <pc:sldMk cId="1310905560" sldId="256"/>
        </pc:sldMkLst>
        <pc:spChg chg="mod">
          <ac:chgData name="郁儒 廖" userId="189a1d031aa848d3" providerId="LiveId" clId="{F7E03734-E1EE-48DE-9C2C-A02502A248C3}" dt="2021-06-26T16:01:18.582" v="272" actId="1076"/>
          <ac:spMkLst>
            <pc:docMk/>
            <pc:sldMk cId="1310905560" sldId="256"/>
            <ac:spMk id="2" creationId="{B963378F-50B2-45BD-A6DA-5CB61DB247F9}"/>
          </ac:spMkLst>
        </pc:spChg>
        <pc:spChg chg="mod">
          <ac:chgData name="郁儒 廖" userId="189a1d031aa848d3" providerId="LiveId" clId="{F7E03734-E1EE-48DE-9C2C-A02502A248C3}" dt="2021-06-26T16:01:33.256" v="278" actId="1036"/>
          <ac:spMkLst>
            <pc:docMk/>
            <pc:sldMk cId="1310905560" sldId="256"/>
            <ac:spMk id="3" creationId="{71E7239B-5619-42E5-947E-7CC9BEF1FE52}"/>
          </ac:spMkLst>
        </pc:spChg>
        <pc:spChg chg="add del mod">
          <ac:chgData name="郁儒 廖" userId="189a1d031aa848d3" providerId="LiveId" clId="{F7E03734-E1EE-48DE-9C2C-A02502A248C3}" dt="2021-06-26T15:59:48.174" v="258" actId="478"/>
          <ac:spMkLst>
            <pc:docMk/>
            <pc:sldMk cId="1310905560" sldId="256"/>
            <ac:spMk id="4" creationId="{ACE1550D-4A56-4151-A627-51590743053C}"/>
          </ac:spMkLst>
        </pc:spChg>
        <pc:spChg chg="add mod">
          <ac:chgData name="郁儒 廖" userId="189a1d031aa848d3" providerId="LiveId" clId="{F7E03734-E1EE-48DE-9C2C-A02502A248C3}" dt="2021-06-29T06:27:05.226" v="405" actId="20577"/>
          <ac:spMkLst>
            <pc:docMk/>
            <pc:sldMk cId="1310905560" sldId="256"/>
            <ac:spMk id="5" creationId="{E943A7B3-D75F-42BE-987F-B5D29452E318}"/>
          </ac:spMkLst>
        </pc:spChg>
      </pc:sldChg>
      <pc:sldChg chg="modSp mod">
        <pc:chgData name="郁儒 廖" userId="189a1d031aa848d3" providerId="LiveId" clId="{F7E03734-E1EE-48DE-9C2C-A02502A248C3}" dt="2021-06-27T14:20:55.197" v="382" actId="20577"/>
        <pc:sldMkLst>
          <pc:docMk/>
          <pc:sldMk cId="2573059498" sldId="258"/>
        </pc:sldMkLst>
        <pc:spChg chg="mod">
          <ac:chgData name="郁儒 廖" userId="189a1d031aa848d3" providerId="LiveId" clId="{F7E03734-E1EE-48DE-9C2C-A02502A248C3}" dt="2021-06-26T16:03:35.398" v="301" actId="108"/>
          <ac:spMkLst>
            <pc:docMk/>
            <pc:sldMk cId="2573059498" sldId="258"/>
            <ac:spMk id="2" creationId="{47AB24D3-3C1B-4033-BC50-76F4ABFC7748}"/>
          </ac:spMkLst>
        </pc:spChg>
        <pc:spChg chg="mod">
          <ac:chgData name="郁儒 廖" userId="189a1d031aa848d3" providerId="LiveId" clId="{F7E03734-E1EE-48DE-9C2C-A02502A248C3}" dt="2021-06-26T16:04:08.224" v="310" actId="113"/>
          <ac:spMkLst>
            <pc:docMk/>
            <pc:sldMk cId="2573059498" sldId="258"/>
            <ac:spMk id="6" creationId="{0F99D5B4-A2E2-4A60-9E54-A84D4DC5F055}"/>
          </ac:spMkLst>
        </pc:spChg>
        <pc:spChg chg="mod">
          <ac:chgData name="郁儒 廖" userId="189a1d031aa848d3" providerId="LiveId" clId="{F7E03734-E1EE-48DE-9C2C-A02502A248C3}" dt="2021-06-26T16:04:37.092" v="311" actId="2711"/>
          <ac:spMkLst>
            <pc:docMk/>
            <pc:sldMk cId="2573059498" sldId="258"/>
            <ac:spMk id="7" creationId="{54B50B5B-0771-4250-8A8E-75209CA49F4B}"/>
          </ac:spMkLst>
        </pc:spChg>
        <pc:spChg chg="mod">
          <ac:chgData name="郁儒 廖" userId="189a1d031aa848d3" providerId="LiveId" clId="{F7E03734-E1EE-48DE-9C2C-A02502A248C3}" dt="2021-06-27T14:20:55.197" v="382" actId="20577"/>
          <ac:spMkLst>
            <pc:docMk/>
            <pc:sldMk cId="2573059498" sldId="258"/>
            <ac:spMk id="8" creationId="{E88579BE-F294-484D-BDCD-7FD9728485CA}"/>
          </ac:spMkLst>
        </pc:spChg>
        <pc:spChg chg="mod">
          <ac:chgData name="郁儒 廖" userId="189a1d031aa848d3" providerId="LiveId" clId="{F7E03734-E1EE-48DE-9C2C-A02502A248C3}" dt="2021-06-26T16:04:54.375" v="313" actId="2711"/>
          <ac:spMkLst>
            <pc:docMk/>
            <pc:sldMk cId="2573059498" sldId="258"/>
            <ac:spMk id="9" creationId="{25E96A07-4275-4C3A-B0F3-9FAC6D8FED6F}"/>
          </ac:spMkLst>
        </pc:spChg>
        <pc:spChg chg="mod">
          <ac:chgData name="郁儒 廖" userId="189a1d031aa848d3" providerId="LiveId" clId="{F7E03734-E1EE-48DE-9C2C-A02502A248C3}" dt="2021-06-26T16:04:59.061" v="314" actId="2711"/>
          <ac:spMkLst>
            <pc:docMk/>
            <pc:sldMk cId="2573059498" sldId="258"/>
            <ac:spMk id="10" creationId="{DA5D15EC-FB11-4EAF-A240-F4881E5EA7A8}"/>
          </ac:spMkLst>
        </pc:spChg>
      </pc:sldChg>
      <pc:sldChg chg="modSp mod ord">
        <pc:chgData name="郁儒 廖" userId="189a1d031aa848d3" providerId="LiveId" clId="{F7E03734-E1EE-48DE-9C2C-A02502A248C3}" dt="2021-06-27T14:11:18.442" v="322"/>
        <pc:sldMkLst>
          <pc:docMk/>
          <pc:sldMk cId="3515119788" sldId="259"/>
        </pc:sldMkLst>
        <pc:spChg chg="mod">
          <ac:chgData name="郁儒 廖" userId="189a1d031aa848d3" providerId="LiveId" clId="{F7E03734-E1EE-48DE-9C2C-A02502A248C3}" dt="2021-06-26T16:02:09.590" v="281" actId="108"/>
          <ac:spMkLst>
            <pc:docMk/>
            <pc:sldMk cId="3515119788" sldId="259"/>
            <ac:spMk id="2" creationId="{46D4B5A4-2E12-4B48-997F-0A3F6BB8E5EE}"/>
          </ac:spMkLst>
        </pc:spChg>
      </pc:sldChg>
      <pc:sldChg chg="modSp mod">
        <pc:chgData name="郁儒 廖" userId="189a1d031aa848d3" providerId="LiveId" clId="{F7E03734-E1EE-48DE-9C2C-A02502A248C3}" dt="2021-06-27T14:23:26.793" v="384" actId="20577"/>
        <pc:sldMkLst>
          <pc:docMk/>
          <pc:sldMk cId="3353010267" sldId="260"/>
        </pc:sldMkLst>
        <pc:spChg chg="mod">
          <ac:chgData name="郁儒 廖" userId="189a1d031aa848d3" providerId="LiveId" clId="{F7E03734-E1EE-48DE-9C2C-A02502A248C3}" dt="2021-06-27T14:23:26.793" v="384" actId="20577"/>
          <ac:spMkLst>
            <pc:docMk/>
            <pc:sldMk cId="3353010267" sldId="260"/>
            <ac:spMk id="2" creationId="{46D4B5A4-2E12-4B48-997F-0A3F6BB8E5EE}"/>
          </ac:spMkLst>
        </pc:spChg>
        <pc:spChg chg="mod">
          <ac:chgData name="郁儒 廖" userId="189a1d031aa848d3" providerId="LiveId" clId="{F7E03734-E1EE-48DE-9C2C-A02502A248C3}" dt="2021-06-27T14:17:05.809" v="356" actId="20577"/>
          <ac:spMkLst>
            <pc:docMk/>
            <pc:sldMk cId="3353010267" sldId="260"/>
            <ac:spMk id="6" creationId="{56B442F7-5136-4E93-9FE2-2CAC213991C3}"/>
          </ac:spMkLst>
        </pc:spChg>
        <pc:graphicFrameChg chg="modGraphic">
          <ac:chgData name="郁儒 廖" userId="189a1d031aa848d3" providerId="LiveId" clId="{F7E03734-E1EE-48DE-9C2C-A02502A248C3}" dt="2021-06-27T14:16:58.756" v="353" actId="20577"/>
          <ac:graphicFrameMkLst>
            <pc:docMk/>
            <pc:sldMk cId="3353010267" sldId="260"/>
            <ac:graphicFrameMk id="8" creationId="{006AF39E-8E64-46EE-89F2-035694BC962B}"/>
          </ac:graphicFrameMkLst>
        </pc:graphicFrameChg>
      </pc:sldChg>
      <pc:sldChg chg="addSp delSp modSp mod">
        <pc:chgData name="郁儒 廖" userId="189a1d031aa848d3" providerId="LiveId" clId="{F7E03734-E1EE-48DE-9C2C-A02502A248C3}" dt="2021-06-27T14:23:30.041" v="385" actId="20577"/>
        <pc:sldMkLst>
          <pc:docMk/>
          <pc:sldMk cId="3679457579" sldId="261"/>
        </pc:sldMkLst>
        <pc:spChg chg="del">
          <ac:chgData name="郁儒 廖" userId="189a1d031aa848d3" providerId="LiveId" clId="{F7E03734-E1EE-48DE-9C2C-A02502A248C3}" dt="2021-06-26T16:03:01.460" v="290" actId="478"/>
          <ac:spMkLst>
            <pc:docMk/>
            <pc:sldMk cId="3679457579" sldId="261"/>
            <ac:spMk id="2" creationId="{46D4B5A4-2E12-4B48-997F-0A3F6BB8E5EE}"/>
          </ac:spMkLst>
        </pc:spChg>
        <pc:spChg chg="mod">
          <ac:chgData name="郁儒 廖" userId="189a1d031aa848d3" providerId="LiveId" clId="{F7E03734-E1EE-48DE-9C2C-A02502A248C3}" dt="2021-06-27T14:16:49.767" v="350" actId="20577"/>
          <ac:spMkLst>
            <pc:docMk/>
            <pc:sldMk cId="3679457579" sldId="261"/>
            <ac:spMk id="6" creationId="{56B442F7-5136-4E93-9FE2-2CAC213991C3}"/>
          </ac:spMkLst>
        </pc:spChg>
        <pc:spChg chg="add del mod">
          <ac:chgData name="郁儒 廖" userId="189a1d031aa848d3" providerId="LiveId" clId="{F7E03734-E1EE-48DE-9C2C-A02502A248C3}" dt="2021-06-26T16:03:03.573" v="291" actId="478"/>
          <ac:spMkLst>
            <pc:docMk/>
            <pc:sldMk cId="3679457579" sldId="261"/>
            <ac:spMk id="9" creationId="{96B04D9E-B30D-4A69-A4C1-C72C313A1153}"/>
          </ac:spMkLst>
        </pc:spChg>
        <pc:spChg chg="add mod">
          <ac:chgData name="郁儒 廖" userId="189a1d031aa848d3" providerId="LiveId" clId="{F7E03734-E1EE-48DE-9C2C-A02502A248C3}" dt="2021-06-27T14:23:30.041" v="385" actId="20577"/>
          <ac:spMkLst>
            <pc:docMk/>
            <pc:sldMk cId="3679457579" sldId="261"/>
            <ac:spMk id="10" creationId="{31815381-98AE-4F5B-9A6C-08961D44B59B}"/>
          </ac:spMkLst>
        </pc:spChg>
        <pc:graphicFrameChg chg="modGraphic">
          <ac:chgData name="郁儒 廖" userId="189a1d031aa848d3" providerId="LiveId" clId="{F7E03734-E1EE-48DE-9C2C-A02502A248C3}" dt="2021-06-27T14:16:40.230" v="347" actId="20577"/>
          <ac:graphicFrameMkLst>
            <pc:docMk/>
            <pc:sldMk cId="3679457579" sldId="261"/>
            <ac:graphicFrameMk id="8" creationId="{006AF39E-8E64-46EE-89F2-035694BC962B}"/>
          </ac:graphicFrameMkLst>
        </pc:graphicFrameChg>
      </pc:sldChg>
      <pc:sldChg chg="addSp delSp modSp mod">
        <pc:chgData name="郁儒 廖" userId="189a1d031aa848d3" providerId="LiveId" clId="{F7E03734-E1EE-48DE-9C2C-A02502A248C3}" dt="2021-06-27T14:23:34.001" v="386" actId="20577"/>
        <pc:sldMkLst>
          <pc:docMk/>
          <pc:sldMk cId="2166195919" sldId="262"/>
        </pc:sldMkLst>
        <pc:spChg chg="del">
          <ac:chgData name="郁儒 廖" userId="189a1d031aa848d3" providerId="LiveId" clId="{F7E03734-E1EE-48DE-9C2C-A02502A248C3}" dt="2021-06-26T16:03:07.212" v="293" actId="478"/>
          <ac:spMkLst>
            <pc:docMk/>
            <pc:sldMk cId="2166195919" sldId="262"/>
            <ac:spMk id="2" creationId="{46D4B5A4-2E12-4B48-997F-0A3F6BB8E5EE}"/>
          </ac:spMkLst>
        </pc:spChg>
        <pc:spChg chg="mod">
          <ac:chgData name="郁儒 廖" userId="189a1d031aa848d3" providerId="LiveId" clId="{F7E03734-E1EE-48DE-9C2C-A02502A248C3}" dt="2021-06-27T14:16:24.522" v="344" actId="20577"/>
          <ac:spMkLst>
            <pc:docMk/>
            <pc:sldMk cId="2166195919" sldId="262"/>
            <ac:spMk id="6" creationId="{56B442F7-5136-4E93-9FE2-2CAC213991C3}"/>
          </ac:spMkLst>
        </pc:spChg>
        <pc:spChg chg="add del mod">
          <ac:chgData name="郁儒 廖" userId="189a1d031aa848d3" providerId="LiveId" clId="{F7E03734-E1EE-48DE-9C2C-A02502A248C3}" dt="2021-06-26T16:03:09.405" v="294" actId="478"/>
          <ac:spMkLst>
            <pc:docMk/>
            <pc:sldMk cId="2166195919" sldId="262"/>
            <ac:spMk id="10" creationId="{70BBB809-686D-4CEC-93AA-D5B3B2B35460}"/>
          </ac:spMkLst>
        </pc:spChg>
        <pc:spChg chg="add mod">
          <ac:chgData name="郁儒 廖" userId="189a1d031aa848d3" providerId="LiveId" clId="{F7E03734-E1EE-48DE-9C2C-A02502A248C3}" dt="2021-06-27T14:23:34.001" v="386" actId="20577"/>
          <ac:spMkLst>
            <pc:docMk/>
            <pc:sldMk cId="2166195919" sldId="262"/>
            <ac:spMk id="11" creationId="{63D33D3B-20F9-481F-AF36-DDE7CAA21EDD}"/>
          </ac:spMkLst>
        </pc:spChg>
        <pc:graphicFrameChg chg="modGraphic">
          <ac:chgData name="郁儒 廖" userId="189a1d031aa848d3" providerId="LiveId" clId="{F7E03734-E1EE-48DE-9C2C-A02502A248C3}" dt="2021-06-27T14:16:17.852" v="342" actId="20577"/>
          <ac:graphicFrameMkLst>
            <pc:docMk/>
            <pc:sldMk cId="2166195919" sldId="262"/>
            <ac:graphicFrameMk id="8" creationId="{006AF39E-8E64-46EE-89F2-035694BC962B}"/>
          </ac:graphicFrameMkLst>
        </pc:graphicFrameChg>
      </pc:sldChg>
      <pc:sldChg chg="addSp delSp modSp new mod">
        <pc:chgData name="郁儒 廖" userId="189a1d031aa848d3" providerId="LiveId" clId="{F7E03734-E1EE-48DE-9C2C-A02502A248C3}" dt="2021-06-27T14:22:51.561" v="383" actId="1076"/>
        <pc:sldMkLst>
          <pc:docMk/>
          <pc:sldMk cId="3405566990" sldId="263"/>
        </pc:sldMkLst>
        <pc:spChg chg="mod">
          <ac:chgData name="郁儒 廖" userId="189a1d031aa848d3" providerId="LiveId" clId="{F7E03734-E1EE-48DE-9C2C-A02502A248C3}" dt="2021-06-26T16:05:32.214" v="315" actId="108"/>
          <ac:spMkLst>
            <pc:docMk/>
            <pc:sldMk cId="3405566990" sldId="263"/>
            <ac:spMk id="2" creationId="{871DA2CC-86CE-43D0-9AA4-0B9F02AB7E2C}"/>
          </ac:spMkLst>
        </pc:spChg>
        <pc:spChg chg="del">
          <ac:chgData name="郁儒 廖" userId="189a1d031aa848d3" providerId="LiveId" clId="{F7E03734-E1EE-48DE-9C2C-A02502A248C3}" dt="2021-06-26T15:06:27.054" v="1"/>
          <ac:spMkLst>
            <pc:docMk/>
            <pc:sldMk cId="3405566990" sldId="263"/>
            <ac:spMk id="3" creationId="{1092DADC-AC3B-4153-8FB2-F51F9B6DF0FB}"/>
          </ac:spMkLst>
        </pc:spChg>
        <pc:spChg chg="add del mod">
          <ac:chgData name="郁儒 廖" userId="189a1d031aa848d3" providerId="LiveId" clId="{F7E03734-E1EE-48DE-9C2C-A02502A248C3}" dt="2021-06-26T15:08:45.936" v="12"/>
          <ac:spMkLst>
            <pc:docMk/>
            <pc:sldMk cId="3405566990" sldId="263"/>
            <ac:spMk id="8" creationId="{328596ED-DC25-421B-9587-A92F160C842A}"/>
          </ac:spMkLst>
        </pc:spChg>
        <pc:picChg chg="add del mod">
          <ac:chgData name="郁儒 廖" userId="189a1d031aa848d3" providerId="LiveId" clId="{F7E03734-E1EE-48DE-9C2C-A02502A248C3}" dt="2021-06-26T15:08:24.112" v="11" actId="478"/>
          <ac:picMkLst>
            <pc:docMk/>
            <pc:sldMk cId="3405566990" sldId="263"/>
            <ac:picMk id="4" creationId="{C149A7D8-DE8D-4A0C-9507-66EB6F680343}"/>
          </ac:picMkLst>
        </pc:picChg>
        <pc:picChg chg="add mod modCrop">
          <ac:chgData name="郁儒 廖" userId="189a1d031aa848d3" providerId="LiveId" clId="{F7E03734-E1EE-48DE-9C2C-A02502A248C3}" dt="2021-06-26T15:09:22.960" v="16" actId="1076"/>
          <ac:picMkLst>
            <pc:docMk/>
            <pc:sldMk cId="3405566990" sldId="263"/>
            <ac:picMk id="6" creationId="{E354104B-0801-4CA0-98FD-552E1846872B}"/>
          </ac:picMkLst>
        </pc:picChg>
        <pc:picChg chg="add mod">
          <ac:chgData name="郁儒 廖" userId="189a1d031aa848d3" providerId="LiveId" clId="{F7E03734-E1EE-48DE-9C2C-A02502A248C3}" dt="2021-06-27T14:22:51.561" v="383" actId="1076"/>
          <ac:picMkLst>
            <pc:docMk/>
            <pc:sldMk cId="3405566990" sldId="263"/>
            <ac:picMk id="10" creationId="{F18BFCA9-F27F-4774-AB88-724DD1ACE7E9}"/>
          </ac:picMkLst>
        </pc:picChg>
        <pc:picChg chg="add del mod modCrop">
          <ac:chgData name="郁儒 廖" userId="189a1d031aa848d3" providerId="LiveId" clId="{F7E03734-E1EE-48DE-9C2C-A02502A248C3}" dt="2021-06-26T15:09:32.831" v="18" actId="478"/>
          <ac:picMkLst>
            <pc:docMk/>
            <pc:sldMk cId="3405566990" sldId="263"/>
            <ac:picMk id="12" creationId="{F6E5B030-3DC8-4FED-84DB-3E594A744DF5}"/>
          </ac:picMkLst>
        </pc:picChg>
      </pc:sldChg>
      <pc:sldChg chg="addSp delSp modSp add mod">
        <pc:chgData name="郁儒 廖" userId="189a1d031aa848d3" providerId="LiveId" clId="{F7E03734-E1EE-48DE-9C2C-A02502A248C3}" dt="2021-06-26T16:05:39.869" v="317" actId="1076"/>
        <pc:sldMkLst>
          <pc:docMk/>
          <pc:sldMk cId="1720717751" sldId="264"/>
        </pc:sldMkLst>
        <pc:spChg chg="mod">
          <ac:chgData name="郁儒 廖" userId="189a1d031aa848d3" providerId="LiveId" clId="{F7E03734-E1EE-48DE-9C2C-A02502A248C3}" dt="2021-06-26T16:05:38.279" v="316" actId="108"/>
          <ac:spMkLst>
            <pc:docMk/>
            <pc:sldMk cId="1720717751" sldId="264"/>
            <ac:spMk id="2" creationId="{871DA2CC-86CE-43D0-9AA4-0B9F02AB7E2C}"/>
          </ac:spMkLst>
        </pc:spChg>
        <pc:spChg chg="add del mod">
          <ac:chgData name="郁儒 廖" userId="189a1d031aa848d3" providerId="LiveId" clId="{F7E03734-E1EE-48DE-9C2C-A02502A248C3}" dt="2021-06-26T15:09:52.239" v="35" actId="478"/>
          <ac:spMkLst>
            <pc:docMk/>
            <pc:sldMk cId="1720717751" sldId="264"/>
            <ac:spMk id="4" creationId="{F31D7F13-9E3B-4905-BD5C-9F756C7A82B5}"/>
          </ac:spMkLst>
        </pc:spChg>
        <pc:picChg chg="del">
          <ac:chgData name="郁儒 廖" userId="189a1d031aa848d3" providerId="LiveId" clId="{F7E03734-E1EE-48DE-9C2C-A02502A248C3}" dt="2021-06-26T15:09:53.321" v="36" actId="478"/>
          <ac:picMkLst>
            <pc:docMk/>
            <pc:sldMk cId="1720717751" sldId="264"/>
            <ac:picMk id="6" creationId="{E354104B-0801-4CA0-98FD-552E1846872B}"/>
          </ac:picMkLst>
        </pc:picChg>
        <pc:picChg chg="del">
          <ac:chgData name="郁儒 廖" userId="189a1d031aa848d3" providerId="LiveId" clId="{F7E03734-E1EE-48DE-9C2C-A02502A248C3}" dt="2021-06-26T15:09:49.855" v="33" actId="478"/>
          <ac:picMkLst>
            <pc:docMk/>
            <pc:sldMk cId="1720717751" sldId="264"/>
            <ac:picMk id="10" creationId="{F18BFCA9-F27F-4774-AB88-724DD1ACE7E9}"/>
          </ac:picMkLst>
        </pc:picChg>
        <pc:picChg chg="mod">
          <ac:chgData name="郁儒 廖" userId="189a1d031aa848d3" providerId="LiveId" clId="{F7E03734-E1EE-48DE-9C2C-A02502A248C3}" dt="2021-06-26T16:05:39.869" v="317" actId="1076"/>
          <ac:picMkLst>
            <pc:docMk/>
            <pc:sldMk cId="1720717751" sldId="264"/>
            <ac:picMk id="12" creationId="{F6E5B030-3DC8-4FED-84DB-3E594A744DF5}"/>
          </ac:picMkLst>
        </pc:picChg>
      </pc:sldChg>
      <pc:sldChg chg="modSp new mod">
        <pc:chgData name="郁儒 廖" userId="189a1d031aa848d3" providerId="LiveId" clId="{F7E03734-E1EE-48DE-9C2C-A02502A248C3}" dt="2021-06-26T16:01:50.347" v="280" actId="2711"/>
        <pc:sldMkLst>
          <pc:docMk/>
          <pc:sldMk cId="1214235823" sldId="265"/>
        </pc:sldMkLst>
        <pc:spChg chg="mod">
          <ac:chgData name="郁儒 廖" userId="189a1d031aa848d3" providerId="LiveId" clId="{F7E03734-E1EE-48DE-9C2C-A02502A248C3}" dt="2021-06-26T16:01:44.347" v="279" actId="2711"/>
          <ac:spMkLst>
            <pc:docMk/>
            <pc:sldMk cId="1214235823" sldId="265"/>
            <ac:spMk id="2" creationId="{C45B4BC6-4778-44D8-BC43-38E9FA09807D}"/>
          </ac:spMkLst>
        </pc:spChg>
        <pc:spChg chg="mod">
          <ac:chgData name="郁儒 廖" userId="189a1d031aa848d3" providerId="LiveId" clId="{F7E03734-E1EE-48DE-9C2C-A02502A248C3}" dt="2021-06-26T16:01:50.347" v="280" actId="2711"/>
          <ac:spMkLst>
            <pc:docMk/>
            <pc:sldMk cId="1214235823" sldId="265"/>
            <ac:spMk id="3" creationId="{13A791DE-558D-404E-B9D6-E2E18467D5B7}"/>
          </ac:spMkLst>
        </pc:spChg>
      </pc:sldChg>
      <pc:sldChg chg="addSp delSp modSp add mod">
        <pc:chgData name="郁儒 廖" userId="189a1d031aa848d3" providerId="LiveId" clId="{F7E03734-E1EE-48DE-9C2C-A02502A248C3}" dt="2021-06-27T14:23:37.521" v="387" actId="20577"/>
        <pc:sldMkLst>
          <pc:docMk/>
          <pc:sldMk cId="436955770" sldId="266"/>
        </pc:sldMkLst>
        <pc:spChg chg="del">
          <ac:chgData name="郁儒 廖" userId="189a1d031aa848d3" providerId="LiveId" clId="{F7E03734-E1EE-48DE-9C2C-A02502A248C3}" dt="2021-06-26T16:03:18.299" v="296" actId="478"/>
          <ac:spMkLst>
            <pc:docMk/>
            <pc:sldMk cId="436955770" sldId="266"/>
            <ac:spMk id="2" creationId="{46D4B5A4-2E12-4B48-997F-0A3F6BB8E5EE}"/>
          </ac:spMkLst>
        </pc:spChg>
        <pc:spChg chg="mod">
          <ac:chgData name="郁儒 廖" userId="189a1d031aa848d3" providerId="LiveId" clId="{F7E03734-E1EE-48DE-9C2C-A02502A248C3}" dt="2021-06-27T14:16:09.160" v="338" actId="20577"/>
          <ac:spMkLst>
            <pc:docMk/>
            <pc:sldMk cId="436955770" sldId="266"/>
            <ac:spMk id="6" creationId="{56B442F7-5136-4E93-9FE2-2CAC213991C3}"/>
          </ac:spMkLst>
        </pc:spChg>
        <pc:spChg chg="mod">
          <ac:chgData name="郁儒 廖" userId="189a1d031aa848d3" providerId="LiveId" clId="{F7E03734-E1EE-48DE-9C2C-A02502A248C3}" dt="2021-06-26T15:57:25.583" v="240" actId="20577"/>
          <ac:spMkLst>
            <pc:docMk/>
            <pc:sldMk cId="436955770" sldId="266"/>
            <ac:spMk id="7" creationId="{3C66C7FC-85B6-4F14-9AE1-6CD346D7F60C}"/>
          </ac:spMkLst>
        </pc:spChg>
        <pc:spChg chg="add del mod">
          <ac:chgData name="郁儒 廖" userId="189a1d031aa848d3" providerId="LiveId" clId="{F7E03734-E1EE-48DE-9C2C-A02502A248C3}" dt="2021-06-26T16:03:19.669" v="297" actId="478"/>
          <ac:spMkLst>
            <pc:docMk/>
            <pc:sldMk cId="436955770" sldId="266"/>
            <ac:spMk id="9" creationId="{EACDEBF3-A8A0-4D6F-ADEF-DF968F522A00}"/>
          </ac:spMkLst>
        </pc:spChg>
        <pc:spChg chg="add mod">
          <ac:chgData name="郁儒 廖" userId="189a1d031aa848d3" providerId="LiveId" clId="{F7E03734-E1EE-48DE-9C2C-A02502A248C3}" dt="2021-06-27T14:23:37.521" v="387" actId="20577"/>
          <ac:spMkLst>
            <pc:docMk/>
            <pc:sldMk cId="436955770" sldId="266"/>
            <ac:spMk id="10" creationId="{1EE41A3C-529C-4A3F-BE05-CD65AF5791C2}"/>
          </ac:spMkLst>
        </pc:spChg>
        <pc:graphicFrameChg chg="modGraphic">
          <ac:chgData name="郁儒 廖" userId="189a1d031aa848d3" providerId="LiveId" clId="{F7E03734-E1EE-48DE-9C2C-A02502A248C3}" dt="2021-06-26T17:36:46.386" v="318" actId="2084"/>
          <ac:graphicFrameMkLst>
            <pc:docMk/>
            <pc:sldMk cId="436955770" sldId="266"/>
            <ac:graphicFrameMk id="8" creationId="{006AF39E-8E64-46EE-89F2-035694BC962B}"/>
          </ac:graphicFrameMkLst>
        </pc:graphicFrameChg>
      </pc:sldChg>
      <pc:sldChg chg="addSp delSp modSp new mod">
        <pc:chgData name="郁儒 廖" userId="189a1d031aa848d3" providerId="LiveId" clId="{F7E03734-E1EE-48DE-9C2C-A02502A248C3}" dt="2021-06-29T05:07:12.884" v="403" actId="1035"/>
        <pc:sldMkLst>
          <pc:docMk/>
          <pc:sldMk cId="241416973" sldId="267"/>
        </pc:sldMkLst>
        <pc:spChg chg="mod">
          <ac:chgData name="郁儒 廖" userId="189a1d031aa848d3" providerId="LiveId" clId="{F7E03734-E1EE-48DE-9C2C-A02502A248C3}" dt="2021-06-27T14:19:51.970" v="374" actId="108"/>
          <ac:spMkLst>
            <pc:docMk/>
            <pc:sldMk cId="241416973" sldId="267"/>
            <ac:spMk id="2" creationId="{D6A8277B-EDA6-452C-9F3A-ACBBCEC32FC4}"/>
          </ac:spMkLst>
        </pc:spChg>
        <pc:spChg chg="del">
          <ac:chgData name="郁儒 廖" userId="189a1d031aa848d3" providerId="LiveId" clId="{F7E03734-E1EE-48DE-9C2C-A02502A248C3}" dt="2021-06-27T14:18:27.624" v="358"/>
          <ac:spMkLst>
            <pc:docMk/>
            <pc:sldMk cId="241416973" sldId="267"/>
            <ac:spMk id="3" creationId="{0CC80AB5-D57B-4FE1-A7E8-BC00F6DC7E0D}"/>
          </ac:spMkLst>
        </pc:spChg>
        <pc:picChg chg="add mod ord">
          <ac:chgData name="郁儒 廖" userId="189a1d031aa848d3" providerId="LiveId" clId="{F7E03734-E1EE-48DE-9C2C-A02502A248C3}" dt="2021-06-27T14:20:08.969" v="380" actId="1076"/>
          <ac:picMkLst>
            <pc:docMk/>
            <pc:sldMk cId="241416973" sldId="267"/>
            <ac:picMk id="5" creationId="{3407E8DD-85EC-4C6E-A845-8088A23510E7}"/>
          </ac:picMkLst>
        </pc:picChg>
        <pc:picChg chg="add mod modCrop">
          <ac:chgData name="郁儒 廖" userId="189a1d031aa848d3" providerId="LiveId" clId="{F7E03734-E1EE-48DE-9C2C-A02502A248C3}" dt="2021-06-29T05:07:12.884" v="403" actId="1035"/>
          <ac:picMkLst>
            <pc:docMk/>
            <pc:sldMk cId="241416973" sldId="267"/>
            <ac:picMk id="7" creationId="{5C606B4B-5B79-496C-9B21-4C061E6C1E65}"/>
          </ac:picMkLst>
        </pc:pic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頁首版面配置區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TW" altLang="en-US"/>
          </a:p>
        </p:txBody>
      </p:sp>
      <p:sp>
        <p:nvSpPr>
          <p:cNvPr id="3" name="日期版面配置區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B08093E5-9E32-46CB-9BD1-CF3DC61B1798}" type="datetimeFigureOut">
              <a:rPr lang="zh-TW" altLang="en-US" smtClean="0"/>
              <a:t>2021/12/15</a:t>
            </a:fld>
            <a:endParaRPr lang="zh-TW" altLang="en-US"/>
          </a:p>
        </p:txBody>
      </p:sp>
      <p:sp>
        <p:nvSpPr>
          <p:cNvPr id="4" name="投影片影像版面配置區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TW" altLang="en-US"/>
          </a:p>
        </p:txBody>
      </p:sp>
      <p:sp>
        <p:nvSpPr>
          <p:cNvPr id="5" name="備忘稿版面配置區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6" name="頁尾版面配置區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TW" altLang="en-US"/>
          </a:p>
        </p:txBody>
      </p:sp>
      <p:sp>
        <p:nvSpPr>
          <p:cNvPr id="7" name="投影片編號版面配置區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721738E-A880-49BD-B814-06B562C38314}" type="slidenum">
              <a:rPr lang="zh-TW" altLang="en-US" smtClean="0"/>
              <a:t>‹#›</a:t>
            </a:fld>
            <a:endParaRPr lang="zh-TW" altLang="en-US"/>
          </a:p>
        </p:txBody>
      </p:sp>
    </p:spTree>
    <p:extLst>
      <p:ext uri="{BB962C8B-B14F-4D97-AF65-F5344CB8AC3E}">
        <p14:creationId xmlns:p14="http://schemas.microsoft.com/office/powerpoint/2010/main" val="47641120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lang="zh-TW" altLang="en-US" dirty="0"/>
          </a:p>
        </p:txBody>
      </p:sp>
      <p:sp>
        <p:nvSpPr>
          <p:cNvPr id="4" name="投影片編號版面配置區 3"/>
          <p:cNvSpPr>
            <a:spLocks noGrp="1"/>
          </p:cNvSpPr>
          <p:nvPr>
            <p:ph type="sldNum" sz="quarter" idx="5"/>
          </p:nvPr>
        </p:nvSpPr>
        <p:spPr/>
        <p:txBody>
          <a:bodyPr/>
          <a:lstStyle/>
          <a:p>
            <a:fld id="{A721738E-A880-49BD-B814-06B562C38314}" type="slidenum">
              <a:rPr lang="zh-TW" altLang="en-US" smtClean="0"/>
              <a:t>2</a:t>
            </a:fld>
            <a:endParaRPr lang="zh-TW" altLang="en-US"/>
          </a:p>
        </p:txBody>
      </p:sp>
    </p:spTree>
    <p:extLst>
      <p:ext uri="{BB962C8B-B14F-4D97-AF65-F5344CB8AC3E}">
        <p14:creationId xmlns:p14="http://schemas.microsoft.com/office/powerpoint/2010/main" val="401298955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lang="zh-TW" altLang="en-US" dirty="0"/>
          </a:p>
        </p:txBody>
      </p:sp>
      <p:sp>
        <p:nvSpPr>
          <p:cNvPr id="4" name="投影片編號版面配置區 3"/>
          <p:cNvSpPr>
            <a:spLocks noGrp="1"/>
          </p:cNvSpPr>
          <p:nvPr>
            <p:ph type="sldNum" sz="quarter" idx="5"/>
          </p:nvPr>
        </p:nvSpPr>
        <p:spPr/>
        <p:txBody>
          <a:bodyPr/>
          <a:lstStyle/>
          <a:p>
            <a:fld id="{A721738E-A880-49BD-B814-06B562C38314}" type="slidenum">
              <a:rPr lang="zh-TW" altLang="en-US" smtClean="0"/>
              <a:t>3</a:t>
            </a:fld>
            <a:endParaRPr lang="zh-TW" altLang="en-US"/>
          </a:p>
        </p:txBody>
      </p:sp>
    </p:spTree>
    <p:extLst>
      <p:ext uri="{BB962C8B-B14F-4D97-AF65-F5344CB8AC3E}">
        <p14:creationId xmlns:p14="http://schemas.microsoft.com/office/powerpoint/2010/main" val="266500584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lang="zh-TW" altLang="en-US" dirty="0"/>
          </a:p>
        </p:txBody>
      </p:sp>
      <p:sp>
        <p:nvSpPr>
          <p:cNvPr id="4" name="投影片編號版面配置區 3"/>
          <p:cNvSpPr>
            <a:spLocks noGrp="1"/>
          </p:cNvSpPr>
          <p:nvPr>
            <p:ph type="sldNum" sz="quarter" idx="5"/>
          </p:nvPr>
        </p:nvSpPr>
        <p:spPr/>
        <p:txBody>
          <a:bodyPr/>
          <a:lstStyle/>
          <a:p>
            <a:fld id="{A721738E-A880-49BD-B814-06B562C38314}" type="slidenum">
              <a:rPr lang="zh-TW" altLang="en-US" smtClean="0"/>
              <a:t>4</a:t>
            </a:fld>
            <a:endParaRPr lang="zh-TW" altLang="en-US"/>
          </a:p>
        </p:txBody>
      </p:sp>
    </p:spTree>
    <p:extLst>
      <p:ext uri="{BB962C8B-B14F-4D97-AF65-F5344CB8AC3E}">
        <p14:creationId xmlns:p14="http://schemas.microsoft.com/office/powerpoint/2010/main" val="244194830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lang="zh-TW" altLang="en-US" dirty="0"/>
          </a:p>
        </p:txBody>
      </p:sp>
      <p:sp>
        <p:nvSpPr>
          <p:cNvPr id="4" name="投影片編號版面配置區 3"/>
          <p:cNvSpPr>
            <a:spLocks noGrp="1"/>
          </p:cNvSpPr>
          <p:nvPr>
            <p:ph type="sldNum" sz="quarter" idx="5"/>
          </p:nvPr>
        </p:nvSpPr>
        <p:spPr/>
        <p:txBody>
          <a:bodyPr/>
          <a:lstStyle/>
          <a:p>
            <a:fld id="{A721738E-A880-49BD-B814-06B562C38314}" type="slidenum">
              <a:rPr lang="zh-TW" altLang="en-US" smtClean="0"/>
              <a:t>5</a:t>
            </a:fld>
            <a:endParaRPr lang="zh-TW" altLang="en-US"/>
          </a:p>
        </p:txBody>
      </p:sp>
    </p:spTree>
    <p:extLst>
      <p:ext uri="{BB962C8B-B14F-4D97-AF65-F5344CB8AC3E}">
        <p14:creationId xmlns:p14="http://schemas.microsoft.com/office/powerpoint/2010/main" val="380352538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lang="zh-TW" altLang="en-US" dirty="0"/>
          </a:p>
        </p:txBody>
      </p:sp>
      <p:sp>
        <p:nvSpPr>
          <p:cNvPr id="4" name="投影片編號版面配置區 3"/>
          <p:cNvSpPr>
            <a:spLocks noGrp="1"/>
          </p:cNvSpPr>
          <p:nvPr>
            <p:ph type="sldNum" sz="quarter" idx="5"/>
          </p:nvPr>
        </p:nvSpPr>
        <p:spPr/>
        <p:txBody>
          <a:bodyPr/>
          <a:lstStyle/>
          <a:p>
            <a:fld id="{A721738E-A880-49BD-B814-06B562C38314}" type="slidenum">
              <a:rPr lang="zh-TW" altLang="en-US" smtClean="0"/>
              <a:t>6</a:t>
            </a:fld>
            <a:endParaRPr lang="zh-TW" altLang="en-US"/>
          </a:p>
        </p:txBody>
      </p:sp>
    </p:spTree>
    <p:extLst>
      <p:ext uri="{BB962C8B-B14F-4D97-AF65-F5344CB8AC3E}">
        <p14:creationId xmlns:p14="http://schemas.microsoft.com/office/powerpoint/2010/main" val="397145174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lang="zh-TW" altLang="en-US" dirty="0"/>
          </a:p>
        </p:txBody>
      </p:sp>
      <p:sp>
        <p:nvSpPr>
          <p:cNvPr id="4" name="投影片編號版面配置區 3"/>
          <p:cNvSpPr>
            <a:spLocks noGrp="1"/>
          </p:cNvSpPr>
          <p:nvPr>
            <p:ph type="sldNum" sz="quarter" idx="5"/>
          </p:nvPr>
        </p:nvSpPr>
        <p:spPr/>
        <p:txBody>
          <a:bodyPr/>
          <a:lstStyle/>
          <a:p>
            <a:fld id="{A721738E-A880-49BD-B814-06B562C38314}" type="slidenum">
              <a:rPr lang="zh-TW" altLang="en-US" smtClean="0"/>
              <a:t>7</a:t>
            </a:fld>
            <a:endParaRPr lang="zh-TW" altLang="en-US"/>
          </a:p>
        </p:txBody>
      </p:sp>
    </p:spTree>
    <p:extLst>
      <p:ext uri="{BB962C8B-B14F-4D97-AF65-F5344CB8AC3E}">
        <p14:creationId xmlns:p14="http://schemas.microsoft.com/office/powerpoint/2010/main" val="165370244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lang="zh-TW" altLang="en-US" dirty="0"/>
          </a:p>
        </p:txBody>
      </p:sp>
      <p:sp>
        <p:nvSpPr>
          <p:cNvPr id="4" name="投影片編號版面配置區 3"/>
          <p:cNvSpPr>
            <a:spLocks noGrp="1"/>
          </p:cNvSpPr>
          <p:nvPr>
            <p:ph type="sldNum" sz="quarter" idx="5"/>
          </p:nvPr>
        </p:nvSpPr>
        <p:spPr/>
        <p:txBody>
          <a:bodyPr/>
          <a:lstStyle/>
          <a:p>
            <a:fld id="{A721738E-A880-49BD-B814-06B562C38314}" type="slidenum">
              <a:rPr lang="zh-TW" altLang="en-US" smtClean="0"/>
              <a:t>8</a:t>
            </a:fld>
            <a:endParaRPr lang="zh-TW" altLang="en-US"/>
          </a:p>
        </p:txBody>
      </p:sp>
    </p:spTree>
    <p:extLst>
      <p:ext uri="{BB962C8B-B14F-4D97-AF65-F5344CB8AC3E}">
        <p14:creationId xmlns:p14="http://schemas.microsoft.com/office/powerpoint/2010/main" val="284937758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lang="zh-TW" altLang="en-US" dirty="0"/>
          </a:p>
        </p:txBody>
      </p:sp>
      <p:sp>
        <p:nvSpPr>
          <p:cNvPr id="4" name="投影片編號版面配置區 3"/>
          <p:cNvSpPr>
            <a:spLocks noGrp="1"/>
          </p:cNvSpPr>
          <p:nvPr>
            <p:ph type="sldNum" sz="quarter" idx="5"/>
          </p:nvPr>
        </p:nvSpPr>
        <p:spPr/>
        <p:txBody>
          <a:bodyPr/>
          <a:lstStyle/>
          <a:p>
            <a:fld id="{A721738E-A880-49BD-B814-06B562C38314}" type="slidenum">
              <a:rPr lang="zh-TW" altLang="en-US" smtClean="0"/>
              <a:t>9</a:t>
            </a:fld>
            <a:endParaRPr lang="zh-TW" altLang="en-US"/>
          </a:p>
        </p:txBody>
      </p:sp>
    </p:spTree>
    <p:extLst>
      <p:ext uri="{BB962C8B-B14F-4D97-AF65-F5344CB8AC3E}">
        <p14:creationId xmlns:p14="http://schemas.microsoft.com/office/powerpoint/2010/main" val="357706687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lang="zh-TW" altLang="en-US" dirty="0"/>
          </a:p>
        </p:txBody>
      </p:sp>
      <p:sp>
        <p:nvSpPr>
          <p:cNvPr id="4" name="投影片編號版面配置區 3"/>
          <p:cNvSpPr>
            <a:spLocks noGrp="1"/>
          </p:cNvSpPr>
          <p:nvPr>
            <p:ph type="sldNum" sz="quarter" idx="5"/>
          </p:nvPr>
        </p:nvSpPr>
        <p:spPr/>
        <p:txBody>
          <a:bodyPr/>
          <a:lstStyle/>
          <a:p>
            <a:fld id="{A721738E-A880-49BD-B814-06B562C38314}" type="slidenum">
              <a:rPr lang="zh-TW" altLang="en-US" smtClean="0"/>
              <a:t>10</a:t>
            </a:fld>
            <a:endParaRPr lang="zh-TW" altLang="en-US"/>
          </a:p>
        </p:txBody>
      </p:sp>
    </p:spTree>
    <p:extLst>
      <p:ext uri="{BB962C8B-B14F-4D97-AF65-F5344CB8AC3E}">
        <p14:creationId xmlns:p14="http://schemas.microsoft.com/office/powerpoint/2010/main" val="55030859"/>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lang="zh-TW" altLang="en-US" dirty="0"/>
          </a:p>
        </p:txBody>
      </p:sp>
      <p:sp>
        <p:nvSpPr>
          <p:cNvPr id="4" name="投影片編號版面配置區 3"/>
          <p:cNvSpPr>
            <a:spLocks noGrp="1"/>
          </p:cNvSpPr>
          <p:nvPr>
            <p:ph type="sldNum" sz="quarter" idx="5"/>
          </p:nvPr>
        </p:nvSpPr>
        <p:spPr/>
        <p:txBody>
          <a:bodyPr/>
          <a:lstStyle/>
          <a:p>
            <a:fld id="{A721738E-A880-49BD-B814-06B562C38314}" type="slidenum">
              <a:rPr lang="zh-TW" altLang="en-US" smtClean="0"/>
              <a:t>11</a:t>
            </a:fld>
            <a:endParaRPr lang="zh-TW" altLang="en-US"/>
          </a:p>
        </p:txBody>
      </p:sp>
    </p:spTree>
    <p:extLst>
      <p:ext uri="{BB962C8B-B14F-4D97-AF65-F5344CB8AC3E}">
        <p14:creationId xmlns:p14="http://schemas.microsoft.com/office/powerpoint/2010/main" val="71044256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標題投影片">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F63AABAC-6B8E-458B-87A9-FC95DF0B8F57}"/>
              </a:ext>
            </a:extLst>
          </p:cNvPr>
          <p:cNvSpPr>
            <a:spLocks noGrp="1"/>
          </p:cNvSpPr>
          <p:nvPr>
            <p:ph type="ctrTitle"/>
          </p:nvPr>
        </p:nvSpPr>
        <p:spPr>
          <a:xfrm>
            <a:off x="1524000" y="1122363"/>
            <a:ext cx="9144000" cy="2387600"/>
          </a:xfrm>
        </p:spPr>
        <p:txBody>
          <a:bodyPr anchor="b"/>
          <a:lstStyle>
            <a:lvl1pPr algn="ctr">
              <a:defRPr sz="6000"/>
            </a:lvl1pPr>
          </a:lstStyle>
          <a:p>
            <a:r>
              <a:rPr lang="zh-TW" altLang="en-US"/>
              <a:t>按一下以編輯母片標題樣式</a:t>
            </a:r>
          </a:p>
        </p:txBody>
      </p:sp>
      <p:sp>
        <p:nvSpPr>
          <p:cNvPr id="3" name="副標題 2">
            <a:extLst>
              <a:ext uri="{FF2B5EF4-FFF2-40B4-BE49-F238E27FC236}">
                <a16:creationId xmlns:a16="http://schemas.microsoft.com/office/drawing/2014/main" id="{C71B5578-F299-4881-8B5B-102DDAA799CC}"/>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TW" altLang="en-US"/>
              <a:t>按一下以編輯母片子標題樣式</a:t>
            </a:r>
          </a:p>
        </p:txBody>
      </p:sp>
      <p:sp>
        <p:nvSpPr>
          <p:cNvPr id="4" name="日期版面配置區 3">
            <a:extLst>
              <a:ext uri="{FF2B5EF4-FFF2-40B4-BE49-F238E27FC236}">
                <a16:creationId xmlns:a16="http://schemas.microsoft.com/office/drawing/2014/main" id="{A84E2F50-9F48-4153-B7FB-AE89C9F8F345}"/>
              </a:ext>
            </a:extLst>
          </p:cNvPr>
          <p:cNvSpPr>
            <a:spLocks noGrp="1"/>
          </p:cNvSpPr>
          <p:nvPr>
            <p:ph type="dt" sz="half" idx="10"/>
          </p:nvPr>
        </p:nvSpPr>
        <p:spPr/>
        <p:txBody>
          <a:bodyPr/>
          <a:lstStyle/>
          <a:p>
            <a:fld id="{7A2423A0-705C-4784-8939-75A5005BCEE5}" type="datetimeFigureOut">
              <a:rPr lang="zh-TW" altLang="en-US" smtClean="0"/>
              <a:t>2021/12/15</a:t>
            </a:fld>
            <a:endParaRPr lang="zh-TW" altLang="en-US"/>
          </a:p>
        </p:txBody>
      </p:sp>
      <p:sp>
        <p:nvSpPr>
          <p:cNvPr id="5" name="頁尾版面配置區 4">
            <a:extLst>
              <a:ext uri="{FF2B5EF4-FFF2-40B4-BE49-F238E27FC236}">
                <a16:creationId xmlns:a16="http://schemas.microsoft.com/office/drawing/2014/main" id="{FC8BE511-9E7D-4A66-B9D9-10D3819E00C9}"/>
              </a:ext>
            </a:extLst>
          </p:cNvPr>
          <p:cNvSpPr>
            <a:spLocks noGrp="1"/>
          </p:cNvSpPr>
          <p:nvPr>
            <p:ph type="ftr" sz="quarter" idx="11"/>
          </p:nvPr>
        </p:nvSpPr>
        <p:spPr/>
        <p:txBody>
          <a:bodyPr/>
          <a:lstStyle/>
          <a:p>
            <a:endParaRPr lang="zh-TW" altLang="en-US"/>
          </a:p>
        </p:txBody>
      </p:sp>
      <p:sp>
        <p:nvSpPr>
          <p:cNvPr id="6" name="投影片編號版面配置區 5">
            <a:extLst>
              <a:ext uri="{FF2B5EF4-FFF2-40B4-BE49-F238E27FC236}">
                <a16:creationId xmlns:a16="http://schemas.microsoft.com/office/drawing/2014/main" id="{DB5E1956-0432-4163-B095-BE9592A1B4BD}"/>
              </a:ext>
            </a:extLst>
          </p:cNvPr>
          <p:cNvSpPr>
            <a:spLocks noGrp="1"/>
          </p:cNvSpPr>
          <p:nvPr>
            <p:ph type="sldNum" sz="quarter" idx="12"/>
          </p:nvPr>
        </p:nvSpPr>
        <p:spPr/>
        <p:txBody>
          <a:bodyPr/>
          <a:lstStyle/>
          <a:p>
            <a:fld id="{C5B5E96E-5A4E-4A33-ACA9-CDB82D96BC12}" type="slidenum">
              <a:rPr lang="zh-TW" altLang="en-US" smtClean="0"/>
              <a:t>‹#›</a:t>
            </a:fld>
            <a:endParaRPr lang="zh-TW" altLang="en-US"/>
          </a:p>
        </p:txBody>
      </p:sp>
    </p:spTree>
    <p:extLst>
      <p:ext uri="{BB962C8B-B14F-4D97-AF65-F5344CB8AC3E}">
        <p14:creationId xmlns:p14="http://schemas.microsoft.com/office/powerpoint/2010/main" val="288326014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標題及內容">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F5724DBA-E9AB-4458-8D72-D12468563E15}"/>
              </a:ext>
            </a:extLst>
          </p:cNvPr>
          <p:cNvSpPr>
            <a:spLocks noGrp="1"/>
          </p:cNvSpPr>
          <p:nvPr>
            <p:ph type="title"/>
          </p:nvPr>
        </p:nvSpPr>
        <p:spPr/>
        <p:txBody>
          <a:bodyPr/>
          <a:lstStyle/>
          <a:p>
            <a:r>
              <a:rPr lang="zh-TW" altLang="en-US"/>
              <a:t>按一下以編輯母片標題樣式</a:t>
            </a:r>
          </a:p>
        </p:txBody>
      </p:sp>
      <p:sp>
        <p:nvSpPr>
          <p:cNvPr id="3" name="內容版面配置區 2">
            <a:extLst>
              <a:ext uri="{FF2B5EF4-FFF2-40B4-BE49-F238E27FC236}">
                <a16:creationId xmlns:a16="http://schemas.microsoft.com/office/drawing/2014/main" id="{8492CF5B-48D0-486D-BDE5-702510CF3892}"/>
              </a:ext>
            </a:extLst>
          </p:cNvPr>
          <p:cNvSpPr>
            <a:spLocks noGrp="1"/>
          </p:cNvSpPr>
          <p:nvPr>
            <p:ph idx="1"/>
          </p:nvPr>
        </p:nvSpPr>
        <p:spPr/>
        <p:txBody>
          <a:body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日期版面配置區 3">
            <a:extLst>
              <a:ext uri="{FF2B5EF4-FFF2-40B4-BE49-F238E27FC236}">
                <a16:creationId xmlns:a16="http://schemas.microsoft.com/office/drawing/2014/main" id="{91C1CA7C-731F-42D8-9E66-E55ACB51AD33}"/>
              </a:ext>
            </a:extLst>
          </p:cNvPr>
          <p:cNvSpPr>
            <a:spLocks noGrp="1"/>
          </p:cNvSpPr>
          <p:nvPr>
            <p:ph type="dt" sz="half" idx="10"/>
          </p:nvPr>
        </p:nvSpPr>
        <p:spPr/>
        <p:txBody>
          <a:bodyPr/>
          <a:lstStyle/>
          <a:p>
            <a:fld id="{7A2423A0-705C-4784-8939-75A5005BCEE5}" type="datetimeFigureOut">
              <a:rPr lang="zh-TW" altLang="en-US" smtClean="0"/>
              <a:t>2021/12/15</a:t>
            </a:fld>
            <a:endParaRPr lang="zh-TW" altLang="en-US"/>
          </a:p>
        </p:txBody>
      </p:sp>
      <p:sp>
        <p:nvSpPr>
          <p:cNvPr id="5" name="頁尾版面配置區 4">
            <a:extLst>
              <a:ext uri="{FF2B5EF4-FFF2-40B4-BE49-F238E27FC236}">
                <a16:creationId xmlns:a16="http://schemas.microsoft.com/office/drawing/2014/main" id="{70B2252B-3157-43F1-BDB9-D5E06E5E12B3}"/>
              </a:ext>
            </a:extLst>
          </p:cNvPr>
          <p:cNvSpPr>
            <a:spLocks noGrp="1"/>
          </p:cNvSpPr>
          <p:nvPr>
            <p:ph type="ftr" sz="quarter" idx="11"/>
          </p:nvPr>
        </p:nvSpPr>
        <p:spPr/>
        <p:txBody>
          <a:bodyPr/>
          <a:lstStyle/>
          <a:p>
            <a:endParaRPr lang="zh-TW" altLang="en-US"/>
          </a:p>
        </p:txBody>
      </p:sp>
      <p:sp>
        <p:nvSpPr>
          <p:cNvPr id="6" name="投影片編號版面配置區 5">
            <a:extLst>
              <a:ext uri="{FF2B5EF4-FFF2-40B4-BE49-F238E27FC236}">
                <a16:creationId xmlns:a16="http://schemas.microsoft.com/office/drawing/2014/main" id="{BC48BD8F-585C-4901-AAD4-C8A30024AD36}"/>
              </a:ext>
            </a:extLst>
          </p:cNvPr>
          <p:cNvSpPr>
            <a:spLocks noGrp="1"/>
          </p:cNvSpPr>
          <p:nvPr>
            <p:ph type="sldNum" sz="quarter" idx="12"/>
          </p:nvPr>
        </p:nvSpPr>
        <p:spPr/>
        <p:txBody>
          <a:bodyPr/>
          <a:lstStyle/>
          <a:p>
            <a:fld id="{C5B5E96E-5A4E-4A33-ACA9-CDB82D96BC12}" type="slidenum">
              <a:rPr lang="zh-TW" altLang="en-US" smtClean="0"/>
              <a:t>‹#›</a:t>
            </a:fld>
            <a:endParaRPr lang="zh-TW" altLang="en-US"/>
          </a:p>
        </p:txBody>
      </p:sp>
    </p:spTree>
    <p:extLst>
      <p:ext uri="{BB962C8B-B14F-4D97-AF65-F5344CB8AC3E}">
        <p14:creationId xmlns:p14="http://schemas.microsoft.com/office/powerpoint/2010/main" val="114099277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章節標題">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EBF83A60-D16F-4B0A-A2D5-0CF74289D201}"/>
              </a:ext>
            </a:extLst>
          </p:cNvPr>
          <p:cNvSpPr>
            <a:spLocks noGrp="1"/>
          </p:cNvSpPr>
          <p:nvPr>
            <p:ph type="title"/>
          </p:nvPr>
        </p:nvSpPr>
        <p:spPr>
          <a:xfrm>
            <a:off x="831850" y="1709738"/>
            <a:ext cx="10515600" cy="2852737"/>
          </a:xfrm>
        </p:spPr>
        <p:txBody>
          <a:bodyPr anchor="b"/>
          <a:lstStyle>
            <a:lvl1pPr>
              <a:defRPr sz="6000"/>
            </a:lvl1pPr>
          </a:lstStyle>
          <a:p>
            <a:r>
              <a:rPr lang="zh-TW" altLang="en-US"/>
              <a:t>按一下以編輯母片標題樣式</a:t>
            </a:r>
          </a:p>
        </p:txBody>
      </p:sp>
      <p:sp>
        <p:nvSpPr>
          <p:cNvPr id="3" name="文字版面配置區 2">
            <a:extLst>
              <a:ext uri="{FF2B5EF4-FFF2-40B4-BE49-F238E27FC236}">
                <a16:creationId xmlns:a16="http://schemas.microsoft.com/office/drawing/2014/main" id="{F3B30B74-D6CF-41E7-894C-2E9D290BEF65}"/>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TW" altLang="en-US"/>
              <a:t>按一下以編輯母片文字樣式</a:t>
            </a:r>
          </a:p>
        </p:txBody>
      </p:sp>
      <p:sp>
        <p:nvSpPr>
          <p:cNvPr id="4" name="日期版面配置區 3">
            <a:extLst>
              <a:ext uri="{FF2B5EF4-FFF2-40B4-BE49-F238E27FC236}">
                <a16:creationId xmlns:a16="http://schemas.microsoft.com/office/drawing/2014/main" id="{33F89CFB-10FA-4ABB-BBE0-5D82B49781DB}"/>
              </a:ext>
            </a:extLst>
          </p:cNvPr>
          <p:cNvSpPr>
            <a:spLocks noGrp="1"/>
          </p:cNvSpPr>
          <p:nvPr>
            <p:ph type="dt" sz="half" idx="10"/>
          </p:nvPr>
        </p:nvSpPr>
        <p:spPr/>
        <p:txBody>
          <a:bodyPr/>
          <a:lstStyle/>
          <a:p>
            <a:fld id="{7A2423A0-705C-4784-8939-75A5005BCEE5}" type="datetimeFigureOut">
              <a:rPr lang="zh-TW" altLang="en-US" smtClean="0"/>
              <a:t>2021/12/15</a:t>
            </a:fld>
            <a:endParaRPr lang="zh-TW" altLang="en-US"/>
          </a:p>
        </p:txBody>
      </p:sp>
      <p:sp>
        <p:nvSpPr>
          <p:cNvPr id="5" name="頁尾版面配置區 4">
            <a:extLst>
              <a:ext uri="{FF2B5EF4-FFF2-40B4-BE49-F238E27FC236}">
                <a16:creationId xmlns:a16="http://schemas.microsoft.com/office/drawing/2014/main" id="{38B75838-7C4B-414C-AB5A-D6E9CC0163A8}"/>
              </a:ext>
            </a:extLst>
          </p:cNvPr>
          <p:cNvSpPr>
            <a:spLocks noGrp="1"/>
          </p:cNvSpPr>
          <p:nvPr>
            <p:ph type="ftr" sz="quarter" idx="11"/>
          </p:nvPr>
        </p:nvSpPr>
        <p:spPr/>
        <p:txBody>
          <a:bodyPr/>
          <a:lstStyle/>
          <a:p>
            <a:endParaRPr lang="zh-TW" altLang="en-US"/>
          </a:p>
        </p:txBody>
      </p:sp>
      <p:sp>
        <p:nvSpPr>
          <p:cNvPr id="6" name="投影片編號版面配置區 5">
            <a:extLst>
              <a:ext uri="{FF2B5EF4-FFF2-40B4-BE49-F238E27FC236}">
                <a16:creationId xmlns:a16="http://schemas.microsoft.com/office/drawing/2014/main" id="{B0D81BAC-02FA-43D7-82F7-37BA220AC21E}"/>
              </a:ext>
            </a:extLst>
          </p:cNvPr>
          <p:cNvSpPr>
            <a:spLocks noGrp="1"/>
          </p:cNvSpPr>
          <p:nvPr>
            <p:ph type="sldNum" sz="quarter" idx="12"/>
          </p:nvPr>
        </p:nvSpPr>
        <p:spPr/>
        <p:txBody>
          <a:bodyPr/>
          <a:lstStyle/>
          <a:p>
            <a:fld id="{C5B5E96E-5A4E-4A33-ACA9-CDB82D96BC12}" type="slidenum">
              <a:rPr lang="zh-TW" altLang="en-US" smtClean="0"/>
              <a:t>‹#›</a:t>
            </a:fld>
            <a:endParaRPr lang="zh-TW" altLang="en-US"/>
          </a:p>
        </p:txBody>
      </p:sp>
    </p:spTree>
    <p:extLst>
      <p:ext uri="{BB962C8B-B14F-4D97-AF65-F5344CB8AC3E}">
        <p14:creationId xmlns:p14="http://schemas.microsoft.com/office/powerpoint/2010/main" val="192325568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兩個內容">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EC1A3CAF-2D56-4F31-A4DA-4ACE1AD65B52}"/>
              </a:ext>
            </a:extLst>
          </p:cNvPr>
          <p:cNvSpPr>
            <a:spLocks noGrp="1"/>
          </p:cNvSpPr>
          <p:nvPr>
            <p:ph type="title"/>
          </p:nvPr>
        </p:nvSpPr>
        <p:spPr/>
        <p:txBody>
          <a:bodyPr/>
          <a:lstStyle/>
          <a:p>
            <a:r>
              <a:rPr lang="zh-TW" altLang="en-US"/>
              <a:t>按一下以編輯母片標題樣式</a:t>
            </a:r>
          </a:p>
        </p:txBody>
      </p:sp>
      <p:sp>
        <p:nvSpPr>
          <p:cNvPr id="3" name="內容版面配置區 2">
            <a:extLst>
              <a:ext uri="{FF2B5EF4-FFF2-40B4-BE49-F238E27FC236}">
                <a16:creationId xmlns:a16="http://schemas.microsoft.com/office/drawing/2014/main" id="{B5323DF0-8F79-43AF-B6B1-5DDBDE61B2F9}"/>
              </a:ext>
            </a:extLst>
          </p:cNvPr>
          <p:cNvSpPr>
            <a:spLocks noGrp="1"/>
          </p:cNvSpPr>
          <p:nvPr>
            <p:ph sz="half" idx="1"/>
          </p:nvPr>
        </p:nvSpPr>
        <p:spPr>
          <a:xfrm>
            <a:off x="838200" y="1825625"/>
            <a:ext cx="5181600" cy="4351338"/>
          </a:xfrm>
        </p:spPr>
        <p:txBody>
          <a:body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內容版面配置區 3">
            <a:extLst>
              <a:ext uri="{FF2B5EF4-FFF2-40B4-BE49-F238E27FC236}">
                <a16:creationId xmlns:a16="http://schemas.microsoft.com/office/drawing/2014/main" id="{17CE4B7C-31E0-4994-BDB4-7E3D7D0AA69B}"/>
              </a:ext>
            </a:extLst>
          </p:cNvPr>
          <p:cNvSpPr>
            <a:spLocks noGrp="1"/>
          </p:cNvSpPr>
          <p:nvPr>
            <p:ph sz="half" idx="2"/>
          </p:nvPr>
        </p:nvSpPr>
        <p:spPr>
          <a:xfrm>
            <a:off x="6172200" y="1825625"/>
            <a:ext cx="5181600" cy="4351338"/>
          </a:xfrm>
        </p:spPr>
        <p:txBody>
          <a:body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5" name="日期版面配置區 4">
            <a:extLst>
              <a:ext uri="{FF2B5EF4-FFF2-40B4-BE49-F238E27FC236}">
                <a16:creationId xmlns:a16="http://schemas.microsoft.com/office/drawing/2014/main" id="{491FD789-2003-43D6-A165-5FB527BB3D04}"/>
              </a:ext>
            </a:extLst>
          </p:cNvPr>
          <p:cNvSpPr>
            <a:spLocks noGrp="1"/>
          </p:cNvSpPr>
          <p:nvPr>
            <p:ph type="dt" sz="half" idx="10"/>
          </p:nvPr>
        </p:nvSpPr>
        <p:spPr/>
        <p:txBody>
          <a:bodyPr/>
          <a:lstStyle/>
          <a:p>
            <a:fld id="{7A2423A0-705C-4784-8939-75A5005BCEE5}" type="datetimeFigureOut">
              <a:rPr lang="zh-TW" altLang="en-US" smtClean="0"/>
              <a:t>2021/12/15</a:t>
            </a:fld>
            <a:endParaRPr lang="zh-TW" altLang="en-US"/>
          </a:p>
        </p:txBody>
      </p:sp>
      <p:sp>
        <p:nvSpPr>
          <p:cNvPr id="6" name="頁尾版面配置區 5">
            <a:extLst>
              <a:ext uri="{FF2B5EF4-FFF2-40B4-BE49-F238E27FC236}">
                <a16:creationId xmlns:a16="http://schemas.microsoft.com/office/drawing/2014/main" id="{33C5753D-B95D-4D58-AE0C-17ABA6690FFB}"/>
              </a:ext>
            </a:extLst>
          </p:cNvPr>
          <p:cNvSpPr>
            <a:spLocks noGrp="1"/>
          </p:cNvSpPr>
          <p:nvPr>
            <p:ph type="ftr" sz="quarter" idx="11"/>
          </p:nvPr>
        </p:nvSpPr>
        <p:spPr/>
        <p:txBody>
          <a:bodyPr/>
          <a:lstStyle/>
          <a:p>
            <a:endParaRPr lang="zh-TW" altLang="en-US"/>
          </a:p>
        </p:txBody>
      </p:sp>
      <p:sp>
        <p:nvSpPr>
          <p:cNvPr id="7" name="投影片編號版面配置區 6">
            <a:extLst>
              <a:ext uri="{FF2B5EF4-FFF2-40B4-BE49-F238E27FC236}">
                <a16:creationId xmlns:a16="http://schemas.microsoft.com/office/drawing/2014/main" id="{34E2808E-C4E2-4D43-B0F8-AF225F342A16}"/>
              </a:ext>
            </a:extLst>
          </p:cNvPr>
          <p:cNvSpPr>
            <a:spLocks noGrp="1"/>
          </p:cNvSpPr>
          <p:nvPr>
            <p:ph type="sldNum" sz="quarter" idx="12"/>
          </p:nvPr>
        </p:nvSpPr>
        <p:spPr/>
        <p:txBody>
          <a:bodyPr/>
          <a:lstStyle/>
          <a:p>
            <a:fld id="{C5B5E96E-5A4E-4A33-ACA9-CDB82D96BC12}" type="slidenum">
              <a:rPr lang="zh-TW" altLang="en-US" smtClean="0"/>
              <a:t>‹#›</a:t>
            </a:fld>
            <a:endParaRPr lang="zh-TW" altLang="en-US"/>
          </a:p>
        </p:txBody>
      </p:sp>
    </p:spTree>
    <p:extLst>
      <p:ext uri="{BB962C8B-B14F-4D97-AF65-F5344CB8AC3E}">
        <p14:creationId xmlns:p14="http://schemas.microsoft.com/office/powerpoint/2010/main" val="173269865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較">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D070C2EE-D1F1-4E59-BC1D-45244DBBBC12}"/>
              </a:ext>
            </a:extLst>
          </p:cNvPr>
          <p:cNvSpPr>
            <a:spLocks noGrp="1"/>
          </p:cNvSpPr>
          <p:nvPr>
            <p:ph type="title"/>
          </p:nvPr>
        </p:nvSpPr>
        <p:spPr>
          <a:xfrm>
            <a:off x="839788" y="365125"/>
            <a:ext cx="10515600" cy="1325563"/>
          </a:xfrm>
        </p:spPr>
        <p:txBody>
          <a:bodyPr/>
          <a:lstStyle/>
          <a:p>
            <a:r>
              <a:rPr lang="zh-TW" altLang="en-US"/>
              <a:t>按一下以編輯母片標題樣式</a:t>
            </a:r>
          </a:p>
        </p:txBody>
      </p:sp>
      <p:sp>
        <p:nvSpPr>
          <p:cNvPr id="3" name="文字版面配置區 2">
            <a:extLst>
              <a:ext uri="{FF2B5EF4-FFF2-40B4-BE49-F238E27FC236}">
                <a16:creationId xmlns:a16="http://schemas.microsoft.com/office/drawing/2014/main" id="{56272FEA-976A-46B4-80CB-B4F073C06821}"/>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TW" altLang="en-US"/>
              <a:t>按一下以編輯母片文字樣式</a:t>
            </a:r>
          </a:p>
        </p:txBody>
      </p:sp>
      <p:sp>
        <p:nvSpPr>
          <p:cNvPr id="4" name="內容版面配置區 3">
            <a:extLst>
              <a:ext uri="{FF2B5EF4-FFF2-40B4-BE49-F238E27FC236}">
                <a16:creationId xmlns:a16="http://schemas.microsoft.com/office/drawing/2014/main" id="{1DB90053-F827-46C2-8CA9-C4803CF676AA}"/>
              </a:ext>
            </a:extLst>
          </p:cNvPr>
          <p:cNvSpPr>
            <a:spLocks noGrp="1"/>
          </p:cNvSpPr>
          <p:nvPr>
            <p:ph sz="half" idx="2"/>
          </p:nvPr>
        </p:nvSpPr>
        <p:spPr>
          <a:xfrm>
            <a:off x="839788" y="2505075"/>
            <a:ext cx="5157787" cy="3684588"/>
          </a:xfrm>
        </p:spPr>
        <p:txBody>
          <a:body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5" name="文字版面配置區 4">
            <a:extLst>
              <a:ext uri="{FF2B5EF4-FFF2-40B4-BE49-F238E27FC236}">
                <a16:creationId xmlns:a16="http://schemas.microsoft.com/office/drawing/2014/main" id="{C6A95FC0-310C-435C-A28E-2349643C89B6}"/>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TW" altLang="en-US"/>
              <a:t>按一下以編輯母片文字樣式</a:t>
            </a:r>
          </a:p>
        </p:txBody>
      </p:sp>
      <p:sp>
        <p:nvSpPr>
          <p:cNvPr id="6" name="內容版面配置區 5">
            <a:extLst>
              <a:ext uri="{FF2B5EF4-FFF2-40B4-BE49-F238E27FC236}">
                <a16:creationId xmlns:a16="http://schemas.microsoft.com/office/drawing/2014/main" id="{82137BD6-A73C-48CF-AF8E-BADAFDA98EAB}"/>
              </a:ext>
            </a:extLst>
          </p:cNvPr>
          <p:cNvSpPr>
            <a:spLocks noGrp="1"/>
          </p:cNvSpPr>
          <p:nvPr>
            <p:ph sz="quarter" idx="4"/>
          </p:nvPr>
        </p:nvSpPr>
        <p:spPr>
          <a:xfrm>
            <a:off x="6172200" y="2505075"/>
            <a:ext cx="5183188" cy="3684588"/>
          </a:xfrm>
        </p:spPr>
        <p:txBody>
          <a:body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7" name="日期版面配置區 6">
            <a:extLst>
              <a:ext uri="{FF2B5EF4-FFF2-40B4-BE49-F238E27FC236}">
                <a16:creationId xmlns:a16="http://schemas.microsoft.com/office/drawing/2014/main" id="{CE8CB200-2405-4077-AF2B-BB45D6A8CFBF}"/>
              </a:ext>
            </a:extLst>
          </p:cNvPr>
          <p:cNvSpPr>
            <a:spLocks noGrp="1"/>
          </p:cNvSpPr>
          <p:nvPr>
            <p:ph type="dt" sz="half" idx="10"/>
          </p:nvPr>
        </p:nvSpPr>
        <p:spPr/>
        <p:txBody>
          <a:bodyPr/>
          <a:lstStyle/>
          <a:p>
            <a:fld id="{7A2423A0-705C-4784-8939-75A5005BCEE5}" type="datetimeFigureOut">
              <a:rPr lang="zh-TW" altLang="en-US" smtClean="0"/>
              <a:t>2021/12/15</a:t>
            </a:fld>
            <a:endParaRPr lang="zh-TW" altLang="en-US"/>
          </a:p>
        </p:txBody>
      </p:sp>
      <p:sp>
        <p:nvSpPr>
          <p:cNvPr id="8" name="頁尾版面配置區 7">
            <a:extLst>
              <a:ext uri="{FF2B5EF4-FFF2-40B4-BE49-F238E27FC236}">
                <a16:creationId xmlns:a16="http://schemas.microsoft.com/office/drawing/2014/main" id="{2553B3E4-697D-4346-A4F6-25009467430B}"/>
              </a:ext>
            </a:extLst>
          </p:cNvPr>
          <p:cNvSpPr>
            <a:spLocks noGrp="1"/>
          </p:cNvSpPr>
          <p:nvPr>
            <p:ph type="ftr" sz="quarter" idx="11"/>
          </p:nvPr>
        </p:nvSpPr>
        <p:spPr/>
        <p:txBody>
          <a:bodyPr/>
          <a:lstStyle/>
          <a:p>
            <a:endParaRPr lang="zh-TW" altLang="en-US"/>
          </a:p>
        </p:txBody>
      </p:sp>
      <p:sp>
        <p:nvSpPr>
          <p:cNvPr id="9" name="投影片編號版面配置區 8">
            <a:extLst>
              <a:ext uri="{FF2B5EF4-FFF2-40B4-BE49-F238E27FC236}">
                <a16:creationId xmlns:a16="http://schemas.microsoft.com/office/drawing/2014/main" id="{33603104-FBBC-47F6-B186-4B034EE53F14}"/>
              </a:ext>
            </a:extLst>
          </p:cNvPr>
          <p:cNvSpPr>
            <a:spLocks noGrp="1"/>
          </p:cNvSpPr>
          <p:nvPr>
            <p:ph type="sldNum" sz="quarter" idx="12"/>
          </p:nvPr>
        </p:nvSpPr>
        <p:spPr/>
        <p:txBody>
          <a:bodyPr/>
          <a:lstStyle/>
          <a:p>
            <a:fld id="{C5B5E96E-5A4E-4A33-ACA9-CDB82D96BC12}" type="slidenum">
              <a:rPr lang="zh-TW" altLang="en-US" smtClean="0"/>
              <a:t>‹#›</a:t>
            </a:fld>
            <a:endParaRPr lang="zh-TW" altLang="en-US"/>
          </a:p>
        </p:txBody>
      </p:sp>
    </p:spTree>
    <p:extLst>
      <p:ext uri="{BB962C8B-B14F-4D97-AF65-F5344CB8AC3E}">
        <p14:creationId xmlns:p14="http://schemas.microsoft.com/office/powerpoint/2010/main" val="121460761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只有標題">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2020AB8C-172F-4256-912D-2ABF696763C3}"/>
              </a:ext>
            </a:extLst>
          </p:cNvPr>
          <p:cNvSpPr>
            <a:spLocks noGrp="1"/>
          </p:cNvSpPr>
          <p:nvPr>
            <p:ph type="title"/>
          </p:nvPr>
        </p:nvSpPr>
        <p:spPr/>
        <p:txBody>
          <a:bodyPr/>
          <a:lstStyle/>
          <a:p>
            <a:r>
              <a:rPr lang="zh-TW" altLang="en-US"/>
              <a:t>按一下以編輯母片標題樣式</a:t>
            </a:r>
          </a:p>
        </p:txBody>
      </p:sp>
      <p:sp>
        <p:nvSpPr>
          <p:cNvPr id="3" name="日期版面配置區 2">
            <a:extLst>
              <a:ext uri="{FF2B5EF4-FFF2-40B4-BE49-F238E27FC236}">
                <a16:creationId xmlns:a16="http://schemas.microsoft.com/office/drawing/2014/main" id="{215EC422-CFDD-4192-8D7B-E749FC8C9A9C}"/>
              </a:ext>
            </a:extLst>
          </p:cNvPr>
          <p:cNvSpPr>
            <a:spLocks noGrp="1"/>
          </p:cNvSpPr>
          <p:nvPr>
            <p:ph type="dt" sz="half" idx="10"/>
          </p:nvPr>
        </p:nvSpPr>
        <p:spPr/>
        <p:txBody>
          <a:bodyPr/>
          <a:lstStyle/>
          <a:p>
            <a:fld id="{7A2423A0-705C-4784-8939-75A5005BCEE5}" type="datetimeFigureOut">
              <a:rPr lang="zh-TW" altLang="en-US" smtClean="0"/>
              <a:t>2021/12/15</a:t>
            </a:fld>
            <a:endParaRPr lang="zh-TW" altLang="en-US"/>
          </a:p>
        </p:txBody>
      </p:sp>
      <p:sp>
        <p:nvSpPr>
          <p:cNvPr id="4" name="頁尾版面配置區 3">
            <a:extLst>
              <a:ext uri="{FF2B5EF4-FFF2-40B4-BE49-F238E27FC236}">
                <a16:creationId xmlns:a16="http://schemas.microsoft.com/office/drawing/2014/main" id="{6B379ACF-F041-4A75-88E9-844E576F7B2E}"/>
              </a:ext>
            </a:extLst>
          </p:cNvPr>
          <p:cNvSpPr>
            <a:spLocks noGrp="1"/>
          </p:cNvSpPr>
          <p:nvPr>
            <p:ph type="ftr" sz="quarter" idx="11"/>
          </p:nvPr>
        </p:nvSpPr>
        <p:spPr/>
        <p:txBody>
          <a:bodyPr/>
          <a:lstStyle/>
          <a:p>
            <a:endParaRPr lang="zh-TW" altLang="en-US"/>
          </a:p>
        </p:txBody>
      </p:sp>
      <p:sp>
        <p:nvSpPr>
          <p:cNvPr id="5" name="投影片編號版面配置區 4">
            <a:extLst>
              <a:ext uri="{FF2B5EF4-FFF2-40B4-BE49-F238E27FC236}">
                <a16:creationId xmlns:a16="http://schemas.microsoft.com/office/drawing/2014/main" id="{96303947-7C54-46F8-8A6C-9740764B4EED}"/>
              </a:ext>
            </a:extLst>
          </p:cNvPr>
          <p:cNvSpPr>
            <a:spLocks noGrp="1"/>
          </p:cNvSpPr>
          <p:nvPr>
            <p:ph type="sldNum" sz="quarter" idx="12"/>
          </p:nvPr>
        </p:nvSpPr>
        <p:spPr/>
        <p:txBody>
          <a:bodyPr/>
          <a:lstStyle/>
          <a:p>
            <a:fld id="{C5B5E96E-5A4E-4A33-ACA9-CDB82D96BC12}" type="slidenum">
              <a:rPr lang="zh-TW" altLang="en-US" smtClean="0"/>
              <a:t>‹#›</a:t>
            </a:fld>
            <a:endParaRPr lang="zh-TW" altLang="en-US"/>
          </a:p>
        </p:txBody>
      </p:sp>
    </p:spTree>
    <p:extLst>
      <p:ext uri="{BB962C8B-B14F-4D97-AF65-F5344CB8AC3E}">
        <p14:creationId xmlns:p14="http://schemas.microsoft.com/office/powerpoint/2010/main" val="262795963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版面配置區 1">
            <a:extLst>
              <a:ext uri="{FF2B5EF4-FFF2-40B4-BE49-F238E27FC236}">
                <a16:creationId xmlns:a16="http://schemas.microsoft.com/office/drawing/2014/main" id="{18F5FEF2-1B25-499E-ADEF-336142F06CF7}"/>
              </a:ext>
            </a:extLst>
          </p:cNvPr>
          <p:cNvSpPr>
            <a:spLocks noGrp="1"/>
          </p:cNvSpPr>
          <p:nvPr>
            <p:ph type="dt" sz="half" idx="10"/>
          </p:nvPr>
        </p:nvSpPr>
        <p:spPr/>
        <p:txBody>
          <a:bodyPr/>
          <a:lstStyle/>
          <a:p>
            <a:fld id="{7A2423A0-705C-4784-8939-75A5005BCEE5}" type="datetimeFigureOut">
              <a:rPr lang="zh-TW" altLang="en-US" smtClean="0"/>
              <a:t>2021/12/15</a:t>
            </a:fld>
            <a:endParaRPr lang="zh-TW" altLang="en-US"/>
          </a:p>
        </p:txBody>
      </p:sp>
      <p:sp>
        <p:nvSpPr>
          <p:cNvPr id="3" name="頁尾版面配置區 2">
            <a:extLst>
              <a:ext uri="{FF2B5EF4-FFF2-40B4-BE49-F238E27FC236}">
                <a16:creationId xmlns:a16="http://schemas.microsoft.com/office/drawing/2014/main" id="{AC534BB4-23D8-4326-A942-3A40EDC88F0B}"/>
              </a:ext>
            </a:extLst>
          </p:cNvPr>
          <p:cNvSpPr>
            <a:spLocks noGrp="1"/>
          </p:cNvSpPr>
          <p:nvPr>
            <p:ph type="ftr" sz="quarter" idx="11"/>
          </p:nvPr>
        </p:nvSpPr>
        <p:spPr/>
        <p:txBody>
          <a:bodyPr/>
          <a:lstStyle/>
          <a:p>
            <a:endParaRPr lang="zh-TW" altLang="en-US"/>
          </a:p>
        </p:txBody>
      </p:sp>
      <p:sp>
        <p:nvSpPr>
          <p:cNvPr id="4" name="投影片編號版面配置區 3">
            <a:extLst>
              <a:ext uri="{FF2B5EF4-FFF2-40B4-BE49-F238E27FC236}">
                <a16:creationId xmlns:a16="http://schemas.microsoft.com/office/drawing/2014/main" id="{9A862594-5ADB-4578-BBBC-DA6FD707FC2B}"/>
              </a:ext>
            </a:extLst>
          </p:cNvPr>
          <p:cNvSpPr>
            <a:spLocks noGrp="1"/>
          </p:cNvSpPr>
          <p:nvPr>
            <p:ph type="sldNum" sz="quarter" idx="12"/>
          </p:nvPr>
        </p:nvSpPr>
        <p:spPr/>
        <p:txBody>
          <a:bodyPr/>
          <a:lstStyle/>
          <a:p>
            <a:fld id="{C5B5E96E-5A4E-4A33-ACA9-CDB82D96BC12}" type="slidenum">
              <a:rPr lang="zh-TW" altLang="en-US" smtClean="0"/>
              <a:t>‹#›</a:t>
            </a:fld>
            <a:endParaRPr lang="zh-TW" altLang="en-US"/>
          </a:p>
        </p:txBody>
      </p:sp>
    </p:spTree>
    <p:extLst>
      <p:ext uri="{BB962C8B-B14F-4D97-AF65-F5344CB8AC3E}">
        <p14:creationId xmlns:p14="http://schemas.microsoft.com/office/powerpoint/2010/main" val="265768303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含輔助字幕的內容">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7CFDC25A-2D74-4FD9-A623-2AC6DA948692}"/>
              </a:ext>
            </a:extLst>
          </p:cNvPr>
          <p:cNvSpPr>
            <a:spLocks noGrp="1"/>
          </p:cNvSpPr>
          <p:nvPr>
            <p:ph type="title"/>
          </p:nvPr>
        </p:nvSpPr>
        <p:spPr>
          <a:xfrm>
            <a:off x="839788" y="457200"/>
            <a:ext cx="3932237" cy="1600200"/>
          </a:xfrm>
        </p:spPr>
        <p:txBody>
          <a:bodyPr anchor="b"/>
          <a:lstStyle>
            <a:lvl1pPr>
              <a:defRPr sz="3200"/>
            </a:lvl1pPr>
          </a:lstStyle>
          <a:p>
            <a:r>
              <a:rPr lang="zh-TW" altLang="en-US"/>
              <a:t>按一下以編輯母片標題樣式</a:t>
            </a:r>
          </a:p>
        </p:txBody>
      </p:sp>
      <p:sp>
        <p:nvSpPr>
          <p:cNvPr id="3" name="內容版面配置區 2">
            <a:extLst>
              <a:ext uri="{FF2B5EF4-FFF2-40B4-BE49-F238E27FC236}">
                <a16:creationId xmlns:a16="http://schemas.microsoft.com/office/drawing/2014/main" id="{78FD3C7A-03FA-4F7D-82BE-E415D6064A2D}"/>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文字版面配置區 3">
            <a:extLst>
              <a:ext uri="{FF2B5EF4-FFF2-40B4-BE49-F238E27FC236}">
                <a16:creationId xmlns:a16="http://schemas.microsoft.com/office/drawing/2014/main" id="{84373B6B-7224-433D-B944-619CC07EB9B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TW" altLang="en-US"/>
              <a:t>按一下以編輯母片文字樣式</a:t>
            </a:r>
          </a:p>
        </p:txBody>
      </p:sp>
      <p:sp>
        <p:nvSpPr>
          <p:cNvPr id="5" name="日期版面配置區 4">
            <a:extLst>
              <a:ext uri="{FF2B5EF4-FFF2-40B4-BE49-F238E27FC236}">
                <a16:creationId xmlns:a16="http://schemas.microsoft.com/office/drawing/2014/main" id="{55A10749-EBB6-4433-83D9-C9F3F1335DCE}"/>
              </a:ext>
            </a:extLst>
          </p:cNvPr>
          <p:cNvSpPr>
            <a:spLocks noGrp="1"/>
          </p:cNvSpPr>
          <p:nvPr>
            <p:ph type="dt" sz="half" idx="10"/>
          </p:nvPr>
        </p:nvSpPr>
        <p:spPr/>
        <p:txBody>
          <a:bodyPr/>
          <a:lstStyle/>
          <a:p>
            <a:fld id="{7A2423A0-705C-4784-8939-75A5005BCEE5}" type="datetimeFigureOut">
              <a:rPr lang="zh-TW" altLang="en-US" smtClean="0"/>
              <a:t>2021/12/15</a:t>
            </a:fld>
            <a:endParaRPr lang="zh-TW" altLang="en-US"/>
          </a:p>
        </p:txBody>
      </p:sp>
      <p:sp>
        <p:nvSpPr>
          <p:cNvPr id="6" name="頁尾版面配置區 5">
            <a:extLst>
              <a:ext uri="{FF2B5EF4-FFF2-40B4-BE49-F238E27FC236}">
                <a16:creationId xmlns:a16="http://schemas.microsoft.com/office/drawing/2014/main" id="{C51CCFD6-CDD0-4036-9EB5-10A41441ADC8}"/>
              </a:ext>
            </a:extLst>
          </p:cNvPr>
          <p:cNvSpPr>
            <a:spLocks noGrp="1"/>
          </p:cNvSpPr>
          <p:nvPr>
            <p:ph type="ftr" sz="quarter" idx="11"/>
          </p:nvPr>
        </p:nvSpPr>
        <p:spPr/>
        <p:txBody>
          <a:bodyPr/>
          <a:lstStyle/>
          <a:p>
            <a:endParaRPr lang="zh-TW" altLang="en-US"/>
          </a:p>
        </p:txBody>
      </p:sp>
      <p:sp>
        <p:nvSpPr>
          <p:cNvPr id="7" name="投影片編號版面配置區 6">
            <a:extLst>
              <a:ext uri="{FF2B5EF4-FFF2-40B4-BE49-F238E27FC236}">
                <a16:creationId xmlns:a16="http://schemas.microsoft.com/office/drawing/2014/main" id="{21ADF89F-1605-4E7C-B65D-735D72BD372E}"/>
              </a:ext>
            </a:extLst>
          </p:cNvPr>
          <p:cNvSpPr>
            <a:spLocks noGrp="1"/>
          </p:cNvSpPr>
          <p:nvPr>
            <p:ph type="sldNum" sz="quarter" idx="12"/>
          </p:nvPr>
        </p:nvSpPr>
        <p:spPr/>
        <p:txBody>
          <a:bodyPr/>
          <a:lstStyle/>
          <a:p>
            <a:fld id="{C5B5E96E-5A4E-4A33-ACA9-CDB82D96BC12}" type="slidenum">
              <a:rPr lang="zh-TW" altLang="en-US" smtClean="0"/>
              <a:t>‹#›</a:t>
            </a:fld>
            <a:endParaRPr lang="zh-TW" altLang="en-US"/>
          </a:p>
        </p:txBody>
      </p:sp>
    </p:spTree>
    <p:extLst>
      <p:ext uri="{BB962C8B-B14F-4D97-AF65-F5344CB8AC3E}">
        <p14:creationId xmlns:p14="http://schemas.microsoft.com/office/powerpoint/2010/main" val="47186935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含輔助字幕的圖片">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18DAEBBF-E5A1-4483-A48B-35A46F4C22DE}"/>
              </a:ext>
            </a:extLst>
          </p:cNvPr>
          <p:cNvSpPr>
            <a:spLocks noGrp="1"/>
          </p:cNvSpPr>
          <p:nvPr>
            <p:ph type="title"/>
          </p:nvPr>
        </p:nvSpPr>
        <p:spPr>
          <a:xfrm>
            <a:off x="839788" y="457200"/>
            <a:ext cx="3932237" cy="1600200"/>
          </a:xfrm>
        </p:spPr>
        <p:txBody>
          <a:bodyPr anchor="b"/>
          <a:lstStyle>
            <a:lvl1pPr>
              <a:defRPr sz="3200"/>
            </a:lvl1pPr>
          </a:lstStyle>
          <a:p>
            <a:r>
              <a:rPr lang="zh-TW" altLang="en-US"/>
              <a:t>按一下以編輯母片標題樣式</a:t>
            </a:r>
          </a:p>
        </p:txBody>
      </p:sp>
      <p:sp>
        <p:nvSpPr>
          <p:cNvPr id="3" name="圖片版面配置區 2">
            <a:extLst>
              <a:ext uri="{FF2B5EF4-FFF2-40B4-BE49-F238E27FC236}">
                <a16:creationId xmlns:a16="http://schemas.microsoft.com/office/drawing/2014/main" id="{9515D8BB-761E-470D-BD12-60F8515C3547}"/>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TW" altLang="en-US"/>
          </a:p>
        </p:txBody>
      </p:sp>
      <p:sp>
        <p:nvSpPr>
          <p:cNvPr id="4" name="文字版面配置區 3">
            <a:extLst>
              <a:ext uri="{FF2B5EF4-FFF2-40B4-BE49-F238E27FC236}">
                <a16:creationId xmlns:a16="http://schemas.microsoft.com/office/drawing/2014/main" id="{12DBCFAA-8436-4014-A249-727DD9BA642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TW" altLang="en-US"/>
              <a:t>按一下以編輯母片文字樣式</a:t>
            </a:r>
          </a:p>
        </p:txBody>
      </p:sp>
      <p:sp>
        <p:nvSpPr>
          <p:cNvPr id="5" name="日期版面配置區 4">
            <a:extLst>
              <a:ext uri="{FF2B5EF4-FFF2-40B4-BE49-F238E27FC236}">
                <a16:creationId xmlns:a16="http://schemas.microsoft.com/office/drawing/2014/main" id="{2CA481B0-C03C-4ADD-AF5D-B68095E0207E}"/>
              </a:ext>
            </a:extLst>
          </p:cNvPr>
          <p:cNvSpPr>
            <a:spLocks noGrp="1"/>
          </p:cNvSpPr>
          <p:nvPr>
            <p:ph type="dt" sz="half" idx="10"/>
          </p:nvPr>
        </p:nvSpPr>
        <p:spPr/>
        <p:txBody>
          <a:bodyPr/>
          <a:lstStyle/>
          <a:p>
            <a:fld id="{7A2423A0-705C-4784-8939-75A5005BCEE5}" type="datetimeFigureOut">
              <a:rPr lang="zh-TW" altLang="en-US" smtClean="0"/>
              <a:t>2021/12/15</a:t>
            </a:fld>
            <a:endParaRPr lang="zh-TW" altLang="en-US"/>
          </a:p>
        </p:txBody>
      </p:sp>
      <p:sp>
        <p:nvSpPr>
          <p:cNvPr id="6" name="頁尾版面配置區 5">
            <a:extLst>
              <a:ext uri="{FF2B5EF4-FFF2-40B4-BE49-F238E27FC236}">
                <a16:creationId xmlns:a16="http://schemas.microsoft.com/office/drawing/2014/main" id="{828C2B1C-0BCE-49C6-9F15-AD78FFE2C64A}"/>
              </a:ext>
            </a:extLst>
          </p:cNvPr>
          <p:cNvSpPr>
            <a:spLocks noGrp="1"/>
          </p:cNvSpPr>
          <p:nvPr>
            <p:ph type="ftr" sz="quarter" idx="11"/>
          </p:nvPr>
        </p:nvSpPr>
        <p:spPr/>
        <p:txBody>
          <a:bodyPr/>
          <a:lstStyle/>
          <a:p>
            <a:endParaRPr lang="zh-TW" altLang="en-US"/>
          </a:p>
        </p:txBody>
      </p:sp>
      <p:sp>
        <p:nvSpPr>
          <p:cNvPr id="7" name="投影片編號版面配置區 6">
            <a:extLst>
              <a:ext uri="{FF2B5EF4-FFF2-40B4-BE49-F238E27FC236}">
                <a16:creationId xmlns:a16="http://schemas.microsoft.com/office/drawing/2014/main" id="{7EE5F118-8F1E-4318-9458-2039211056A0}"/>
              </a:ext>
            </a:extLst>
          </p:cNvPr>
          <p:cNvSpPr>
            <a:spLocks noGrp="1"/>
          </p:cNvSpPr>
          <p:nvPr>
            <p:ph type="sldNum" sz="quarter" idx="12"/>
          </p:nvPr>
        </p:nvSpPr>
        <p:spPr/>
        <p:txBody>
          <a:bodyPr/>
          <a:lstStyle/>
          <a:p>
            <a:fld id="{C5B5E96E-5A4E-4A33-ACA9-CDB82D96BC12}" type="slidenum">
              <a:rPr lang="zh-TW" altLang="en-US" smtClean="0"/>
              <a:t>‹#›</a:t>
            </a:fld>
            <a:endParaRPr lang="zh-TW" altLang="en-US"/>
          </a:p>
        </p:txBody>
      </p:sp>
    </p:spTree>
    <p:extLst>
      <p:ext uri="{BB962C8B-B14F-4D97-AF65-F5344CB8AC3E}">
        <p14:creationId xmlns:p14="http://schemas.microsoft.com/office/powerpoint/2010/main" val="163443996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標題及直排文字">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F18D3A47-B576-4E78-AFD8-969CE5C37500}"/>
              </a:ext>
            </a:extLst>
          </p:cNvPr>
          <p:cNvSpPr>
            <a:spLocks noGrp="1"/>
          </p:cNvSpPr>
          <p:nvPr>
            <p:ph type="title"/>
          </p:nvPr>
        </p:nvSpPr>
        <p:spPr/>
        <p:txBody>
          <a:bodyPr/>
          <a:lstStyle/>
          <a:p>
            <a:r>
              <a:rPr lang="zh-TW" altLang="en-US"/>
              <a:t>按一下以編輯母片標題樣式</a:t>
            </a:r>
          </a:p>
        </p:txBody>
      </p:sp>
      <p:sp>
        <p:nvSpPr>
          <p:cNvPr id="3" name="直排文字版面配置區 2">
            <a:extLst>
              <a:ext uri="{FF2B5EF4-FFF2-40B4-BE49-F238E27FC236}">
                <a16:creationId xmlns:a16="http://schemas.microsoft.com/office/drawing/2014/main" id="{7C8E1B31-5433-408D-83C5-7E7E3A0C1D56}"/>
              </a:ext>
            </a:extLst>
          </p:cNvPr>
          <p:cNvSpPr>
            <a:spLocks noGrp="1"/>
          </p:cNvSpPr>
          <p:nvPr>
            <p:ph type="body" orient="vert" idx="1"/>
          </p:nvPr>
        </p:nvSpPr>
        <p:spPr/>
        <p:txBody>
          <a:bodyPr vert="eaVert"/>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日期版面配置區 3">
            <a:extLst>
              <a:ext uri="{FF2B5EF4-FFF2-40B4-BE49-F238E27FC236}">
                <a16:creationId xmlns:a16="http://schemas.microsoft.com/office/drawing/2014/main" id="{070BA576-DD3F-4D3F-A1E4-8C2C20E3DDF7}"/>
              </a:ext>
            </a:extLst>
          </p:cNvPr>
          <p:cNvSpPr>
            <a:spLocks noGrp="1"/>
          </p:cNvSpPr>
          <p:nvPr>
            <p:ph type="dt" sz="half" idx="10"/>
          </p:nvPr>
        </p:nvSpPr>
        <p:spPr/>
        <p:txBody>
          <a:bodyPr/>
          <a:lstStyle/>
          <a:p>
            <a:fld id="{7A2423A0-705C-4784-8939-75A5005BCEE5}" type="datetimeFigureOut">
              <a:rPr lang="zh-TW" altLang="en-US" smtClean="0"/>
              <a:t>2021/12/15</a:t>
            </a:fld>
            <a:endParaRPr lang="zh-TW" altLang="en-US"/>
          </a:p>
        </p:txBody>
      </p:sp>
      <p:sp>
        <p:nvSpPr>
          <p:cNvPr id="5" name="頁尾版面配置區 4">
            <a:extLst>
              <a:ext uri="{FF2B5EF4-FFF2-40B4-BE49-F238E27FC236}">
                <a16:creationId xmlns:a16="http://schemas.microsoft.com/office/drawing/2014/main" id="{A1A458E2-B47E-4BFC-9417-D71FB1D999A4}"/>
              </a:ext>
            </a:extLst>
          </p:cNvPr>
          <p:cNvSpPr>
            <a:spLocks noGrp="1"/>
          </p:cNvSpPr>
          <p:nvPr>
            <p:ph type="ftr" sz="quarter" idx="11"/>
          </p:nvPr>
        </p:nvSpPr>
        <p:spPr/>
        <p:txBody>
          <a:bodyPr/>
          <a:lstStyle/>
          <a:p>
            <a:endParaRPr lang="zh-TW" altLang="en-US"/>
          </a:p>
        </p:txBody>
      </p:sp>
      <p:sp>
        <p:nvSpPr>
          <p:cNvPr id="6" name="投影片編號版面配置區 5">
            <a:extLst>
              <a:ext uri="{FF2B5EF4-FFF2-40B4-BE49-F238E27FC236}">
                <a16:creationId xmlns:a16="http://schemas.microsoft.com/office/drawing/2014/main" id="{6DF4CA44-F054-4C5E-A20D-66475D27A45C}"/>
              </a:ext>
            </a:extLst>
          </p:cNvPr>
          <p:cNvSpPr>
            <a:spLocks noGrp="1"/>
          </p:cNvSpPr>
          <p:nvPr>
            <p:ph type="sldNum" sz="quarter" idx="12"/>
          </p:nvPr>
        </p:nvSpPr>
        <p:spPr/>
        <p:txBody>
          <a:bodyPr/>
          <a:lstStyle/>
          <a:p>
            <a:fld id="{C5B5E96E-5A4E-4A33-ACA9-CDB82D96BC12}" type="slidenum">
              <a:rPr lang="zh-TW" altLang="en-US" smtClean="0"/>
              <a:t>‹#›</a:t>
            </a:fld>
            <a:endParaRPr lang="zh-TW" altLang="en-US"/>
          </a:p>
        </p:txBody>
      </p:sp>
    </p:spTree>
    <p:extLst>
      <p:ext uri="{BB962C8B-B14F-4D97-AF65-F5344CB8AC3E}">
        <p14:creationId xmlns:p14="http://schemas.microsoft.com/office/powerpoint/2010/main" val="126007510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直排標題及文字">
    <p:spTree>
      <p:nvGrpSpPr>
        <p:cNvPr id="1" name=""/>
        <p:cNvGrpSpPr/>
        <p:nvPr/>
      </p:nvGrpSpPr>
      <p:grpSpPr>
        <a:xfrm>
          <a:off x="0" y="0"/>
          <a:ext cx="0" cy="0"/>
          <a:chOff x="0" y="0"/>
          <a:chExt cx="0" cy="0"/>
        </a:xfrm>
      </p:grpSpPr>
      <p:sp>
        <p:nvSpPr>
          <p:cNvPr id="2" name="直排標題 1">
            <a:extLst>
              <a:ext uri="{FF2B5EF4-FFF2-40B4-BE49-F238E27FC236}">
                <a16:creationId xmlns:a16="http://schemas.microsoft.com/office/drawing/2014/main" id="{0B695474-749B-46ED-8421-5CF8F3E5060C}"/>
              </a:ext>
            </a:extLst>
          </p:cNvPr>
          <p:cNvSpPr>
            <a:spLocks noGrp="1"/>
          </p:cNvSpPr>
          <p:nvPr>
            <p:ph type="title" orient="vert"/>
          </p:nvPr>
        </p:nvSpPr>
        <p:spPr>
          <a:xfrm>
            <a:off x="8724900" y="365125"/>
            <a:ext cx="2628900" cy="5811838"/>
          </a:xfrm>
        </p:spPr>
        <p:txBody>
          <a:bodyPr vert="eaVert"/>
          <a:lstStyle/>
          <a:p>
            <a:r>
              <a:rPr lang="zh-TW" altLang="en-US"/>
              <a:t>按一下以編輯母片標題樣式</a:t>
            </a:r>
          </a:p>
        </p:txBody>
      </p:sp>
      <p:sp>
        <p:nvSpPr>
          <p:cNvPr id="3" name="直排文字版面配置區 2">
            <a:extLst>
              <a:ext uri="{FF2B5EF4-FFF2-40B4-BE49-F238E27FC236}">
                <a16:creationId xmlns:a16="http://schemas.microsoft.com/office/drawing/2014/main" id="{E5F59AFC-9F25-4896-8342-7C00D9907ACA}"/>
              </a:ext>
            </a:extLst>
          </p:cNvPr>
          <p:cNvSpPr>
            <a:spLocks noGrp="1"/>
          </p:cNvSpPr>
          <p:nvPr>
            <p:ph type="body" orient="vert" idx="1"/>
          </p:nvPr>
        </p:nvSpPr>
        <p:spPr>
          <a:xfrm>
            <a:off x="838200" y="365125"/>
            <a:ext cx="7734300" cy="5811838"/>
          </a:xfrm>
        </p:spPr>
        <p:txBody>
          <a:bodyPr vert="eaVert"/>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日期版面配置區 3">
            <a:extLst>
              <a:ext uri="{FF2B5EF4-FFF2-40B4-BE49-F238E27FC236}">
                <a16:creationId xmlns:a16="http://schemas.microsoft.com/office/drawing/2014/main" id="{02B817EC-97FE-4024-9A6C-38E83AD796E1}"/>
              </a:ext>
            </a:extLst>
          </p:cNvPr>
          <p:cNvSpPr>
            <a:spLocks noGrp="1"/>
          </p:cNvSpPr>
          <p:nvPr>
            <p:ph type="dt" sz="half" idx="10"/>
          </p:nvPr>
        </p:nvSpPr>
        <p:spPr/>
        <p:txBody>
          <a:bodyPr/>
          <a:lstStyle/>
          <a:p>
            <a:fld id="{7A2423A0-705C-4784-8939-75A5005BCEE5}" type="datetimeFigureOut">
              <a:rPr lang="zh-TW" altLang="en-US" smtClean="0"/>
              <a:t>2021/12/15</a:t>
            </a:fld>
            <a:endParaRPr lang="zh-TW" altLang="en-US"/>
          </a:p>
        </p:txBody>
      </p:sp>
      <p:sp>
        <p:nvSpPr>
          <p:cNvPr id="5" name="頁尾版面配置區 4">
            <a:extLst>
              <a:ext uri="{FF2B5EF4-FFF2-40B4-BE49-F238E27FC236}">
                <a16:creationId xmlns:a16="http://schemas.microsoft.com/office/drawing/2014/main" id="{78A8F477-E65E-481A-B117-0C96774C7B81}"/>
              </a:ext>
            </a:extLst>
          </p:cNvPr>
          <p:cNvSpPr>
            <a:spLocks noGrp="1"/>
          </p:cNvSpPr>
          <p:nvPr>
            <p:ph type="ftr" sz="quarter" idx="11"/>
          </p:nvPr>
        </p:nvSpPr>
        <p:spPr/>
        <p:txBody>
          <a:bodyPr/>
          <a:lstStyle/>
          <a:p>
            <a:endParaRPr lang="zh-TW" altLang="en-US"/>
          </a:p>
        </p:txBody>
      </p:sp>
      <p:sp>
        <p:nvSpPr>
          <p:cNvPr id="6" name="投影片編號版面配置區 5">
            <a:extLst>
              <a:ext uri="{FF2B5EF4-FFF2-40B4-BE49-F238E27FC236}">
                <a16:creationId xmlns:a16="http://schemas.microsoft.com/office/drawing/2014/main" id="{42AA5132-440A-428F-B04E-D89094DD18A9}"/>
              </a:ext>
            </a:extLst>
          </p:cNvPr>
          <p:cNvSpPr>
            <a:spLocks noGrp="1"/>
          </p:cNvSpPr>
          <p:nvPr>
            <p:ph type="sldNum" sz="quarter" idx="12"/>
          </p:nvPr>
        </p:nvSpPr>
        <p:spPr/>
        <p:txBody>
          <a:bodyPr/>
          <a:lstStyle/>
          <a:p>
            <a:fld id="{C5B5E96E-5A4E-4A33-ACA9-CDB82D96BC12}" type="slidenum">
              <a:rPr lang="zh-TW" altLang="en-US" smtClean="0"/>
              <a:t>‹#›</a:t>
            </a:fld>
            <a:endParaRPr lang="zh-TW" altLang="en-US"/>
          </a:p>
        </p:txBody>
      </p:sp>
    </p:spTree>
    <p:extLst>
      <p:ext uri="{BB962C8B-B14F-4D97-AF65-F5344CB8AC3E}">
        <p14:creationId xmlns:p14="http://schemas.microsoft.com/office/powerpoint/2010/main" val="390275071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標題版面配置區 1">
            <a:extLst>
              <a:ext uri="{FF2B5EF4-FFF2-40B4-BE49-F238E27FC236}">
                <a16:creationId xmlns:a16="http://schemas.microsoft.com/office/drawing/2014/main" id="{008F0E7A-AAF4-41A0-921F-E7CF53951E96}"/>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TW" altLang="en-US"/>
              <a:t>按一下以編輯母片標題樣式</a:t>
            </a:r>
          </a:p>
        </p:txBody>
      </p:sp>
      <p:sp>
        <p:nvSpPr>
          <p:cNvPr id="3" name="文字版面配置區 2">
            <a:extLst>
              <a:ext uri="{FF2B5EF4-FFF2-40B4-BE49-F238E27FC236}">
                <a16:creationId xmlns:a16="http://schemas.microsoft.com/office/drawing/2014/main" id="{40653E51-E47D-4FA4-BF3A-2EB883BCD8D4}"/>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日期版面配置區 3">
            <a:extLst>
              <a:ext uri="{FF2B5EF4-FFF2-40B4-BE49-F238E27FC236}">
                <a16:creationId xmlns:a16="http://schemas.microsoft.com/office/drawing/2014/main" id="{4F8EF7A0-37CE-4C90-91E0-19707D2A9876}"/>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7A2423A0-705C-4784-8939-75A5005BCEE5}" type="datetimeFigureOut">
              <a:rPr lang="zh-TW" altLang="en-US" smtClean="0"/>
              <a:t>2021/12/15</a:t>
            </a:fld>
            <a:endParaRPr lang="zh-TW" altLang="en-US"/>
          </a:p>
        </p:txBody>
      </p:sp>
      <p:sp>
        <p:nvSpPr>
          <p:cNvPr id="5" name="頁尾版面配置區 4">
            <a:extLst>
              <a:ext uri="{FF2B5EF4-FFF2-40B4-BE49-F238E27FC236}">
                <a16:creationId xmlns:a16="http://schemas.microsoft.com/office/drawing/2014/main" id="{C6FD17EE-A0D2-4BEF-8A28-0945579BA6D6}"/>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TW" altLang="en-US"/>
          </a:p>
        </p:txBody>
      </p:sp>
      <p:sp>
        <p:nvSpPr>
          <p:cNvPr id="6" name="投影片編號版面配置區 5">
            <a:extLst>
              <a:ext uri="{FF2B5EF4-FFF2-40B4-BE49-F238E27FC236}">
                <a16:creationId xmlns:a16="http://schemas.microsoft.com/office/drawing/2014/main" id="{D7C8CD83-5395-4058-83B2-77176E37F966}"/>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5B5E96E-5A4E-4A33-ACA9-CDB82D96BC12}" type="slidenum">
              <a:rPr lang="zh-TW" altLang="en-US" smtClean="0"/>
              <a:t>‹#›</a:t>
            </a:fld>
            <a:endParaRPr lang="zh-TW" altLang="en-US"/>
          </a:p>
        </p:txBody>
      </p:sp>
    </p:spTree>
    <p:extLst>
      <p:ext uri="{BB962C8B-B14F-4D97-AF65-F5344CB8AC3E}">
        <p14:creationId xmlns:p14="http://schemas.microsoft.com/office/powerpoint/2010/main" val="60219981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TW"/>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2.xml"/><Relationship Id="rId4" Type="http://schemas.openxmlformats.org/officeDocument/2006/relationships/image" Target="../media/image2.png"/></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2.xml"/><Relationship Id="rId4" Type="http://schemas.openxmlformats.org/officeDocument/2006/relationships/image" Target="../media/image2.png"/></Relationships>
</file>

<file path=ppt/slides/_rels/slide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xml"/><Relationship Id="rId1" Type="http://schemas.openxmlformats.org/officeDocument/2006/relationships/slideLayout" Target="../slideLayouts/slideLayout2.xml"/><Relationship Id="rId4" Type="http://schemas.openxmlformats.org/officeDocument/2006/relationships/image" Target="../media/image4.png"/></Relationships>
</file>

<file path=ppt/slides/_rels/slide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7.xml"/><Relationship Id="rId1" Type="http://schemas.openxmlformats.org/officeDocument/2006/relationships/slideLayout" Target="../slideLayouts/slideLayout2.xml"/><Relationship Id="rId5" Type="http://schemas.openxmlformats.org/officeDocument/2006/relationships/image" Target="../media/image6.png"/><Relationship Id="rId4" Type="http://schemas.openxmlformats.org/officeDocument/2006/relationships/image" Target="../media/image5.png"/></Relationships>
</file>

<file path=ppt/slides/_rels/slide9.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9.xml"/><Relationship Id="rId1" Type="http://schemas.openxmlformats.org/officeDocument/2006/relationships/slideLayout" Target="../slideLayouts/slideLayout2.xml"/><Relationship Id="rId4" Type="http://schemas.openxmlformats.org/officeDocument/2006/relationships/image" Target="../media/image9.png"/></Relationships>
</file>

<file path=ppt/slides/_rels/slide11.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B963378F-50B2-45BD-A6DA-5CB61DB247F9}"/>
              </a:ext>
            </a:extLst>
          </p:cNvPr>
          <p:cNvSpPr>
            <a:spLocks noGrp="1"/>
          </p:cNvSpPr>
          <p:nvPr>
            <p:ph type="ctrTitle"/>
          </p:nvPr>
        </p:nvSpPr>
        <p:spPr>
          <a:xfrm>
            <a:off x="985101" y="1792199"/>
            <a:ext cx="10221798" cy="1030293"/>
          </a:xfrm>
        </p:spPr>
        <p:txBody>
          <a:bodyPr>
            <a:normAutofit/>
          </a:bodyPr>
          <a:lstStyle/>
          <a:p>
            <a:r>
              <a:rPr lang="en-US" altLang="zh-TW" sz="2800" dirty="0">
                <a:latin typeface="Times New Roman" panose="02020603050405020304" pitchFamily="18" charset="0"/>
                <a:cs typeface="Times New Roman" panose="02020603050405020304" pitchFamily="18" charset="0"/>
              </a:rPr>
              <a:t>A Branch Elimination-based Efficient Algorithm for Large-scale Multiple Longest Common Subsequence Problem</a:t>
            </a:r>
            <a:endParaRPr lang="zh-TW" altLang="en-US" sz="2800" dirty="0">
              <a:latin typeface="Times New Roman" panose="02020603050405020304" pitchFamily="18" charset="0"/>
              <a:cs typeface="Times New Roman" panose="02020603050405020304" pitchFamily="18" charset="0"/>
            </a:endParaRPr>
          </a:p>
        </p:txBody>
      </p:sp>
      <p:sp>
        <p:nvSpPr>
          <p:cNvPr id="3" name="副標題 2">
            <a:extLst>
              <a:ext uri="{FF2B5EF4-FFF2-40B4-BE49-F238E27FC236}">
                <a16:creationId xmlns:a16="http://schemas.microsoft.com/office/drawing/2014/main" id="{71E7239B-5619-42E5-947E-7CC9BEF1FE52}"/>
              </a:ext>
            </a:extLst>
          </p:cNvPr>
          <p:cNvSpPr>
            <a:spLocks noGrp="1"/>
          </p:cNvSpPr>
          <p:nvPr>
            <p:ph type="subTitle" idx="1"/>
          </p:nvPr>
        </p:nvSpPr>
        <p:spPr>
          <a:xfrm>
            <a:off x="1524000" y="3429000"/>
            <a:ext cx="9144000" cy="1177017"/>
          </a:xfrm>
        </p:spPr>
        <p:txBody>
          <a:bodyPr>
            <a:normAutofit/>
          </a:bodyPr>
          <a:lstStyle/>
          <a:p>
            <a:r>
              <a:rPr lang="en-US" altLang="zh-TW" sz="1600" dirty="0" err="1">
                <a:latin typeface="Times New Roman" panose="02020603050405020304" pitchFamily="18" charset="0"/>
                <a:cs typeface="Times New Roman" panose="02020603050405020304" pitchFamily="18" charset="0"/>
              </a:rPr>
              <a:t>Shiwei</a:t>
            </a:r>
            <a:r>
              <a:rPr lang="en-US" altLang="zh-TW" sz="1600" dirty="0">
                <a:latin typeface="Times New Roman" panose="02020603050405020304" pitchFamily="18" charset="0"/>
                <a:cs typeface="Times New Roman" panose="02020603050405020304" pitchFamily="18" charset="0"/>
              </a:rPr>
              <a:t> Wei, </a:t>
            </a:r>
            <a:r>
              <a:rPr lang="en-US" altLang="zh-TW" sz="1600" dirty="0" err="1">
                <a:latin typeface="Times New Roman" panose="02020603050405020304" pitchFamily="18" charset="0"/>
                <a:cs typeface="Times New Roman" panose="02020603050405020304" pitchFamily="18" charset="0"/>
              </a:rPr>
              <a:t>Yuping</a:t>
            </a:r>
            <a:r>
              <a:rPr lang="en-US" altLang="zh-TW" sz="1600" dirty="0">
                <a:latin typeface="Times New Roman" panose="02020603050405020304" pitchFamily="18" charset="0"/>
                <a:cs typeface="Times New Roman" panose="02020603050405020304" pitchFamily="18" charset="0"/>
              </a:rPr>
              <a:t> Wang, and </a:t>
            </a:r>
            <a:r>
              <a:rPr lang="en-US" altLang="zh-TW" sz="1600" dirty="0" err="1">
                <a:latin typeface="Times New Roman" panose="02020603050405020304" pitchFamily="18" charset="0"/>
                <a:cs typeface="Times New Roman" panose="02020603050405020304" pitchFamily="18" charset="0"/>
              </a:rPr>
              <a:t>Yiu-ming</a:t>
            </a:r>
            <a:r>
              <a:rPr lang="en-US" altLang="zh-TW" sz="1600" dirty="0">
                <a:latin typeface="Times New Roman" panose="02020603050405020304" pitchFamily="18" charset="0"/>
                <a:cs typeface="Times New Roman" panose="02020603050405020304" pitchFamily="18" charset="0"/>
              </a:rPr>
              <a:t> Cheung</a:t>
            </a:r>
          </a:p>
          <a:p>
            <a:r>
              <a:rPr lang="en-US" altLang="zh-TW" sz="1600" dirty="0">
                <a:latin typeface="Times New Roman" panose="02020603050405020304" pitchFamily="18" charset="0"/>
                <a:cs typeface="Times New Roman" panose="02020603050405020304" pitchFamily="18" charset="0"/>
              </a:rPr>
              <a:t> IEEE Transactions on Knowledge and Data Engineering,</a:t>
            </a:r>
            <a:r>
              <a:rPr lang="zh-TW" altLang="en-US" sz="1600" b="0" i="0" dirty="0">
                <a:solidFill>
                  <a:srgbClr val="333333"/>
                </a:solidFill>
                <a:effectLst/>
                <a:latin typeface="Arial" panose="020B0604020202020204" pitchFamily="34" charset="0"/>
              </a:rPr>
              <a:t> </a:t>
            </a:r>
            <a:r>
              <a:rPr lang="en-US" altLang="zh-TW" sz="1600" b="0" i="0" dirty="0">
                <a:solidFill>
                  <a:srgbClr val="333333"/>
                </a:solidFill>
                <a:effectLst/>
                <a:latin typeface="Arial" panose="020B0604020202020204" pitchFamily="34" charset="0"/>
              </a:rPr>
              <a:t>2021.09.30</a:t>
            </a:r>
            <a:endParaRPr lang="en-US" altLang="zh-TW" sz="1600" dirty="0">
              <a:latin typeface="Times New Roman" panose="02020603050405020304" pitchFamily="18" charset="0"/>
              <a:cs typeface="Times New Roman" panose="02020603050405020304" pitchFamily="18" charset="0"/>
            </a:endParaRPr>
          </a:p>
        </p:txBody>
      </p:sp>
      <p:sp>
        <p:nvSpPr>
          <p:cNvPr id="5" name="副標題 2">
            <a:extLst>
              <a:ext uri="{FF2B5EF4-FFF2-40B4-BE49-F238E27FC236}">
                <a16:creationId xmlns:a16="http://schemas.microsoft.com/office/drawing/2014/main" id="{E943A7B3-D75F-42BE-987F-B5D29452E318}"/>
              </a:ext>
            </a:extLst>
          </p:cNvPr>
          <p:cNvSpPr txBox="1">
            <a:spLocks/>
          </p:cNvSpPr>
          <p:nvPr/>
        </p:nvSpPr>
        <p:spPr>
          <a:xfrm>
            <a:off x="9177555" y="5393255"/>
            <a:ext cx="2471956" cy="820024"/>
          </a:xfrm>
          <a:prstGeom prst="rect">
            <a:avLst/>
          </a:prstGeom>
        </p:spPr>
        <p:txBody>
          <a:bodyPr vert="horz" lIns="91440" tIns="45720" rIns="91440" bIns="4572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r>
              <a:rPr lang="en-US" altLang="zh-TW" sz="1600" dirty="0">
                <a:latin typeface="Times New Roman" panose="02020603050405020304" pitchFamily="18" charset="0"/>
                <a:ea typeface="微軟正黑體" pitchFamily="34" charset="-120"/>
                <a:cs typeface="Times New Roman" panose="02020603050405020304" pitchFamily="18" charset="0"/>
              </a:rPr>
              <a:t>Presenter :</a:t>
            </a:r>
            <a:r>
              <a:rPr lang="zh-TW" altLang="en-US" sz="1600" dirty="0">
                <a:latin typeface="Times New Roman" panose="02020603050405020304" pitchFamily="18" charset="0"/>
                <a:ea typeface="微軟正黑體" pitchFamily="34" charset="-120"/>
                <a:cs typeface="Times New Roman" panose="02020603050405020304" pitchFamily="18" charset="0"/>
              </a:rPr>
              <a:t> </a:t>
            </a:r>
            <a:r>
              <a:rPr lang="en-US" altLang="zh-TW" sz="1600" dirty="0">
                <a:latin typeface="Times New Roman" panose="02020603050405020304" pitchFamily="18" charset="0"/>
                <a:cs typeface="Times New Roman" panose="02020603050405020304" pitchFamily="18" charset="0"/>
              </a:rPr>
              <a:t>Yu-Ju Liao</a:t>
            </a:r>
          </a:p>
          <a:p>
            <a:r>
              <a:rPr lang="en-US" altLang="zh-TW" sz="1600" dirty="0">
                <a:latin typeface="Times New Roman" panose="02020603050405020304" pitchFamily="18" charset="0"/>
                <a:ea typeface="微軟正黑體" pitchFamily="34" charset="-120"/>
                <a:cs typeface="Times New Roman" panose="02020603050405020304" pitchFamily="18" charset="0"/>
              </a:rPr>
              <a:t>Date :</a:t>
            </a:r>
            <a:r>
              <a:rPr lang="zh-TW" altLang="en-US" sz="1600" dirty="0">
                <a:latin typeface="Times New Roman" panose="02020603050405020304" pitchFamily="18" charset="0"/>
                <a:ea typeface="微軟正黑體" pitchFamily="34" charset="-120"/>
                <a:cs typeface="Times New Roman" panose="02020603050405020304" pitchFamily="18" charset="0"/>
              </a:rPr>
              <a:t> </a:t>
            </a:r>
            <a:r>
              <a:rPr lang="en-US" altLang="zh-TW" sz="1600" dirty="0" err="1">
                <a:latin typeface="Times New Roman" panose="02020603050405020304" pitchFamily="18" charset="0"/>
                <a:ea typeface="微軟正黑體" pitchFamily="34" charset="-120"/>
                <a:cs typeface="Times New Roman" panose="02020603050405020304" pitchFamily="18" charset="0"/>
              </a:rPr>
              <a:t>Oec</a:t>
            </a:r>
            <a:r>
              <a:rPr lang="en-US" altLang="zh-TW" sz="1600" dirty="0">
                <a:latin typeface="Times New Roman" panose="02020603050405020304" pitchFamily="18" charset="0"/>
                <a:ea typeface="微軟正黑體" pitchFamily="34" charset="-120"/>
                <a:cs typeface="Times New Roman" panose="02020603050405020304" pitchFamily="18" charset="0"/>
              </a:rPr>
              <a:t>.</a:t>
            </a:r>
            <a:r>
              <a:rPr lang="en-US" altLang="zh-TW" sz="1600" dirty="0">
                <a:latin typeface="Times New Roman" panose="02020603050405020304" pitchFamily="18" charset="0"/>
                <a:cs typeface="Times New Roman" panose="02020603050405020304" pitchFamily="18" charset="0"/>
              </a:rPr>
              <a:t> </a:t>
            </a:r>
            <a:r>
              <a:rPr lang="en-US" altLang="zh-TW" sz="1600">
                <a:latin typeface="Times New Roman" panose="02020603050405020304" pitchFamily="18" charset="0"/>
                <a:cs typeface="Times New Roman" panose="02020603050405020304" pitchFamily="18" charset="0"/>
              </a:rPr>
              <a:t>15, </a:t>
            </a:r>
            <a:r>
              <a:rPr lang="en-US" altLang="zh-TW" sz="1600" dirty="0">
                <a:latin typeface="Times New Roman" panose="02020603050405020304" pitchFamily="18" charset="0"/>
                <a:cs typeface="Times New Roman" panose="02020603050405020304" pitchFamily="18" charset="0"/>
              </a:rPr>
              <a:t>2021</a:t>
            </a:r>
            <a:endParaRPr lang="zh-TW" altLang="en-US" sz="16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31090556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D3BF29CD-F8CF-4F47-92BE-649B84536DD9}"/>
              </a:ext>
            </a:extLst>
          </p:cNvPr>
          <p:cNvSpPr>
            <a:spLocks noGrp="1"/>
          </p:cNvSpPr>
          <p:nvPr>
            <p:ph type="title"/>
          </p:nvPr>
        </p:nvSpPr>
        <p:spPr/>
        <p:txBody>
          <a:bodyPr/>
          <a:lstStyle/>
          <a:p>
            <a:r>
              <a:rPr lang="en-US" altLang="zh-TW" dirty="0">
                <a:latin typeface="Times New Roman" panose="02020603050405020304" pitchFamily="18" charset="0"/>
                <a:cs typeface="Times New Roman" panose="02020603050405020304" pitchFamily="18" charset="0"/>
              </a:rPr>
              <a:t>Abstract</a:t>
            </a:r>
            <a:endParaRPr lang="zh-TW" altLang="en-US" dirty="0">
              <a:latin typeface="Times New Roman" panose="02020603050405020304" pitchFamily="18" charset="0"/>
              <a:cs typeface="Times New Roman" panose="02020603050405020304" pitchFamily="18" charset="0"/>
            </a:endParaRPr>
          </a:p>
        </p:txBody>
      </p:sp>
      <p:sp>
        <p:nvSpPr>
          <p:cNvPr id="3" name="內容版面配置區 2">
            <a:extLst>
              <a:ext uri="{FF2B5EF4-FFF2-40B4-BE49-F238E27FC236}">
                <a16:creationId xmlns:a16="http://schemas.microsoft.com/office/drawing/2014/main" id="{5444A68A-3CE0-4A7F-9A14-0740120E091F}"/>
              </a:ext>
            </a:extLst>
          </p:cNvPr>
          <p:cNvSpPr>
            <a:spLocks noGrp="1"/>
          </p:cNvSpPr>
          <p:nvPr>
            <p:ph idx="1"/>
          </p:nvPr>
        </p:nvSpPr>
        <p:spPr>
          <a:xfrm>
            <a:off x="609600" y="1850944"/>
            <a:ext cx="10972800" cy="4351338"/>
          </a:xfrm>
        </p:spPr>
        <p:txBody>
          <a:bodyPr>
            <a:noAutofit/>
          </a:bodyPr>
          <a:lstStyle/>
          <a:p>
            <a:pPr marL="0" indent="0">
              <a:buNone/>
            </a:pPr>
            <a:r>
              <a:rPr lang="en-US" altLang="zh-TW" dirty="0">
                <a:latin typeface="Times New Roman" panose="02020603050405020304" pitchFamily="18" charset="0"/>
                <a:cs typeface="Times New Roman" panose="02020603050405020304" pitchFamily="18" charset="0"/>
              </a:rPr>
              <a:t>It is a key issue to find out all longest common subsequences of multiple sequences over a set of finite alphabets, namely MLCS problem, in computational biology, pattern recognition and information retrieval, to name a few. However, it is very challenging to tackle the large-scale MLCS problem effectively and efficiently due to the high complexity of time and space. To this end, this paper will therefore propose a Branch Elimination-based Space and Time efficient algorithm called BEST-MLCS, which includes the following four key strategies: 1) Estimation scheme for the lower bound of the length of MLCS. 2) Estimation scheme for the upper bound of the length of the paths through the current match point. </a:t>
            </a:r>
            <a:endParaRPr lang="zh-TW" alt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33959171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D3BF29CD-F8CF-4F47-92BE-649B84536DD9}"/>
              </a:ext>
            </a:extLst>
          </p:cNvPr>
          <p:cNvSpPr>
            <a:spLocks noGrp="1"/>
          </p:cNvSpPr>
          <p:nvPr>
            <p:ph type="title"/>
          </p:nvPr>
        </p:nvSpPr>
        <p:spPr/>
        <p:txBody>
          <a:bodyPr/>
          <a:lstStyle/>
          <a:p>
            <a:r>
              <a:rPr lang="en-US" altLang="zh-TW" dirty="0">
                <a:latin typeface="Times New Roman" panose="02020603050405020304" pitchFamily="18" charset="0"/>
                <a:cs typeface="Times New Roman" panose="02020603050405020304" pitchFamily="18" charset="0"/>
              </a:rPr>
              <a:t>Abstract</a:t>
            </a:r>
            <a:endParaRPr lang="zh-TW" altLang="en-US" dirty="0">
              <a:latin typeface="Times New Roman" panose="02020603050405020304" pitchFamily="18" charset="0"/>
              <a:cs typeface="Times New Roman" panose="02020603050405020304" pitchFamily="18" charset="0"/>
            </a:endParaRPr>
          </a:p>
        </p:txBody>
      </p:sp>
      <p:sp>
        <p:nvSpPr>
          <p:cNvPr id="3" name="內容版面配置區 2">
            <a:extLst>
              <a:ext uri="{FF2B5EF4-FFF2-40B4-BE49-F238E27FC236}">
                <a16:creationId xmlns:a16="http://schemas.microsoft.com/office/drawing/2014/main" id="{5444A68A-3CE0-4A7F-9A14-0740120E091F}"/>
              </a:ext>
            </a:extLst>
          </p:cNvPr>
          <p:cNvSpPr>
            <a:spLocks noGrp="1"/>
          </p:cNvSpPr>
          <p:nvPr>
            <p:ph idx="1"/>
          </p:nvPr>
        </p:nvSpPr>
        <p:spPr>
          <a:xfrm>
            <a:off x="609600" y="1850944"/>
            <a:ext cx="10972800" cy="4351338"/>
          </a:xfrm>
        </p:spPr>
        <p:txBody>
          <a:bodyPr>
            <a:noAutofit/>
          </a:bodyPr>
          <a:lstStyle/>
          <a:p>
            <a:pPr marL="0" indent="0">
              <a:buNone/>
            </a:pPr>
            <a:r>
              <a:rPr lang="en-US" altLang="zh-TW" dirty="0">
                <a:latin typeface="Times New Roman" panose="02020603050405020304" pitchFamily="18" charset="0"/>
                <a:cs typeface="Times New Roman" panose="02020603050405020304" pitchFamily="18" charset="0"/>
              </a:rPr>
              <a:t>3) Branch elimination strategy by finding all useless match points and removing the branches not on the longest paths. 4) A new Directed Acyclic Graph (DAG) construction method for constructing the smallest DAG among the existing ones. As a result, the proposed algorithm BEST-MLCS can save a lot of space and time and can handle much larger scale MLCS problems than the existing algorithms. Extensive experiments conducted on biological DNA sequences show that the performance of the proposed algorithm BEST MLCS outperforms three state-of-the-art algorithms in terms of run time and memory consumption.</a:t>
            </a:r>
          </a:p>
        </p:txBody>
      </p:sp>
    </p:spTree>
    <p:extLst>
      <p:ext uri="{BB962C8B-B14F-4D97-AF65-F5344CB8AC3E}">
        <p14:creationId xmlns:p14="http://schemas.microsoft.com/office/powerpoint/2010/main" val="8038956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D6A8277B-EDA6-452C-9F3A-ACBBCEC32FC4}"/>
              </a:ext>
            </a:extLst>
          </p:cNvPr>
          <p:cNvSpPr>
            <a:spLocks noGrp="1"/>
          </p:cNvSpPr>
          <p:nvPr>
            <p:ph type="title"/>
          </p:nvPr>
        </p:nvSpPr>
        <p:spPr/>
        <p:txBody>
          <a:bodyPr/>
          <a:lstStyle/>
          <a:p>
            <a:r>
              <a:rPr lang="en-US" altLang="zh-TW" sz="4400" dirty="0">
                <a:latin typeface="Times New Roman" panose="02020603050405020304" pitchFamily="18" charset="0"/>
                <a:cs typeface="Times New Roman" panose="02020603050405020304" pitchFamily="18" charset="0"/>
              </a:rPr>
              <a:t>DAG</a:t>
            </a:r>
          </a:p>
        </p:txBody>
      </p:sp>
      <p:pic>
        <p:nvPicPr>
          <p:cNvPr id="5" name="圖片 4">
            <a:extLst>
              <a:ext uri="{FF2B5EF4-FFF2-40B4-BE49-F238E27FC236}">
                <a16:creationId xmlns:a16="http://schemas.microsoft.com/office/drawing/2014/main" id="{463564DC-CE38-4A84-9263-301FC53F12AE}"/>
              </a:ext>
            </a:extLst>
          </p:cNvPr>
          <p:cNvPicPr>
            <a:picLocks noChangeAspect="1"/>
          </p:cNvPicPr>
          <p:nvPr/>
        </p:nvPicPr>
        <p:blipFill>
          <a:blip r:embed="rId3"/>
          <a:stretch>
            <a:fillRect/>
          </a:stretch>
        </p:blipFill>
        <p:spPr>
          <a:xfrm>
            <a:off x="4318531" y="1848564"/>
            <a:ext cx="7810623" cy="4835996"/>
          </a:xfrm>
          <a:prstGeom prst="rect">
            <a:avLst/>
          </a:prstGeom>
        </p:spPr>
      </p:pic>
      <p:sp>
        <p:nvSpPr>
          <p:cNvPr id="7" name="文字方塊 6">
            <a:extLst>
              <a:ext uri="{FF2B5EF4-FFF2-40B4-BE49-F238E27FC236}">
                <a16:creationId xmlns:a16="http://schemas.microsoft.com/office/drawing/2014/main" id="{09D3DB63-0DA5-4648-8ED6-4E0C85E29EEF}"/>
              </a:ext>
            </a:extLst>
          </p:cNvPr>
          <p:cNvSpPr txBox="1"/>
          <p:nvPr/>
        </p:nvSpPr>
        <p:spPr>
          <a:xfrm>
            <a:off x="1463512" y="1506022"/>
            <a:ext cx="6094428" cy="830997"/>
          </a:xfrm>
          <a:prstGeom prst="rect">
            <a:avLst/>
          </a:prstGeom>
          <a:noFill/>
        </p:spPr>
        <p:txBody>
          <a:bodyPr wrap="square">
            <a:spAutoFit/>
          </a:bodyPr>
          <a:lstStyle/>
          <a:p>
            <a:pPr marL="285750" indent="-285750">
              <a:buFont typeface="Arial" panose="020B0604020202020204" pitchFamily="34" charset="0"/>
              <a:buChar char="•"/>
            </a:pPr>
            <a:r>
              <a:rPr lang="en-US" altLang="zh-TW" sz="2400" dirty="0"/>
              <a:t>S</a:t>
            </a:r>
            <a:r>
              <a:rPr lang="en-US" altLang="zh-TW" sz="2400" baseline="-25000" dirty="0"/>
              <a:t>1</a:t>
            </a:r>
            <a:r>
              <a:rPr lang="en-US" altLang="zh-TW" sz="2400" dirty="0"/>
              <a:t> = G</a:t>
            </a:r>
            <a:r>
              <a:rPr lang="en-US" altLang="zh-TW" sz="2400" dirty="0">
                <a:solidFill>
                  <a:srgbClr val="FF0000"/>
                </a:solidFill>
              </a:rPr>
              <a:t>A</a:t>
            </a:r>
            <a:r>
              <a:rPr lang="en-US" altLang="zh-TW" sz="2400" dirty="0"/>
              <a:t>AGCGTA </a:t>
            </a:r>
          </a:p>
          <a:p>
            <a:pPr marL="285750" indent="-285750">
              <a:buFont typeface="Arial" panose="020B0604020202020204" pitchFamily="34" charset="0"/>
              <a:buChar char="•"/>
            </a:pPr>
            <a:r>
              <a:rPr lang="en-US" altLang="zh-TW" sz="2400" dirty="0"/>
              <a:t>S</a:t>
            </a:r>
            <a:r>
              <a:rPr lang="en-US" altLang="zh-TW" sz="2400" baseline="-25000" dirty="0"/>
              <a:t>2</a:t>
            </a:r>
            <a:r>
              <a:rPr lang="en-US" altLang="zh-TW" sz="2400" dirty="0"/>
              <a:t> = </a:t>
            </a:r>
            <a:r>
              <a:rPr lang="en-US" altLang="zh-TW" sz="2400" dirty="0">
                <a:solidFill>
                  <a:srgbClr val="FF0000"/>
                </a:solidFill>
              </a:rPr>
              <a:t>A</a:t>
            </a:r>
            <a:r>
              <a:rPr lang="en-US" altLang="zh-TW" sz="2400" dirty="0"/>
              <a:t>GTCTGAC</a:t>
            </a:r>
            <a:endParaRPr lang="zh-TW" altLang="en-US" sz="2400" dirty="0"/>
          </a:p>
        </p:txBody>
      </p:sp>
      <p:pic>
        <p:nvPicPr>
          <p:cNvPr id="9" name="圖片 8">
            <a:extLst>
              <a:ext uri="{FF2B5EF4-FFF2-40B4-BE49-F238E27FC236}">
                <a16:creationId xmlns:a16="http://schemas.microsoft.com/office/drawing/2014/main" id="{DA4DC225-5165-497D-AF26-2CC228555BB7}"/>
              </a:ext>
            </a:extLst>
          </p:cNvPr>
          <p:cNvPicPr>
            <a:picLocks noChangeAspect="1"/>
          </p:cNvPicPr>
          <p:nvPr/>
        </p:nvPicPr>
        <p:blipFill>
          <a:blip r:embed="rId4"/>
          <a:stretch>
            <a:fillRect/>
          </a:stretch>
        </p:blipFill>
        <p:spPr>
          <a:xfrm>
            <a:off x="277985" y="2482159"/>
            <a:ext cx="4024835" cy="4202401"/>
          </a:xfrm>
          <a:prstGeom prst="rect">
            <a:avLst/>
          </a:prstGeom>
        </p:spPr>
      </p:pic>
      <p:sp>
        <p:nvSpPr>
          <p:cNvPr id="6" name="橢圓 5">
            <a:extLst>
              <a:ext uri="{FF2B5EF4-FFF2-40B4-BE49-F238E27FC236}">
                <a16:creationId xmlns:a16="http://schemas.microsoft.com/office/drawing/2014/main" id="{5A8AE78F-75B2-456C-B7E9-CBD9CC62FB22}"/>
              </a:ext>
            </a:extLst>
          </p:cNvPr>
          <p:cNvSpPr/>
          <p:nvPr/>
        </p:nvSpPr>
        <p:spPr>
          <a:xfrm>
            <a:off x="5451702" y="2917595"/>
            <a:ext cx="1128208" cy="691233"/>
          </a:xfrm>
          <a:prstGeom prst="ellipse">
            <a:avLst/>
          </a:prstGeom>
          <a:noFill/>
          <a:ln w="571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solidFill>
                <a:srgbClr val="FF0000"/>
              </a:solidFill>
            </a:endParaRPr>
          </a:p>
        </p:txBody>
      </p:sp>
    </p:spTree>
    <p:extLst>
      <p:ext uri="{BB962C8B-B14F-4D97-AF65-F5344CB8AC3E}">
        <p14:creationId xmlns:p14="http://schemas.microsoft.com/office/powerpoint/2010/main" val="38682962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D6A8277B-EDA6-452C-9F3A-ACBBCEC32FC4}"/>
              </a:ext>
            </a:extLst>
          </p:cNvPr>
          <p:cNvSpPr>
            <a:spLocks noGrp="1"/>
          </p:cNvSpPr>
          <p:nvPr>
            <p:ph type="title"/>
          </p:nvPr>
        </p:nvSpPr>
        <p:spPr/>
        <p:txBody>
          <a:bodyPr/>
          <a:lstStyle/>
          <a:p>
            <a:r>
              <a:rPr lang="en-US" altLang="zh-TW" sz="4400" dirty="0">
                <a:latin typeface="Times New Roman" panose="02020603050405020304" pitchFamily="18" charset="0"/>
                <a:cs typeface="Times New Roman" panose="02020603050405020304" pitchFamily="18" charset="0"/>
              </a:rPr>
              <a:t>DAG</a:t>
            </a:r>
          </a:p>
        </p:txBody>
      </p:sp>
      <p:pic>
        <p:nvPicPr>
          <p:cNvPr id="5" name="圖片 4">
            <a:extLst>
              <a:ext uri="{FF2B5EF4-FFF2-40B4-BE49-F238E27FC236}">
                <a16:creationId xmlns:a16="http://schemas.microsoft.com/office/drawing/2014/main" id="{463564DC-CE38-4A84-9263-301FC53F12AE}"/>
              </a:ext>
            </a:extLst>
          </p:cNvPr>
          <p:cNvPicPr>
            <a:picLocks noChangeAspect="1"/>
          </p:cNvPicPr>
          <p:nvPr/>
        </p:nvPicPr>
        <p:blipFill>
          <a:blip r:embed="rId3"/>
          <a:stretch>
            <a:fillRect/>
          </a:stretch>
        </p:blipFill>
        <p:spPr>
          <a:xfrm>
            <a:off x="4318531" y="1848564"/>
            <a:ext cx="7810623" cy="4835996"/>
          </a:xfrm>
          <a:prstGeom prst="rect">
            <a:avLst/>
          </a:prstGeom>
        </p:spPr>
      </p:pic>
      <p:sp>
        <p:nvSpPr>
          <p:cNvPr id="7" name="文字方塊 6">
            <a:extLst>
              <a:ext uri="{FF2B5EF4-FFF2-40B4-BE49-F238E27FC236}">
                <a16:creationId xmlns:a16="http://schemas.microsoft.com/office/drawing/2014/main" id="{09D3DB63-0DA5-4648-8ED6-4E0C85E29EEF}"/>
              </a:ext>
            </a:extLst>
          </p:cNvPr>
          <p:cNvSpPr txBox="1"/>
          <p:nvPr/>
        </p:nvSpPr>
        <p:spPr>
          <a:xfrm>
            <a:off x="1463512" y="1506022"/>
            <a:ext cx="6094428" cy="830997"/>
          </a:xfrm>
          <a:prstGeom prst="rect">
            <a:avLst/>
          </a:prstGeom>
          <a:noFill/>
        </p:spPr>
        <p:txBody>
          <a:bodyPr wrap="square">
            <a:spAutoFit/>
          </a:bodyPr>
          <a:lstStyle/>
          <a:p>
            <a:pPr marL="285750" indent="-285750">
              <a:buFont typeface="Arial" panose="020B0604020202020204" pitchFamily="34" charset="0"/>
              <a:buChar char="•"/>
            </a:pPr>
            <a:r>
              <a:rPr lang="en-US" altLang="zh-TW" sz="2400" dirty="0"/>
              <a:t>S</a:t>
            </a:r>
            <a:r>
              <a:rPr lang="en-US" altLang="zh-TW" sz="2400" baseline="-25000" dirty="0"/>
              <a:t>1</a:t>
            </a:r>
            <a:r>
              <a:rPr lang="en-US" altLang="zh-TW" sz="2400" dirty="0"/>
              <a:t> = GAAG</a:t>
            </a:r>
            <a:r>
              <a:rPr lang="en-US" altLang="zh-TW" sz="2400" dirty="0">
                <a:solidFill>
                  <a:srgbClr val="FF0000"/>
                </a:solidFill>
              </a:rPr>
              <a:t>C</a:t>
            </a:r>
            <a:r>
              <a:rPr lang="en-US" altLang="zh-TW" sz="2400" dirty="0"/>
              <a:t>GTA </a:t>
            </a:r>
          </a:p>
          <a:p>
            <a:pPr marL="285750" indent="-285750">
              <a:buFont typeface="Arial" panose="020B0604020202020204" pitchFamily="34" charset="0"/>
              <a:buChar char="•"/>
            </a:pPr>
            <a:r>
              <a:rPr lang="en-US" altLang="zh-TW" sz="2400" dirty="0"/>
              <a:t>S</a:t>
            </a:r>
            <a:r>
              <a:rPr lang="en-US" altLang="zh-TW" sz="2400" baseline="-25000" dirty="0"/>
              <a:t>2</a:t>
            </a:r>
            <a:r>
              <a:rPr lang="en-US" altLang="zh-TW" sz="2400" dirty="0"/>
              <a:t> = AGT</a:t>
            </a:r>
            <a:r>
              <a:rPr lang="en-US" altLang="zh-TW" sz="2400" dirty="0">
                <a:solidFill>
                  <a:srgbClr val="FF0000"/>
                </a:solidFill>
              </a:rPr>
              <a:t>C</a:t>
            </a:r>
            <a:r>
              <a:rPr lang="en-US" altLang="zh-TW" sz="2400" dirty="0"/>
              <a:t>TGAC</a:t>
            </a:r>
            <a:endParaRPr lang="zh-TW" altLang="en-US" sz="2400" dirty="0"/>
          </a:p>
        </p:txBody>
      </p:sp>
      <p:pic>
        <p:nvPicPr>
          <p:cNvPr id="9" name="圖片 8">
            <a:extLst>
              <a:ext uri="{FF2B5EF4-FFF2-40B4-BE49-F238E27FC236}">
                <a16:creationId xmlns:a16="http://schemas.microsoft.com/office/drawing/2014/main" id="{DA4DC225-5165-497D-AF26-2CC228555BB7}"/>
              </a:ext>
            </a:extLst>
          </p:cNvPr>
          <p:cNvPicPr>
            <a:picLocks noChangeAspect="1"/>
          </p:cNvPicPr>
          <p:nvPr/>
        </p:nvPicPr>
        <p:blipFill>
          <a:blip r:embed="rId4"/>
          <a:stretch>
            <a:fillRect/>
          </a:stretch>
        </p:blipFill>
        <p:spPr>
          <a:xfrm>
            <a:off x="277985" y="2482159"/>
            <a:ext cx="4024835" cy="4202401"/>
          </a:xfrm>
          <a:prstGeom prst="rect">
            <a:avLst/>
          </a:prstGeom>
        </p:spPr>
      </p:pic>
      <p:sp>
        <p:nvSpPr>
          <p:cNvPr id="6" name="橢圓 5">
            <a:extLst>
              <a:ext uri="{FF2B5EF4-FFF2-40B4-BE49-F238E27FC236}">
                <a16:creationId xmlns:a16="http://schemas.microsoft.com/office/drawing/2014/main" id="{5A8AE78F-75B2-456C-B7E9-CBD9CC62FB22}"/>
              </a:ext>
            </a:extLst>
          </p:cNvPr>
          <p:cNvSpPr/>
          <p:nvPr/>
        </p:nvSpPr>
        <p:spPr>
          <a:xfrm>
            <a:off x="5531896" y="4039384"/>
            <a:ext cx="1128208" cy="691233"/>
          </a:xfrm>
          <a:prstGeom prst="ellipse">
            <a:avLst/>
          </a:prstGeom>
          <a:noFill/>
          <a:ln w="571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solidFill>
                <a:srgbClr val="FF0000"/>
              </a:solidFill>
            </a:endParaRPr>
          </a:p>
        </p:txBody>
      </p:sp>
    </p:spTree>
    <p:extLst>
      <p:ext uri="{BB962C8B-B14F-4D97-AF65-F5344CB8AC3E}">
        <p14:creationId xmlns:p14="http://schemas.microsoft.com/office/powerpoint/2010/main" val="389814292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D6A8277B-EDA6-452C-9F3A-ACBBCEC32FC4}"/>
              </a:ext>
            </a:extLst>
          </p:cNvPr>
          <p:cNvSpPr>
            <a:spLocks noGrp="1"/>
          </p:cNvSpPr>
          <p:nvPr>
            <p:ph type="title"/>
          </p:nvPr>
        </p:nvSpPr>
        <p:spPr/>
        <p:txBody>
          <a:bodyPr/>
          <a:lstStyle/>
          <a:p>
            <a:r>
              <a:rPr lang="en-US" altLang="zh-TW" dirty="0">
                <a:latin typeface="Times New Roman" panose="02020603050405020304" pitchFamily="18" charset="0"/>
                <a:cs typeface="Times New Roman" panose="02020603050405020304" pitchFamily="18" charset="0"/>
              </a:rPr>
              <a:t> Quick Estimation of Lower Bound</a:t>
            </a:r>
            <a:endParaRPr lang="zh-TW" altLang="en-US" dirty="0">
              <a:latin typeface="Times New Roman" panose="02020603050405020304" pitchFamily="18" charset="0"/>
              <a:cs typeface="Times New Roman" panose="02020603050405020304" pitchFamily="18" charset="0"/>
            </a:endParaRPr>
          </a:p>
        </p:txBody>
      </p:sp>
      <p:pic>
        <p:nvPicPr>
          <p:cNvPr id="8" name="圖片 7">
            <a:extLst>
              <a:ext uri="{FF2B5EF4-FFF2-40B4-BE49-F238E27FC236}">
                <a16:creationId xmlns:a16="http://schemas.microsoft.com/office/drawing/2014/main" id="{8D45F2CF-535D-4134-949D-F8A9CE2A2497}"/>
              </a:ext>
            </a:extLst>
          </p:cNvPr>
          <p:cNvPicPr>
            <a:picLocks noChangeAspect="1"/>
          </p:cNvPicPr>
          <p:nvPr/>
        </p:nvPicPr>
        <p:blipFill>
          <a:blip r:embed="rId3"/>
          <a:stretch>
            <a:fillRect/>
          </a:stretch>
        </p:blipFill>
        <p:spPr>
          <a:xfrm>
            <a:off x="909637" y="2599122"/>
            <a:ext cx="10372725" cy="3257550"/>
          </a:xfrm>
          <a:prstGeom prst="rect">
            <a:avLst/>
          </a:prstGeom>
        </p:spPr>
      </p:pic>
      <p:sp>
        <p:nvSpPr>
          <p:cNvPr id="11" name="橢圓 10">
            <a:extLst>
              <a:ext uri="{FF2B5EF4-FFF2-40B4-BE49-F238E27FC236}">
                <a16:creationId xmlns:a16="http://schemas.microsoft.com/office/drawing/2014/main" id="{84E296BB-1088-4CE4-9732-806207277862}"/>
              </a:ext>
            </a:extLst>
          </p:cNvPr>
          <p:cNvSpPr/>
          <p:nvPr/>
        </p:nvSpPr>
        <p:spPr>
          <a:xfrm>
            <a:off x="8458851" y="2746860"/>
            <a:ext cx="1392159" cy="830997"/>
          </a:xfrm>
          <a:prstGeom prst="ellipse">
            <a:avLst/>
          </a:prstGeom>
          <a:noFill/>
          <a:ln w="571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solidFill>
                <a:srgbClr val="FF0000"/>
              </a:solidFill>
            </a:endParaRPr>
          </a:p>
        </p:txBody>
      </p:sp>
      <p:sp>
        <p:nvSpPr>
          <p:cNvPr id="7" name="文字方塊 6">
            <a:extLst>
              <a:ext uri="{FF2B5EF4-FFF2-40B4-BE49-F238E27FC236}">
                <a16:creationId xmlns:a16="http://schemas.microsoft.com/office/drawing/2014/main" id="{7D606E7A-73A5-4D6F-A06C-6C6BB9FDD049}"/>
              </a:ext>
            </a:extLst>
          </p:cNvPr>
          <p:cNvSpPr txBox="1"/>
          <p:nvPr/>
        </p:nvSpPr>
        <p:spPr>
          <a:xfrm>
            <a:off x="1463512" y="1506022"/>
            <a:ext cx="6094428" cy="1200329"/>
          </a:xfrm>
          <a:prstGeom prst="rect">
            <a:avLst/>
          </a:prstGeom>
          <a:noFill/>
        </p:spPr>
        <p:txBody>
          <a:bodyPr wrap="square">
            <a:spAutoFit/>
          </a:bodyPr>
          <a:lstStyle/>
          <a:p>
            <a:pPr marL="285750" indent="-285750">
              <a:buFont typeface="Arial" panose="020B0604020202020204" pitchFamily="34" charset="0"/>
              <a:buChar char="•"/>
            </a:pPr>
            <a:r>
              <a:rPr lang="en-US" altLang="zh-TW" sz="2400" dirty="0"/>
              <a:t>S</a:t>
            </a:r>
            <a:r>
              <a:rPr lang="en-US" altLang="zh-TW" sz="2400" baseline="-25000" dirty="0"/>
              <a:t>1</a:t>
            </a:r>
            <a:r>
              <a:rPr lang="en-US" altLang="zh-TW" sz="2400" dirty="0"/>
              <a:t> = GAAGCGTA </a:t>
            </a:r>
          </a:p>
          <a:p>
            <a:pPr marL="285750" indent="-285750">
              <a:buFont typeface="Arial" panose="020B0604020202020204" pitchFamily="34" charset="0"/>
              <a:buChar char="•"/>
            </a:pPr>
            <a:r>
              <a:rPr lang="en-US" altLang="zh-TW" sz="2400" dirty="0"/>
              <a:t>S</a:t>
            </a:r>
            <a:r>
              <a:rPr lang="en-US" altLang="zh-TW" sz="2400" baseline="-25000" dirty="0"/>
              <a:t>2</a:t>
            </a:r>
            <a:r>
              <a:rPr lang="en-US" altLang="zh-TW" sz="2400" dirty="0"/>
              <a:t> = AGTCTGAC</a:t>
            </a:r>
          </a:p>
          <a:p>
            <a:pPr marL="285750" indent="-285750">
              <a:buFont typeface="Arial" panose="020B0604020202020204" pitchFamily="34" charset="0"/>
              <a:buChar char="•"/>
            </a:pPr>
            <a:r>
              <a:rPr lang="zh-TW" altLang="en-US" sz="2400" dirty="0"/>
              <a:t> </a:t>
            </a:r>
            <a:r>
              <a:rPr lang="en-US" altLang="zh-TW" sz="2400" dirty="0"/>
              <a:t>k = 2</a:t>
            </a:r>
            <a:endParaRPr lang="zh-TW" altLang="en-US" sz="2400" dirty="0"/>
          </a:p>
        </p:txBody>
      </p:sp>
    </p:spTree>
    <p:extLst>
      <p:ext uri="{BB962C8B-B14F-4D97-AF65-F5344CB8AC3E}">
        <p14:creationId xmlns:p14="http://schemas.microsoft.com/office/powerpoint/2010/main" val="243648943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D6A8277B-EDA6-452C-9F3A-ACBBCEC32FC4}"/>
              </a:ext>
            </a:extLst>
          </p:cNvPr>
          <p:cNvSpPr>
            <a:spLocks noGrp="1"/>
          </p:cNvSpPr>
          <p:nvPr>
            <p:ph type="title"/>
          </p:nvPr>
        </p:nvSpPr>
        <p:spPr/>
        <p:txBody>
          <a:bodyPr/>
          <a:lstStyle/>
          <a:p>
            <a:r>
              <a:rPr lang="en-US" altLang="zh-TW" dirty="0">
                <a:latin typeface="Times New Roman" panose="02020603050405020304" pitchFamily="18" charset="0"/>
                <a:cs typeface="Times New Roman" panose="02020603050405020304" pitchFamily="18" charset="0"/>
              </a:rPr>
              <a:t> Efficient Estimation of Upper Bound</a:t>
            </a:r>
            <a:endParaRPr lang="zh-TW" altLang="en-US" dirty="0">
              <a:latin typeface="Times New Roman" panose="02020603050405020304" pitchFamily="18" charset="0"/>
              <a:cs typeface="Times New Roman" panose="02020603050405020304" pitchFamily="18" charset="0"/>
            </a:endParaRPr>
          </a:p>
        </p:txBody>
      </p:sp>
      <p:sp>
        <p:nvSpPr>
          <p:cNvPr id="8" name="文字方塊 7">
            <a:extLst>
              <a:ext uri="{FF2B5EF4-FFF2-40B4-BE49-F238E27FC236}">
                <a16:creationId xmlns:a16="http://schemas.microsoft.com/office/drawing/2014/main" id="{F39A4CCD-4FB7-427F-994E-C4A8021A9A0A}"/>
              </a:ext>
            </a:extLst>
          </p:cNvPr>
          <p:cNvSpPr txBox="1"/>
          <p:nvPr/>
        </p:nvSpPr>
        <p:spPr>
          <a:xfrm>
            <a:off x="838200" y="1523486"/>
            <a:ext cx="8623685" cy="461665"/>
          </a:xfrm>
          <a:prstGeom prst="rect">
            <a:avLst/>
          </a:prstGeom>
          <a:noFill/>
        </p:spPr>
        <p:txBody>
          <a:bodyPr wrap="square">
            <a:spAutoFit/>
          </a:bodyPr>
          <a:lstStyle/>
          <a:p>
            <a:pPr marL="285750" indent="-285750">
              <a:buFont typeface="Arial" panose="020B0604020202020204" pitchFamily="34" charset="0"/>
              <a:buChar char="•"/>
            </a:pPr>
            <a:r>
              <a:rPr lang="en-US" altLang="zh-TW" sz="2400" dirty="0"/>
              <a:t>U(p,∞) = ∑ </a:t>
            </a:r>
            <a:r>
              <a:rPr lang="el-GR" altLang="zh-TW" sz="2400" baseline="-25000" dirty="0"/>
              <a:t>σ∈Σ</a:t>
            </a:r>
            <a:r>
              <a:rPr lang="el-GR" altLang="zh-TW" sz="2400" dirty="0"/>
              <a:t> </a:t>
            </a:r>
            <a:r>
              <a:rPr lang="en-US" altLang="zh-TW" sz="2400" dirty="0"/>
              <a:t>min{num</a:t>
            </a:r>
            <a:r>
              <a:rPr lang="en-US" altLang="zh-TW" sz="2400" baseline="-25000" dirty="0"/>
              <a:t>s1</a:t>
            </a:r>
            <a:r>
              <a:rPr lang="en-US" altLang="zh-TW" sz="2400" dirty="0"/>
              <a:t> (</a:t>
            </a:r>
            <a:r>
              <a:rPr lang="el-GR" altLang="zh-TW" sz="2400" dirty="0"/>
              <a:t>σ, </a:t>
            </a:r>
            <a:r>
              <a:rPr lang="en-US" altLang="zh-TW" sz="2400" dirty="0"/>
              <a:t>p</a:t>
            </a:r>
            <a:r>
              <a:rPr lang="en-US" altLang="zh-TW" sz="2400" baseline="-25000" dirty="0"/>
              <a:t>1</a:t>
            </a:r>
            <a:r>
              <a:rPr lang="en-US" altLang="zh-TW" sz="2400" dirty="0"/>
              <a:t>), num</a:t>
            </a:r>
            <a:r>
              <a:rPr lang="en-US" altLang="zh-TW" sz="2400" baseline="-25000" dirty="0"/>
              <a:t>s2</a:t>
            </a:r>
            <a:r>
              <a:rPr lang="en-US" altLang="zh-TW" sz="2400" dirty="0"/>
              <a:t> (</a:t>
            </a:r>
            <a:r>
              <a:rPr lang="el-GR" altLang="zh-TW" sz="2400" dirty="0"/>
              <a:t>σ, </a:t>
            </a:r>
            <a:r>
              <a:rPr lang="en-US" altLang="zh-TW" sz="2400" dirty="0"/>
              <a:t>p</a:t>
            </a:r>
            <a:r>
              <a:rPr lang="en-US" altLang="zh-TW" sz="2400" baseline="-25000" dirty="0"/>
              <a:t>2</a:t>
            </a:r>
            <a:r>
              <a:rPr lang="en-US" altLang="zh-TW" sz="2400" dirty="0"/>
              <a:t>), · · · , </a:t>
            </a:r>
            <a:r>
              <a:rPr lang="en-US" altLang="zh-TW" sz="2400" dirty="0" err="1"/>
              <a:t>numsd</a:t>
            </a:r>
            <a:r>
              <a:rPr lang="en-US" altLang="zh-TW" sz="2400" dirty="0"/>
              <a:t> (</a:t>
            </a:r>
            <a:r>
              <a:rPr lang="el-GR" altLang="zh-TW" sz="2400" dirty="0"/>
              <a:t>σ, </a:t>
            </a:r>
            <a:r>
              <a:rPr lang="en-US" altLang="zh-TW" sz="2400" dirty="0"/>
              <a:t>p</a:t>
            </a:r>
            <a:r>
              <a:rPr lang="en-US" altLang="zh-TW" sz="2400" baseline="-25000" dirty="0"/>
              <a:t>d</a:t>
            </a:r>
            <a:r>
              <a:rPr lang="en-US" altLang="zh-TW" sz="2400" dirty="0"/>
              <a:t>)}</a:t>
            </a:r>
            <a:endParaRPr lang="zh-TW" altLang="en-US" sz="2400" dirty="0"/>
          </a:p>
        </p:txBody>
      </p:sp>
      <p:pic>
        <p:nvPicPr>
          <p:cNvPr id="9" name="圖片 8">
            <a:extLst>
              <a:ext uri="{FF2B5EF4-FFF2-40B4-BE49-F238E27FC236}">
                <a16:creationId xmlns:a16="http://schemas.microsoft.com/office/drawing/2014/main" id="{03C81741-4BA5-4BA9-B273-4A72B2748712}"/>
              </a:ext>
            </a:extLst>
          </p:cNvPr>
          <p:cNvPicPr>
            <a:picLocks noChangeAspect="1"/>
          </p:cNvPicPr>
          <p:nvPr/>
        </p:nvPicPr>
        <p:blipFill rotWithShape="1">
          <a:blip r:embed="rId3"/>
          <a:srcRect l="4774" t="5050" r="5090" b="1805"/>
          <a:stretch/>
        </p:blipFill>
        <p:spPr>
          <a:xfrm>
            <a:off x="4372086" y="2524558"/>
            <a:ext cx="6540360" cy="4184694"/>
          </a:xfrm>
          <a:prstGeom prst="rect">
            <a:avLst/>
          </a:prstGeom>
        </p:spPr>
      </p:pic>
      <p:sp>
        <p:nvSpPr>
          <p:cNvPr id="10" name="文字方塊 9">
            <a:extLst>
              <a:ext uri="{FF2B5EF4-FFF2-40B4-BE49-F238E27FC236}">
                <a16:creationId xmlns:a16="http://schemas.microsoft.com/office/drawing/2014/main" id="{4727866E-F479-4D46-BFF8-E6457D1289B6}"/>
              </a:ext>
            </a:extLst>
          </p:cNvPr>
          <p:cNvSpPr txBox="1"/>
          <p:nvPr/>
        </p:nvSpPr>
        <p:spPr>
          <a:xfrm>
            <a:off x="1048217" y="2279616"/>
            <a:ext cx="6094428" cy="830997"/>
          </a:xfrm>
          <a:prstGeom prst="rect">
            <a:avLst/>
          </a:prstGeom>
          <a:noFill/>
        </p:spPr>
        <p:txBody>
          <a:bodyPr wrap="square">
            <a:spAutoFit/>
          </a:bodyPr>
          <a:lstStyle/>
          <a:p>
            <a:pPr marL="285750" indent="-285750">
              <a:buFont typeface="Arial" panose="020B0604020202020204" pitchFamily="34" charset="0"/>
              <a:buChar char="•"/>
            </a:pPr>
            <a:r>
              <a:rPr lang="en-US" altLang="zh-TW" sz="2400" dirty="0"/>
              <a:t>S</a:t>
            </a:r>
            <a:r>
              <a:rPr lang="en-US" altLang="zh-TW" sz="2400" baseline="-25000" dirty="0"/>
              <a:t>1</a:t>
            </a:r>
            <a:r>
              <a:rPr lang="en-US" altLang="zh-TW" sz="2400" dirty="0"/>
              <a:t> = </a:t>
            </a:r>
            <a:r>
              <a:rPr lang="en-US" altLang="zh-TW" sz="2400" dirty="0">
                <a:solidFill>
                  <a:srgbClr val="FF0000"/>
                </a:solidFill>
              </a:rPr>
              <a:t>G</a:t>
            </a:r>
            <a:r>
              <a:rPr lang="en-US" altLang="zh-TW" sz="2400" dirty="0"/>
              <a:t>AAGCGTA </a:t>
            </a:r>
          </a:p>
          <a:p>
            <a:pPr marL="285750" indent="-285750">
              <a:buFont typeface="Arial" panose="020B0604020202020204" pitchFamily="34" charset="0"/>
              <a:buChar char="•"/>
            </a:pPr>
            <a:r>
              <a:rPr lang="en-US" altLang="zh-TW" sz="2400" dirty="0"/>
              <a:t>S</a:t>
            </a:r>
            <a:r>
              <a:rPr lang="en-US" altLang="zh-TW" sz="2400" baseline="-25000" dirty="0"/>
              <a:t>2</a:t>
            </a:r>
            <a:r>
              <a:rPr lang="en-US" altLang="zh-TW" sz="2400" dirty="0"/>
              <a:t> = A</a:t>
            </a:r>
            <a:r>
              <a:rPr lang="en-US" altLang="zh-TW" sz="2400" dirty="0">
                <a:solidFill>
                  <a:srgbClr val="FF0000"/>
                </a:solidFill>
              </a:rPr>
              <a:t>G</a:t>
            </a:r>
            <a:r>
              <a:rPr lang="en-US" altLang="zh-TW" sz="2400" dirty="0"/>
              <a:t>TCTGAC</a:t>
            </a:r>
            <a:endParaRPr lang="zh-TW" altLang="en-US" sz="2400" dirty="0"/>
          </a:p>
        </p:txBody>
      </p:sp>
      <p:sp>
        <p:nvSpPr>
          <p:cNvPr id="4" name="橢圓 3">
            <a:extLst>
              <a:ext uri="{FF2B5EF4-FFF2-40B4-BE49-F238E27FC236}">
                <a16:creationId xmlns:a16="http://schemas.microsoft.com/office/drawing/2014/main" id="{805C606E-0E09-4F77-8BD6-A7E014837FAE}"/>
              </a:ext>
            </a:extLst>
          </p:cNvPr>
          <p:cNvSpPr/>
          <p:nvPr/>
        </p:nvSpPr>
        <p:spPr>
          <a:xfrm>
            <a:off x="5332429" y="5066271"/>
            <a:ext cx="763571" cy="830997"/>
          </a:xfrm>
          <a:prstGeom prst="ellipse">
            <a:avLst/>
          </a:prstGeom>
          <a:noFill/>
          <a:ln w="57150">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pic>
        <p:nvPicPr>
          <p:cNvPr id="5" name="圖片 4">
            <a:extLst>
              <a:ext uri="{FF2B5EF4-FFF2-40B4-BE49-F238E27FC236}">
                <a16:creationId xmlns:a16="http://schemas.microsoft.com/office/drawing/2014/main" id="{1A55557E-EB5F-4964-9ACC-059B1CE6FB53}"/>
              </a:ext>
            </a:extLst>
          </p:cNvPr>
          <p:cNvPicPr>
            <a:picLocks noChangeAspect="1"/>
          </p:cNvPicPr>
          <p:nvPr/>
        </p:nvPicPr>
        <p:blipFill rotWithShape="1">
          <a:blip r:embed="rId4"/>
          <a:srcRect l="4615" t="3129"/>
          <a:stretch/>
        </p:blipFill>
        <p:spPr>
          <a:xfrm>
            <a:off x="141403" y="3569489"/>
            <a:ext cx="4035770" cy="2993565"/>
          </a:xfrm>
          <a:prstGeom prst="rect">
            <a:avLst/>
          </a:prstGeom>
        </p:spPr>
      </p:pic>
      <p:sp>
        <p:nvSpPr>
          <p:cNvPr id="6" name="矩形: 圓角 5">
            <a:extLst>
              <a:ext uri="{FF2B5EF4-FFF2-40B4-BE49-F238E27FC236}">
                <a16:creationId xmlns:a16="http://schemas.microsoft.com/office/drawing/2014/main" id="{D9355893-7DD8-4347-B86E-19FA6AFFCDD9}"/>
              </a:ext>
            </a:extLst>
          </p:cNvPr>
          <p:cNvSpPr/>
          <p:nvPr/>
        </p:nvSpPr>
        <p:spPr>
          <a:xfrm>
            <a:off x="1156309" y="3569488"/>
            <a:ext cx="471340" cy="1419925"/>
          </a:xfrm>
          <a:prstGeom prst="roundRect">
            <a:avLst/>
          </a:prstGeom>
          <a:noFill/>
          <a:ln w="38100">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1" name="矩形: 圓角 10">
            <a:extLst>
              <a:ext uri="{FF2B5EF4-FFF2-40B4-BE49-F238E27FC236}">
                <a16:creationId xmlns:a16="http://schemas.microsoft.com/office/drawing/2014/main" id="{4754CF27-BC90-4ADC-898C-004E1C2E7BE3}"/>
              </a:ext>
            </a:extLst>
          </p:cNvPr>
          <p:cNvSpPr/>
          <p:nvPr/>
        </p:nvSpPr>
        <p:spPr>
          <a:xfrm>
            <a:off x="1506672" y="5187305"/>
            <a:ext cx="471340" cy="1419925"/>
          </a:xfrm>
          <a:prstGeom prst="roundRect">
            <a:avLst/>
          </a:prstGeom>
          <a:noFill/>
          <a:ln w="38100">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Tree>
    <p:extLst>
      <p:ext uri="{BB962C8B-B14F-4D97-AF65-F5344CB8AC3E}">
        <p14:creationId xmlns:p14="http://schemas.microsoft.com/office/powerpoint/2010/main" val="154483193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D6A8277B-EDA6-452C-9F3A-ACBBCEC32FC4}"/>
              </a:ext>
            </a:extLst>
          </p:cNvPr>
          <p:cNvSpPr>
            <a:spLocks noGrp="1"/>
          </p:cNvSpPr>
          <p:nvPr>
            <p:ph type="title"/>
          </p:nvPr>
        </p:nvSpPr>
        <p:spPr/>
        <p:txBody>
          <a:bodyPr/>
          <a:lstStyle/>
          <a:p>
            <a:r>
              <a:rPr lang="en-US" altLang="zh-TW" dirty="0">
                <a:latin typeface="Times New Roman" panose="02020603050405020304" pitchFamily="18" charset="0"/>
                <a:cs typeface="Times New Roman" panose="02020603050405020304" pitchFamily="18" charset="0"/>
              </a:rPr>
              <a:t> Efficient Estimation of Upper Bound</a:t>
            </a:r>
            <a:endParaRPr lang="zh-TW" altLang="en-US" dirty="0">
              <a:latin typeface="Times New Roman" panose="02020603050405020304" pitchFamily="18" charset="0"/>
              <a:cs typeface="Times New Roman" panose="02020603050405020304" pitchFamily="18" charset="0"/>
            </a:endParaRPr>
          </a:p>
        </p:txBody>
      </p:sp>
      <p:sp>
        <p:nvSpPr>
          <p:cNvPr id="8" name="文字方塊 7">
            <a:extLst>
              <a:ext uri="{FF2B5EF4-FFF2-40B4-BE49-F238E27FC236}">
                <a16:creationId xmlns:a16="http://schemas.microsoft.com/office/drawing/2014/main" id="{F39A4CCD-4FB7-427F-994E-C4A8021A9A0A}"/>
              </a:ext>
            </a:extLst>
          </p:cNvPr>
          <p:cNvSpPr txBox="1"/>
          <p:nvPr/>
        </p:nvSpPr>
        <p:spPr>
          <a:xfrm>
            <a:off x="838200" y="1523486"/>
            <a:ext cx="8623685" cy="461665"/>
          </a:xfrm>
          <a:prstGeom prst="rect">
            <a:avLst/>
          </a:prstGeom>
          <a:noFill/>
        </p:spPr>
        <p:txBody>
          <a:bodyPr wrap="square">
            <a:spAutoFit/>
          </a:bodyPr>
          <a:lstStyle/>
          <a:p>
            <a:pPr marL="285750" indent="-285750">
              <a:buFont typeface="Arial" panose="020B0604020202020204" pitchFamily="34" charset="0"/>
              <a:buChar char="•"/>
            </a:pPr>
            <a:r>
              <a:rPr lang="en-US" altLang="zh-TW" sz="2400" dirty="0"/>
              <a:t>U(p,∞) = ∑ </a:t>
            </a:r>
            <a:r>
              <a:rPr lang="el-GR" altLang="zh-TW" sz="2400" baseline="-25000" dirty="0"/>
              <a:t>σ∈Σ</a:t>
            </a:r>
            <a:r>
              <a:rPr lang="el-GR" altLang="zh-TW" sz="2400" dirty="0"/>
              <a:t> </a:t>
            </a:r>
            <a:r>
              <a:rPr lang="en-US" altLang="zh-TW" sz="2400" dirty="0"/>
              <a:t>min{num</a:t>
            </a:r>
            <a:r>
              <a:rPr lang="en-US" altLang="zh-TW" sz="2400" baseline="-25000" dirty="0"/>
              <a:t>s1</a:t>
            </a:r>
            <a:r>
              <a:rPr lang="en-US" altLang="zh-TW" sz="2400" dirty="0"/>
              <a:t> (</a:t>
            </a:r>
            <a:r>
              <a:rPr lang="el-GR" altLang="zh-TW" sz="2400" dirty="0"/>
              <a:t>σ, </a:t>
            </a:r>
            <a:r>
              <a:rPr lang="en-US" altLang="zh-TW" sz="2400" dirty="0"/>
              <a:t>p</a:t>
            </a:r>
            <a:r>
              <a:rPr lang="en-US" altLang="zh-TW" sz="2400" baseline="-25000" dirty="0"/>
              <a:t>1</a:t>
            </a:r>
            <a:r>
              <a:rPr lang="en-US" altLang="zh-TW" sz="2400" dirty="0"/>
              <a:t>), num</a:t>
            </a:r>
            <a:r>
              <a:rPr lang="en-US" altLang="zh-TW" sz="2400" baseline="-25000" dirty="0"/>
              <a:t>s2</a:t>
            </a:r>
            <a:r>
              <a:rPr lang="en-US" altLang="zh-TW" sz="2400" dirty="0"/>
              <a:t> (</a:t>
            </a:r>
            <a:r>
              <a:rPr lang="el-GR" altLang="zh-TW" sz="2400" dirty="0"/>
              <a:t>σ, </a:t>
            </a:r>
            <a:r>
              <a:rPr lang="en-US" altLang="zh-TW" sz="2400" dirty="0"/>
              <a:t>p</a:t>
            </a:r>
            <a:r>
              <a:rPr lang="en-US" altLang="zh-TW" sz="2400" baseline="-25000" dirty="0"/>
              <a:t>2</a:t>
            </a:r>
            <a:r>
              <a:rPr lang="en-US" altLang="zh-TW" sz="2400" dirty="0"/>
              <a:t>), · · · , </a:t>
            </a:r>
            <a:r>
              <a:rPr lang="en-US" altLang="zh-TW" sz="2400" dirty="0" err="1"/>
              <a:t>numsd</a:t>
            </a:r>
            <a:r>
              <a:rPr lang="en-US" altLang="zh-TW" sz="2400" dirty="0"/>
              <a:t> (</a:t>
            </a:r>
            <a:r>
              <a:rPr lang="el-GR" altLang="zh-TW" sz="2400" dirty="0"/>
              <a:t>σ, </a:t>
            </a:r>
            <a:r>
              <a:rPr lang="en-US" altLang="zh-TW" sz="2400" dirty="0"/>
              <a:t>p</a:t>
            </a:r>
            <a:r>
              <a:rPr lang="en-US" altLang="zh-TW" sz="2400" baseline="-25000" dirty="0"/>
              <a:t>d</a:t>
            </a:r>
            <a:r>
              <a:rPr lang="en-US" altLang="zh-TW" sz="2400" dirty="0"/>
              <a:t>)}</a:t>
            </a:r>
            <a:endParaRPr lang="zh-TW" altLang="en-US" sz="2400" dirty="0"/>
          </a:p>
        </p:txBody>
      </p:sp>
      <p:sp>
        <p:nvSpPr>
          <p:cNvPr id="10" name="文字方塊 9">
            <a:extLst>
              <a:ext uri="{FF2B5EF4-FFF2-40B4-BE49-F238E27FC236}">
                <a16:creationId xmlns:a16="http://schemas.microsoft.com/office/drawing/2014/main" id="{4727866E-F479-4D46-BFF8-E6457D1289B6}"/>
              </a:ext>
            </a:extLst>
          </p:cNvPr>
          <p:cNvSpPr txBox="1"/>
          <p:nvPr/>
        </p:nvSpPr>
        <p:spPr>
          <a:xfrm>
            <a:off x="1048217" y="2279616"/>
            <a:ext cx="6094428" cy="830997"/>
          </a:xfrm>
          <a:prstGeom prst="rect">
            <a:avLst/>
          </a:prstGeom>
          <a:noFill/>
        </p:spPr>
        <p:txBody>
          <a:bodyPr wrap="square">
            <a:spAutoFit/>
          </a:bodyPr>
          <a:lstStyle/>
          <a:p>
            <a:pPr marL="285750" indent="-285750">
              <a:buFont typeface="Arial" panose="020B0604020202020204" pitchFamily="34" charset="0"/>
              <a:buChar char="•"/>
            </a:pPr>
            <a:r>
              <a:rPr lang="en-US" altLang="zh-TW" sz="2400" dirty="0"/>
              <a:t>S</a:t>
            </a:r>
            <a:r>
              <a:rPr lang="en-US" altLang="zh-TW" sz="2400" baseline="-25000" dirty="0"/>
              <a:t>1</a:t>
            </a:r>
            <a:r>
              <a:rPr lang="en-US" altLang="zh-TW" sz="2400" dirty="0"/>
              <a:t> = </a:t>
            </a:r>
            <a:r>
              <a:rPr lang="en-US" altLang="zh-TW" sz="2400" dirty="0">
                <a:solidFill>
                  <a:srgbClr val="FF0000"/>
                </a:solidFill>
              </a:rPr>
              <a:t>G</a:t>
            </a:r>
            <a:r>
              <a:rPr lang="en-US" altLang="zh-TW" sz="2400" dirty="0"/>
              <a:t>AAGCGTA </a:t>
            </a:r>
          </a:p>
          <a:p>
            <a:pPr marL="285750" indent="-285750">
              <a:buFont typeface="Arial" panose="020B0604020202020204" pitchFamily="34" charset="0"/>
              <a:buChar char="•"/>
            </a:pPr>
            <a:r>
              <a:rPr lang="en-US" altLang="zh-TW" sz="2400" dirty="0"/>
              <a:t>S</a:t>
            </a:r>
            <a:r>
              <a:rPr lang="en-US" altLang="zh-TW" sz="2400" baseline="-25000" dirty="0"/>
              <a:t>2</a:t>
            </a:r>
            <a:r>
              <a:rPr lang="en-US" altLang="zh-TW" sz="2400" dirty="0"/>
              <a:t> = A</a:t>
            </a:r>
            <a:r>
              <a:rPr lang="en-US" altLang="zh-TW" sz="2400" dirty="0">
                <a:solidFill>
                  <a:srgbClr val="FF0000"/>
                </a:solidFill>
              </a:rPr>
              <a:t>G</a:t>
            </a:r>
            <a:r>
              <a:rPr lang="en-US" altLang="zh-TW" sz="2400" dirty="0"/>
              <a:t>TCTGAC</a:t>
            </a:r>
            <a:endParaRPr lang="zh-TW" altLang="en-US" sz="2400" dirty="0"/>
          </a:p>
        </p:txBody>
      </p:sp>
      <p:pic>
        <p:nvPicPr>
          <p:cNvPr id="5" name="圖片 4">
            <a:extLst>
              <a:ext uri="{FF2B5EF4-FFF2-40B4-BE49-F238E27FC236}">
                <a16:creationId xmlns:a16="http://schemas.microsoft.com/office/drawing/2014/main" id="{1A55557E-EB5F-4964-9ACC-059B1CE6FB53}"/>
              </a:ext>
            </a:extLst>
          </p:cNvPr>
          <p:cNvPicPr>
            <a:picLocks noChangeAspect="1"/>
          </p:cNvPicPr>
          <p:nvPr/>
        </p:nvPicPr>
        <p:blipFill rotWithShape="1">
          <a:blip r:embed="rId3"/>
          <a:srcRect l="4615" t="3129"/>
          <a:stretch/>
        </p:blipFill>
        <p:spPr>
          <a:xfrm>
            <a:off x="141403" y="3569489"/>
            <a:ext cx="4035770" cy="2993565"/>
          </a:xfrm>
          <a:prstGeom prst="rect">
            <a:avLst/>
          </a:prstGeom>
        </p:spPr>
      </p:pic>
      <p:sp>
        <p:nvSpPr>
          <p:cNvPr id="6" name="矩形: 圓角 5">
            <a:extLst>
              <a:ext uri="{FF2B5EF4-FFF2-40B4-BE49-F238E27FC236}">
                <a16:creationId xmlns:a16="http://schemas.microsoft.com/office/drawing/2014/main" id="{D9355893-7DD8-4347-B86E-19FA6AFFCDD9}"/>
              </a:ext>
            </a:extLst>
          </p:cNvPr>
          <p:cNvSpPr/>
          <p:nvPr/>
        </p:nvSpPr>
        <p:spPr>
          <a:xfrm>
            <a:off x="1156309" y="3569488"/>
            <a:ext cx="471340" cy="1419925"/>
          </a:xfrm>
          <a:prstGeom prst="roundRect">
            <a:avLst/>
          </a:prstGeom>
          <a:noFill/>
          <a:ln w="38100">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1" name="矩形: 圓角 10">
            <a:extLst>
              <a:ext uri="{FF2B5EF4-FFF2-40B4-BE49-F238E27FC236}">
                <a16:creationId xmlns:a16="http://schemas.microsoft.com/office/drawing/2014/main" id="{4754CF27-BC90-4ADC-898C-004E1C2E7BE3}"/>
              </a:ext>
            </a:extLst>
          </p:cNvPr>
          <p:cNvSpPr/>
          <p:nvPr/>
        </p:nvSpPr>
        <p:spPr>
          <a:xfrm>
            <a:off x="1506672" y="5187305"/>
            <a:ext cx="471340" cy="1419925"/>
          </a:xfrm>
          <a:prstGeom prst="roundRect">
            <a:avLst/>
          </a:prstGeom>
          <a:noFill/>
          <a:ln w="38100">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pic>
        <p:nvPicPr>
          <p:cNvPr id="12" name="圖片 11">
            <a:extLst>
              <a:ext uri="{FF2B5EF4-FFF2-40B4-BE49-F238E27FC236}">
                <a16:creationId xmlns:a16="http://schemas.microsoft.com/office/drawing/2014/main" id="{1FDB1D60-95CB-4C62-887E-12BC70E08212}"/>
              </a:ext>
            </a:extLst>
          </p:cNvPr>
          <p:cNvPicPr>
            <a:picLocks noChangeAspect="1"/>
          </p:cNvPicPr>
          <p:nvPr/>
        </p:nvPicPr>
        <p:blipFill>
          <a:blip r:embed="rId4"/>
          <a:stretch>
            <a:fillRect/>
          </a:stretch>
        </p:blipFill>
        <p:spPr>
          <a:xfrm>
            <a:off x="4322051" y="2849049"/>
            <a:ext cx="2440781" cy="3247206"/>
          </a:xfrm>
          <a:prstGeom prst="rect">
            <a:avLst/>
          </a:prstGeom>
        </p:spPr>
      </p:pic>
      <p:sp>
        <p:nvSpPr>
          <p:cNvPr id="13" name="橢圓 12">
            <a:extLst>
              <a:ext uri="{FF2B5EF4-FFF2-40B4-BE49-F238E27FC236}">
                <a16:creationId xmlns:a16="http://schemas.microsoft.com/office/drawing/2014/main" id="{71ABC95B-78D3-4592-B86A-7375A88F0256}"/>
              </a:ext>
            </a:extLst>
          </p:cNvPr>
          <p:cNvSpPr/>
          <p:nvPr/>
        </p:nvSpPr>
        <p:spPr>
          <a:xfrm>
            <a:off x="5776025" y="5076046"/>
            <a:ext cx="986807" cy="830997"/>
          </a:xfrm>
          <a:prstGeom prst="ellipse">
            <a:avLst/>
          </a:prstGeom>
          <a:noFill/>
          <a:ln w="57150">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pic>
        <p:nvPicPr>
          <p:cNvPr id="14" name="圖片 13">
            <a:extLst>
              <a:ext uri="{FF2B5EF4-FFF2-40B4-BE49-F238E27FC236}">
                <a16:creationId xmlns:a16="http://schemas.microsoft.com/office/drawing/2014/main" id="{C02E57DC-65F1-419F-98FC-5E127D0F9208}"/>
              </a:ext>
            </a:extLst>
          </p:cNvPr>
          <p:cNvPicPr>
            <a:picLocks noChangeAspect="1"/>
          </p:cNvPicPr>
          <p:nvPr/>
        </p:nvPicPr>
        <p:blipFill>
          <a:blip r:embed="rId5"/>
          <a:stretch>
            <a:fillRect/>
          </a:stretch>
        </p:blipFill>
        <p:spPr>
          <a:xfrm>
            <a:off x="6871575" y="4631394"/>
            <a:ext cx="5178382" cy="1646857"/>
          </a:xfrm>
          <a:prstGeom prst="rect">
            <a:avLst/>
          </a:prstGeom>
        </p:spPr>
      </p:pic>
    </p:spTree>
    <p:extLst>
      <p:ext uri="{BB962C8B-B14F-4D97-AF65-F5344CB8AC3E}">
        <p14:creationId xmlns:p14="http://schemas.microsoft.com/office/powerpoint/2010/main" val="281900268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圖片 5">
            <a:extLst>
              <a:ext uri="{FF2B5EF4-FFF2-40B4-BE49-F238E27FC236}">
                <a16:creationId xmlns:a16="http://schemas.microsoft.com/office/drawing/2014/main" id="{0236D406-DB4E-434E-891C-4459AB82B771}"/>
              </a:ext>
            </a:extLst>
          </p:cNvPr>
          <p:cNvPicPr>
            <a:picLocks noChangeAspect="1"/>
          </p:cNvPicPr>
          <p:nvPr/>
        </p:nvPicPr>
        <p:blipFill>
          <a:blip r:embed="rId3"/>
          <a:stretch>
            <a:fillRect/>
          </a:stretch>
        </p:blipFill>
        <p:spPr>
          <a:xfrm>
            <a:off x="4095431" y="3176411"/>
            <a:ext cx="3657600" cy="2724150"/>
          </a:xfrm>
          <a:prstGeom prst="rect">
            <a:avLst/>
          </a:prstGeom>
        </p:spPr>
      </p:pic>
      <p:sp>
        <p:nvSpPr>
          <p:cNvPr id="2" name="標題 1">
            <a:extLst>
              <a:ext uri="{FF2B5EF4-FFF2-40B4-BE49-F238E27FC236}">
                <a16:creationId xmlns:a16="http://schemas.microsoft.com/office/drawing/2014/main" id="{D6A8277B-EDA6-452C-9F3A-ACBBCEC32FC4}"/>
              </a:ext>
            </a:extLst>
          </p:cNvPr>
          <p:cNvSpPr>
            <a:spLocks noGrp="1"/>
          </p:cNvSpPr>
          <p:nvPr>
            <p:ph type="title"/>
          </p:nvPr>
        </p:nvSpPr>
        <p:spPr/>
        <p:txBody>
          <a:bodyPr/>
          <a:lstStyle/>
          <a:p>
            <a:r>
              <a:rPr lang="en-US" altLang="zh-TW" dirty="0">
                <a:latin typeface="Times New Roman" panose="02020603050405020304" pitchFamily="18" charset="0"/>
                <a:cs typeface="Times New Roman" panose="02020603050405020304" pitchFamily="18" charset="0"/>
              </a:rPr>
              <a:t>  Construct Smaller DAG</a:t>
            </a:r>
            <a:endParaRPr lang="zh-TW" altLang="en-US" dirty="0">
              <a:latin typeface="Times New Roman" panose="02020603050405020304" pitchFamily="18" charset="0"/>
              <a:cs typeface="Times New Roman" panose="02020603050405020304" pitchFamily="18" charset="0"/>
            </a:endParaRPr>
          </a:p>
        </p:txBody>
      </p:sp>
      <p:sp>
        <p:nvSpPr>
          <p:cNvPr id="10" name="文字方塊 9">
            <a:extLst>
              <a:ext uri="{FF2B5EF4-FFF2-40B4-BE49-F238E27FC236}">
                <a16:creationId xmlns:a16="http://schemas.microsoft.com/office/drawing/2014/main" id="{4727866E-F479-4D46-BFF8-E6457D1289B6}"/>
              </a:ext>
            </a:extLst>
          </p:cNvPr>
          <p:cNvSpPr txBox="1"/>
          <p:nvPr/>
        </p:nvSpPr>
        <p:spPr>
          <a:xfrm>
            <a:off x="1048217" y="2279616"/>
            <a:ext cx="3438942" cy="1200329"/>
          </a:xfrm>
          <a:prstGeom prst="rect">
            <a:avLst/>
          </a:prstGeom>
          <a:noFill/>
        </p:spPr>
        <p:txBody>
          <a:bodyPr wrap="square">
            <a:spAutoFit/>
          </a:bodyPr>
          <a:lstStyle/>
          <a:p>
            <a:pPr marL="285750" indent="-285750">
              <a:buFont typeface="Arial" panose="020B0604020202020204" pitchFamily="34" charset="0"/>
              <a:buChar char="•"/>
            </a:pPr>
            <a:r>
              <a:rPr lang="en-US" altLang="zh-TW" sz="2400" dirty="0"/>
              <a:t>S</a:t>
            </a:r>
            <a:r>
              <a:rPr lang="en-US" altLang="zh-TW" sz="2400" baseline="-25000" dirty="0"/>
              <a:t>1</a:t>
            </a:r>
            <a:r>
              <a:rPr lang="en-US" altLang="zh-TW" sz="2400" dirty="0"/>
              <a:t> = </a:t>
            </a:r>
            <a:r>
              <a:rPr lang="en-US" altLang="zh-TW" sz="2400" dirty="0">
                <a:solidFill>
                  <a:srgbClr val="FF0000"/>
                </a:solidFill>
              </a:rPr>
              <a:t>G</a:t>
            </a:r>
            <a:r>
              <a:rPr lang="en-US" altLang="zh-TW" sz="2400" dirty="0"/>
              <a:t>AAGCGTA </a:t>
            </a:r>
          </a:p>
          <a:p>
            <a:pPr marL="285750" indent="-285750">
              <a:buFont typeface="Arial" panose="020B0604020202020204" pitchFamily="34" charset="0"/>
              <a:buChar char="•"/>
            </a:pPr>
            <a:r>
              <a:rPr lang="en-US" altLang="zh-TW" sz="2400" dirty="0"/>
              <a:t>S</a:t>
            </a:r>
            <a:r>
              <a:rPr lang="en-US" altLang="zh-TW" sz="2400" baseline="-25000" dirty="0"/>
              <a:t>2</a:t>
            </a:r>
            <a:r>
              <a:rPr lang="en-US" altLang="zh-TW" sz="2400" dirty="0"/>
              <a:t> = A</a:t>
            </a:r>
            <a:r>
              <a:rPr lang="en-US" altLang="zh-TW" sz="2400" dirty="0">
                <a:solidFill>
                  <a:srgbClr val="FF0000"/>
                </a:solidFill>
              </a:rPr>
              <a:t>G</a:t>
            </a:r>
            <a:r>
              <a:rPr lang="en-US" altLang="zh-TW" sz="2400" dirty="0"/>
              <a:t>TCT GAC</a:t>
            </a:r>
          </a:p>
          <a:p>
            <a:pPr marL="285750" indent="-285750">
              <a:buFont typeface="Arial" panose="020B0604020202020204" pitchFamily="34" charset="0"/>
              <a:buChar char="•"/>
            </a:pPr>
            <a:r>
              <a:rPr lang="en-US" altLang="zh-TW" sz="2400" dirty="0" err="1"/>
              <a:t>L</a:t>
            </a:r>
            <a:r>
              <a:rPr lang="en-US" altLang="zh-TW" sz="2400" baseline="-25000" dirty="0" err="1"/>
              <a:t>mlcs</a:t>
            </a:r>
            <a:r>
              <a:rPr lang="en-US" altLang="zh-TW" sz="2400" dirty="0"/>
              <a:t> = 5</a:t>
            </a:r>
            <a:endParaRPr lang="zh-TW" altLang="en-US" sz="2400" dirty="0"/>
          </a:p>
        </p:txBody>
      </p:sp>
      <p:sp>
        <p:nvSpPr>
          <p:cNvPr id="12" name="文字方塊 11">
            <a:extLst>
              <a:ext uri="{FF2B5EF4-FFF2-40B4-BE49-F238E27FC236}">
                <a16:creationId xmlns:a16="http://schemas.microsoft.com/office/drawing/2014/main" id="{2156B167-02B3-43F6-8503-B11C0EC33841}"/>
              </a:ext>
            </a:extLst>
          </p:cNvPr>
          <p:cNvSpPr txBox="1"/>
          <p:nvPr/>
        </p:nvSpPr>
        <p:spPr>
          <a:xfrm>
            <a:off x="838200" y="1523486"/>
            <a:ext cx="8623685" cy="461665"/>
          </a:xfrm>
          <a:prstGeom prst="rect">
            <a:avLst/>
          </a:prstGeom>
          <a:noFill/>
        </p:spPr>
        <p:txBody>
          <a:bodyPr wrap="square">
            <a:spAutoFit/>
          </a:bodyPr>
          <a:lstStyle/>
          <a:p>
            <a:pPr marL="285750" indent="-285750">
              <a:buFont typeface="Arial" panose="020B0604020202020204" pitchFamily="34" charset="0"/>
              <a:buChar char="•"/>
            </a:pPr>
            <a:r>
              <a:rPr lang="en-US" altLang="zh-TW" sz="2400" dirty="0"/>
              <a:t>lev(p) + U(p,∞) &lt; </a:t>
            </a:r>
            <a:r>
              <a:rPr lang="en-US" altLang="zh-TW" sz="2400" dirty="0" err="1"/>
              <a:t>L</a:t>
            </a:r>
            <a:r>
              <a:rPr lang="en-US" altLang="zh-TW" sz="2400" baseline="-25000" dirty="0" err="1"/>
              <a:t>mlcs</a:t>
            </a:r>
            <a:endParaRPr lang="en-US" altLang="zh-TW" sz="2400" baseline="-25000" dirty="0"/>
          </a:p>
        </p:txBody>
      </p:sp>
      <p:sp>
        <p:nvSpPr>
          <p:cNvPr id="7" name="橢圓 6">
            <a:extLst>
              <a:ext uri="{FF2B5EF4-FFF2-40B4-BE49-F238E27FC236}">
                <a16:creationId xmlns:a16="http://schemas.microsoft.com/office/drawing/2014/main" id="{244988B4-2D4D-44EF-8C84-412E3DB67454}"/>
              </a:ext>
            </a:extLst>
          </p:cNvPr>
          <p:cNvSpPr/>
          <p:nvPr/>
        </p:nvSpPr>
        <p:spPr>
          <a:xfrm>
            <a:off x="5625197" y="5076047"/>
            <a:ext cx="945285" cy="749718"/>
          </a:xfrm>
          <a:prstGeom prst="ellipse">
            <a:avLst/>
          </a:prstGeom>
          <a:noFill/>
          <a:ln w="57150">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Tree>
    <p:extLst>
      <p:ext uri="{BB962C8B-B14F-4D97-AF65-F5344CB8AC3E}">
        <p14:creationId xmlns:p14="http://schemas.microsoft.com/office/powerpoint/2010/main" val="333200139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D6A8277B-EDA6-452C-9F3A-ACBBCEC32FC4}"/>
              </a:ext>
            </a:extLst>
          </p:cNvPr>
          <p:cNvSpPr>
            <a:spLocks noGrp="1"/>
          </p:cNvSpPr>
          <p:nvPr>
            <p:ph type="title"/>
          </p:nvPr>
        </p:nvSpPr>
        <p:spPr/>
        <p:txBody>
          <a:bodyPr/>
          <a:lstStyle/>
          <a:p>
            <a:r>
              <a:rPr lang="en-US" altLang="zh-TW" dirty="0">
                <a:latin typeface="Times New Roman" panose="02020603050405020304" pitchFamily="18" charset="0"/>
                <a:cs typeface="Times New Roman" panose="02020603050405020304" pitchFamily="18" charset="0"/>
              </a:rPr>
              <a:t>  Construct Smaller DAG</a:t>
            </a:r>
            <a:endParaRPr lang="zh-TW" altLang="en-US" dirty="0">
              <a:latin typeface="Times New Roman" panose="02020603050405020304" pitchFamily="18" charset="0"/>
              <a:cs typeface="Times New Roman" panose="02020603050405020304" pitchFamily="18" charset="0"/>
            </a:endParaRPr>
          </a:p>
        </p:txBody>
      </p:sp>
      <p:sp>
        <p:nvSpPr>
          <p:cNvPr id="10" name="文字方塊 9">
            <a:extLst>
              <a:ext uri="{FF2B5EF4-FFF2-40B4-BE49-F238E27FC236}">
                <a16:creationId xmlns:a16="http://schemas.microsoft.com/office/drawing/2014/main" id="{4727866E-F479-4D46-BFF8-E6457D1289B6}"/>
              </a:ext>
            </a:extLst>
          </p:cNvPr>
          <p:cNvSpPr txBox="1"/>
          <p:nvPr/>
        </p:nvSpPr>
        <p:spPr>
          <a:xfrm>
            <a:off x="1048217" y="1827129"/>
            <a:ext cx="6094428" cy="1200329"/>
          </a:xfrm>
          <a:prstGeom prst="rect">
            <a:avLst/>
          </a:prstGeom>
          <a:noFill/>
        </p:spPr>
        <p:txBody>
          <a:bodyPr wrap="square">
            <a:spAutoFit/>
          </a:bodyPr>
          <a:lstStyle/>
          <a:p>
            <a:pPr marL="285750" indent="-285750">
              <a:buFont typeface="Arial" panose="020B0604020202020204" pitchFamily="34" charset="0"/>
              <a:buChar char="•"/>
            </a:pPr>
            <a:r>
              <a:rPr lang="en-US" altLang="zh-TW" sz="2400" dirty="0"/>
              <a:t>S</a:t>
            </a:r>
            <a:r>
              <a:rPr lang="en-US" altLang="zh-TW" sz="2400" baseline="-25000" dirty="0"/>
              <a:t>1</a:t>
            </a:r>
            <a:r>
              <a:rPr lang="en-US" altLang="zh-TW" sz="2400" dirty="0"/>
              <a:t> = GAA</a:t>
            </a:r>
            <a:r>
              <a:rPr lang="en-US" altLang="zh-TW" sz="2400" dirty="0">
                <a:solidFill>
                  <a:srgbClr val="FF0000"/>
                </a:solidFill>
              </a:rPr>
              <a:t>G</a:t>
            </a:r>
            <a:r>
              <a:rPr lang="en-US" altLang="zh-TW" sz="2400" dirty="0">
                <a:solidFill>
                  <a:srgbClr val="00B0F0"/>
                </a:solidFill>
              </a:rPr>
              <a:t>C</a:t>
            </a:r>
            <a:r>
              <a:rPr lang="en-US" altLang="zh-TW" sz="2400" dirty="0"/>
              <a:t>GTA </a:t>
            </a:r>
          </a:p>
          <a:p>
            <a:pPr marL="285750" indent="-285750">
              <a:buFont typeface="Arial" panose="020B0604020202020204" pitchFamily="34" charset="0"/>
              <a:buChar char="•"/>
            </a:pPr>
            <a:r>
              <a:rPr lang="en-US" altLang="zh-TW" sz="2400" dirty="0"/>
              <a:t>S</a:t>
            </a:r>
            <a:r>
              <a:rPr lang="en-US" altLang="zh-TW" sz="2400" baseline="-25000" dirty="0"/>
              <a:t>2</a:t>
            </a:r>
            <a:r>
              <a:rPr lang="en-US" altLang="zh-TW" sz="2400" dirty="0"/>
              <a:t> = A</a:t>
            </a:r>
            <a:r>
              <a:rPr lang="en-US" altLang="zh-TW" sz="2400" dirty="0">
                <a:solidFill>
                  <a:srgbClr val="FF0000"/>
                </a:solidFill>
              </a:rPr>
              <a:t>G</a:t>
            </a:r>
            <a:r>
              <a:rPr lang="en-US" altLang="zh-TW" sz="2400" dirty="0"/>
              <a:t>T</a:t>
            </a:r>
            <a:r>
              <a:rPr lang="en-US" altLang="zh-TW" sz="2400" dirty="0">
                <a:solidFill>
                  <a:srgbClr val="00B0F0"/>
                </a:solidFill>
              </a:rPr>
              <a:t>C</a:t>
            </a:r>
            <a:r>
              <a:rPr lang="en-US" altLang="zh-TW" sz="2400" dirty="0"/>
              <a:t>T GAC</a:t>
            </a:r>
          </a:p>
          <a:p>
            <a:pPr marL="285750" indent="-285750">
              <a:buFont typeface="Arial" panose="020B0604020202020204" pitchFamily="34" charset="0"/>
              <a:buChar char="•"/>
            </a:pPr>
            <a:r>
              <a:rPr lang="en-US" altLang="zh-TW" sz="2400" dirty="0" err="1"/>
              <a:t>L</a:t>
            </a:r>
            <a:r>
              <a:rPr lang="en-US" altLang="zh-TW" sz="2400" baseline="-25000" dirty="0" err="1"/>
              <a:t>mlcs</a:t>
            </a:r>
            <a:r>
              <a:rPr lang="en-US" altLang="zh-TW" sz="2400" dirty="0"/>
              <a:t> = 5</a:t>
            </a:r>
            <a:endParaRPr lang="zh-TW" altLang="en-US" sz="2400" dirty="0"/>
          </a:p>
        </p:txBody>
      </p:sp>
      <p:pic>
        <p:nvPicPr>
          <p:cNvPr id="6" name="圖片 5">
            <a:extLst>
              <a:ext uri="{FF2B5EF4-FFF2-40B4-BE49-F238E27FC236}">
                <a16:creationId xmlns:a16="http://schemas.microsoft.com/office/drawing/2014/main" id="{63AA71BD-DFBF-4A81-96B0-00B3D889986F}"/>
              </a:ext>
            </a:extLst>
          </p:cNvPr>
          <p:cNvPicPr>
            <a:picLocks noChangeAspect="1"/>
          </p:cNvPicPr>
          <p:nvPr/>
        </p:nvPicPr>
        <p:blipFill>
          <a:blip r:embed="rId3"/>
          <a:stretch>
            <a:fillRect/>
          </a:stretch>
        </p:blipFill>
        <p:spPr>
          <a:xfrm>
            <a:off x="714824" y="3632175"/>
            <a:ext cx="4159415" cy="2615078"/>
          </a:xfrm>
          <a:prstGeom prst="rect">
            <a:avLst/>
          </a:prstGeom>
        </p:spPr>
      </p:pic>
      <p:pic>
        <p:nvPicPr>
          <p:cNvPr id="11" name="圖片 10">
            <a:extLst>
              <a:ext uri="{FF2B5EF4-FFF2-40B4-BE49-F238E27FC236}">
                <a16:creationId xmlns:a16="http://schemas.microsoft.com/office/drawing/2014/main" id="{B38CBA7C-17D7-4E08-890D-4EA7FEF119F5}"/>
              </a:ext>
            </a:extLst>
          </p:cNvPr>
          <p:cNvPicPr>
            <a:picLocks noChangeAspect="1"/>
          </p:cNvPicPr>
          <p:nvPr/>
        </p:nvPicPr>
        <p:blipFill>
          <a:blip r:embed="rId4"/>
          <a:stretch>
            <a:fillRect/>
          </a:stretch>
        </p:blipFill>
        <p:spPr>
          <a:xfrm>
            <a:off x="6018130" y="3827421"/>
            <a:ext cx="4900867" cy="2224587"/>
          </a:xfrm>
          <a:prstGeom prst="rect">
            <a:avLst/>
          </a:prstGeom>
        </p:spPr>
      </p:pic>
      <p:sp>
        <p:nvSpPr>
          <p:cNvPr id="12" name="橢圓 11">
            <a:extLst>
              <a:ext uri="{FF2B5EF4-FFF2-40B4-BE49-F238E27FC236}">
                <a16:creationId xmlns:a16="http://schemas.microsoft.com/office/drawing/2014/main" id="{0F106514-1758-447A-9F2B-C0FCCA3EDA2C}"/>
              </a:ext>
            </a:extLst>
          </p:cNvPr>
          <p:cNvSpPr/>
          <p:nvPr/>
        </p:nvSpPr>
        <p:spPr>
          <a:xfrm>
            <a:off x="3311816" y="3972345"/>
            <a:ext cx="1392159" cy="830997"/>
          </a:xfrm>
          <a:prstGeom prst="ellipse">
            <a:avLst/>
          </a:prstGeom>
          <a:noFill/>
          <a:ln w="571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solidFill>
                <a:srgbClr val="FF0000"/>
              </a:solidFill>
            </a:endParaRPr>
          </a:p>
        </p:txBody>
      </p:sp>
      <p:sp>
        <p:nvSpPr>
          <p:cNvPr id="13" name="橢圓 12">
            <a:extLst>
              <a:ext uri="{FF2B5EF4-FFF2-40B4-BE49-F238E27FC236}">
                <a16:creationId xmlns:a16="http://schemas.microsoft.com/office/drawing/2014/main" id="{93196038-0C64-4573-9B44-A284E450C9A0}"/>
              </a:ext>
            </a:extLst>
          </p:cNvPr>
          <p:cNvSpPr/>
          <p:nvPr/>
        </p:nvSpPr>
        <p:spPr>
          <a:xfrm>
            <a:off x="8080724" y="5334514"/>
            <a:ext cx="1392159" cy="830997"/>
          </a:xfrm>
          <a:prstGeom prst="ellipse">
            <a:avLst/>
          </a:prstGeom>
          <a:noFill/>
          <a:ln w="571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Tree>
    <p:extLst>
      <p:ext uri="{BB962C8B-B14F-4D97-AF65-F5344CB8AC3E}">
        <p14:creationId xmlns:p14="http://schemas.microsoft.com/office/powerpoint/2010/main" val="229355177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D6A8277B-EDA6-452C-9F3A-ACBBCEC32FC4}"/>
              </a:ext>
            </a:extLst>
          </p:cNvPr>
          <p:cNvSpPr>
            <a:spLocks noGrp="1"/>
          </p:cNvSpPr>
          <p:nvPr>
            <p:ph type="title"/>
          </p:nvPr>
        </p:nvSpPr>
        <p:spPr/>
        <p:txBody>
          <a:bodyPr/>
          <a:lstStyle/>
          <a:p>
            <a:r>
              <a:rPr lang="en-US" altLang="zh-TW" dirty="0">
                <a:latin typeface="Times New Roman" panose="02020603050405020304" pitchFamily="18" charset="0"/>
                <a:cs typeface="Times New Roman" panose="02020603050405020304" pitchFamily="18" charset="0"/>
              </a:rPr>
              <a:t>  Construct Smaller DAG</a:t>
            </a:r>
            <a:endParaRPr lang="zh-TW" altLang="en-US" dirty="0">
              <a:latin typeface="Times New Roman" panose="02020603050405020304" pitchFamily="18" charset="0"/>
              <a:cs typeface="Times New Roman" panose="02020603050405020304" pitchFamily="18" charset="0"/>
            </a:endParaRPr>
          </a:p>
        </p:txBody>
      </p:sp>
      <p:sp>
        <p:nvSpPr>
          <p:cNvPr id="10" name="文字方塊 9">
            <a:extLst>
              <a:ext uri="{FF2B5EF4-FFF2-40B4-BE49-F238E27FC236}">
                <a16:creationId xmlns:a16="http://schemas.microsoft.com/office/drawing/2014/main" id="{4727866E-F479-4D46-BFF8-E6457D1289B6}"/>
              </a:ext>
            </a:extLst>
          </p:cNvPr>
          <p:cNvSpPr txBox="1"/>
          <p:nvPr/>
        </p:nvSpPr>
        <p:spPr>
          <a:xfrm>
            <a:off x="1048217" y="2279616"/>
            <a:ext cx="6094428" cy="830997"/>
          </a:xfrm>
          <a:prstGeom prst="rect">
            <a:avLst/>
          </a:prstGeom>
          <a:noFill/>
        </p:spPr>
        <p:txBody>
          <a:bodyPr wrap="square">
            <a:spAutoFit/>
          </a:bodyPr>
          <a:lstStyle/>
          <a:p>
            <a:pPr marL="285750" indent="-285750">
              <a:buFont typeface="Arial" panose="020B0604020202020204" pitchFamily="34" charset="0"/>
              <a:buChar char="•"/>
            </a:pPr>
            <a:r>
              <a:rPr lang="en-US" altLang="zh-TW" sz="2400" dirty="0"/>
              <a:t>S</a:t>
            </a:r>
            <a:r>
              <a:rPr lang="en-US" altLang="zh-TW" sz="2400" baseline="-25000" dirty="0"/>
              <a:t>1</a:t>
            </a:r>
            <a:r>
              <a:rPr lang="en-US" altLang="zh-TW" sz="2400" dirty="0"/>
              <a:t> = GAAGCGTA </a:t>
            </a:r>
          </a:p>
          <a:p>
            <a:pPr marL="285750" indent="-285750">
              <a:buFont typeface="Arial" panose="020B0604020202020204" pitchFamily="34" charset="0"/>
              <a:buChar char="•"/>
            </a:pPr>
            <a:r>
              <a:rPr lang="en-US" altLang="zh-TW" sz="2400" dirty="0"/>
              <a:t>S</a:t>
            </a:r>
            <a:r>
              <a:rPr lang="en-US" altLang="zh-TW" sz="2400" baseline="-25000" dirty="0"/>
              <a:t>2</a:t>
            </a:r>
            <a:r>
              <a:rPr lang="en-US" altLang="zh-TW" sz="2400" dirty="0"/>
              <a:t> = AGTCTGAC</a:t>
            </a:r>
            <a:endParaRPr lang="zh-TW" altLang="en-US" sz="2400" dirty="0"/>
          </a:p>
        </p:txBody>
      </p:sp>
      <p:pic>
        <p:nvPicPr>
          <p:cNvPr id="4" name="圖片 3">
            <a:extLst>
              <a:ext uri="{FF2B5EF4-FFF2-40B4-BE49-F238E27FC236}">
                <a16:creationId xmlns:a16="http://schemas.microsoft.com/office/drawing/2014/main" id="{0BA92968-559E-40D5-BD9B-89BB5F6EC76E}"/>
              </a:ext>
            </a:extLst>
          </p:cNvPr>
          <p:cNvPicPr>
            <a:picLocks noChangeAspect="1"/>
          </p:cNvPicPr>
          <p:nvPr/>
        </p:nvPicPr>
        <p:blipFill>
          <a:blip r:embed="rId3"/>
          <a:stretch>
            <a:fillRect/>
          </a:stretch>
        </p:blipFill>
        <p:spPr>
          <a:xfrm>
            <a:off x="2457450" y="3924251"/>
            <a:ext cx="7277100" cy="1762125"/>
          </a:xfrm>
          <a:prstGeom prst="rect">
            <a:avLst/>
          </a:prstGeom>
        </p:spPr>
      </p:pic>
    </p:spTree>
    <p:extLst>
      <p:ext uri="{BB962C8B-B14F-4D97-AF65-F5344CB8AC3E}">
        <p14:creationId xmlns:p14="http://schemas.microsoft.com/office/powerpoint/2010/main" val="94777603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8DA28130-9701-4B80-B9A9-01828130327A}"/>
              </a:ext>
            </a:extLst>
          </p:cNvPr>
          <p:cNvSpPr>
            <a:spLocks noGrp="1"/>
          </p:cNvSpPr>
          <p:nvPr>
            <p:ph type="title"/>
          </p:nvPr>
        </p:nvSpPr>
        <p:spPr/>
        <p:txBody>
          <a:bodyPr/>
          <a:lstStyle/>
          <a:p>
            <a:r>
              <a:rPr lang="en-US" altLang="zh-TW" dirty="0"/>
              <a:t>Experimental Results</a:t>
            </a:r>
            <a:endParaRPr lang="zh-TW" altLang="en-US" dirty="0"/>
          </a:p>
        </p:txBody>
      </p:sp>
      <p:pic>
        <p:nvPicPr>
          <p:cNvPr id="5" name="內容版面配置區 4">
            <a:extLst>
              <a:ext uri="{FF2B5EF4-FFF2-40B4-BE49-F238E27FC236}">
                <a16:creationId xmlns:a16="http://schemas.microsoft.com/office/drawing/2014/main" id="{9F758E2A-A334-4AB9-ABAA-C37C1414D848}"/>
              </a:ext>
            </a:extLst>
          </p:cNvPr>
          <p:cNvPicPr>
            <a:picLocks noGrp="1" noChangeAspect="1"/>
          </p:cNvPicPr>
          <p:nvPr>
            <p:ph idx="1"/>
          </p:nvPr>
        </p:nvPicPr>
        <p:blipFill>
          <a:blip r:embed="rId2"/>
          <a:stretch>
            <a:fillRect/>
          </a:stretch>
        </p:blipFill>
        <p:spPr>
          <a:xfrm>
            <a:off x="415797" y="1690688"/>
            <a:ext cx="5493955" cy="4351338"/>
          </a:xfrm>
        </p:spPr>
      </p:pic>
      <p:pic>
        <p:nvPicPr>
          <p:cNvPr id="7" name="圖片 6">
            <a:extLst>
              <a:ext uri="{FF2B5EF4-FFF2-40B4-BE49-F238E27FC236}">
                <a16:creationId xmlns:a16="http://schemas.microsoft.com/office/drawing/2014/main" id="{F0670AB2-ACDE-4EB7-A647-CD22D1919C77}"/>
              </a:ext>
            </a:extLst>
          </p:cNvPr>
          <p:cNvPicPr>
            <a:picLocks noChangeAspect="1"/>
          </p:cNvPicPr>
          <p:nvPr/>
        </p:nvPicPr>
        <p:blipFill rotWithShape="1">
          <a:blip r:embed="rId3"/>
          <a:srcRect l="7353" t="8947" r="4728" b="1767"/>
          <a:stretch/>
        </p:blipFill>
        <p:spPr>
          <a:xfrm>
            <a:off x="6282250" y="1896122"/>
            <a:ext cx="5110067" cy="4145904"/>
          </a:xfrm>
          <a:prstGeom prst="rect">
            <a:avLst/>
          </a:prstGeom>
        </p:spPr>
      </p:pic>
    </p:spTree>
    <p:extLst>
      <p:ext uri="{BB962C8B-B14F-4D97-AF65-F5344CB8AC3E}">
        <p14:creationId xmlns:p14="http://schemas.microsoft.com/office/powerpoint/2010/main" val="1748892148"/>
      </p:ext>
    </p:extLst>
  </p:cSld>
  <p:clrMapOvr>
    <a:masterClrMapping/>
  </p:clrMapOvr>
</p:sld>
</file>

<file path=ppt/theme/theme1.xml><?xml version="1.0" encoding="utf-8"?>
<a:theme xmlns:a="http://schemas.openxmlformats.org/drawingml/2006/main" name="Office 佈景主題">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佈景主題">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8142</TotalTime>
  <Words>461</Words>
  <Application>Microsoft Office PowerPoint</Application>
  <PresentationFormat>寬螢幕</PresentationFormat>
  <Paragraphs>50</Paragraphs>
  <Slides>12</Slides>
  <Notes>10</Notes>
  <HiddenSlides>0</HiddenSlides>
  <MMClips>0</MMClips>
  <ScaleCrop>false</ScaleCrop>
  <HeadingPairs>
    <vt:vector size="6" baseType="variant">
      <vt:variant>
        <vt:lpstr>使用字型</vt:lpstr>
      </vt:variant>
      <vt:variant>
        <vt:i4>4</vt:i4>
      </vt:variant>
      <vt:variant>
        <vt:lpstr>佈景主題</vt:lpstr>
      </vt:variant>
      <vt:variant>
        <vt:i4>1</vt:i4>
      </vt:variant>
      <vt:variant>
        <vt:lpstr>投影片標題</vt:lpstr>
      </vt:variant>
      <vt:variant>
        <vt:i4>12</vt:i4>
      </vt:variant>
    </vt:vector>
  </HeadingPairs>
  <TitlesOfParts>
    <vt:vector size="17" baseType="lpstr">
      <vt:lpstr>Arial</vt:lpstr>
      <vt:lpstr>Calibri</vt:lpstr>
      <vt:lpstr>Calibri Light</vt:lpstr>
      <vt:lpstr>Times New Roman</vt:lpstr>
      <vt:lpstr>Office 佈景主題</vt:lpstr>
      <vt:lpstr>A Branch Elimination-based Efficient Algorithm for Large-scale Multiple Longest Common Subsequence Problem</vt:lpstr>
      <vt:lpstr>Abstract</vt:lpstr>
      <vt:lpstr>Abstract</vt:lpstr>
      <vt:lpstr>DAG</vt:lpstr>
      <vt:lpstr>DAG</vt:lpstr>
      <vt:lpstr> Quick Estimation of Lower Bound</vt:lpstr>
      <vt:lpstr> Efficient Estimation of Upper Bound</vt:lpstr>
      <vt:lpstr> Efficient Estimation of Upper Bound</vt:lpstr>
      <vt:lpstr>  Construct Smaller DAG</vt:lpstr>
      <vt:lpstr>  Construct Smaller DAG</vt:lpstr>
      <vt:lpstr>  Construct Smaller DAG</vt:lpstr>
      <vt:lpstr>Experimental Results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簡報</dc:title>
  <dc:creator>郁儒 廖</dc:creator>
  <cp:lastModifiedBy>郁儒 廖</cp:lastModifiedBy>
  <cp:revision>18</cp:revision>
  <dcterms:created xsi:type="dcterms:W3CDTF">2021-06-26T09:28:31Z</dcterms:created>
  <dcterms:modified xsi:type="dcterms:W3CDTF">2021-12-15T06:04:35Z</dcterms:modified>
</cp:coreProperties>
</file>