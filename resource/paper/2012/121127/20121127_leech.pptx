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59" r:id="rId5"/>
    <p:sldId id="257" r:id="rId6"/>
    <p:sldId id="258" r:id="rId7"/>
    <p:sldId id="260"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A2C108AC-D60E-4A43-A91B-1521B3CAE695}" type="datetimeFigureOut">
              <a:rPr lang="zh-TW" altLang="en-US" smtClean="0"/>
              <a:t>2012/11/27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F5DA83A-F201-498A-BC5D-7BBF336B98D2}" type="slidenum">
              <a:rPr lang="zh-TW" altLang="en-US" smtClean="0"/>
              <a:t>‹#›</a:t>
            </a:fld>
            <a:endParaRPr lang="zh-TW" altLang="en-US"/>
          </a:p>
        </p:txBody>
      </p:sp>
    </p:spTree>
    <p:extLst>
      <p:ext uri="{BB962C8B-B14F-4D97-AF65-F5344CB8AC3E}">
        <p14:creationId xmlns:p14="http://schemas.microsoft.com/office/powerpoint/2010/main" val="1736311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2C108AC-D60E-4A43-A91B-1521B3CAE695}" type="datetimeFigureOut">
              <a:rPr lang="zh-TW" altLang="en-US" smtClean="0"/>
              <a:t>2012/11/27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F5DA83A-F201-498A-BC5D-7BBF336B98D2}" type="slidenum">
              <a:rPr lang="zh-TW" altLang="en-US" smtClean="0"/>
              <a:t>‹#›</a:t>
            </a:fld>
            <a:endParaRPr lang="zh-TW" altLang="en-US"/>
          </a:p>
        </p:txBody>
      </p:sp>
    </p:spTree>
    <p:extLst>
      <p:ext uri="{BB962C8B-B14F-4D97-AF65-F5344CB8AC3E}">
        <p14:creationId xmlns:p14="http://schemas.microsoft.com/office/powerpoint/2010/main" val="2910178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A2C108AC-D60E-4A43-A91B-1521B3CAE695}" type="datetimeFigureOut">
              <a:rPr lang="zh-TW" altLang="en-US" smtClean="0"/>
              <a:t>2012/11/27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F5DA83A-F201-498A-BC5D-7BBF336B98D2}" type="slidenum">
              <a:rPr lang="zh-TW" altLang="en-US" smtClean="0"/>
              <a:t>‹#›</a:t>
            </a:fld>
            <a:endParaRPr lang="zh-TW" altLang="en-US"/>
          </a:p>
        </p:txBody>
      </p:sp>
    </p:spTree>
    <p:extLst>
      <p:ext uri="{BB962C8B-B14F-4D97-AF65-F5344CB8AC3E}">
        <p14:creationId xmlns:p14="http://schemas.microsoft.com/office/powerpoint/2010/main" val="2287801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A2C108AC-D60E-4A43-A91B-1521B3CAE695}" type="datetimeFigureOut">
              <a:rPr lang="zh-TW" altLang="en-US" smtClean="0"/>
              <a:t>2012/11/27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F5DA83A-F201-498A-BC5D-7BBF336B98D2}" type="slidenum">
              <a:rPr lang="zh-TW" altLang="en-US" smtClean="0"/>
              <a:t>‹#›</a:t>
            </a:fld>
            <a:endParaRPr lang="zh-TW" altLang="en-US"/>
          </a:p>
        </p:txBody>
      </p:sp>
    </p:spTree>
    <p:extLst>
      <p:ext uri="{BB962C8B-B14F-4D97-AF65-F5344CB8AC3E}">
        <p14:creationId xmlns:p14="http://schemas.microsoft.com/office/powerpoint/2010/main" val="3157782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A2C108AC-D60E-4A43-A91B-1521B3CAE695}" type="datetimeFigureOut">
              <a:rPr lang="zh-TW" altLang="en-US" smtClean="0"/>
              <a:t>2012/11/27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0F5DA83A-F201-498A-BC5D-7BBF336B98D2}" type="slidenum">
              <a:rPr lang="zh-TW" altLang="en-US" smtClean="0"/>
              <a:t>‹#›</a:t>
            </a:fld>
            <a:endParaRPr lang="zh-TW" altLang="en-US"/>
          </a:p>
        </p:txBody>
      </p:sp>
    </p:spTree>
    <p:extLst>
      <p:ext uri="{BB962C8B-B14F-4D97-AF65-F5344CB8AC3E}">
        <p14:creationId xmlns:p14="http://schemas.microsoft.com/office/powerpoint/2010/main" val="3697929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2C108AC-D60E-4A43-A91B-1521B3CAE695}" type="datetimeFigureOut">
              <a:rPr lang="zh-TW" altLang="en-US" smtClean="0"/>
              <a:t>2012/11/27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0F5DA83A-F201-498A-BC5D-7BBF336B98D2}" type="slidenum">
              <a:rPr lang="zh-TW" altLang="en-US" smtClean="0"/>
              <a:t>‹#›</a:t>
            </a:fld>
            <a:endParaRPr lang="zh-TW" altLang="en-US"/>
          </a:p>
        </p:txBody>
      </p:sp>
    </p:spTree>
    <p:extLst>
      <p:ext uri="{BB962C8B-B14F-4D97-AF65-F5344CB8AC3E}">
        <p14:creationId xmlns:p14="http://schemas.microsoft.com/office/powerpoint/2010/main" val="127521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2C108AC-D60E-4A43-A91B-1521B3CAE695}" type="datetimeFigureOut">
              <a:rPr lang="zh-TW" altLang="en-US" smtClean="0"/>
              <a:t>2012/11/27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0F5DA83A-F201-498A-BC5D-7BBF336B98D2}" type="slidenum">
              <a:rPr lang="zh-TW" altLang="en-US" smtClean="0"/>
              <a:t>‹#›</a:t>
            </a:fld>
            <a:endParaRPr lang="zh-TW" altLang="en-US"/>
          </a:p>
        </p:txBody>
      </p:sp>
    </p:spTree>
    <p:extLst>
      <p:ext uri="{BB962C8B-B14F-4D97-AF65-F5344CB8AC3E}">
        <p14:creationId xmlns:p14="http://schemas.microsoft.com/office/powerpoint/2010/main" val="1886021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2C108AC-D60E-4A43-A91B-1521B3CAE695}" type="datetimeFigureOut">
              <a:rPr lang="zh-TW" altLang="en-US" smtClean="0"/>
              <a:t>2012/11/27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F5DA83A-F201-498A-BC5D-7BBF336B98D2}" type="slidenum">
              <a:rPr lang="zh-TW" altLang="en-US" smtClean="0"/>
              <a:t>‹#›</a:t>
            </a:fld>
            <a:endParaRPr lang="zh-TW" altLang="en-US"/>
          </a:p>
        </p:txBody>
      </p:sp>
    </p:spTree>
    <p:extLst>
      <p:ext uri="{BB962C8B-B14F-4D97-AF65-F5344CB8AC3E}">
        <p14:creationId xmlns:p14="http://schemas.microsoft.com/office/powerpoint/2010/main" val="4165201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2C108AC-D60E-4A43-A91B-1521B3CAE695}" type="datetimeFigureOut">
              <a:rPr lang="zh-TW" altLang="en-US" smtClean="0"/>
              <a:t>2012/11/27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F5DA83A-F201-498A-BC5D-7BBF336B98D2}" type="slidenum">
              <a:rPr lang="zh-TW" altLang="en-US" smtClean="0"/>
              <a:t>‹#›</a:t>
            </a:fld>
            <a:endParaRPr lang="zh-TW" altLang="en-US"/>
          </a:p>
        </p:txBody>
      </p:sp>
    </p:spTree>
    <p:extLst>
      <p:ext uri="{BB962C8B-B14F-4D97-AF65-F5344CB8AC3E}">
        <p14:creationId xmlns:p14="http://schemas.microsoft.com/office/powerpoint/2010/main" val="1765659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2C108AC-D60E-4A43-A91B-1521B3CAE695}" type="datetimeFigureOut">
              <a:rPr lang="zh-TW" altLang="en-US" smtClean="0"/>
              <a:t>2012/11/27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F5DA83A-F201-498A-BC5D-7BBF336B98D2}" type="slidenum">
              <a:rPr lang="zh-TW" altLang="en-US" smtClean="0"/>
              <a:t>‹#›</a:t>
            </a:fld>
            <a:endParaRPr lang="zh-TW" altLang="en-US"/>
          </a:p>
        </p:txBody>
      </p:sp>
    </p:spTree>
    <p:extLst>
      <p:ext uri="{BB962C8B-B14F-4D97-AF65-F5344CB8AC3E}">
        <p14:creationId xmlns:p14="http://schemas.microsoft.com/office/powerpoint/2010/main" val="901390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2C108AC-D60E-4A43-A91B-1521B3CAE695}" type="datetimeFigureOut">
              <a:rPr lang="zh-TW" altLang="en-US" smtClean="0"/>
              <a:t>2012/11/27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F5DA83A-F201-498A-BC5D-7BBF336B98D2}" type="slidenum">
              <a:rPr lang="zh-TW" altLang="en-US" smtClean="0"/>
              <a:t>‹#›</a:t>
            </a:fld>
            <a:endParaRPr lang="zh-TW" altLang="en-US"/>
          </a:p>
        </p:txBody>
      </p:sp>
    </p:spTree>
    <p:extLst>
      <p:ext uri="{BB962C8B-B14F-4D97-AF65-F5344CB8AC3E}">
        <p14:creationId xmlns:p14="http://schemas.microsoft.com/office/powerpoint/2010/main" val="650979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C108AC-D60E-4A43-A91B-1521B3CAE695}" type="datetimeFigureOut">
              <a:rPr lang="zh-TW" altLang="en-US" smtClean="0"/>
              <a:t>2012/11/27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5DA83A-F201-498A-BC5D-7BBF336B98D2}" type="slidenum">
              <a:rPr lang="zh-TW" altLang="en-US" smtClean="0"/>
              <a:t>‹#›</a:t>
            </a:fld>
            <a:endParaRPr lang="zh-TW" altLang="en-US"/>
          </a:p>
        </p:txBody>
      </p:sp>
    </p:spTree>
    <p:extLst>
      <p:ext uri="{BB962C8B-B14F-4D97-AF65-F5344CB8AC3E}">
        <p14:creationId xmlns:p14="http://schemas.microsoft.com/office/powerpoint/2010/main" val="3163350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t>A Wavelet-Based Anytime Algorithm for K-Means Clustering of Time Series</a:t>
            </a:r>
            <a:endParaRPr lang="zh-TW" altLang="en-US" dirty="0"/>
          </a:p>
        </p:txBody>
      </p:sp>
      <p:sp>
        <p:nvSpPr>
          <p:cNvPr id="3" name="副標題 2"/>
          <p:cNvSpPr>
            <a:spLocks noGrp="1"/>
          </p:cNvSpPr>
          <p:nvPr>
            <p:ph type="subTitle" idx="1"/>
          </p:nvPr>
        </p:nvSpPr>
        <p:spPr>
          <a:xfrm>
            <a:off x="1371600" y="3886200"/>
            <a:ext cx="6944816" cy="982960"/>
          </a:xfrm>
        </p:spPr>
        <p:txBody>
          <a:bodyPr>
            <a:normAutofit/>
          </a:bodyPr>
          <a:lstStyle/>
          <a:p>
            <a:r>
              <a:rPr lang="en-US" altLang="zh-TW" sz="1800" dirty="0" err="1" smtClean="0"/>
              <a:t>Michail</a:t>
            </a:r>
            <a:r>
              <a:rPr lang="en-US" altLang="zh-TW" sz="1800" dirty="0" smtClean="0"/>
              <a:t> Vlachos Jessica Lin </a:t>
            </a:r>
            <a:r>
              <a:rPr lang="en-US" altLang="zh-TW" sz="1800" dirty="0" err="1" smtClean="0"/>
              <a:t>Eamonn</a:t>
            </a:r>
            <a:r>
              <a:rPr lang="en-US" altLang="zh-TW" sz="1800" dirty="0" smtClean="0"/>
              <a:t> Keogh </a:t>
            </a:r>
            <a:r>
              <a:rPr lang="en-US" altLang="zh-TW" sz="1800" dirty="0" err="1" smtClean="0"/>
              <a:t>Dimitrios</a:t>
            </a:r>
            <a:r>
              <a:rPr lang="en-US" altLang="zh-TW" sz="1800" dirty="0" smtClean="0"/>
              <a:t> </a:t>
            </a:r>
            <a:r>
              <a:rPr lang="en-US" altLang="zh-TW" sz="1800" dirty="0" err="1" smtClean="0"/>
              <a:t>Gunopulos</a:t>
            </a:r>
            <a:r>
              <a:rPr lang="en-US" altLang="zh-TW" sz="1800" dirty="0" smtClean="0"/>
              <a:t>,</a:t>
            </a:r>
          </a:p>
          <a:p>
            <a:r>
              <a:rPr lang="en-US" altLang="zh-TW" sz="1800" dirty="0"/>
              <a:t>In Proc. Workshop on Clustering High Dimensionality Data and </a:t>
            </a:r>
            <a:r>
              <a:rPr lang="en-US" altLang="zh-TW" sz="1800"/>
              <a:t>Its </a:t>
            </a:r>
            <a:r>
              <a:rPr lang="en-US" altLang="zh-TW" sz="1800" smtClean="0"/>
              <a:t>Applications, 2003</a:t>
            </a:r>
            <a:endParaRPr lang="zh-TW" altLang="en-US" sz="1800" dirty="0"/>
          </a:p>
        </p:txBody>
      </p:sp>
      <p:sp>
        <p:nvSpPr>
          <p:cNvPr id="4" name="文字方塊 3"/>
          <p:cNvSpPr txBox="1"/>
          <p:nvPr/>
        </p:nvSpPr>
        <p:spPr>
          <a:xfrm>
            <a:off x="5724128" y="5301208"/>
            <a:ext cx="3024336" cy="646331"/>
          </a:xfrm>
          <a:prstGeom prst="rect">
            <a:avLst/>
          </a:prstGeom>
          <a:noFill/>
        </p:spPr>
        <p:txBody>
          <a:bodyPr wrap="square" rtlCol="0">
            <a:spAutoFit/>
          </a:bodyPr>
          <a:lstStyle/>
          <a:p>
            <a:r>
              <a:rPr lang="en-US" altLang="zh-TW" dirty="0" smtClean="0"/>
              <a:t>Date:2012/11/27</a:t>
            </a:r>
          </a:p>
          <a:p>
            <a:r>
              <a:rPr lang="en-US" altLang="zh-TW" dirty="0" smtClean="0"/>
              <a:t>Presenter: Cheng-Han Lee</a:t>
            </a:r>
            <a:endParaRPr lang="zh-TW" altLang="en-US" dirty="0"/>
          </a:p>
        </p:txBody>
      </p:sp>
    </p:spTree>
    <p:extLst>
      <p:ext uri="{BB962C8B-B14F-4D97-AF65-F5344CB8AC3E}">
        <p14:creationId xmlns:p14="http://schemas.microsoft.com/office/powerpoint/2010/main" val="16885539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457200" y="1600200"/>
            <a:ext cx="8229600" cy="4997152"/>
          </a:xfrm>
        </p:spPr>
        <p:txBody>
          <a:bodyPr>
            <a:normAutofit fontScale="62500" lnSpcReduction="20000"/>
          </a:bodyPr>
          <a:lstStyle/>
          <a:p>
            <a:r>
              <a:rPr lang="en-US" altLang="zh-TW" sz="4000" dirty="0" smtClean="0"/>
              <a:t>The emergence of the field of data mining in the last decade has sparked an increasing interest in clustering of time series. Although there has been much research on clustering in general, most classic machine learning and data mining algorithms do not work well for time series due to their unique structure. In particular, the high dimensionality, very high feature correlation, and the (typically) large amount of noise that characterize time series data present a difficult challenge. In this work we address these challenges by introducing a novel anytime version of k-Means clustering algorithm for time series. The algorithm works by leveraging off the multi-resolution property of wavelets. In particular, an initial clustering is performed with a very coarse resolution representation of the data. </a:t>
            </a:r>
          </a:p>
          <a:p>
            <a:endParaRPr lang="zh-TW" altLang="en-US" dirty="0"/>
          </a:p>
        </p:txBody>
      </p:sp>
    </p:spTree>
    <p:extLst>
      <p:ext uri="{BB962C8B-B14F-4D97-AF65-F5344CB8AC3E}">
        <p14:creationId xmlns:p14="http://schemas.microsoft.com/office/powerpoint/2010/main" val="2657944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77500" lnSpcReduction="20000"/>
          </a:bodyPr>
          <a:lstStyle/>
          <a:p>
            <a:r>
              <a:rPr lang="en-US" altLang="zh-TW" dirty="0" smtClean="0"/>
              <a:t>The results obtained from this “quick and dirty” clustering are used to initialize a clustering at a slightly finer level of approximation. </a:t>
            </a:r>
            <a:r>
              <a:rPr lang="en-US" altLang="zh-TW" dirty="0" smtClean="0"/>
              <a:t>This process is repeated until the clustering results stabilize or until the “approximation” is the raw data. In addition to casting k-Means as an anytime algorithm, our approach has two other very unintuitive properties. The quality of the clustering is often better than the batch algorithm, and even if the algorithm is run to completion, the time taken is typically much less than the time taken by the original algorithm. We explain, and empirically demonstrate these surprising and desirable properties with comprehensive experiments on several publicly available real data sets.</a:t>
            </a:r>
            <a:endParaRPr lang="zh-TW" altLang="en-US" dirty="0"/>
          </a:p>
        </p:txBody>
      </p:sp>
    </p:spTree>
    <p:extLst>
      <p:ext uri="{BB962C8B-B14F-4D97-AF65-F5344CB8AC3E}">
        <p14:creationId xmlns:p14="http://schemas.microsoft.com/office/powerpoint/2010/main" val="4249717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0054"/>
            <a:ext cx="8294894" cy="6336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字方塊 3"/>
          <p:cNvSpPr txBox="1"/>
          <p:nvPr/>
        </p:nvSpPr>
        <p:spPr>
          <a:xfrm>
            <a:off x="4283968" y="6381328"/>
            <a:ext cx="4392488" cy="369332"/>
          </a:xfrm>
          <a:prstGeom prst="rect">
            <a:avLst/>
          </a:prstGeom>
          <a:noFill/>
        </p:spPr>
        <p:txBody>
          <a:bodyPr wrap="square" rtlCol="0">
            <a:spAutoFit/>
          </a:bodyPr>
          <a:lstStyle/>
          <a:p>
            <a:r>
              <a:rPr lang="en-US" altLang="zh-TW" dirty="0" smtClean="0"/>
              <a:t>Clustering of </a:t>
            </a:r>
            <a:r>
              <a:rPr lang="en-US" altLang="zh-TW" dirty="0" err="1" smtClean="0"/>
              <a:t>timeseries</a:t>
            </a:r>
            <a:r>
              <a:rPr lang="en-US" altLang="zh-TW" dirty="0" smtClean="0"/>
              <a:t> data—a survey(2005)</a:t>
            </a:r>
            <a:endParaRPr lang="zh-TW" altLang="en-US" dirty="0"/>
          </a:p>
        </p:txBody>
      </p:sp>
    </p:spTree>
    <p:extLst>
      <p:ext uri="{BB962C8B-B14F-4D97-AF65-F5344CB8AC3E}">
        <p14:creationId xmlns:p14="http://schemas.microsoft.com/office/powerpoint/2010/main" val="38720997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Raw-data-based approaches</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1589441"/>
            <a:ext cx="9139076" cy="4513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93166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Feature-based approaches</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600466"/>
            <a:ext cx="8067824" cy="5256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49210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Model-based approaches</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052736"/>
            <a:ext cx="8284220" cy="5627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9184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Wavelet</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484784"/>
            <a:ext cx="43815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7131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 I-</a:t>
            </a:r>
            <a:r>
              <a:rPr lang="en-US" altLang="zh-TW" dirty="0" err="1" smtClean="0"/>
              <a:t>kMeans</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dirty="0" smtClean="0"/>
              <a:t>1. Decide on a value for k.</a:t>
            </a:r>
          </a:p>
          <a:p>
            <a:r>
              <a:rPr lang="en-US" altLang="zh-TW" dirty="0" smtClean="0"/>
              <a:t>2. Initialize the k cluster centers (randomly, if </a:t>
            </a:r>
          </a:p>
          <a:p>
            <a:r>
              <a:rPr lang="en-US" altLang="zh-TW" dirty="0" smtClean="0"/>
              <a:t>necessary).</a:t>
            </a:r>
          </a:p>
          <a:p>
            <a:r>
              <a:rPr lang="en-US" altLang="zh-TW" dirty="0" smtClean="0"/>
              <a:t>3. Run the k-Means algorithm on the </a:t>
            </a:r>
            <a:r>
              <a:rPr lang="en-US" altLang="zh-TW" dirty="0" err="1" smtClean="0"/>
              <a:t>level</a:t>
            </a:r>
            <a:r>
              <a:rPr lang="en-US" altLang="zh-TW" baseline="-25000" dirty="0" err="1" smtClean="0"/>
              <a:t>i</a:t>
            </a:r>
            <a:r>
              <a:rPr lang="en-US" altLang="zh-TW" baseline="-25000" dirty="0"/>
              <a:t> </a:t>
            </a:r>
            <a:r>
              <a:rPr lang="en-US" altLang="zh-TW" dirty="0" smtClean="0"/>
              <a:t>representation of the data</a:t>
            </a:r>
          </a:p>
          <a:p>
            <a:r>
              <a:rPr lang="en-US" altLang="zh-TW" dirty="0" smtClean="0"/>
              <a:t>4. Use final centers from </a:t>
            </a:r>
            <a:r>
              <a:rPr lang="en-US" altLang="zh-TW" dirty="0" err="1" smtClean="0"/>
              <a:t>leveli</a:t>
            </a:r>
            <a:r>
              <a:rPr lang="en-US" altLang="zh-TW" dirty="0" smtClean="0"/>
              <a:t> as initial centers for level</a:t>
            </a:r>
            <a:r>
              <a:rPr lang="en-US" altLang="zh-TW" baseline="-25000" dirty="0" smtClean="0"/>
              <a:t>i+1</a:t>
            </a:r>
            <a:r>
              <a:rPr lang="en-US" altLang="zh-TW" dirty="0" smtClean="0"/>
              <a:t>. This is achieved by projecting the k centers returned by k-Means algorithm for the 2i space in the 2i+1 space.</a:t>
            </a:r>
          </a:p>
          <a:p>
            <a:r>
              <a:rPr lang="en-US" altLang="zh-TW" dirty="0" smtClean="0"/>
              <a:t>5. If none of the N objects changed membership in the last iteration, exit. Otherwise </a:t>
            </a:r>
            <a:r>
              <a:rPr lang="en-US" altLang="zh-TW" dirty="0" err="1" smtClean="0"/>
              <a:t>goto</a:t>
            </a:r>
            <a:r>
              <a:rPr lang="en-US" altLang="zh-TW" dirty="0" smtClean="0"/>
              <a:t> 3.</a:t>
            </a:r>
            <a:endParaRPr lang="zh-TW" altLang="en-US" dirty="0"/>
          </a:p>
        </p:txBody>
      </p:sp>
    </p:spTree>
    <p:extLst>
      <p:ext uri="{BB962C8B-B14F-4D97-AF65-F5344CB8AC3E}">
        <p14:creationId xmlns:p14="http://schemas.microsoft.com/office/powerpoint/2010/main" val="3648643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a:t>
            </a:r>
            <a:endParaRPr lang="zh-TW" altLang="en-US" dirty="0"/>
          </a:p>
        </p:txBody>
      </p:sp>
      <p:sp>
        <p:nvSpPr>
          <p:cNvPr id="3" name="內容版面配置區 2"/>
          <p:cNvSpPr>
            <a:spLocks noGrp="1"/>
          </p:cNvSpPr>
          <p:nvPr>
            <p:ph idx="1"/>
          </p:nvPr>
        </p:nvSpPr>
        <p:spPr/>
        <p:txBody>
          <a:bodyPr/>
          <a:lstStyle/>
          <a:p>
            <a:r>
              <a:rPr lang="en-US" altLang="zh-TW" dirty="0" smtClean="0"/>
              <a:t>Data set</a:t>
            </a:r>
          </a:p>
          <a:p>
            <a:pPr lvl="1"/>
            <a:r>
              <a:rPr lang="en-US" altLang="zh-TW" dirty="0" smtClean="0"/>
              <a:t>JPL</a:t>
            </a:r>
          </a:p>
          <a:p>
            <a:pPr lvl="2"/>
            <a:r>
              <a:rPr lang="en-US" altLang="zh-TW" dirty="0" smtClean="0"/>
              <a:t>This dataset consists of readings from various inertial sensors from Space Shuttle mission STS-57.</a:t>
            </a:r>
          </a:p>
          <a:p>
            <a:pPr lvl="1"/>
            <a:r>
              <a:rPr lang="en-US" altLang="zh-TW" dirty="0"/>
              <a:t>Heterogeneous </a:t>
            </a:r>
            <a:r>
              <a:rPr lang="en-US" altLang="zh-TW" dirty="0" smtClean="0"/>
              <a:t>:10 dataset from UCR</a:t>
            </a:r>
          </a:p>
          <a:p>
            <a:pPr lvl="1"/>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4653136"/>
            <a:ext cx="3626585" cy="10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2812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353215"/>
            <a:ext cx="4508349" cy="4164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9" y="1340768"/>
            <a:ext cx="4329729"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7805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5" y="1714034"/>
            <a:ext cx="4214564" cy="3671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0448" y="1716317"/>
            <a:ext cx="4294000" cy="369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5704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556792"/>
            <a:ext cx="4475199" cy="4154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008" y="1597431"/>
            <a:ext cx="4524558" cy="4236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5700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2996953"/>
            <a:ext cx="8229600" cy="1584176"/>
          </a:xfrm>
        </p:spPr>
        <p:txBody>
          <a:bodyPr>
            <a:normAutofit/>
          </a:bodyPr>
          <a:lstStyle/>
          <a:p>
            <a:pPr marL="0" indent="0" algn="ctr">
              <a:buNone/>
            </a:pPr>
            <a:r>
              <a:rPr lang="en-US" altLang="zh-TW" sz="5000" b="1" dirty="0" smtClean="0">
                <a:latin typeface="標楷體" pitchFamily="65" charset="-120"/>
                <a:ea typeface="標楷體" pitchFamily="65" charset="-120"/>
              </a:rPr>
              <a:t>THE END</a:t>
            </a:r>
            <a:endParaRPr lang="zh-TW" altLang="en-US" sz="5000" b="1" dirty="0">
              <a:latin typeface="標楷體" pitchFamily="65" charset="-120"/>
              <a:ea typeface="標楷體" pitchFamily="65" charset="-120"/>
            </a:endParaRPr>
          </a:p>
        </p:txBody>
      </p:sp>
    </p:spTree>
    <p:extLst>
      <p:ext uri="{BB962C8B-B14F-4D97-AF65-F5344CB8AC3E}">
        <p14:creationId xmlns:p14="http://schemas.microsoft.com/office/powerpoint/2010/main" val="342593249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TotalTime>
  <Words>433</Words>
  <Application>Microsoft Office PowerPoint</Application>
  <PresentationFormat>如螢幕大小 (4:3)</PresentationFormat>
  <Paragraphs>26</Paragraphs>
  <Slides>14</Slides>
  <Notes>0</Notes>
  <HiddenSlides>0</HiddenSlides>
  <MMClips>0</MMClips>
  <ScaleCrop>false</ScaleCrop>
  <HeadingPairs>
    <vt:vector size="4" baseType="variant">
      <vt:variant>
        <vt:lpstr>佈景主題</vt:lpstr>
      </vt:variant>
      <vt:variant>
        <vt:i4>1</vt:i4>
      </vt:variant>
      <vt:variant>
        <vt:lpstr>投影片標題</vt:lpstr>
      </vt:variant>
      <vt:variant>
        <vt:i4>14</vt:i4>
      </vt:variant>
    </vt:vector>
  </HeadingPairs>
  <TitlesOfParts>
    <vt:vector size="15" baseType="lpstr">
      <vt:lpstr>Office 佈景主題</vt:lpstr>
      <vt:lpstr>A Wavelet-Based Anytime Algorithm for K-Means Clustering of Time Series</vt:lpstr>
      <vt:lpstr>Abstract</vt:lpstr>
      <vt:lpstr>PowerPoint 簡報</vt:lpstr>
      <vt:lpstr>PowerPoint 簡報</vt:lpstr>
      <vt:lpstr>Raw-data-based approaches</vt:lpstr>
      <vt:lpstr>Feature-based approaches</vt:lpstr>
      <vt:lpstr>Model-based approaches</vt:lpstr>
      <vt:lpstr>Wavelet</vt:lpstr>
      <vt:lpstr>Algorithm I-kMeans</vt:lpstr>
      <vt:lpstr>Experimental</vt:lpstr>
      <vt:lpstr>PowerPoint 簡報</vt:lpstr>
      <vt:lpstr>PowerPoint 簡報</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LCH</dc:creator>
  <cp:lastModifiedBy>LCH</cp:lastModifiedBy>
  <cp:revision>13</cp:revision>
  <dcterms:created xsi:type="dcterms:W3CDTF">2012-11-27T08:32:21Z</dcterms:created>
  <dcterms:modified xsi:type="dcterms:W3CDTF">2012-11-27T10:32:38Z</dcterms:modified>
</cp:coreProperties>
</file>