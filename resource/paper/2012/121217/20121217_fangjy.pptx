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4" r:id="rId5"/>
    <p:sldId id="259" r:id="rId6"/>
    <p:sldId id="260" r:id="rId7"/>
    <p:sldId id="265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6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9647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1216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97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572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355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93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2501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61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11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9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090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B3296-705A-4264-BF48-F2AACB631E85}" type="datetimeFigureOut">
              <a:rPr lang="zh-TW" altLang="en-US" smtClean="0"/>
              <a:t>2012/12/17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7C5CA-F8C8-4844-A36B-1FC3AC1326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14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16288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Time Warp Edit Distance with Stiffness</a:t>
            </a:r>
            <a:br>
              <a:rPr lang="en-US" altLang="zh-TW" b="1" dirty="0"/>
            </a:br>
            <a:r>
              <a:rPr lang="en-US" altLang="zh-TW" b="1" dirty="0"/>
              <a:t>Adjustment for Time Series Matching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31640" y="3573016"/>
            <a:ext cx="6400800" cy="1752600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Pierre-Francois </a:t>
            </a:r>
            <a:r>
              <a:rPr lang="en-US" altLang="zh-TW" dirty="0" err="1">
                <a:solidFill>
                  <a:schemeClr val="tx1"/>
                </a:solidFill>
              </a:rPr>
              <a:t>Marteau</a:t>
            </a:r>
            <a:r>
              <a:rPr lang="en-US" altLang="zh-TW" dirty="0" smtClean="0">
                <a:solidFill>
                  <a:schemeClr val="tx1"/>
                </a:solidFill>
              </a:rPr>
              <a:t>,</a:t>
            </a:r>
          </a:p>
          <a:p>
            <a:endParaRPr lang="en-US" altLang="zh-TW" dirty="0" smtClean="0">
              <a:solidFill>
                <a:schemeClr val="tx1"/>
              </a:solidFill>
              <a:effectLst/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IEEE TRANSACTIONS ON PATTERN ANALYSIS AND MACHINE INTELLIGENCE</a:t>
            </a:r>
            <a:r>
              <a:rPr lang="en-US" altLang="zh-TW" dirty="0" smtClean="0">
                <a:solidFill>
                  <a:schemeClr val="tx1"/>
                </a:solidFill>
              </a:rPr>
              <a:t>,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VOL. 31, NO. </a:t>
            </a:r>
            <a:r>
              <a:rPr lang="en-US" altLang="zh-TW" dirty="0" smtClean="0">
                <a:solidFill>
                  <a:schemeClr val="tx1"/>
                </a:solidFill>
              </a:rPr>
              <a:t>2,FEBRUARY </a:t>
            </a:r>
            <a:r>
              <a:rPr lang="en-US" altLang="zh-TW" dirty="0">
                <a:solidFill>
                  <a:schemeClr val="tx1"/>
                </a:solidFill>
              </a:rPr>
              <a:t>2009</a:t>
            </a:r>
          </a:p>
          <a:p>
            <a:endParaRPr lang="en-US" altLang="zh-TW" dirty="0" smtClean="0">
              <a:solidFill>
                <a:schemeClr val="tx1"/>
              </a:solidFill>
              <a:effectLst/>
            </a:endParaRPr>
          </a:p>
          <a:p>
            <a:endParaRPr lang="en-US" altLang="zh-TW" dirty="0" smtClean="0">
              <a:effectLst/>
            </a:endParaRP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796136" y="6021288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64088" y="5805264"/>
            <a:ext cx="3600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zh-TW" dirty="0">
                <a:latin typeface="Times New Roman" pitchFamily="18" charset="0"/>
              </a:rPr>
              <a:t>Presenter: </a:t>
            </a:r>
            <a:r>
              <a:rPr lang="zh-TW" altLang="en-US" dirty="0">
                <a:latin typeface="Times New Roman" pitchFamily="18" charset="0"/>
              </a:rPr>
              <a:t>方鈞毅</a:t>
            </a:r>
            <a:endParaRPr kumimoji="0" lang="en-US" altLang="zh-TW" dirty="0">
              <a:latin typeface="Times New Roman" pitchFamily="18" charset="0"/>
            </a:endParaRPr>
          </a:p>
          <a:p>
            <a:r>
              <a:rPr kumimoji="0" lang="en-US" altLang="zh-TW" dirty="0">
                <a:latin typeface="Times New Roman" pitchFamily="18" charset="0"/>
              </a:rPr>
              <a:t>Date: </a:t>
            </a:r>
            <a:r>
              <a:rPr kumimoji="0" lang="en-US" altLang="zh-TW" dirty="0" smtClean="0">
                <a:latin typeface="Times New Roman" pitchFamily="18" charset="0"/>
              </a:rPr>
              <a:t>Dec. 17, </a:t>
            </a:r>
            <a:r>
              <a:rPr kumimoji="0" lang="en-US" altLang="zh-TW" dirty="0" smtClean="0">
                <a:latin typeface="Times New Roman" pitchFamily="18" charset="0"/>
              </a:rPr>
              <a:t>2012</a:t>
            </a:r>
            <a:endParaRPr kumimoji="0" lang="en-US" altLang="zh-TW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75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</a:rPr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 smtClean="0"/>
              <a:t>In </a:t>
            </a:r>
            <a:r>
              <a:rPr lang="en-US" altLang="zh-TW" dirty="0"/>
              <a:t>a way similar to the string-to-string correction problem, we address discrete time series similarity in light of a </a:t>
            </a:r>
            <a:r>
              <a:rPr lang="en-US" altLang="zh-TW" dirty="0" smtClean="0"/>
              <a:t>time-series-to-time-series-correction </a:t>
            </a:r>
            <a:r>
              <a:rPr lang="en-US" altLang="zh-TW" dirty="0"/>
              <a:t>problem for which the similarity between two time series is measured as the minimum cost sequence of </a:t>
            </a:r>
            <a:r>
              <a:rPr lang="en-US" altLang="zh-TW" dirty="0" smtClean="0"/>
              <a:t>edit operations </a:t>
            </a:r>
            <a:r>
              <a:rPr lang="en-US" altLang="zh-TW" dirty="0"/>
              <a:t>needed to transform one time series into another. </a:t>
            </a:r>
            <a:endParaRPr lang="en-US" altLang="zh-TW" dirty="0" smtClean="0"/>
          </a:p>
          <a:p>
            <a:r>
              <a:rPr lang="en-US" altLang="zh-TW" dirty="0" smtClean="0"/>
              <a:t>To </a:t>
            </a:r>
            <a:r>
              <a:rPr lang="en-US" altLang="zh-TW" dirty="0"/>
              <a:t>define the edit operations, we use the paradigm of a graphical </a:t>
            </a:r>
            <a:r>
              <a:rPr lang="en-US" altLang="zh-TW" dirty="0" smtClean="0"/>
              <a:t>editing process </a:t>
            </a:r>
            <a:r>
              <a:rPr lang="en-US" altLang="zh-TW" dirty="0"/>
              <a:t>and end up with a dynamic programming algorithm that we call Time Warp Edit Distance (TWED). TWED is slightly different </a:t>
            </a:r>
            <a:r>
              <a:rPr lang="en-US" altLang="zh-TW" dirty="0" smtClean="0"/>
              <a:t>in form </a:t>
            </a:r>
            <a:r>
              <a:rPr lang="en-US" altLang="zh-TW" dirty="0"/>
              <a:t>from Dynamic Time Warping (DTW), Longest </a:t>
            </a:r>
            <a:r>
              <a:rPr lang="en-US" altLang="zh-TW" dirty="0" smtClean="0"/>
              <a:t>Common Subsequence </a:t>
            </a:r>
            <a:r>
              <a:rPr lang="en-US" altLang="zh-TW" dirty="0"/>
              <a:t>(LCSS), or Edit Distance with Real Penalty (</a:t>
            </a:r>
            <a:r>
              <a:rPr lang="en-US" altLang="zh-TW" dirty="0" smtClean="0"/>
              <a:t>ERP)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algorithms</a:t>
            </a:r>
            <a:r>
              <a:rPr lang="en-US" altLang="zh-TW" dirty="0"/>
              <a:t>. 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5275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</a:rPr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37111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sz="2800" dirty="0"/>
              <a:t>In particular, it highlights a parameter that controls a kind of stiffness of the elastic measure along the time axis. We </a:t>
            </a:r>
            <a:r>
              <a:rPr lang="en-US" altLang="zh-TW" sz="2800" dirty="0" smtClean="0"/>
              <a:t>show that </a:t>
            </a:r>
            <a:r>
              <a:rPr lang="en-US" altLang="zh-TW" sz="2800" dirty="0"/>
              <a:t>the similarity provided by TWED is a potentially useful metric in time series retrieval applications since it could benefit from </a:t>
            </a:r>
            <a:r>
              <a:rPr lang="en-US" altLang="zh-TW" sz="2800" dirty="0" smtClean="0"/>
              <a:t>the triangular </a:t>
            </a:r>
            <a:r>
              <a:rPr lang="en-US" altLang="zh-TW" sz="2800" dirty="0"/>
              <a:t>inequality property to speed up the retrieval process while tuning the parameters of the elastic measure. </a:t>
            </a:r>
            <a:endParaRPr lang="en-US" altLang="zh-TW" sz="2800" dirty="0" smtClean="0"/>
          </a:p>
          <a:p>
            <a:r>
              <a:rPr lang="en-US" altLang="zh-TW" sz="2800" dirty="0" smtClean="0"/>
              <a:t>In </a:t>
            </a:r>
            <a:r>
              <a:rPr lang="en-US" altLang="zh-TW" sz="2800" dirty="0"/>
              <a:t>that context, </a:t>
            </a:r>
            <a:r>
              <a:rPr lang="en-US" altLang="zh-TW" sz="2800" dirty="0" smtClean="0"/>
              <a:t>a lower </a:t>
            </a:r>
            <a:r>
              <a:rPr lang="en-US" altLang="zh-TW" sz="2800" dirty="0"/>
              <a:t>bound is derived to link the matching of time series into </a:t>
            </a:r>
            <a:r>
              <a:rPr lang="en-US" altLang="zh-TW" sz="2800" dirty="0" err="1"/>
              <a:t>downsampled</a:t>
            </a:r>
            <a:r>
              <a:rPr lang="en-US" altLang="zh-TW" sz="2800" dirty="0"/>
              <a:t> representation spaces to the matching into the </a:t>
            </a:r>
            <a:r>
              <a:rPr lang="en-US" altLang="zh-TW" sz="2800" dirty="0" smtClean="0"/>
              <a:t>original space.</a:t>
            </a:r>
          </a:p>
          <a:p>
            <a:r>
              <a:rPr lang="en-US" altLang="zh-TW" sz="2800" dirty="0" smtClean="0"/>
              <a:t> </a:t>
            </a:r>
            <a:r>
              <a:rPr lang="en-US" altLang="zh-TW" sz="2800" dirty="0"/>
              <a:t>The empiric quality of the TWED distance is evaluated on a simple classification task. Compared to Edit Distance, DTW, </a:t>
            </a:r>
            <a:r>
              <a:rPr lang="en-US" altLang="zh-TW" sz="2800" dirty="0" smtClean="0"/>
              <a:t>LCSS, and </a:t>
            </a:r>
            <a:r>
              <a:rPr lang="en-US" altLang="zh-TW" sz="2800" dirty="0"/>
              <a:t>ERP, TWED has proved to be quite effective on the considered experimental task.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645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Paradigm </a:t>
            </a:r>
            <a:r>
              <a:rPr lang="en-US" altLang="zh-TW" dirty="0"/>
              <a:t>of a </a:t>
            </a:r>
            <a:r>
              <a:rPr lang="en-US" altLang="zh-TW" dirty="0" smtClean="0"/>
              <a:t>Graphical Editing Process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350" y="1484784"/>
            <a:ext cx="6589713" cy="4821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411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646" y="1363283"/>
            <a:ext cx="5112568" cy="5223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791" y="476672"/>
            <a:ext cx="6444278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506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Providing Stiffness Parameter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700808"/>
            <a:ext cx="6117879" cy="1793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748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Triangular </a:t>
            </a:r>
            <a:r>
              <a:rPr lang="en-US" altLang="zh-TW" dirty="0"/>
              <a:t>I</a:t>
            </a:r>
            <a:r>
              <a:rPr lang="en-US" altLang="zh-TW" dirty="0" smtClean="0"/>
              <a:t>nequality Property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If     is a measure for which the triangle inequality holds, then we have</a:t>
            </a:r>
          </a:p>
          <a:p>
            <a:endParaRPr lang="en-US" altLang="zh-TW" dirty="0"/>
          </a:p>
          <a:p>
            <a:r>
              <a:rPr lang="en-US" altLang="zh-TW" dirty="0" smtClean="0"/>
              <a:t>Than we can have</a:t>
            </a:r>
          </a:p>
          <a:p>
            <a:endParaRPr lang="en-US" altLang="zh-TW" dirty="0"/>
          </a:p>
          <a:p>
            <a:r>
              <a:rPr lang="en-US" altLang="zh-TW" dirty="0"/>
              <a:t>This lower bound can be used to significantly speed </a:t>
            </a:r>
            <a:r>
              <a:rPr lang="en-US" altLang="zh-TW" dirty="0" smtClean="0"/>
              <a:t>up the </a:t>
            </a:r>
            <a:r>
              <a:rPr lang="en-US" altLang="zh-TW" dirty="0"/>
              <a:t>time series information retrieval process</a:t>
            </a:r>
            <a:endParaRPr lang="zh-TW" altLang="en-US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629" y="1700808"/>
            <a:ext cx="3079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115" y="2776537"/>
            <a:ext cx="5953125" cy="43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115" y="3861048"/>
            <a:ext cx="5846763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2650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" y="1412776"/>
            <a:ext cx="8918897" cy="4958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7294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74" y="980728"/>
            <a:ext cx="9046266" cy="5000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4149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0"/>
            <a:ext cx="6746875" cy="541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89240"/>
            <a:ext cx="9001000" cy="76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054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332</Words>
  <Application>Microsoft Office PowerPoint</Application>
  <PresentationFormat>如螢幕大小 (4:3)</PresentationFormat>
  <Paragraphs>24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佈景主題</vt:lpstr>
      <vt:lpstr>Time Warp Edit Distance with Stiffness Adjustment for Time Series Matching</vt:lpstr>
      <vt:lpstr>Abstract</vt:lpstr>
      <vt:lpstr>Abstract</vt:lpstr>
      <vt:lpstr>Paradigm of a Graphical Editing Process</vt:lpstr>
      <vt:lpstr>PowerPoint 簡報</vt:lpstr>
      <vt:lpstr>Providing Stiffness Parameter</vt:lpstr>
      <vt:lpstr>Triangular Inequality Property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Improved algorithms for the K overlapping maximum convex sum problem</dc:title>
  <dc:creator>fjy</dc:creator>
  <cp:lastModifiedBy>fjy</cp:lastModifiedBy>
  <cp:revision>19</cp:revision>
  <dcterms:created xsi:type="dcterms:W3CDTF">2012-11-13T04:44:07Z</dcterms:created>
  <dcterms:modified xsi:type="dcterms:W3CDTF">2012-12-17T09:56:29Z</dcterms:modified>
</cp:coreProperties>
</file>