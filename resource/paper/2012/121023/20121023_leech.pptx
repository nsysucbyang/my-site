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56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79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14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00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62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12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87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29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33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79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DE9A2-2FA7-44D2-96A8-02E46A15C0BF}" type="datetimeFigureOut">
              <a:rPr lang="zh-TW" altLang="en-US" smtClean="0"/>
              <a:t>2012/12/7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A2F41-5306-4B5E-918D-521D5118E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87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ni.cs.tu-berlin.de/software/psvm/index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GDTW-P-SVMs: Variable-length time series analysis using support vector machines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15008"/>
          </a:xfrm>
        </p:spPr>
        <p:txBody>
          <a:bodyPr/>
          <a:lstStyle/>
          <a:p>
            <a:r>
              <a:rPr lang="en-US" altLang="zh-TW" dirty="0" err="1"/>
              <a:t>Arash</a:t>
            </a:r>
            <a:r>
              <a:rPr lang="en-US" altLang="zh-TW" dirty="0"/>
              <a:t> </a:t>
            </a:r>
            <a:r>
              <a:rPr lang="en-US" altLang="zh-TW" dirty="0" err="1"/>
              <a:t>Jalalian</a:t>
            </a:r>
            <a:r>
              <a:rPr lang="en-US" altLang="zh-TW" dirty="0"/>
              <a:t>, Stephan K. </a:t>
            </a:r>
            <a:r>
              <a:rPr lang="en-US" altLang="zh-TW" dirty="0" err="1"/>
              <a:t>Chalup</a:t>
            </a:r>
            <a:r>
              <a:rPr lang="en-US" altLang="zh-TW" dirty="0"/>
              <a:t> </a:t>
            </a:r>
            <a:r>
              <a:rPr lang="en-US" altLang="zh-TW" dirty="0" err="1"/>
              <a:t>Neurocomputing</a:t>
            </a:r>
            <a:r>
              <a:rPr lang="en-US" altLang="zh-TW" dirty="0"/>
              <a:t>, 2012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64088" y="5912405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Presenter: Cheng-Han Lee</a:t>
            </a:r>
          </a:p>
          <a:p>
            <a:r>
              <a:rPr lang="en-US" altLang="zh-TW" sz="2000" dirty="0" smtClean="0"/>
              <a:t>Date: 2012/10/23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308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500" dirty="0"/>
              <a:t>We describe a new technique for sequential data analysis, called GDTW-P-SVMs. It is a maximum </a:t>
            </a:r>
            <a:r>
              <a:rPr lang="en-US" altLang="zh-TW" sz="2500" dirty="0" smtClean="0"/>
              <a:t>margin </a:t>
            </a:r>
            <a:r>
              <a:rPr lang="en-US" altLang="zh-TW" sz="2500" dirty="0"/>
              <a:t>method for the construction of classifiers with variable-length input series. It employs potential </a:t>
            </a:r>
            <a:r>
              <a:rPr lang="en-US" altLang="zh-TW" sz="2500" dirty="0" smtClean="0"/>
              <a:t>support </a:t>
            </a:r>
            <a:r>
              <a:rPr lang="en-US" altLang="zh-TW" sz="2500" dirty="0"/>
              <a:t>vector machines (P-SVMs) and Gaussian Dynamic Time Warping (GDTW) to waive the fixed-length </a:t>
            </a:r>
            <a:r>
              <a:rPr lang="en-US" altLang="zh-TW" sz="2500" dirty="0" smtClean="0"/>
              <a:t>restriction </a:t>
            </a:r>
            <a:r>
              <a:rPr lang="en-US" altLang="zh-TW" sz="2500" dirty="0"/>
              <a:t>of feature vectors in training and test data. As a result, GDTW-P-SVMs enjoy the </a:t>
            </a:r>
            <a:r>
              <a:rPr lang="en-US" altLang="zh-TW" sz="2500" dirty="0" smtClean="0"/>
              <a:t>P-SVM </a:t>
            </a:r>
            <a:r>
              <a:rPr lang="en-US" altLang="zh-TW" sz="2500" dirty="0"/>
              <a:t>method's </a:t>
            </a:r>
            <a:r>
              <a:rPr lang="en-US" altLang="zh-TW" sz="2500" dirty="0" smtClean="0"/>
              <a:t>properties </a:t>
            </a:r>
            <a:r>
              <a:rPr lang="en-US" altLang="zh-TW" sz="2500" dirty="0"/>
              <a:t>such as the ability to: (</a:t>
            </a:r>
            <a:r>
              <a:rPr lang="en-US" altLang="zh-TW" sz="2500" dirty="0" err="1"/>
              <a:t>i</a:t>
            </a:r>
            <a:r>
              <a:rPr lang="en-US" altLang="zh-TW" sz="2500" dirty="0"/>
              <a:t>) handle data and kernel matrices that are neither </a:t>
            </a:r>
            <a:r>
              <a:rPr lang="en-US" altLang="zh-TW" sz="2500" dirty="0" smtClean="0"/>
              <a:t>positive </a:t>
            </a:r>
            <a:r>
              <a:rPr lang="en-US" altLang="zh-TW" sz="2500" dirty="0"/>
              <a:t>definite nor square and (ii) </a:t>
            </a:r>
            <a:r>
              <a:rPr lang="en-US" altLang="zh-TW" sz="2500" dirty="0" err="1"/>
              <a:t>minimise</a:t>
            </a:r>
            <a:r>
              <a:rPr lang="en-US" altLang="zh-TW" sz="2500" dirty="0"/>
              <a:t> a scale-invariant capacity measure. 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87559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500" dirty="0"/>
              <a:t>The new technique elaborates on the P-SVM kernel functions, by </a:t>
            </a:r>
            <a:r>
              <a:rPr lang="en-US" altLang="zh-TW" sz="2500" dirty="0" err="1"/>
              <a:t>utilising</a:t>
            </a:r>
            <a:r>
              <a:rPr lang="en-US" altLang="zh-TW" sz="2500" dirty="0"/>
              <a:t> the well-known dynamic time warping algorithm to provide an elastic distance measure for the kernel </a:t>
            </a:r>
            <a:r>
              <a:rPr lang="en-US" altLang="zh-TW" sz="2500" dirty="0" smtClean="0"/>
              <a:t>functions. Bench </a:t>
            </a:r>
            <a:r>
              <a:rPr lang="en-US" altLang="zh-TW" sz="2500" dirty="0"/>
              <a:t>marks for classification are performed with several real-world data sets from the UCR </a:t>
            </a:r>
            <a:r>
              <a:rPr lang="en-US" altLang="zh-TW" sz="2500" dirty="0" err="1"/>
              <a:t>timeseries</a:t>
            </a:r>
            <a:r>
              <a:rPr lang="en-US" altLang="zh-TW" sz="2500" dirty="0"/>
              <a:t> </a:t>
            </a:r>
            <a:r>
              <a:rPr lang="en-US" altLang="zh-TW" sz="2500" dirty="0" smtClean="0"/>
              <a:t>classification / clustering page, the </a:t>
            </a:r>
            <a:r>
              <a:rPr lang="en-US" altLang="zh-TW" sz="2500" dirty="0" err="1" smtClean="0"/>
              <a:t>GeoLife</a:t>
            </a:r>
            <a:r>
              <a:rPr lang="en-US" altLang="zh-TW" sz="2500" dirty="0" smtClean="0"/>
              <a:t> </a:t>
            </a:r>
            <a:r>
              <a:rPr lang="en-US" altLang="zh-TW" sz="2500" dirty="0"/>
              <a:t>trajectory dataset, and the UCI </a:t>
            </a:r>
            <a:r>
              <a:rPr lang="en-US" altLang="zh-TW" sz="2500" dirty="0" smtClean="0"/>
              <a:t>Machine Learning </a:t>
            </a:r>
            <a:r>
              <a:rPr lang="en-US" altLang="zh-TW" sz="2500" dirty="0"/>
              <a:t>Repository. The datasets include data with </a:t>
            </a:r>
            <a:r>
              <a:rPr lang="en-US" altLang="zh-TW" sz="2500" dirty="0" smtClean="0"/>
              <a:t>both </a:t>
            </a:r>
            <a:r>
              <a:rPr lang="en-US" altLang="zh-TW" sz="2500" dirty="0"/>
              <a:t>variable and fixed-length input series. The results show that the new method </a:t>
            </a:r>
            <a:r>
              <a:rPr lang="en-US" altLang="zh-TW" sz="2500" dirty="0" smtClean="0"/>
              <a:t>performs significantly </a:t>
            </a:r>
            <a:r>
              <a:rPr lang="en-US" altLang="zh-TW" sz="2500" dirty="0"/>
              <a:t>better than the benchmarked standard classification methods.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16353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DTW </a:t>
            </a:r>
            <a:r>
              <a:rPr lang="en-US" altLang="zh-TW" dirty="0" smtClean="0"/>
              <a:t>Matrix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394087"/>
              </p:ext>
            </p:extLst>
          </p:nvPr>
        </p:nvGraphicFramePr>
        <p:xfrm>
          <a:off x="1619672" y="1628800"/>
          <a:ext cx="6289026" cy="4040724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864094"/>
                <a:gridCol w="1356233"/>
                <a:gridCol w="1356233"/>
                <a:gridCol w="1356233"/>
                <a:gridCol w="1356233"/>
              </a:tblGrid>
              <a:tr h="67667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X1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X2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X3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X4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</a:tr>
              <a:tr h="84101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TW" dirty="0" smtClean="0"/>
                        <a:t>DTW(X1,X1)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DTW(X1,X2)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DTW(X1,X3)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DTW(X1,X4)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</a:tr>
              <a:tr h="8410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X2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DTW(X2,X1)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DTW(X2,X2)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DTW(X2,X3)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DTW(X1,X4)</a:t>
                      </a:r>
                      <a:endParaRPr lang="zh-TW" altLang="en-US" dirty="0" smtClean="0"/>
                    </a:p>
                    <a:p>
                      <a:pPr lvl="0"/>
                      <a:endParaRPr lang="zh-TW" altLang="en-US" dirty="0"/>
                    </a:p>
                  </a:txBody>
                  <a:tcPr/>
                </a:tc>
              </a:tr>
              <a:tr h="8410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X3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DTW(X3,X1)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DTW(X3,X2)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DTW(X3,X3)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DTW(X3,X4)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8410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X3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DTW(X4,X1)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DTW(X4,X2)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DTW(X4,X3)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DTW(X4,X4)</a:t>
                      </a:r>
                      <a:endParaRPr lang="zh-TW" alt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Two-step DTW-SVMs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1"/>
            <a:ext cx="8943975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74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628800"/>
            <a:ext cx="8753475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63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Shortcomings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1) I</a:t>
            </a:r>
            <a:r>
              <a:rPr lang="en-US" altLang="zh-TW" dirty="0" smtClean="0"/>
              <a:t>t </a:t>
            </a:r>
            <a:r>
              <a:rPr lang="en-US" altLang="zh-TW" dirty="0"/>
              <a:t>needs the training datasets as well as the trained model when testing a new </a:t>
            </a:r>
            <a:r>
              <a:rPr lang="en-US" altLang="zh-TW" dirty="0" smtClean="0"/>
              <a:t>sample.</a:t>
            </a:r>
          </a:p>
          <a:p>
            <a:endParaRPr lang="en-US" altLang="zh-TW" dirty="0" smtClean="0"/>
          </a:p>
          <a:p>
            <a:r>
              <a:rPr lang="en-US" altLang="zh-TW" dirty="0"/>
              <a:t>2) while online testing is a common requirement of many time series classification problems</a:t>
            </a:r>
            <a:r>
              <a:rPr lang="en-US" altLang="zh-TW" dirty="0" smtClean="0"/>
              <a:t>, testing </a:t>
            </a:r>
            <a:r>
              <a:rPr lang="en-US" altLang="zh-TW" dirty="0"/>
              <a:t>against a large training dataset </a:t>
            </a:r>
            <a:r>
              <a:rPr lang="en-US" altLang="zh-TW" dirty="0" smtClean="0"/>
              <a:t>using the </a:t>
            </a:r>
            <a:r>
              <a:rPr lang="en-US" altLang="zh-TW" dirty="0"/>
              <a:t>two-</a:t>
            </a:r>
            <a:r>
              <a:rPr lang="en-US" altLang="zh-TW" dirty="0" err="1"/>
              <a:t>stepDTW</a:t>
            </a:r>
            <a:r>
              <a:rPr lang="en-US" altLang="zh-TW" dirty="0"/>
              <a:t>-SVM </a:t>
            </a:r>
            <a:r>
              <a:rPr lang="en-US" altLang="zh-TW" dirty="0" err="1"/>
              <a:t>sclassifier</a:t>
            </a:r>
            <a:r>
              <a:rPr lang="en-US" altLang="zh-TW" dirty="0"/>
              <a:t> could be a very slow process.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092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GDTW-P-SVMs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dirty="0"/>
              <a:t>P-SVM (Potential-SVM) (</a:t>
            </a:r>
            <a:r>
              <a:rPr lang="en-US" altLang="zh-TW" dirty="0" smtClean="0"/>
              <a:t>2006)</a:t>
            </a:r>
          </a:p>
          <a:p>
            <a:pPr lvl="1"/>
            <a:r>
              <a:rPr lang="en-US" altLang="zh-TW" sz="2600" dirty="0" smtClean="0"/>
              <a:t>Accept </a:t>
            </a:r>
            <a:r>
              <a:rPr lang="en-US" altLang="zh-TW" sz="2600" dirty="0"/>
              <a:t>dyadic pairwise </a:t>
            </a:r>
            <a:r>
              <a:rPr lang="en-US" altLang="zh-TW" sz="2600" dirty="0" smtClean="0"/>
              <a:t>data.</a:t>
            </a:r>
            <a:endParaRPr lang="en-US" altLang="zh-TW" sz="2600" dirty="0"/>
          </a:p>
          <a:p>
            <a:endParaRPr lang="en-US" altLang="zh-TW" dirty="0" smtClean="0"/>
          </a:p>
          <a:p>
            <a:r>
              <a:rPr lang="en-US" altLang="zh-TW" dirty="0" smtClean="0"/>
              <a:t>Tool</a:t>
            </a:r>
          </a:p>
          <a:p>
            <a:pPr lvl="1"/>
            <a:r>
              <a:rPr lang="en-US" altLang="zh-TW" sz="2600" dirty="0">
                <a:hlinkClick r:id="rId2"/>
              </a:rPr>
              <a:t>http://</a:t>
            </a:r>
            <a:r>
              <a:rPr lang="en-US" altLang="zh-TW" sz="2600" dirty="0" smtClean="0">
                <a:hlinkClick r:id="rId2"/>
              </a:rPr>
              <a:t>ni.cs.tu-berlin.de/software/psvm/index.html</a:t>
            </a:r>
            <a:endParaRPr lang="en-US" altLang="zh-TW" sz="2600" dirty="0"/>
          </a:p>
          <a:p>
            <a:pPr lvl="1"/>
            <a:r>
              <a:rPr lang="en-US" altLang="zh-TW" sz="2600" dirty="0"/>
              <a:t>Better than </a:t>
            </a:r>
            <a:r>
              <a:rPr lang="en-US" altLang="zh-TW" sz="2600" dirty="0" err="1"/>
              <a:t>libsvm</a:t>
            </a:r>
            <a:r>
              <a:rPr lang="en-US" altLang="zh-TW" sz="2600" dirty="0"/>
              <a:t>. (</a:t>
            </a:r>
            <a:r>
              <a:rPr lang="zh-TW" altLang="en-US" sz="2600" dirty="0"/>
              <a:t>他說的</a:t>
            </a:r>
            <a:r>
              <a:rPr lang="en-US" altLang="zh-TW" sz="2600" dirty="0"/>
              <a:t>)</a:t>
            </a:r>
            <a:endParaRPr lang="en-US" altLang="zh-TW" sz="2600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73407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GDTW-P-SVMs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 smtClean="0"/>
              </a:p>
              <a:p>
                <a:r>
                  <a:rPr lang="en-US" altLang="zh-TW" dirty="0" smtClean="0"/>
                  <a:t>GDTW :</a:t>
                </a:r>
              </a:p>
              <a:p>
                <a:pPr lvl="1"/>
                <a:r>
                  <a:rPr lang="en-US" altLang="zh-TW" dirty="0" smtClean="0"/>
                  <a:t>Redefined Gaussian kernel function with a </a:t>
                </a:r>
                <a:r>
                  <a:rPr lang="en-US" altLang="zh-TW" dirty="0"/>
                  <a:t>DTW </a:t>
                </a:r>
                <a:r>
                  <a:rPr lang="en-US" altLang="zh-TW" dirty="0" smtClean="0"/>
                  <a:t>distance measure.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𝐺𝐷𝑇𝑊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exp</m:t>
                    </m:r>
                    <m:r>
                      <a:rPr lang="en-US" altLang="zh-TW" b="0" i="1" smtClean="0">
                        <a:latin typeface="Cambria Math"/>
                      </a:rPr>
                      <m:t>⁡(−</m:t>
                    </m:r>
                    <m:f>
                      <m:f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zh-TW" altLang="en-US" b="0" i="1" smtClean="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18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990" y="1268760"/>
            <a:ext cx="5930230" cy="54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015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" y="548680"/>
            <a:ext cx="6696075" cy="592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29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Trajectory </a:t>
            </a:r>
            <a:r>
              <a:rPr lang="en-US" altLang="zh-TW" dirty="0"/>
              <a:t>data </a:t>
            </a:r>
            <a:r>
              <a:rPr lang="en-US" altLang="zh-TW" dirty="0" smtClean="0"/>
              <a:t>set</a:t>
            </a:r>
            <a:r>
              <a:rPr lang="en-US" altLang="zh-TW" sz="2000" dirty="0"/>
              <a:t>(</a:t>
            </a:r>
            <a:r>
              <a:rPr lang="zh-TW" altLang="en-US" sz="2000" dirty="0"/>
              <a:t>筆跡座標</a:t>
            </a:r>
            <a:r>
              <a:rPr lang="zh-TW" altLang="en-US" sz="2000" dirty="0" smtClean="0"/>
              <a:t>及</a:t>
            </a:r>
            <a:r>
              <a:rPr lang="zh-TW" altLang="en-US" sz="2000" dirty="0"/>
              <a:t>筆</a:t>
            </a:r>
            <a:r>
              <a:rPr lang="zh-TW" altLang="en-US" sz="2000" dirty="0" smtClean="0"/>
              <a:t>壓</a:t>
            </a:r>
            <a:r>
              <a:rPr lang="en-US" altLang="zh-TW" sz="2000" dirty="0" smtClean="0"/>
              <a:t>)</a:t>
            </a:r>
            <a:endParaRPr lang="zh-TW" altLang="en-US" sz="2000" dirty="0"/>
          </a:p>
          <a:p>
            <a:endParaRPr lang="en-US" altLang="zh-TW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20888"/>
            <a:ext cx="8186173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948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GeoLife</a:t>
            </a:r>
            <a:r>
              <a:rPr lang="en-US" altLang="zh-TW" dirty="0"/>
              <a:t> GPS Trajectories </a:t>
            </a:r>
            <a:r>
              <a:rPr lang="en-US" altLang="zh-TW" sz="2000" dirty="0"/>
              <a:t>(</a:t>
            </a:r>
            <a:r>
              <a:rPr lang="zh-TW" altLang="en-US" sz="2000" dirty="0"/>
              <a:t>經度</a:t>
            </a:r>
            <a:r>
              <a:rPr lang="en-US" altLang="zh-TW" sz="2000" dirty="0"/>
              <a:t>,</a:t>
            </a:r>
            <a:r>
              <a:rPr lang="zh-TW" altLang="en-US" sz="2000" dirty="0"/>
              <a:t>緯度</a:t>
            </a:r>
            <a:r>
              <a:rPr lang="en-US" altLang="zh-TW" sz="2000" dirty="0"/>
              <a:t>,</a:t>
            </a:r>
            <a:r>
              <a:rPr lang="zh-TW" altLang="en-US" sz="2000" dirty="0"/>
              <a:t>海拔</a:t>
            </a:r>
            <a:r>
              <a:rPr lang="en-US" altLang="zh-TW" sz="2000" dirty="0"/>
              <a:t>)</a:t>
            </a:r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80928"/>
            <a:ext cx="742480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1143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pPr marL="0" indent="0" algn="ctr">
              <a:buNone/>
            </a:pPr>
            <a:r>
              <a:rPr lang="en-US" altLang="zh-TW" sz="7200" dirty="0" smtClean="0"/>
              <a:t>THE</a:t>
            </a:r>
            <a:r>
              <a:rPr lang="zh-TW" altLang="en-US" sz="7200" dirty="0" smtClean="0"/>
              <a:t> </a:t>
            </a:r>
            <a:r>
              <a:rPr lang="en-US" altLang="zh-TW" sz="7200" dirty="0" smtClean="0"/>
              <a:t>END</a:t>
            </a:r>
            <a:endParaRPr lang="zh-TW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41026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402</Words>
  <Application>Microsoft Office PowerPoint</Application>
  <PresentationFormat>如螢幕大小 (4:3)</PresentationFormat>
  <Paragraphs>56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GDTW-P-SVMs: Variable-length time series analysis using support vector machines </vt:lpstr>
      <vt:lpstr>Abstract</vt:lpstr>
      <vt:lpstr>PowerPoint 簡報</vt:lpstr>
      <vt:lpstr>DTW Matrix</vt:lpstr>
      <vt:lpstr>Two-step DTW-SVMs</vt:lpstr>
      <vt:lpstr>PowerPoint 簡報</vt:lpstr>
      <vt:lpstr>Shortcomings</vt:lpstr>
      <vt:lpstr>GDTW-P-SVMs</vt:lpstr>
      <vt:lpstr>GDTW-P-SVMs</vt:lpstr>
      <vt:lpstr>Experiments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GDTW-P-SVMs: Variable-length time series analysis using support vector machines</dc:title>
  <dc:creator>LCH</dc:creator>
  <cp:lastModifiedBy>LCH</cp:lastModifiedBy>
  <cp:revision>21</cp:revision>
  <dcterms:created xsi:type="dcterms:W3CDTF">2012-10-23T08:28:35Z</dcterms:created>
  <dcterms:modified xsi:type="dcterms:W3CDTF">2012-12-07T09:44:03Z</dcterms:modified>
</cp:coreProperties>
</file>