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317" r:id="rId4"/>
    <p:sldId id="360" r:id="rId5"/>
    <p:sldId id="361" r:id="rId6"/>
    <p:sldId id="362" r:id="rId7"/>
    <p:sldId id="359" r:id="rId8"/>
    <p:sldId id="357" r:id="rId9"/>
    <p:sldId id="358" r:id="rId10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99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8" autoAdjust="0"/>
    <p:restoredTop sz="87980" autoAdjust="0"/>
  </p:normalViewPr>
  <p:slideViewPr>
    <p:cSldViewPr>
      <p:cViewPr varScale="1">
        <p:scale>
          <a:sx n="94" d="100"/>
          <a:sy n="94" d="100"/>
        </p:scale>
        <p:origin x="-468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EA5F3-94E4-4F7A-AC07-FCE66639B35A}" type="datetimeFigureOut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5A31A-74A8-4798-85F1-ED8970345F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0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83B07-E6C0-44B0-A1DF-D3F8570B3A4B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4CF82-A9AE-4268-9497-FFC67A3ADAA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7E79F-2CD8-4652-995A-30D8708AA0F6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2FDB3-9A8C-4355-8F1B-1FD935E6DAE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15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A1EAF-124A-4B49-B64A-5D31884DAD01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E59EC-7354-4DDD-9A8A-310C296ACDE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CED37-ECE8-42F5-B019-274C2E5FA220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5203F-7F56-456C-9DFC-64E25C44A7B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37288-188B-47EA-B9AA-42D254A7A84B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E3F07-97A7-4CEE-B190-0EAA322A0DC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58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488CF-25C7-4556-A866-E7916A5EFEF7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6D154-E159-48B9-A6F3-81EB04F3AB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D8624-7C01-4343-8368-1C1DB2C47481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24784-AD13-4080-BFAC-BA75534B03C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5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5F51A-500B-490B-8E94-1646FF6974CD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585D6-6A74-4F5F-A10A-39A26C80B8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94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65413-FF3C-49EE-B5ED-F996274A99C1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0A074-4C14-4B45-944F-53D0B7706B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82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033490-1F26-4167-A278-3BE637647AFA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A295C-7F92-4711-840D-EE26E104FC6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1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9A3DE-63C9-4A55-BDAA-6416B4F497DB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181AC-B57B-4E63-A225-FD07A1E9EC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83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D61FF8A-780D-40FC-B99A-662A0CA5B687}" type="datetime1">
              <a:rPr lang="zh-TW" altLang="en-US" smtClean="0"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0EDE5FD-EEE6-40C5-AF40-54426C020AF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1"/>
          <p:cNvSpPr>
            <a:spLocks noGrp="1"/>
          </p:cNvSpPr>
          <p:nvPr>
            <p:ph type="ctrTitle"/>
          </p:nvPr>
        </p:nvSpPr>
        <p:spPr>
          <a:xfrm>
            <a:off x="395536" y="692150"/>
            <a:ext cx="8424936" cy="4681066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Cysteine separations profiles on </a:t>
            </a:r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protein secondary </a:t>
            </a:r>
            <a:r>
              <a:rPr lang="en-US" altLang="zh-TW" sz="40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structure infer </a:t>
            </a:r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disulfide connectivity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Guantao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Chen, </a:t>
            </a:r>
            <a:r>
              <a:rPr lang="en-US" altLang="zh-TW" sz="24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Hai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Deng , </a:t>
            </a:r>
            <a:r>
              <a:rPr lang="en-US" altLang="zh-TW" sz="24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Yufeng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24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Gui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, Yi Pan and </a:t>
            </a:r>
            <a:r>
              <a:rPr lang="en-US" altLang="zh-TW" sz="24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Xue</a:t>
            </a: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Wang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IEEE International Conference on 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Granular Computing,</a:t>
            </a:r>
            <a:b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pp. 663-665, 2006</a:t>
            </a:r>
            <a:endParaRPr lang="zh-TW" altLang="en-US" sz="2200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051" name="副標題 2"/>
          <p:cNvSpPr>
            <a:spLocks noGrp="1"/>
          </p:cNvSpPr>
          <p:nvPr>
            <p:ph type="subTitle" idx="1"/>
          </p:nvPr>
        </p:nvSpPr>
        <p:spPr>
          <a:xfrm>
            <a:off x="1331913" y="5301208"/>
            <a:ext cx="6400800" cy="576064"/>
          </a:xfrm>
        </p:spPr>
        <p:txBody>
          <a:bodyPr/>
          <a:lstStyle/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Presenter: Hong-Yu Chen</a:t>
            </a: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Date: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March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28,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2012</a:t>
            </a:r>
            <a:endParaRPr lang="zh-TW" altLang="en-US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84CF82-A9AE-4268-9497-FFC67A3ADAAC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(1/2)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connectivity prediction from one chain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protein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helps determine protein tertiary structure. The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more accuracy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prediction it reaches the more precise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three dimensional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structures we can obtain through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computational methods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Previous methods only use local sequence or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secondary structure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information or global sequence information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or combination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the above descriptors to predict the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bond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pattern. Instead of using those descriptors, we take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 alternative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descriptor of global secondary structure to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make prediction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and the highest performance among all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pattern-wise methods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is obtained.</a:t>
            </a:r>
            <a:endParaRPr lang="zh-TW" altLang="en-US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(2/2)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 separation profiles on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protein secondary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structure have been used to predict the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connectivity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proteins. The cysteine separation profiles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on secondary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structure(CSPSS) represent a vector encoded from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</a:t>
            </a:r>
            <a:r>
              <a:rPr lang="en-US" altLang="zh-TW" sz="22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sepeartions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between any two consecutive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cysteine-corresponding positions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 a predicted protein secondary structure sequence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Through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comparisons of their CSPSS, the disulfide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connectivity of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test protein is inferred from a template set. In 4-fold of SP39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any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two proteins from different groups share less than 30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% sequence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identity. The result shows a prediction accuracy (54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%), which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proves again a disulfide bond pattern is highly related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to protein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secondary structure.</a:t>
            </a:r>
            <a:endParaRPr lang="zh-TW" altLang="en-US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75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CSPSS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 separation profile of secondary structure</a:t>
            </a: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Basic assumption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Similar protein secondary structure patterns possibly imply similar protein tertiary structure patterns and lead to similar disulfide connectivity pattern because a disulfide bonding pattern is one aspect of protein tertiary structure.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</a:p>
          <a:p>
            <a:endParaRPr lang="en-US" altLang="zh-TW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 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where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li is the length of the vector,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Ci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is the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number of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Hi is</a:t>
            </a:r>
            <a:b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    the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number of H and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Ei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is the number of E.</a:t>
            </a:r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221088"/>
            <a:ext cx="39528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08" y="4711233"/>
            <a:ext cx="26670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96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CSPSS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protein chain(AMCI_APIME) with 56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amino acids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(</a:t>
                </a:r>
                <a:r>
                  <a:rPr lang="en-US" altLang="zh-TW" sz="2400" dirty="0" err="1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aa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) and 10 </a:t>
                </a:r>
                <a:r>
                  <a:rPr lang="en-US" altLang="zh-TW" sz="2400" dirty="0" err="1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cysteines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with the pattern (1-7, 2-5, 3-6,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4-10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, 8-9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),</a:t>
                </a:r>
              </a:p>
              <a:p>
                <a:endParaRPr lang="en-US" altLang="zh-TW" sz="24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endParaRPr lang="en-US" altLang="zh-TW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endParaRPr lang="en-US" altLang="zh-TW" sz="24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endParaRPr lang="en-US" altLang="zh-TW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endParaRPr lang="en-US" altLang="zh-TW" sz="24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𝐶𝐶𝐶𝐶𝐶𝐶𝐶𝐶𝐶𝐶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→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10, 10, 0, 0</m:t>
                        </m:r>
                      </m:e>
                    </m:d>
                  </m:oMath>
                </a14:m>
                <a:endParaRPr lang="en-US" altLang="zh-TW" sz="2400" b="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𝐶𝐶𝐶𝐶𝐶𝐶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𝐸𝐸</m:t>
                        </m:r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𝐶𝐶𝐶𝐶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</m:d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→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3</m:t>
                        </m:r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1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2</m:t>
                        </m:r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0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𝐶𝐶𝐶𝐶𝐶𝐶𝐶</m:t>
                        </m:r>
                      </m:e>
                    </m:d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→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7</m:t>
                        </m:r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7</m:t>
                        </m:r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0, 0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2452892"/>
            <a:ext cx="7560839" cy="2128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913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Divergence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00808"/>
            <a:ext cx="7799018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927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Dataset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SP39</a:t>
            </a: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dataset was divided into four groups to guarantee that each two proteins from different groups have a sequence identity less than 30%.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364111"/>
              </p:ext>
            </p:extLst>
          </p:nvPr>
        </p:nvGraphicFramePr>
        <p:xfrm>
          <a:off x="899592" y="3717032"/>
          <a:ext cx="7488834" cy="144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139"/>
                <a:gridCol w="1248139"/>
                <a:gridCol w="1248139"/>
                <a:gridCol w="1248139"/>
                <a:gridCol w="1248139"/>
                <a:gridCol w="1248139"/>
              </a:tblGrid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Dataset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 = 2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 = 3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 = 4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 = 5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 = 2…5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SP39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156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146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99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446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9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Result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1470620"/>
            <a:ext cx="7324725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081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Conclusion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Our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results for correct predictions contain ones from the CSP method, which validated that our descriptor includes the information of the CSP descriptor.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5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37005</TotalTime>
  <Words>455</Words>
  <Application>Microsoft Office PowerPoint</Application>
  <PresentationFormat>如螢幕大小 (4:3)</PresentationFormat>
  <Paragraphs>52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Cysteine separations profiles on protein secondary structure infer disulfide connectivity  Guantao Chen, Hai Deng , Yufeng Gui, Yi Pan and Xue Wang  IEEE International Conference on Granular Computing, pp. 663-665, 2006</vt:lpstr>
      <vt:lpstr>Abstract (1/2)</vt:lpstr>
      <vt:lpstr>Abstract (2/2)</vt:lpstr>
      <vt:lpstr>CSPSS</vt:lpstr>
      <vt:lpstr>CSPSS</vt:lpstr>
      <vt:lpstr>Divergence</vt:lpstr>
      <vt:lpstr>Dataset</vt:lpstr>
      <vt:lpstr>Result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Hong-Yu Chen</dc:creator>
  <cp:lastModifiedBy>CHY</cp:lastModifiedBy>
  <cp:revision>1116</cp:revision>
  <dcterms:created xsi:type="dcterms:W3CDTF">2010-10-17T09:22:10Z</dcterms:created>
  <dcterms:modified xsi:type="dcterms:W3CDTF">2012-03-28T09:54:48Z</dcterms:modified>
</cp:coreProperties>
</file>