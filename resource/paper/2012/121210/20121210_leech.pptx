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3" r:id="rId9"/>
    <p:sldId id="261" r:id="rId10"/>
    <p:sldId id="262" r:id="rId11"/>
    <p:sldId id="267" r:id="rId12"/>
    <p:sldId id="265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4957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9657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812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6917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5460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04481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7542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1945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925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9765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6980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D99F8-F0D0-450D-B7BF-1E2A660B728E}" type="datetimeFigureOut">
              <a:rPr lang="zh-TW" altLang="en-US" smtClean="0"/>
              <a:pPr/>
              <a:t>2012/12/10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24262-FD29-46E8-B8E9-A5F1D66973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4874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time warping constraint learning for large margin nearest neighbor classiﬁcation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7584" y="3886200"/>
            <a:ext cx="7776864" cy="1752600"/>
          </a:xfrm>
        </p:spPr>
        <p:txBody>
          <a:bodyPr>
            <a:normAutofit/>
          </a:bodyPr>
          <a:lstStyle/>
          <a:p>
            <a:r>
              <a:rPr lang="fr-FR" altLang="zh-TW" sz="2000" smtClean="0"/>
              <a:t>Information </a:t>
            </a:r>
            <a:r>
              <a:rPr lang="fr-FR" altLang="zh-TW" sz="2000" dirty="0" smtClean="0"/>
              <a:t>Sciences 181 (2011) 2787–2796</a:t>
            </a:r>
          </a:p>
          <a:p>
            <a:r>
              <a:rPr lang="en-US" altLang="zh-TW" sz="2000" dirty="0" smtClean="0"/>
              <a:t>Daren Yu, Xiao Yu, </a:t>
            </a:r>
            <a:r>
              <a:rPr lang="en-US" altLang="zh-TW" sz="2000" dirty="0" err="1" smtClean="0"/>
              <a:t>Qinghua</a:t>
            </a:r>
            <a:r>
              <a:rPr lang="en-US" altLang="zh-TW" sz="2000" dirty="0" smtClean="0"/>
              <a:t> Hu, </a:t>
            </a:r>
            <a:r>
              <a:rPr lang="en-US" altLang="zh-TW" sz="2000" dirty="0" err="1" smtClean="0"/>
              <a:t>Jinfu</a:t>
            </a:r>
            <a:r>
              <a:rPr lang="en-US" altLang="zh-TW" sz="2000" dirty="0" smtClean="0"/>
              <a:t> Liu, </a:t>
            </a:r>
            <a:r>
              <a:rPr lang="en-US" altLang="zh-TW" sz="2000" dirty="0" err="1" smtClean="0"/>
              <a:t>Anqi</a:t>
            </a:r>
            <a:r>
              <a:rPr lang="en-US" altLang="zh-TW" sz="2000" dirty="0" smtClean="0"/>
              <a:t> Wu</a:t>
            </a:r>
            <a:endParaRPr lang="zh-TW" altLang="en-US" sz="2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64088" y="5301208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Presenter: Cheng-Han Lee</a:t>
            </a:r>
          </a:p>
          <a:p>
            <a:r>
              <a:rPr lang="en-US" altLang="zh-TW" dirty="0" smtClean="0"/>
              <a:t>Date:2012/12/10</a:t>
            </a:r>
          </a:p>
        </p:txBody>
      </p:sp>
    </p:spTree>
    <p:extLst>
      <p:ext uri="{BB962C8B-B14F-4D97-AF65-F5344CB8AC3E}">
        <p14:creationId xmlns:p14="http://schemas.microsoft.com/office/powerpoint/2010/main" xmlns="" val="3038800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Nearest neighbor (NN) classiﬁer with dynamic time warping (DTW) is considered to be an effective method for time series classiﬁcation. The performance of NN-DTW is dependent on the DTW constraints because the NN classiﬁer is sensitive to the used distance function.</a:t>
            </a:r>
          </a:p>
          <a:p>
            <a:pPr marL="0" indent="0">
              <a:buNone/>
            </a:pPr>
            <a:r>
              <a:rPr lang="en-US" altLang="zh-TW" dirty="0" smtClean="0"/>
              <a:t>For time series classiﬁcation, the global path constraint of DTW is learned for optimization of the alignment of time series by maximizing the nearest neighbor hypothesis margin. In addition, a reduction technique is combined with a search process to condense the proto-types. The approach is implemented and tested on UCR datasets. Experimental results show the effectiveness of the proposed method.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421656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Constraints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65045"/>
            <a:ext cx="5769660" cy="320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103624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Margin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724025"/>
            <a:ext cx="494347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61625891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Evaluation function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𝐸𝑣𝑎𝑙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𝑆</m:t>
                    </m:r>
                    <m:r>
                      <a:rPr lang="en-US" altLang="zh-TW" b="0" i="1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𝑛𝑒𝑎𝑟𝑚𝑖𝑠𝑠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𝐷𝑇𝑊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TW" b="0" i="1" smtClean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𝑛𝑒𝑎𝑟h𝑖𝑡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𝐷𝑇𝑊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𝐷𝑇𝑊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altLang="zh-TW" dirty="0"/>
              </a:p>
              <a:p>
                <a:r>
                  <a:rPr lang="en-US" altLang="zh-TW" dirty="0" smtClean="0"/>
                  <a:t>T : </a:t>
                </a:r>
                <a:r>
                  <a:rPr lang="en-US" altLang="zh-TW" dirty="0"/>
                  <a:t>training </a:t>
                </a:r>
                <a:r>
                  <a:rPr lang="en-US" altLang="zh-TW" dirty="0" smtClean="0"/>
                  <a:t>set</a:t>
                </a:r>
              </a:p>
              <a:p>
                <a:r>
                  <a:rPr lang="en-US" altLang="zh-TW" dirty="0" smtClean="0"/>
                  <a:t>DTW</a:t>
                </a:r>
                <a:r>
                  <a:rPr lang="en-US" altLang="zh-TW" baseline="-25000" dirty="0" smtClean="0"/>
                  <a:t>s</a:t>
                </a:r>
                <a:r>
                  <a:rPr lang="en-US" altLang="zh-TW" dirty="0" smtClean="0"/>
                  <a:t> : DTW with constraints path S.</a:t>
                </a:r>
              </a:p>
              <a:p>
                <a:r>
                  <a:rPr lang="en-US" altLang="zh-TW" dirty="0"/>
                  <a:t>R </a:t>
                </a:r>
                <a:r>
                  <a:rPr lang="en-US" altLang="zh-TW" dirty="0" smtClean="0"/>
                  <a:t>: </a:t>
                </a:r>
                <a:r>
                  <a:rPr lang="en-US" altLang="zh-TW" dirty="0"/>
                  <a:t>radius of data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1383978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Data </a:t>
            </a:r>
            <a:r>
              <a:rPr lang="en-US" altLang="zh-TW" dirty="0" smtClean="0"/>
              <a:t>condensing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𝐷𝑇𝑊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𝐷𝑇𝑊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≤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𝐸𝑐𝑢𝑙𝑖𝑑𝑒𝑎𝑛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b="0" smtClean="0"/>
                  <a:t>=&gt;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𝑦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𝑐𝑎𝑛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𝑏𝑒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𝑖𝑔𝑛𝑜𝑟𝑒𝑑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b="0" i="1" dirty="0" smtClean="0">
                    <a:latin typeface="Cambria Math"/>
                    <a:ea typeface="Cambria Math"/>
                  </a:rPr>
                  <a:t/>
                </a:r>
                <a:br>
                  <a:rPr lang="en-US" altLang="zh-TW" b="0" i="1" dirty="0" smtClean="0">
                    <a:latin typeface="Cambria Math"/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𝑖𝑓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 ∃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TW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  <a:ea typeface="Cambria Math"/>
                            </a:rPr>
                            <m:t>𝐸𝑐𝑢𝑙𝑖𝑑𝑒𝑎𝑛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)≤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𝐷𝑇𝑊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356992"/>
            <a:ext cx="4752528" cy="325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165683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3" y="2190206"/>
            <a:ext cx="8856984" cy="373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129596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UCR Time </a:t>
            </a:r>
            <a:r>
              <a:rPr lang="en-US" altLang="zh-TW" dirty="0" smtClean="0"/>
              <a:t>Series</a:t>
            </a:r>
          </a:p>
          <a:p>
            <a:r>
              <a:rPr lang="en-US" altLang="zh-TW" dirty="0" smtClean="0"/>
              <a:t>Using </a:t>
            </a:r>
            <a:r>
              <a:rPr lang="en-US" altLang="zh-TW" dirty="0"/>
              <a:t>a brute-force </a:t>
            </a:r>
            <a:r>
              <a:rPr lang="en-US" altLang="zh-TW" dirty="0" smtClean="0"/>
              <a:t>to choose path constraint.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636646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1"/>
            <a:ext cx="8784976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56821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Shapes of constraint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54006" y="1515449"/>
            <a:ext cx="6811913" cy="248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005064"/>
            <a:ext cx="4389162" cy="248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1355552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2816"/>
            <a:ext cx="7420141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9841628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6600" dirty="0" smtClean="0"/>
              <a:t>THE END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xmlns="" val="54829125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176</Words>
  <Application>Microsoft Office PowerPoint</Application>
  <PresentationFormat>如螢幕大小 (4:3)</PresentationFormat>
  <Paragraphs>20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Dynamic time warping constraint learning for large margin nearest neighbor classiﬁcation</vt:lpstr>
      <vt:lpstr>Abstract</vt:lpstr>
      <vt:lpstr>Constraints</vt:lpstr>
      <vt:lpstr>Margin</vt:lpstr>
      <vt:lpstr>Evaluation function</vt:lpstr>
      <vt:lpstr>Data condensing</vt:lpstr>
      <vt:lpstr>投影片 7</vt:lpstr>
      <vt:lpstr>Experimental</vt:lpstr>
      <vt:lpstr>Experimental results</vt:lpstr>
      <vt:lpstr>Shapes of constraint</vt:lpstr>
      <vt:lpstr>投影片 11</vt:lpstr>
      <vt:lpstr>投影片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time warping constraint learning for large margin nearest neighbor classiﬁcation</dc:title>
  <dc:creator>LCH</dc:creator>
  <cp:lastModifiedBy>admin</cp:lastModifiedBy>
  <cp:revision>18</cp:revision>
  <dcterms:created xsi:type="dcterms:W3CDTF">2012-12-10T09:43:58Z</dcterms:created>
  <dcterms:modified xsi:type="dcterms:W3CDTF">2012-12-10T11:31:43Z</dcterms:modified>
</cp:coreProperties>
</file>