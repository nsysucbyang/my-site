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4" y="-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8789-09F8-4AC4-A690-63EF198EDA16}" type="datetimeFigureOut">
              <a:rPr lang="zh-TW" altLang="en-US" smtClean="0"/>
              <a:t>2012/11/20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AE83-EA68-422F-BAEA-23AB534258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082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8789-09F8-4AC4-A690-63EF198EDA16}" type="datetimeFigureOut">
              <a:rPr lang="zh-TW" altLang="en-US" smtClean="0"/>
              <a:t>2012/11/20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AE83-EA68-422F-BAEA-23AB534258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2932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8789-09F8-4AC4-A690-63EF198EDA16}" type="datetimeFigureOut">
              <a:rPr lang="zh-TW" altLang="en-US" smtClean="0"/>
              <a:t>2012/11/20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AE83-EA68-422F-BAEA-23AB534258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8494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8789-09F8-4AC4-A690-63EF198EDA16}" type="datetimeFigureOut">
              <a:rPr lang="zh-TW" altLang="en-US" smtClean="0"/>
              <a:t>2012/11/20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AE83-EA68-422F-BAEA-23AB534258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152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8789-09F8-4AC4-A690-63EF198EDA16}" type="datetimeFigureOut">
              <a:rPr lang="zh-TW" altLang="en-US" smtClean="0"/>
              <a:t>2012/11/20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AE83-EA68-422F-BAEA-23AB534258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578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8789-09F8-4AC4-A690-63EF198EDA16}" type="datetimeFigureOut">
              <a:rPr lang="zh-TW" altLang="en-US" smtClean="0"/>
              <a:t>2012/11/20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AE83-EA68-422F-BAEA-23AB534258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1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8789-09F8-4AC4-A690-63EF198EDA16}" type="datetimeFigureOut">
              <a:rPr lang="zh-TW" altLang="en-US" smtClean="0"/>
              <a:t>2012/11/20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AE83-EA68-422F-BAEA-23AB534258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831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8789-09F8-4AC4-A690-63EF198EDA16}" type="datetimeFigureOut">
              <a:rPr lang="zh-TW" altLang="en-US" smtClean="0"/>
              <a:t>2012/11/20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AE83-EA68-422F-BAEA-23AB534258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5906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8789-09F8-4AC4-A690-63EF198EDA16}" type="datetimeFigureOut">
              <a:rPr lang="zh-TW" altLang="en-US" smtClean="0"/>
              <a:t>2012/11/20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AE83-EA68-422F-BAEA-23AB534258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581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8789-09F8-4AC4-A690-63EF198EDA16}" type="datetimeFigureOut">
              <a:rPr lang="zh-TW" altLang="en-US" smtClean="0"/>
              <a:t>2012/11/20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AE83-EA68-422F-BAEA-23AB534258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9787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8789-09F8-4AC4-A690-63EF198EDA16}" type="datetimeFigureOut">
              <a:rPr lang="zh-TW" altLang="en-US" smtClean="0"/>
              <a:t>2012/11/20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AE83-EA68-422F-BAEA-23AB534258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8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18789-09F8-4AC4-A690-63EF198EDA16}" type="datetimeFigureOut">
              <a:rPr lang="zh-TW" altLang="en-US" smtClean="0"/>
              <a:t>2012/11/20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7AE83-EA68-422F-BAEA-23AB534258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405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Very Fast and Simple Approximate String Matching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smtClean="0">
                <a:solidFill>
                  <a:schemeClr val="tx1"/>
                </a:solidFill>
              </a:rPr>
              <a:t>Gonzalo Navarro, Ricardo 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Baeza</a:t>
            </a:r>
            <a:r>
              <a:rPr lang="en-US" altLang="zh-TW" sz="2000" dirty="0" smtClean="0">
                <a:solidFill>
                  <a:schemeClr val="tx1"/>
                </a:solidFill>
              </a:rPr>
              <a:t>-Yates</a:t>
            </a:r>
          </a:p>
          <a:p>
            <a:r>
              <a:rPr lang="en-US" altLang="zh-TW" sz="2000" dirty="0" smtClean="0">
                <a:solidFill>
                  <a:schemeClr val="tx1"/>
                </a:solidFill>
              </a:rPr>
              <a:t>Information Processing Letters</a:t>
            </a:r>
            <a:br>
              <a:rPr lang="en-US" altLang="zh-TW" sz="2000" dirty="0" smtClean="0">
                <a:solidFill>
                  <a:schemeClr val="tx1"/>
                </a:solidFill>
              </a:rPr>
            </a:br>
            <a:r>
              <a:rPr lang="en-US" altLang="zh-TW" sz="2000" dirty="0" smtClean="0">
                <a:solidFill>
                  <a:schemeClr val="tx1"/>
                </a:solidFill>
              </a:rPr>
              <a:t>Volume 72, Issues 1-2, 29 October 1999, Pages 65-70</a:t>
            </a:r>
          </a:p>
          <a:p>
            <a:r>
              <a:rPr lang="en-US" altLang="zh-TW" sz="2000" dirty="0" smtClean="0">
                <a:solidFill>
                  <a:schemeClr val="tx1"/>
                </a:solidFill>
              </a:rPr>
              <a:t>Presenter: Yi-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Pu</a:t>
            </a:r>
            <a:r>
              <a:rPr lang="en-US" altLang="zh-TW" sz="2000" dirty="0" smtClean="0">
                <a:solidFill>
                  <a:schemeClr val="tx1"/>
                </a:solidFill>
              </a:rPr>
              <a:t> 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Guo</a:t>
            </a:r>
            <a:r>
              <a:rPr lang="en-US" altLang="zh-TW" sz="2000" dirty="0" smtClean="0">
                <a:solidFill>
                  <a:schemeClr val="tx1"/>
                </a:solidFill>
              </a:rPr>
              <a:t/>
            </a:r>
            <a:br>
              <a:rPr lang="en-US" altLang="zh-TW" sz="2000" dirty="0" smtClean="0">
                <a:solidFill>
                  <a:schemeClr val="tx1"/>
                </a:solidFill>
              </a:rPr>
            </a:br>
            <a:r>
              <a:rPr lang="en-US" altLang="zh-TW" sz="2000" dirty="0" smtClean="0">
                <a:solidFill>
                  <a:schemeClr val="tx1"/>
                </a:solidFill>
              </a:rPr>
              <a:t>2012-11-20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90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457200" algn="dist">
              <a:lnSpc>
                <a:spcPct val="150000"/>
              </a:lnSpc>
              <a:buNone/>
            </a:pPr>
            <a:r>
              <a:rPr lang="en-US" altLang="zh-TW" sz="2400" dirty="0" smtClean="0"/>
              <a:t>We improve the fastest known algorithm for approximate string matching, which can be used only for low error levels. By using a new method to verify potential matches and a new optimization technique for biased texts (such as English), the algorithm also becomes the fastest one for medium error levels. This includes most of the interesting cases in this area.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2629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Approximate String Matching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arenR"/>
            </a:pPr>
            <a:r>
              <a:rPr lang="en-US" altLang="zh-TW" sz="2400" dirty="0" smtClean="0"/>
              <a:t>(long) </a:t>
            </a:r>
            <a:r>
              <a:rPr lang="en-US" altLang="zh-TW" sz="2400" b="1" dirty="0" smtClean="0"/>
              <a:t>Text</a:t>
            </a:r>
            <a:r>
              <a:rPr lang="en-US" altLang="zh-TW" sz="2400" dirty="0" smtClean="0"/>
              <a:t> of length </a:t>
            </a:r>
            <a:r>
              <a:rPr lang="en-US" altLang="zh-TW" sz="2400" b="1" dirty="0" smtClean="0"/>
              <a:t>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arenR"/>
            </a:pPr>
            <a:r>
              <a:rPr lang="en-US" altLang="zh-TW" sz="2400" dirty="0" smtClean="0"/>
              <a:t>(short) </a:t>
            </a:r>
            <a:r>
              <a:rPr lang="en-US" altLang="zh-TW" sz="2400" b="1" dirty="0" smtClean="0"/>
              <a:t>Pattern</a:t>
            </a:r>
            <a:r>
              <a:rPr lang="en-US" altLang="zh-TW" sz="2400" dirty="0" smtClean="0"/>
              <a:t> of length </a:t>
            </a:r>
            <a:r>
              <a:rPr lang="en-US" altLang="zh-TW" sz="2400" b="1" dirty="0" smtClean="0"/>
              <a:t>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arenR"/>
            </a:pPr>
            <a:r>
              <a:rPr lang="en-US" altLang="zh-TW" sz="2400" dirty="0" smtClean="0"/>
              <a:t>Maximum </a:t>
            </a:r>
            <a:r>
              <a:rPr lang="en-US" altLang="zh-TW" sz="2400" b="1" dirty="0" smtClean="0"/>
              <a:t>k</a:t>
            </a:r>
            <a:r>
              <a:rPr lang="en-US" altLang="zh-TW" sz="2400" dirty="0" smtClean="0"/>
              <a:t> errors are allowed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TW" sz="2400" dirty="0" smtClean="0"/>
          </a:p>
          <a:p>
            <a:pPr>
              <a:lnSpc>
                <a:spcPct val="150000"/>
              </a:lnSpc>
            </a:pPr>
            <a:r>
              <a:rPr lang="en-US" altLang="zh-TW" sz="2400" dirty="0" smtClean="0"/>
              <a:t>Edit distance: (Ex: k=1)</a:t>
            </a:r>
            <a:br>
              <a:rPr lang="en-US" altLang="zh-TW" sz="2400" dirty="0" smtClean="0"/>
            </a:br>
            <a:r>
              <a:rPr lang="en-US" altLang="zh-TW" sz="2400" dirty="0" smtClean="0"/>
              <a:t>dog --&gt; dog</a:t>
            </a:r>
            <a:r>
              <a:rPr lang="en-US" altLang="zh-TW" sz="2400" b="1" dirty="0" smtClean="0"/>
              <a:t>s</a:t>
            </a:r>
            <a:r>
              <a:rPr lang="en-US" altLang="zh-TW" sz="2400" dirty="0" smtClean="0"/>
              <a:t> (insert), </a:t>
            </a:r>
            <a:r>
              <a:rPr lang="en-US" altLang="zh-TW" sz="2400" dirty="0" smtClean="0"/>
              <a:t>do</a:t>
            </a:r>
            <a:r>
              <a:rPr lang="en-US" altLang="zh-TW" sz="2400" b="1" dirty="0" smtClean="0"/>
              <a:t>_</a:t>
            </a:r>
            <a:r>
              <a:rPr lang="en-US" altLang="zh-TW" sz="2400" dirty="0" smtClean="0"/>
              <a:t> </a:t>
            </a:r>
            <a:r>
              <a:rPr lang="en-US" altLang="zh-TW" sz="2400" dirty="0" smtClean="0"/>
              <a:t>(delete), </a:t>
            </a:r>
            <a:r>
              <a:rPr lang="en-US" altLang="zh-TW" sz="2400" b="1" dirty="0" smtClean="0"/>
              <a:t>f</a:t>
            </a:r>
            <a:r>
              <a:rPr lang="en-US" altLang="zh-TW" sz="2400" dirty="0" smtClean="0"/>
              <a:t>og (replace)</a:t>
            </a:r>
          </a:p>
        </p:txBody>
      </p:sp>
    </p:spTree>
    <p:extLst>
      <p:ext uri="{BB962C8B-B14F-4D97-AF65-F5344CB8AC3E}">
        <p14:creationId xmlns:p14="http://schemas.microsoft.com/office/powerpoint/2010/main" val="118741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Lemma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b="1" dirty="0" smtClean="0"/>
              <a:t>Lemma. </a:t>
            </a:r>
            <a:r>
              <a:rPr lang="en-US" altLang="zh-TW" sz="2400" dirty="0" smtClean="0"/>
              <a:t>If a pattern is partitioned into k + 1 pieces, then at least one of the pieces can be found with no errors in any approximate occurrence of the pattern.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TW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 smtClean="0"/>
              <a:t>將 </a:t>
            </a:r>
            <a:r>
              <a:rPr lang="en-US" altLang="zh-TW" sz="2400" dirty="0" smtClean="0"/>
              <a:t>pattern </a:t>
            </a:r>
            <a:r>
              <a:rPr lang="zh-TW" altLang="en-US" sz="2400" dirty="0" smtClean="0"/>
              <a:t>平分成 </a:t>
            </a:r>
            <a:r>
              <a:rPr lang="en-US" altLang="zh-TW" sz="2400" dirty="0" smtClean="0"/>
              <a:t>4 </a:t>
            </a:r>
            <a:r>
              <a:rPr lang="zh-TW" altLang="en-US" sz="2400" dirty="0" smtClean="0"/>
              <a:t>段，</a:t>
            </a:r>
            <a:r>
              <a:rPr lang="zh-TW" altLang="en-US" sz="2400" dirty="0"/>
              <a:t>而</a:t>
            </a:r>
            <a:r>
              <a:rPr lang="zh-TW" altLang="en-US" sz="2400" dirty="0" smtClean="0"/>
              <a:t>只能錯 </a:t>
            </a:r>
            <a:r>
              <a:rPr lang="en-US" altLang="zh-TW" sz="2400" dirty="0" smtClean="0"/>
              <a:t>3 </a:t>
            </a:r>
            <a:r>
              <a:rPr lang="zh-TW" altLang="en-US" sz="2400" dirty="0" smtClean="0"/>
              <a:t>個地方，必定至少有一段是和原來完全相等的。</a:t>
            </a:r>
            <a:endParaRPr lang="en-US" altLang="zh-TW" sz="2400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TW" sz="2400" dirty="0" err="1" smtClean="0"/>
              <a:t>abcd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efgh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ijkl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mno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6048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This Paper</a:t>
            </a:r>
            <a:endParaRPr lang="zh-TW" altLang="en-US" dirty="0"/>
          </a:p>
        </p:txBody>
      </p:sp>
      <p:sp>
        <p:nvSpPr>
          <p:cNvPr id="13" name="內容版面配置區 1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 smtClean="0"/>
              <a:t>A filtration (</a:t>
            </a:r>
            <a:r>
              <a:rPr lang="zh-TW" altLang="en-US" sz="2000" dirty="0" smtClean="0"/>
              <a:t>過濾</a:t>
            </a:r>
            <a:r>
              <a:rPr lang="en-US" altLang="zh-TW" sz="2400" dirty="0" smtClean="0"/>
              <a:t>) algorithm</a:t>
            </a:r>
            <a:br>
              <a:rPr lang="en-US" altLang="zh-TW" sz="2400" dirty="0" smtClean="0"/>
            </a:br>
            <a:r>
              <a:rPr lang="zh-TW" altLang="en-US" sz="2400" dirty="0" smtClean="0"/>
              <a:t>快速排除大部份不可能的區域，剩下的才仔細檢查。</a:t>
            </a:r>
            <a:endParaRPr lang="en-US" altLang="zh-TW" sz="2400" dirty="0" smtClean="0"/>
          </a:p>
          <a:p>
            <a:pPr marL="0" indent="0">
              <a:lnSpc>
                <a:spcPct val="150000"/>
              </a:lnSpc>
              <a:buNone/>
            </a:pPr>
            <a:endParaRPr lang="en-US" altLang="zh-TW" sz="2400" dirty="0" smtClean="0"/>
          </a:p>
          <a:p>
            <a:pPr>
              <a:lnSpc>
                <a:spcPct val="150000"/>
              </a:lnSpc>
            </a:pPr>
            <a:r>
              <a:rPr lang="en-US" altLang="zh-TW" sz="2400" dirty="0" smtClean="0"/>
              <a:t>Filtration</a:t>
            </a:r>
            <a:br>
              <a:rPr lang="en-US" altLang="zh-TW" sz="2400" dirty="0" smtClean="0"/>
            </a:br>
            <a:r>
              <a:rPr lang="en-US" altLang="zh-TW" sz="2400" dirty="0" smtClean="0"/>
              <a:t>an extension of Boyer-Moore-Sunday algorithm with a </a:t>
            </a:r>
            <a:r>
              <a:rPr lang="en-US" altLang="zh-TW" sz="2400" dirty="0" err="1" smtClean="0"/>
              <a:t>trie</a:t>
            </a:r>
            <a:endParaRPr lang="en-US" altLang="zh-TW" sz="2400" dirty="0"/>
          </a:p>
          <a:p>
            <a:pPr>
              <a:lnSpc>
                <a:spcPct val="150000"/>
              </a:lnSpc>
            </a:pPr>
            <a:r>
              <a:rPr lang="en-US" altLang="zh-TW" sz="2400" dirty="0" smtClean="0"/>
              <a:t>Verification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 smtClean="0"/>
              <a:t>Hierarchical </a:t>
            </a:r>
            <a:r>
              <a:rPr lang="en-US" altLang="zh-TW" sz="2400" dirty="0" err="1" smtClean="0"/>
              <a:t>veritication</a:t>
            </a: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3539881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Boyer-Moore-Sunday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err="1" smtClean="0"/>
              <a:t>Trie</a:t>
            </a:r>
            <a:endParaRPr lang="en-US" altLang="zh-TW" dirty="0" smtClean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521" y="1340768"/>
            <a:ext cx="6858958" cy="137179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240" y="3933056"/>
            <a:ext cx="3017520" cy="213283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12000" y="2780992"/>
            <a:ext cx="7920000" cy="5760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dirty="0"/>
              <a:t>(a) uses the "bad" text character c to determine the shift distance. (b) uses the rightmost character b of the current text window. (c) uses the character directly right of the text window.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75537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Hierarchical Verification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68" y="3544442"/>
            <a:ext cx="7621064" cy="2476846"/>
          </a:xfr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521" y="1412776"/>
            <a:ext cx="6858958" cy="209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44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70373"/>
            <a:ext cx="8229600" cy="3785616"/>
          </a:xfrm>
        </p:spPr>
      </p:pic>
      <p:sp>
        <p:nvSpPr>
          <p:cNvPr id="5" name="矩形 4"/>
          <p:cNvSpPr/>
          <p:nvPr/>
        </p:nvSpPr>
        <p:spPr>
          <a:xfrm>
            <a:off x="972000" y="5805264"/>
            <a:ext cx="720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The old (dashed line) versus the new (solid line) verification techniques. We use m = </a:t>
            </a:r>
            <a:r>
              <a:rPr lang="en-US" altLang="zh-TW" dirty="0" smtClean="0"/>
              <a:t>30.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79712" y="1412776"/>
            <a:ext cx="92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random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084168" y="1412776"/>
            <a:ext cx="1314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English text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5566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259</Words>
  <Application>Microsoft Office PowerPoint</Application>
  <PresentationFormat>如螢幕大小 (4:3)</PresentationFormat>
  <Paragraphs>33</Paragraphs>
  <Slides>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Very Fast and Simple Approximate String Matching</vt:lpstr>
      <vt:lpstr>Abstract</vt:lpstr>
      <vt:lpstr>Approximate String Matching</vt:lpstr>
      <vt:lpstr>Lemma</vt:lpstr>
      <vt:lpstr>This Paper</vt:lpstr>
      <vt:lpstr>Boyer-Moore-Sunday</vt:lpstr>
      <vt:lpstr>Hierarchical Verification</vt:lpstr>
      <vt:lpstr>Result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Very Fast and Simple Approximate String Matching</dc:title>
  <dc:creator>YiPo</dc:creator>
  <cp:lastModifiedBy>YiPo</cp:lastModifiedBy>
  <cp:revision>19</cp:revision>
  <dcterms:created xsi:type="dcterms:W3CDTF">2012-11-20T06:39:31Z</dcterms:created>
  <dcterms:modified xsi:type="dcterms:W3CDTF">2012-11-20T10:31:15Z</dcterms:modified>
</cp:coreProperties>
</file>