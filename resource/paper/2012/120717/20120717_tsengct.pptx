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s/slide29.xml" ContentType="application/vnd.openxmlformats-officedocument.presentationml.slide+xml"/>
  <Override PartName="/ppt/slideLayouts/slideLayout8.xml" ContentType="application/vnd.openxmlformats-officedocument.presentationml.slideLayout+xml"/>
  <Override PartName="/ppt/notesSlides/notesSlide2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s/slide27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2.xml" ContentType="application/vnd.openxmlformats-officedocument.presentationml.slide+xml"/>
  <Override PartName="/ppt/slides/slide16.xml" ContentType="application/vnd.openxmlformats-officedocument.presentationml.slide+xml"/>
  <Override PartName="/ppt/slides/slide25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Default Extension="wmf" ContentType="image/x-w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0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Default Extension="vml" ContentType="application/vnd.openxmlformats-officedocument.vmlDrawing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s/slide28.xml" ContentType="application/vnd.openxmlformats-officedocument.presentationml.slide+xml"/>
  <Override PartName="/ppt/slideLayouts/slideLayout7.xml" ContentType="application/vnd.openxmlformats-officedocument.presentationml.slideLayout+xml"/>
  <Default Extension="png" ContentType="image/png"/>
  <Override PartName="/ppt/notesSlides/notesSlide1.xml" ContentType="application/vnd.openxmlformats-officedocument.presentationml.notesSlide+xml"/>
  <Default Extension="bin" ContentType="application/vnd.openxmlformats-officedocument.oleObject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s/slide24.xml" ContentType="application/vnd.openxmlformats-officedocument.presentationml.slide+xml"/>
  <Default Extension="jpeg" ContentType="image/jpeg"/>
  <Override PartName="/ppt/slideLayouts/slideLayout3.xml" ContentType="application/vnd.openxmlformats-officedocument.presentationml.slideLayout+xml"/>
  <Default Extension="emf" ContentType="image/x-emf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notesMasterIdLst>
    <p:notesMasterId r:id="rId32"/>
  </p:notesMasterIdLst>
  <p:sldIdLst>
    <p:sldId id="256" r:id="rId2"/>
    <p:sldId id="257" r:id="rId3"/>
    <p:sldId id="259" r:id="rId4"/>
    <p:sldId id="262" r:id="rId5"/>
    <p:sldId id="276" r:id="rId6"/>
    <p:sldId id="258" r:id="rId7"/>
    <p:sldId id="260" r:id="rId8"/>
    <p:sldId id="263" r:id="rId9"/>
    <p:sldId id="261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89" r:id="rId21"/>
    <p:sldId id="275" r:id="rId22"/>
    <p:sldId id="274" r:id="rId23"/>
    <p:sldId id="277" r:id="rId24"/>
    <p:sldId id="278" r:id="rId25"/>
    <p:sldId id="279" r:id="rId26"/>
    <p:sldId id="280" r:id="rId27"/>
    <p:sldId id="281" r:id="rId28"/>
    <p:sldId id="282" r:id="rId29"/>
    <p:sldId id="283" r:id="rId30"/>
    <p:sldId id="284" r:id="rId31"/>
  </p:sldIdLst>
  <p:sldSz cx="9144000" cy="6858000" type="screen4x3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</p:showPr>
  <p:extLst>
    <p:ext uri="{E76CE94A-603C-4142-B9EB-6D1370010A27}">
      <p14:discardImageEditData xmlns:p14="http://schemas.microsoft.com/office/powerpoint/2010/main" xmlns="" val="0"/>
    </p:ext>
    <p:ext uri="{D31A062A-798A-4329-ABDD-BBA856620510}">
      <p14:defaultImageDpi xmlns:p14="http://schemas.microsoft.com/office/powerpoint/2010/main" xmlns="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中等深淺樣式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5940675A-B579-460E-94D1-54222C63F5DA}" styleName="無樣式、表格格線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81" d="100"/>
          <a:sy n="81" d="100"/>
        </p:scale>
        <p:origin x="-162" y="-8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heme" Target="theme/theme1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3.w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5.e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F7714DF-64D6-4285-9EB4-372CEDF320DE}" type="datetimeFigureOut">
              <a:rPr lang="zh-TW" altLang="en-US" smtClean="0"/>
              <a:pPr/>
              <a:t>2012/7/17</a:t>
            </a:fld>
            <a:endParaRPr lang="zh-TW" altLang="en-US"/>
          </a:p>
        </p:txBody>
      </p:sp>
      <p:sp>
        <p:nvSpPr>
          <p:cNvPr id="4" name="投影片圖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FA07B37-947C-442E-A6AE-4D9D67F4DBAA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xmlns="" val="69575083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C5E1401-27B8-4002-B8DB-524BB25249DD}" type="slidenum">
              <a:rPr lang="zh-TW" altLang="en-US" smtClean="0"/>
              <a:pPr/>
              <a:t>3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xmlns="" val="93924333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CDEA0724-B204-4E13-9ABE-1B3A390C8BDC}" type="slidenum">
              <a:rPr lang="en-US" altLang="zh-TW"/>
              <a:pPr/>
              <a:t>4</a:t>
            </a:fld>
            <a:endParaRPr lang="en-US" altLang="zh-TW"/>
          </a:p>
        </p:txBody>
      </p:sp>
      <p:sp>
        <p:nvSpPr>
          <p:cNvPr id="25190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5190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TW"/>
              <a:t>The computation can be done in a tabular form. After the computation, we can trace back the answer of the longest common subsequence.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標題投影片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矩形 1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13" name="圓角矩形 12"/>
          <p:cNvSpPr/>
          <p:nvPr/>
        </p:nvSpPr>
        <p:spPr>
          <a:xfrm>
            <a:off x="65313" y="69755"/>
            <a:ext cx="9013372" cy="6692201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1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副標題 8"/>
          <p:cNvSpPr>
            <a:spLocks noGrp="1"/>
          </p:cNvSpPr>
          <p:nvPr>
            <p:ph type="subTitle" idx="1"/>
          </p:nvPr>
        </p:nvSpPr>
        <p:spPr>
          <a:xfrm>
            <a:off x="1295400" y="3200400"/>
            <a:ext cx="6400800" cy="1600200"/>
          </a:xfrm>
        </p:spPr>
        <p:txBody>
          <a:bodyPr/>
          <a:lstStyle>
            <a:lvl1pPr marL="0" indent="0" algn="ctr">
              <a:buNone/>
              <a:defRPr sz="2600"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zh-TW" altLang="en-US" smtClean="0"/>
              <a:t>按一下以編輯母片副標題樣式</a:t>
            </a:r>
            <a:endParaRPr kumimoji="0" lang="en-US"/>
          </a:p>
        </p:txBody>
      </p:sp>
      <p:sp>
        <p:nvSpPr>
          <p:cNvPr id="28" name="日期版面配置區 2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C3C87B-C509-4176-BBCF-9690648187A7}" type="datetime1">
              <a:rPr lang="zh-TW" altLang="en-US" smtClean="0"/>
              <a:pPr/>
              <a:t>2012/7/17</a:t>
            </a:fld>
            <a:endParaRPr lang="zh-TW" altLang="en-US"/>
          </a:p>
        </p:txBody>
      </p:sp>
      <p:sp>
        <p:nvSpPr>
          <p:cNvPr id="17" name="頁尾版面配置區 1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29" name="投影片編號版面配置區 28"/>
          <p:cNvSpPr>
            <a:spLocks noGrp="1"/>
          </p:cNvSpPr>
          <p:nvPr>
            <p:ph type="sldNum" sz="quarter" idx="12"/>
          </p:nvPr>
        </p:nvSpPr>
        <p:spPr/>
        <p:txBody>
          <a:bodyPr lIns="0" tIns="0" rIns="0" bIns="0">
            <a:noAutofit/>
          </a:bodyPr>
          <a:lstStyle>
            <a:lvl1pPr>
              <a:defRPr sz="1400">
                <a:solidFill>
                  <a:srgbClr val="FFFFFF"/>
                </a:solidFill>
              </a:defRPr>
            </a:lvl1pPr>
          </a:lstStyle>
          <a:p>
            <a:fld id="{6B3531F1-0529-445F-82AA-19A5A87A11E8}" type="slidenum">
              <a:rPr lang="zh-TW" altLang="en-US" smtClean="0"/>
              <a:pPr/>
              <a:t>‹#›</a:t>
            </a:fld>
            <a:endParaRPr lang="zh-TW" altLang="en-US"/>
          </a:p>
        </p:txBody>
      </p:sp>
      <p:sp>
        <p:nvSpPr>
          <p:cNvPr id="7" name="矩形 6"/>
          <p:cNvSpPr/>
          <p:nvPr/>
        </p:nvSpPr>
        <p:spPr>
          <a:xfrm>
            <a:off x="62931" y="1449303"/>
            <a:ext cx="9021537" cy="1527349"/>
          </a:xfrm>
          <a:prstGeom prst="rect">
            <a:avLst/>
          </a:prstGeom>
          <a:solidFill>
            <a:schemeClr val="accent1">
              <a:alpha val="10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矩形 9"/>
          <p:cNvSpPr/>
          <p:nvPr/>
        </p:nvSpPr>
        <p:spPr>
          <a:xfrm>
            <a:off x="62931" y="1396720"/>
            <a:ext cx="9021537" cy="120580"/>
          </a:xfrm>
          <a:prstGeom prst="rect">
            <a:avLst/>
          </a:prstGeom>
          <a:solidFill>
            <a:schemeClr val="accent1">
              <a:tint val="6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矩形 10"/>
          <p:cNvSpPr/>
          <p:nvPr/>
        </p:nvSpPr>
        <p:spPr>
          <a:xfrm>
            <a:off x="62931" y="2976649"/>
            <a:ext cx="9021537" cy="110532"/>
          </a:xfrm>
          <a:prstGeom prst="rect">
            <a:avLst/>
          </a:prstGeom>
          <a:solidFill>
            <a:schemeClr val="accent5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標題 7"/>
          <p:cNvSpPr>
            <a:spLocks noGrp="1"/>
          </p:cNvSpPr>
          <p:nvPr>
            <p:ph type="ctrTitle"/>
          </p:nvPr>
        </p:nvSpPr>
        <p:spPr>
          <a:xfrm>
            <a:off x="457200" y="1505930"/>
            <a:ext cx="8229600" cy="1470025"/>
          </a:xfrm>
        </p:spPr>
        <p:txBody>
          <a:bodyPr anchor="ctr"/>
          <a:lstStyle>
            <a:lvl1pPr algn="ctr">
              <a:defRPr lang="en-US" dirty="0">
                <a:solidFill>
                  <a:srgbClr val="FFFFFF"/>
                </a:solidFill>
              </a:defRPr>
            </a:lvl1pPr>
          </a:lstStyle>
          <a:p>
            <a:r>
              <a:rPr kumimoji="0" lang="zh-TW" altLang="en-US" smtClean="0"/>
              <a:t>按一下以編輯母片標題樣式</a:t>
            </a:r>
            <a:endParaRPr kumimoji="0"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zh-TW" altLang="en-US" smtClean="0"/>
              <a:t>按一下以編輯母片標題樣式</a:t>
            </a:r>
            <a:endParaRPr kumimoji="0" 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3F188E-D4D7-4147-8D98-29D7B7E9F077}" type="datetime1">
              <a:rPr lang="zh-TW" altLang="en-US" smtClean="0"/>
              <a:pPr/>
              <a:t>2012/7/17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3531F1-0529-445F-82AA-19A5A87A11E8}" type="slidenum">
              <a:rPr lang="zh-TW" altLang="en-US" smtClean="0"/>
              <a:pPr/>
              <a:t>‹#›</a:t>
            </a:fld>
            <a:endParaRPr lang="zh-TW" altLang="en-US"/>
          </a:p>
        </p:txBody>
      </p:sp>
      <p:sp>
        <p:nvSpPr>
          <p:cNvPr id="8" name="內容版面配置區 7"/>
          <p:cNvSpPr>
            <a:spLocks noGrp="1"/>
          </p:cNvSpPr>
          <p:nvPr>
            <p:ph sz="quarter" idx="1"/>
          </p:nvPr>
        </p:nvSpPr>
        <p:spPr>
          <a:xfrm>
            <a:off x="914400" y="1447800"/>
            <a:ext cx="7772400" cy="4572000"/>
          </a:xfrm>
        </p:spPr>
        <p:txBody>
          <a:bodyPr vert="horz"/>
          <a:lstStyle/>
          <a:p>
            <a:pPr lvl="0" eaLnBrk="1" latinLnBrk="0" hangingPunct="1"/>
            <a:r>
              <a:rPr lang="zh-TW" altLang="en-US" smtClean="0"/>
              <a:t>按一下以編輯母片文字樣式</a:t>
            </a:r>
          </a:p>
          <a:p>
            <a:pPr lvl="1" eaLnBrk="1" latinLnBrk="0" hangingPunct="1"/>
            <a:r>
              <a:rPr lang="zh-TW" altLang="en-US" smtClean="0"/>
              <a:t>第二層</a:t>
            </a:r>
          </a:p>
          <a:p>
            <a:pPr lvl="2" eaLnBrk="1" latinLnBrk="0" hangingPunct="1"/>
            <a:r>
              <a:rPr lang="zh-TW" altLang="en-US" smtClean="0"/>
              <a:t>第三層</a:t>
            </a:r>
          </a:p>
          <a:p>
            <a:pPr lvl="3" eaLnBrk="1" latinLnBrk="0" hangingPunct="1"/>
            <a:r>
              <a:rPr lang="zh-TW" altLang="en-US" smtClean="0"/>
              <a:t>第四層</a:t>
            </a:r>
          </a:p>
          <a:p>
            <a:pPr lvl="4" eaLnBrk="1" latinLnBrk="0" hangingPunct="1"/>
            <a:r>
              <a:rPr lang="zh-TW" altLang="en-US" smtClean="0"/>
              <a:t>第五層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章節標題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10" name="圓角矩形 9"/>
          <p:cNvSpPr/>
          <p:nvPr/>
        </p:nvSpPr>
        <p:spPr>
          <a:xfrm>
            <a:off x="65313" y="69755"/>
            <a:ext cx="9013372" cy="6692201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3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22313" y="952500"/>
            <a:ext cx="7772400" cy="1362075"/>
          </a:xfrm>
        </p:spPr>
        <p:txBody>
          <a:bodyPr anchor="b" anchorCtr="0"/>
          <a:lstStyle>
            <a:lvl1pPr algn="l">
              <a:buNone/>
              <a:defRPr sz="4000" b="0" cap="none"/>
            </a:lvl1pPr>
          </a:lstStyle>
          <a:p>
            <a:r>
              <a:rPr kumimoji="0" lang="zh-TW" altLang="en-US" smtClean="0"/>
              <a:t>按一下以編輯母片標題樣式</a:t>
            </a:r>
            <a:endParaRPr kumimoji="0" 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722313" y="2547938"/>
            <a:ext cx="7772400" cy="1338262"/>
          </a:xfrm>
        </p:spPr>
        <p:txBody>
          <a:bodyPr anchor="t" anchorCtr="0"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zh-TW" altLang="en-US" smtClean="0"/>
              <a:t>按一下以編輯母片文字樣式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AAB5D7-0CAA-404C-AE81-C76DB879093C}" type="datetime1">
              <a:rPr lang="zh-TW" altLang="en-US" smtClean="0"/>
              <a:pPr/>
              <a:t>2012/7/17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>
          <a:xfrm>
            <a:off x="800100" y="6172200"/>
            <a:ext cx="4000500" cy="457200"/>
          </a:xfrm>
        </p:spPr>
        <p:txBody>
          <a:bodyPr/>
          <a:lstStyle/>
          <a:p>
            <a:endParaRPr lang="zh-TW" altLang="en-US"/>
          </a:p>
        </p:txBody>
      </p:sp>
      <p:sp>
        <p:nvSpPr>
          <p:cNvPr id="7" name="矩形 6"/>
          <p:cNvSpPr/>
          <p:nvPr/>
        </p:nvSpPr>
        <p:spPr>
          <a:xfrm flipV="1">
            <a:off x="69412" y="2376830"/>
            <a:ext cx="9013515" cy="9144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矩形 7"/>
          <p:cNvSpPr/>
          <p:nvPr/>
        </p:nvSpPr>
        <p:spPr>
          <a:xfrm>
            <a:off x="69146" y="2341475"/>
            <a:ext cx="9013781" cy="45719"/>
          </a:xfrm>
          <a:prstGeom prst="rect">
            <a:avLst/>
          </a:prstGeom>
          <a:solidFill>
            <a:schemeClr val="accent1">
              <a:tint val="6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矩形 8"/>
          <p:cNvSpPr/>
          <p:nvPr/>
        </p:nvSpPr>
        <p:spPr>
          <a:xfrm>
            <a:off x="68306" y="2468880"/>
            <a:ext cx="9014621" cy="45720"/>
          </a:xfrm>
          <a:prstGeom prst="rect">
            <a:avLst/>
          </a:prstGeom>
          <a:solidFill>
            <a:schemeClr val="accent5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>
          <a:xfrm>
            <a:off x="146304" y="6208776"/>
            <a:ext cx="457200" cy="457200"/>
          </a:xfrm>
        </p:spPr>
        <p:txBody>
          <a:bodyPr/>
          <a:lstStyle/>
          <a:p>
            <a:fld id="{6B3531F1-0529-445F-82AA-19A5A87A11E8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zh-TW" altLang="en-US" smtClean="0"/>
              <a:t>按一下以編輯母片標題樣式</a:t>
            </a:r>
            <a:endParaRPr kumimoji="0" lang="en-US"/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2DD2F0-F4BC-46E1-B256-1B65B74CCCB7}" type="datetime1">
              <a:rPr lang="zh-TW" altLang="en-US" smtClean="0"/>
              <a:pPr/>
              <a:t>2012/7/17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3531F1-0529-445F-82AA-19A5A87A11E8}" type="slidenum">
              <a:rPr lang="zh-TW" altLang="en-US" smtClean="0"/>
              <a:pPr/>
              <a:t>‹#›</a:t>
            </a:fld>
            <a:endParaRPr lang="zh-TW" altLang="en-US"/>
          </a:p>
        </p:txBody>
      </p:sp>
      <p:sp>
        <p:nvSpPr>
          <p:cNvPr id="9" name="內容版面配置區 8"/>
          <p:cNvSpPr>
            <a:spLocks noGrp="1"/>
          </p:cNvSpPr>
          <p:nvPr>
            <p:ph sz="quarter" idx="1"/>
          </p:nvPr>
        </p:nvSpPr>
        <p:spPr>
          <a:xfrm>
            <a:off x="914400" y="1447800"/>
            <a:ext cx="3749040" cy="4572000"/>
          </a:xfrm>
        </p:spPr>
        <p:txBody>
          <a:bodyPr vert="horz"/>
          <a:lstStyle/>
          <a:p>
            <a:pPr lvl="0" eaLnBrk="1" latinLnBrk="0" hangingPunct="1"/>
            <a:r>
              <a:rPr lang="zh-TW" altLang="en-US" smtClean="0"/>
              <a:t>按一下以編輯母片文字樣式</a:t>
            </a:r>
          </a:p>
          <a:p>
            <a:pPr lvl="1" eaLnBrk="1" latinLnBrk="0" hangingPunct="1"/>
            <a:r>
              <a:rPr lang="zh-TW" altLang="en-US" smtClean="0"/>
              <a:t>第二層</a:t>
            </a:r>
          </a:p>
          <a:p>
            <a:pPr lvl="2" eaLnBrk="1" latinLnBrk="0" hangingPunct="1"/>
            <a:r>
              <a:rPr lang="zh-TW" altLang="en-US" smtClean="0"/>
              <a:t>第三層</a:t>
            </a:r>
          </a:p>
          <a:p>
            <a:pPr lvl="3" eaLnBrk="1" latinLnBrk="0" hangingPunct="1"/>
            <a:r>
              <a:rPr lang="zh-TW" altLang="en-US" smtClean="0"/>
              <a:t>第四層</a:t>
            </a:r>
          </a:p>
          <a:p>
            <a:pPr lvl="4" eaLnBrk="1" latinLnBrk="0" hangingPunct="1"/>
            <a:r>
              <a:rPr lang="zh-TW" altLang="en-US" smtClean="0"/>
              <a:t>第五層</a:t>
            </a:r>
            <a:endParaRPr kumimoji="0" lang="en-US"/>
          </a:p>
        </p:txBody>
      </p:sp>
      <p:sp>
        <p:nvSpPr>
          <p:cNvPr id="11" name="內容版面配置區 10"/>
          <p:cNvSpPr>
            <a:spLocks noGrp="1"/>
          </p:cNvSpPr>
          <p:nvPr>
            <p:ph sz="quarter" idx="2"/>
          </p:nvPr>
        </p:nvSpPr>
        <p:spPr>
          <a:xfrm>
            <a:off x="4933950" y="1447800"/>
            <a:ext cx="3749040" cy="4572000"/>
          </a:xfrm>
        </p:spPr>
        <p:txBody>
          <a:bodyPr vert="horz"/>
          <a:lstStyle/>
          <a:p>
            <a:pPr lvl="0" eaLnBrk="1" latinLnBrk="0" hangingPunct="1"/>
            <a:r>
              <a:rPr lang="zh-TW" altLang="en-US" smtClean="0"/>
              <a:t>按一下以編輯母片文字樣式</a:t>
            </a:r>
          </a:p>
          <a:p>
            <a:pPr lvl="1" eaLnBrk="1" latinLnBrk="0" hangingPunct="1"/>
            <a:r>
              <a:rPr lang="zh-TW" altLang="en-US" smtClean="0"/>
              <a:t>第二層</a:t>
            </a:r>
          </a:p>
          <a:p>
            <a:pPr lvl="2" eaLnBrk="1" latinLnBrk="0" hangingPunct="1"/>
            <a:r>
              <a:rPr lang="zh-TW" altLang="en-US" smtClean="0"/>
              <a:t>第三層</a:t>
            </a:r>
          </a:p>
          <a:p>
            <a:pPr lvl="3" eaLnBrk="1" latinLnBrk="0" hangingPunct="1"/>
            <a:r>
              <a:rPr lang="zh-TW" altLang="en-US" smtClean="0"/>
              <a:t>第四層</a:t>
            </a:r>
          </a:p>
          <a:p>
            <a:pPr lvl="4" eaLnBrk="1" latinLnBrk="0" hangingPunct="1"/>
            <a:r>
              <a:rPr lang="zh-TW" altLang="en-US" smtClean="0"/>
              <a:t>第五層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914400" y="273050"/>
            <a:ext cx="7772400" cy="1143000"/>
          </a:xfrm>
        </p:spPr>
        <p:txBody>
          <a:bodyPr anchor="b" anchorCtr="0"/>
          <a:lstStyle>
            <a:lvl1pPr>
              <a:defRPr/>
            </a:lvl1pPr>
          </a:lstStyle>
          <a:p>
            <a:r>
              <a:rPr kumimoji="0" lang="zh-TW" altLang="en-US" smtClean="0"/>
              <a:t>按一下以編輯母片標題樣式</a:t>
            </a:r>
            <a:endParaRPr kumimoji="0" 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914400" y="1447800"/>
            <a:ext cx="3733800" cy="762000"/>
          </a:xfrm>
          <a:noFill/>
          <a:ln w="12700" cap="sq" cmpd="sng" algn="ctr">
            <a:noFill/>
            <a:prstDash val="solid"/>
          </a:ln>
        </p:spPr>
        <p:txBody>
          <a:bodyPr lIns="91440" anchor="b" anchorCtr="0">
            <a:noAutofit/>
          </a:bodyPr>
          <a:lstStyle>
            <a:lvl1pPr marL="0" indent="0">
              <a:buNone/>
              <a:defRPr sz="2400" b="1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zh-TW" altLang="en-US" smtClean="0"/>
              <a:t>按一下以編輯母片文字樣式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3"/>
          </p:nvPr>
        </p:nvSpPr>
        <p:spPr>
          <a:xfrm>
            <a:off x="4953000" y="1447800"/>
            <a:ext cx="3733800" cy="762000"/>
          </a:xfrm>
          <a:noFill/>
          <a:ln w="12700" cap="sq" cmpd="sng" algn="ctr">
            <a:noFill/>
            <a:prstDash val="solid"/>
          </a:ln>
        </p:spPr>
        <p:txBody>
          <a:bodyPr lIns="91440" anchor="b" anchorCtr="0">
            <a:noAutofit/>
          </a:bodyPr>
          <a:lstStyle>
            <a:lvl1pPr marL="0" indent="0">
              <a:buNone/>
              <a:defRPr sz="2400" b="1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zh-TW" altLang="en-US" smtClean="0"/>
              <a:t>按一下以編輯母片文字樣式</a:t>
            </a:r>
          </a:p>
        </p:txBody>
      </p:sp>
      <p:sp>
        <p:nvSpPr>
          <p:cNvPr id="7" name="日期版面配置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ED7D13-3A1C-4FAB-B9B0-62C9A405FDC3}" type="datetime1">
              <a:rPr lang="zh-TW" altLang="en-US" smtClean="0"/>
              <a:pPr/>
              <a:t>2012/7/17</a:t>
            </a:fld>
            <a:endParaRPr lang="zh-TW" altLang="en-US"/>
          </a:p>
        </p:txBody>
      </p:sp>
      <p:sp>
        <p:nvSpPr>
          <p:cNvPr id="8" name="頁尾版面配置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3531F1-0529-445F-82AA-19A5A87A11E8}" type="slidenum">
              <a:rPr lang="zh-TW" altLang="en-US" smtClean="0"/>
              <a:pPr/>
              <a:t>‹#›</a:t>
            </a:fld>
            <a:endParaRPr lang="zh-TW" altLang="en-US"/>
          </a:p>
        </p:txBody>
      </p:sp>
      <p:sp>
        <p:nvSpPr>
          <p:cNvPr id="11" name="內容版面配置區 10"/>
          <p:cNvSpPr>
            <a:spLocks noGrp="1"/>
          </p:cNvSpPr>
          <p:nvPr>
            <p:ph sz="half" idx="2"/>
          </p:nvPr>
        </p:nvSpPr>
        <p:spPr>
          <a:xfrm>
            <a:off x="914400" y="2247900"/>
            <a:ext cx="3733800" cy="3886200"/>
          </a:xfrm>
        </p:spPr>
        <p:txBody>
          <a:bodyPr vert="horz"/>
          <a:lstStyle/>
          <a:p>
            <a:pPr lvl="0" eaLnBrk="1" latinLnBrk="0" hangingPunct="1"/>
            <a:r>
              <a:rPr lang="zh-TW" altLang="en-US" smtClean="0"/>
              <a:t>按一下以編輯母片文字樣式</a:t>
            </a:r>
          </a:p>
          <a:p>
            <a:pPr lvl="1" eaLnBrk="1" latinLnBrk="0" hangingPunct="1"/>
            <a:r>
              <a:rPr lang="zh-TW" altLang="en-US" smtClean="0"/>
              <a:t>第二層</a:t>
            </a:r>
          </a:p>
          <a:p>
            <a:pPr lvl="2" eaLnBrk="1" latinLnBrk="0" hangingPunct="1"/>
            <a:r>
              <a:rPr lang="zh-TW" altLang="en-US" smtClean="0"/>
              <a:t>第三層</a:t>
            </a:r>
          </a:p>
          <a:p>
            <a:pPr lvl="3" eaLnBrk="1" latinLnBrk="0" hangingPunct="1"/>
            <a:r>
              <a:rPr lang="zh-TW" altLang="en-US" smtClean="0"/>
              <a:t>第四層</a:t>
            </a:r>
          </a:p>
          <a:p>
            <a:pPr lvl="4" eaLnBrk="1" latinLnBrk="0" hangingPunct="1"/>
            <a:r>
              <a:rPr lang="zh-TW" altLang="en-US" smtClean="0"/>
              <a:t>第五層</a:t>
            </a:r>
            <a:endParaRPr kumimoji="0" lang="en-US"/>
          </a:p>
        </p:txBody>
      </p:sp>
      <p:sp>
        <p:nvSpPr>
          <p:cNvPr id="13" name="內容版面配置區 12"/>
          <p:cNvSpPr>
            <a:spLocks noGrp="1"/>
          </p:cNvSpPr>
          <p:nvPr>
            <p:ph sz="half" idx="4"/>
          </p:nvPr>
        </p:nvSpPr>
        <p:spPr>
          <a:xfrm>
            <a:off x="4953000" y="2247900"/>
            <a:ext cx="3733800" cy="3886200"/>
          </a:xfrm>
        </p:spPr>
        <p:txBody>
          <a:bodyPr vert="horz"/>
          <a:lstStyle/>
          <a:p>
            <a:pPr lvl="0" eaLnBrk="1" latinLnBrk="0" hangingPunct="1"/>
            <a:r>
              <a:rPr lang="zh-TW" altLang="en-US" smtClean="0"/>
              <a:t>按一下以編輯母片文字樣式</a:t>
            </a:r>
          </a:p>
          <a:p>
            <a:pPr lvl="1" eaLnBrk="1" latinLnBrk="0" hangingPunct="1"/>
            <a:r>
              <a:rPr lang="zh-TW" altLang="en-US" smtClean="0"/>
              <a:t>第二層</a:t>
            </a:r>
          </a:p>
          <a:p>
            <a:pPr lvl="2" eaLnBrk="1" latinLnBrk="0" hangingPunct="1"/>
            <a:r>
              <a:rPr lang="zh-TW" altLang="en-US" smtClean="0"/>
              <a:t>第三層</a:t>
            </a:r>
          </a:p>
          <a:p>
            <a:pPr lvl="3" eaLnBrk="1" latinLnBrk="0" hangingPunct="1"/>
            <a:r>
              <a:rPr lang="zh-TW" altLang="en-US" smtClean="0"/>
              <a:t>第四層</a:t>
            </a:r>
          </a:p>
          <a:p>
            <a:pPr lvl="4" eaLnBrk="1" latinLnBrk="0" hangingPunct="1"/>
            <a:r>
              <a:rPr lang="zh-TW" altLang="en-US" smtClean="0"/>
              <a:t>第五層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zh-TW" altLang="en-US" smtClean="0"/>
              <a:t>按一下以編輯母片標題樣式</a:t>
            </a:r>
            <a:endParaRPr kumimoji="0" 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E450E9-5F29-4872-93D0-76D28B4D8622}" type="datetime1">
              <a:rPr lang="zh-TW" altLang="en-US" smtClean="0"/>
              <a:pPr/>
              <a:t>2012/7/17</a:t>
            </a:fld>
            <a:endParaRPr lang="zh-TW" alt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3531F1-0529-445F-82AA-19A5A87A11E8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B5F5DF-3A11-4201-8086-417D03BEA855}" type="datetime1">
              <a:rPr lang="zh-TW" altLang="en-US" smtClean="0"/>
              <a:pPr/>
              <a:t>2012/7/17</a:t>
            </a:fld>
            <a:endParaRPr lang="zh-TW" altLang="en-US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3531F1-0529-445F-82AA-19A5A87A11E8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9" name="圓角矩形 8"/>
          <p:cNvSpPr/>
          <p:nvPr/>
        </p:nvSpPr>
        <p:spPr>
          <a:xfrm>
            <a:off x="64008" y="69755"/>
            <a:ext cx="9013372" cy="6693408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1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914400" y="273050"/>
            <a:ext cx="7772400" cy="1143000"/>
          </a:xfrm>
        </p:spPr>
        <p:txBody>
          <a:bodyPr anchor="b" anchorCtr="0"/>
          <a:lstStyle>
            <a:lvl1pPr algn="l">
              <a:buNone/>
              <a:defRPr sz="4000" b="0"/>
            </a:lvl1pPr>
          </a:lstStyle>
          <a:p>
            <a:r>
              <a:rPr kumimoji="0" lang="zh-TW" altLang="en-US" smtClean="0"/>
              <a:t>按一下以編輯母片標題樣式</a:t>
            </a:r>
            <a:endParaRPr kumimoji="0" 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2"/>
          </p:nvPr>
        </p:nvSpPr>
        <p:spPr>
          <a:xfrm>
            <a:off x="914400" y="1600200"/>
            <a:ext cx="1905000" cy="4495800"/>
          </a:xfrm>
        </p:spPr>
        <p:txBody>
          <a:bodyPr/>
          <a:lstStyle>
            <a:lvl1pPr marL="0" indent="0">
              <a:buNone/>
              <a:defRPr sz="18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zh-TW" altLang="en-US" smtClean="0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A7AD6E-1133-4FCF-BE33-BC1F7EDC4A53}" type="datetime1">
              <a:rPr lang="zh-TW" altLang="en-US" smtClean="0"/>
              <a:pPr/>
              <a:t>2012/7/17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3531F1-0529-445F-82AA-19A5A87A11E8}" type="slidenum">
              <a:rPr lang="zh-TW" altLang="en-US" smtClean="0"/>
              <a:pPr/>
              <a:t>‹#›</a:t>
            </a:fld>
            <a:endParaRPr lang="zh-TW" altLang="en-US"/>
          </a:p>
        </p:txBody>
      </p:sp>
      <p:sp>
        <p:nvSpPr>
          <p:cNvPr id="11" name="內容版面配置區 10"/>
          <p:cNvSpPr>
            <a:spLocks noGrp="1"/>
          </p:cNvSpPr>
          <p:nvPr>
            <p:ph sz="quarter" idx="1"/>
          </p:nvPr>
        </p:nvSpPr>
        <p:spPr>
          <a:xfrm>
            <a:off x="2971800" y="1600200"/>
            <a:ext cx="5715000" cy="4495800"/>
          </a:xfrm>
        </p:spPr>
        <p:txBody>
          <a:bodyPr vert="horz"/>
          <a:lstStyle/>
          <a:p>
            <a:pPr lvl="0" eaLnBrk="1" latinLnBrk="0" hangingPunct="1"/>
            <a:r>
              <a:rPr lang="zh-TW" altLang="en-US" smtClean="0"/>
              <a:t>按一下以編輯母片文字樣式</a:t>
            </a:r>
          </a:p>
          <a:p>
            <a:pPr lvl="1" eaLnBrk="1" latinLnBrk="0" hangingPunct="1"/>
            <a:r>
              <a:rPr lang="zh-TW" altLang="en-US" smtClean="0"/>
              <a:t>第二層</a:t>
            </a:r>
          </a:p>
          <a:p>
            <a:pPr lvl="2" eaLnBrk="1" latinLnBrk="0" hangingPunct="1"/>
            <a:r>
              <a:rPr lang="zh-TW" altLang="en-US" smtClean="0"/>
              <a:t>第三層</a:t>
            </a:r>
          </a:p>
          <a:p>
            <a:pPr lvl="3" eaLnBrk="1" latinLnBrk="0" hangingPunct="1"/>
            <a:r>
              <a:rPr lang="zh-TW" altLang="en-US" smtClean="0"/>
              <a:t>第四層</a:t>
            </a:r>
          </a:p>
          <a:p>
            <a:pPr lvl="4" eaLnBrk="1" latinLnBrk="0" hangingPunct="1"/>
            <a:r>
              <a:rPr lang="zh-TW" altLang="en-US" smtClean="0"/>
              <a:t>第五層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914400" y="4900550"/>
            <a:ext cx="7315200" cy="522288"/>
          </a:xfrm>
        </p:spPr>
        <p:txBody>
          <a:bodyPr anchor="ctr">
            <a:noAutofit/>
          </a:bodyPr>
          <a:lstStyle>
            <a:lvl1pPr algn="l">
              <a:buNone/>
              <a:defRPr sz="2800" b="0"/>
            </a:lvl1pPr>
          </a:lstStyle>
          <a:p>
            <a:r>
              <a:rPr kumimoji="0" lang="zh-TW" altLang="en-US" smtClean="0"/>
              <a:t>按一下以編輯母片標題樣式</a:t>
            </a:r>
            <a:endParaRPr kumimoji="0" 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914400" y="5445825"/>
            <a:ext cx="7315200" cy="685800"/>
          </a:xfrm>
        </p:spPr>
        <p:txBody>
          <a:bodyPr/>
          <a:lstStyle>
            <a:lvl1pPr marL="0" indent="0">
              <a:buFontTx/>
              <a:buNone/>
              <a:defRPr sz="16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zh-TW" altLang="en-US" smtClean="0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F69D23-C379-4BAC-9CA4-F582DBA593C6}" type="datetime1">
              <a:rPr lang="zh-TW" altLang="en-US" smtClean="0"/>
              <a:pPr/>
              <a:t>2012/7/17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>
          <a:xfrm>
            <a:off x="914400" y="6172200"/>
            <a:ext cx="3886200" cy="457200"/>
          </a:xfrm>
        </p:spPr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>
          <a:xfrm>
            <a:off x="146304" y="6208776"/>
            <a:ext cx="457200" cy="457200"/>
          </a:xfrm>
        </p:spPr>
        <p:txBody>
          <a:bodyPr/>
          <a:lstStyle/>
          <a:p>
            <a:fld id="{6B3531F1-0529-445F-82AA-19A5A87A11E8}" type="slidenum">
              <a:rPr lang="zh-TW" altLang="en-US" smtClean="0"/>
              <a:pPr/>
              <a:t>‹#›</a:t>
            </a:fld>
            <a:endParaRPr lang="zh-TW" altLang="en-US"/>
          </a:p>
        </p:txBody>
      </p:sp>
      <p:sp>
        <p:nvSpPr>
          <p:cNvPr id="11" name="矩形 10"/>
          <p:cNvSpPr/>
          <p:nvPr/>
        </p:nvSpPr>
        <p:spPr>
          <a:xfrm flipV="1">
            <a:off x="68307" y="4683555"/>
            <a:ext cx="9006840" cy="9144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矩形 11"/>
          <p:cNvSpPr/>
          <p:nvPr/>
        </p:nvSpPr>
        <p:spPr>
          <a:xfrm>
            <a:off x="68508" y="4650474"/>
            <a:ext cx="9006639" cy="45719"/>
          </a:xfrm>
          <a:prstGeom prst="rect">
            <a:avLst/>
          </a:prstGeom>
          <a:solidFill>
            <a:schemeClr val="accent1">
              <a:tint val="6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3" name="矩形 12"/>
          <p:cNvSpPr/>
          <p:nvPr/>
        </p:nvSpPr>
        <p:spPr>
          <a:xfrm>
            <a:off x="68510" y="4773224"/>
            <a:ext cx="9006637" cy="48807"/>
          </a:xfrm>
          <a:prstGeom prst="rect">
            <a:avLst/>
          </a:prstGeom>
          <a:solidFill>
            <a:schemeClr val="accent5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68308" y="66675"/>
            <a:ext cx="9001873" cy="4581525"/>
          </a:xfrm>
          <a:prstGeom prst="round2SameRect">
            <a:avLst>
              <a:gd name="adj1" fmla="val 7101"/>
              <a:gd name="adj2" fmla="val 0"/>
            </a:avLst>
          </a:prstGeom>
          <a:solidFill>
            <a:schemeClr val="bg2"/>
          </a:solidFill>
          <a:ln w="6350">
            <a:solidFill>
              <a:schemeClr val="tx1"/>
            </a:solidFill>
          </a:ln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zh-TW" altLang="en-US" smtClean="0"/>
              <a:t>按一下圖示以新增圖片</a:t>
            </a:r>
            <a:endParaRPr kumimoji="0"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zh-TW" altLang="en-US" smtClean="0"/>
              <a:t>按一下以編輯母片標題樣式</a:t>
            </a:r>
            <a:endParaRPr kumimoji="0" 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zh-TW" altLang="en-US" smtClean="0"/>
              <a:t>按一下以編輯母片文字樣式</a:t>
            </a:r>
          </a:p>
          <a:p>
            <a:pPr lvl="1" eaLnBrk="1" latinLnBrk="0" hangingPunct="1"/>
            <a:r>
              <a:rPr lang="zh-TW" altLang="en-US" smtClean="0"/>
              <a:t>第二層</a:t>
            </a:r>
          </a:p>
          <a:p>
            <a:pPr lvl="2" eaLnBrk="1" latinLnBrk="0" hangingPunct="1"/>
            <a:r>
              <a:rPr lang="zh-TW" altLang="en-US" smtClean="0"/>
              <a:t>第三層</a:t>
            </a:r>
          </a:p>
          <a:p>
            <a:pPr lvl="3" eaLnBrk="1" latinLnBrk="0" hangingPunct="1"/>
            <a:r>
              <a:rPr lang="zh-TW" altLang="en-US" smtClean="0"/>
              <a:t>第四層</a:t>
            </a:r>
          </a:p>
          <a:p>
            <a:pPr lvl="4" eaLnBrk="1" latinLnBrk="0" hangingPunct="1"/>
            <a:r>
              <a:rPr lang="zh-TW" altLang="en-US" smtClean="0"/>
              <a:t>第五層</a:t>
            </a:r>
            <a:endParaRPr kumimoji="0" 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57B6E5-7C61-4BE2-9BC9-4B9D0EE22D64}" type="datetime1">
              <a:rPr lang="zh-TW" altLang="en-US" smtClean="0"/>
              <a:pPr/>
              <a:t>2012/7/17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3531F1-0529-445F-82AA-19A5A87A11E8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6629400" y="274641"/>
            <a:ext cx="2011680" cy="5851525"/>
          </a:xfrm>
        </p:spPr>
        <p:txBody>
          <a:bodyPr vert="eaVert"/>
          <a:lstStyle/>
          <a:p>
            <a:r>
              <a:rPr kumimoji="0" lang="zh-TW" altLang="en-US" smtClean="0"/>
              <a:t>按一下以編輯母片標題樣式</a:t>
            </a:r>
            <a:endParaRPr kumimoji="0" 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914400" y="274640"/>
            <a:ext cx="5562600" cy="5851525"/>
          </a:xfrm>
        </p:spPr>
        <p:txBody>
          <a:bodyPr vert="eaVert"/>
          <a:lstStyle/>
          <a:p>
            <a:pPr lvl="0" eaLnBrk="1" latinLnBrk="0" hangingPunct="1"/>
            <a:r>
              <a:rPr lang="zh-TW" altLang="en-US" smtClean="0"/>
              <a:t>按一下以編輯母片文字樣式</a:t>
            </a:r>
          </a:p>
          <a:p>
            <a:pPr lvl="1" eaLnBrk="1" latinLnBrk="0" hangingPunct="1"/>
            <a:r>
              <a:rPr lang="zh-TW" altLang="en-US" smtClean="0"/>
              <a:t>第二層</a:t>
            </a:r>
          </a:p>
          <a:p>
            <a:pPr lvl="2" eaLnBrk="1" latinLnBrk="0" hangingPunct="1"/>
            <a:r>
              <a:rPr lang="zh-TW" altLang="en-US" smtClean="0"/>
              <a:t>第三層</a:t>
            </a:r>
          </a:p>
          <a:p>
            <a:pPr lvl="3" eaLnBrk="1" latinLnBrk="0" hangingPunct="1"/>
            <a:r>
              <a:rPr lang="zh-TW" altLang="en-US" smtClean="0"/>
              <a:t>第四層</a:t>
            </a:r>
          </a:p>
          <a:p>
            <a:pPr lvl="4" eaLnBrk="1" latinLnBrk="0" hangingPunct="1"/>
            <a:r>
              <a:rPr lang="zh-TW" altLang="en-US" smtClean="0"/>
              <a:t>第五層</a:t>
            </a:r>
            <a:endParaRPr kumimoji="0" 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2624F3-A883-4DD6-80E1-58D896E9067D}" type="datetime1">
              <a:rPr lang="zh-TW" altLang="en-US" smtClean="0"/>
              <a:pPr/>
              <a:t>2012/7/17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3531F1-0529-445F-82AA-19A5A87A11E8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8" name="圓角矩形 7"/>
          <p:cNvSpPr/>
          <p:nvPr/>
        </p:nvSpPr>
        <p:spPr>
          <a:xfrm>
            <a:off x="64008" y="69755"/>
            <a:ext cx="9013372" cy="6693408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1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2" name="標題版面配置區 21"/>
          <p:cNvSpPr>
            <a:spLocks noGrp="1"/>
          </p:cNvSpPr>
          <p:nvPr>
            <p:ph type="title"/>
          </p:nvPr>
        </p:nvSpPr>
        <p:spPr>
          <a:xfrm>
            <a:off x="914400" y="274638"/>
            <a:ext cx="7772400" cy="1143000"/>
          </a:xfrm>
          <a:prstGeom prst="rect">
            <a:avLst/>
          </a:prstGeom>
        </p:spPr>
        <p:txBody>
          <a:bodyPr bIns="91440" anchor="b" anchorCtr="0">
            <a:normAutofit/>
          </a:bodyPr>
          <a:lstStyle/>
          <a:p>
            <a:r>
              <a:rPr kumimoji="0" lang="zh-TW" altLang="en-US" smtClean="0"/>
              <a:t>按一下以編輯母片標題樣式</a:t>
            </a:r>
            <a:endParaRPr kumimoji="0" lang="en-US"/>
          </a:p>
        </p:txBody>
      </p:sp>
      <p:sp>
        <p:nvSpPr>
          <p:cNvPr id="13" name="文字版面配置區 12"/>
          <p:cNvSpPr>
            <a:spLocks noGrp="1"/>
          </p:cNvSpPr>
          <p:nvPr>
            <p:ph type="body" idx="1"/>
          </p:nvPr>
        </p:nvSpPr>
        <p:spPr>
          <a:xfrm>
            <a:off x="914400" y="1447800"/>
            <a:ext cx="7772400" cy="4572000"/>
          </a:xfrm>
          <a:prstGeom prst="rect">
            <a:avLst/>
          </a:prstGeom>
        </p:spPr>
        <p:txBody>
          <a:bodyPr>
            <a:normAutofit/>
          </a:bodyPr>
          <a:lstStyle/>
          <a:p>
            <a:pPr lvl="0" eaLnBrk="1" latinLnBrk="0" hangingPunct="1"/>
            <a:r>
              <a:rPr kumimoji="0" lang="zh-TW" altLang="en-US" smtClean="0"/>
              <a:t>按一下以編輯母片文字樣式</a:t>
            </a:r>
          </a:p>
          <a:p>
            <a:pPr lvl="1" eaLnBrk="1" latinLnBrk="0" hangingPunct="1"/>
            <a:r>
              <a:rPr kumimoji="0" lang="zh-TW" altLang="en-US" smtClean="0"/>
              <a:t>第二層</a:t>
            </a:r>
          </a:p>
          <a:p>
            <a:pPr lvl="2" eaLnBrk="1" latinLnBrk="0" hangingPunct="1"/>
            <a:r>
              <a:rPr kumimoji="0" lang="zh-TW" altLang="en-US" smtClean="0"/>
              <a:t>第三層</a:t>
            </a:r>
          </a:p>
          <a:p>
            <a:pPr lvl="3" eaLnBrk="1" latinLnBrk="0" hangingPunct="1"/>
            <a:r>
              <a:rPr kumimoji="0" lang="zh-TW" altLang="en-US" smtClean="0"/>
              <a:t>第四層</a:t>
            </a:r>
          </a:p>
          <a:p>
            <a:pPr lvl="4" eaLnBrk="1" latinLnBrk="0" hangingPunct="1"/>
            <a:r>
              <a:rPr kumimoji="0" lang="zh-TW" altLang="en-US" smtClean="0"/>
              <a:t>第五層</a:t>
            </a:r>
            <a:endParaRPr kumimoji="0" lang="en-US"/>
          </a:p>
        </p:txBody>
      </p:sp>
      <p:sp>
        <p:nvSpPr>
          <p:cNvPr id="14" name="日期版面配置區 13"/>
          <p:cNvSpPr>
            <a:spLocks noGrp="1"/>
          </p:cNvSpPr>
          <p:nvPr>
            <p:ph type="dt" sz="half" idx="2"/>
          </p:nvPr>
        </p:nvSpPr>
        <p:spPr>
          <a:xfrm>
            <a:off x="6172200" y="6191250"/>
            <a:ext cx="2476500" cy="476250"/>
          </a:xfrm>
          <a:prstGeom prst="rect">
            <a:avLst/>
          </a:prstGeom>
        </p:spPr>
        <p:txBody>
          <a:bodyPr anchor="ctr" anchorCtr="0"/>
          <a:lstStyle>
            <a:lvl1pPr algn="r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fld id="{27A44AB1-7D87-4BD2-A769-22F827F0561D}" type="datetime1">
              <a:rPr lang="zh-TW" altLang="en-US" smtClean="0"/>
              <a:pPr/>
              <a:t>2012/7/17</a:t>
            </a:fld>
            <a:endParaRPr lang="zh-TW" altLang="en-US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3"/>
          </p:nvPr>
        </p:nvSpPr>
        <p:spPr>
          <a:xfrm>
            <a:off x="914400" y="6172200"/>
            <a:ext cx="3962400" cy="457200"/>
          </a:xfrm>
          <a:prstGeom prst="rect">
            <a:avLst/>
          </a:prstGeom>
        </p:spPr>
        <p:txBody>
          <a:bodyPr anchor="ctr" anchorCtr="0"/>
          <a:lstStyle>
            <a:lvl1pPr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23" name="投影片編號版面配置區 22"/>
          <p:cNvSpPr>
            <a:spLocks noGrp="1"/>
          </p:cNvSpPr>
          <p:nvPr>
            <p:ph type="sldNum" sz="quarter" idx="4"/>
          </p:nvPr>
        </p:nvSpPr>
        <p:spPr>
          <a:xfrm>
            <a:off x="146304" y="6210300"/>
            <a:ext cx="457200" cy="457200"/>
          </a:xfrm>
          <a:prstGeom prst="ellipse">
            <a:avLst/>
          </a:prstGeom>
          <a:solidFill>
            <a:schemeClr val="accent1"/>
          </a:solidFill>
        </p:spPr>
        <p:txBody>
          <a:bodyPr wrap="none" lIns="0" tIns="0" rIns="0" bIns="0" anchor="ctr" anchorCtr="1">
            <a:noAutofit/>
          </a:bodyPr>
          <a:lstStyle>
            <a:lvl1pPr algn="ctr" eaLnBrk="1" latinLnBrk="0" hangingPunct="1">
              <a:defRPr kumimoji="0" sz="1400">
                <a:solidFill>
                  <a:srgbClr val="FFFFFF"/>
                </a:solidFill>
                <a:latin typeface="+mj-lt"/>
                <a:ea typeface="+mj-ea"/>
                <a:cs typeface="+mj-cs"/>
              </a:defRPr>
            </a:lvl1pPr>
          </a:lstStyle>
          <a:p>
            <a:fld id="{6B3531F1-0529-445F-82AA-19A5A87A11E8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hf hdr="0" ftr="0" dt="0"/>
  <p:txStyles>
    <p:titleStyle>
      <a:lvl1pPr algn="l" rtl="0" eaLnBrk="1" latinLnBrk="0" hangingPunct="1">
        <a:spcBef>
          <a:spcPct val="0"/>
        </a:spcBef>
        <a:buNone/>
        <a:defRPr kumimoji="0" sz="40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ts val="580"/>
        </a:spcBef>
        <a:buClr>
          <a:schemeClr val="accent1"/>
        </a:buClr>
        <a:buSzPct val="85000"/>
        <a:buFont typeface="Wingdings 2"/>
        <a:buChar char="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548640" indent="-228600" algn="l" rtl="0" eaLnBrk="1" latinLnBrk="0" hangingPunct="1">
        <a:spcBef>
          <a:spcPts val="370"/>
        </a:spcBef>
        <a:buClr>
          <a:schemeClr val="accent2"/>
        </a:buClr>
        <a:buSzPct val="85000"/>
        <a:buFont typeface="Wingdings 2"/>
        <a:buChar char="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822960" indent="-228600" algn="l" rtl="0" eaLnBrk="1" latinLnBrk="0" hangingPunct="1">
        <a:spcBef>
          <a:spcPts val="370"/>
        </a:spcBef>
        <a:buClr>
          <a:schemeClr val="accent1">
            <a:tint val="60000"/>
          </a:schemeClr>
        </a:buClr>
        <a:buSzPct val="85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097280" indent="-228600" algn="l" rtl="0" eaLnBrk="1" latinLnBrk="0" hangingPunct="1">
        <a:spcBef>
          <a:spcPts val="370"/>
        </a:spcBef>
        <a:buClr>
          <a:schemeClr val="accent3"/>
        </a:buClr>
        <a:buSzPct val="80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indent="-228600" algn="l" rtl="0" eaLnBrk="1" latinLnBrk="0" hangingPunct="1">
        <a:spcBef>
          <a:spcPts val="370"/>
        </a:spcBef>
        <a:buClr>
          <a:schemeClr val="accent3"/>
        </a:buClr>
        <a:buFontTx/>
        <a:buChar char="o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645920" indent="-228600" algn="l" rtl="0" eaLnBrk="1" latinLnBrk="0" hangingPunct="1">
        <a:spcBef>
          <a:spcPts val="370"/>
        </a:spcBef>
        <a:buClr>
          <a:schemeClr val="accent3"/>
        </a:buClr>
        <a:buChar char="•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228600" algn="l" rtl="0" eaLnBrk="1" latinLnBrk="0" hangingPunct="1">
        <a:spcBef>
          <a:spcPts val="370"/>
        </a:spcBef>
        <a:buClr>
          <a:schemeClr val="accent2"/>
        </a:buClr>
        <a:buChar char="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2194560" indent="-228600" algn="l" rtl="0" eaLnBrk="1" latinLnBrk="0" hangingPunct="1">
        <a:spcBef>
          <a:spcPts val="370"/>
        </a:spcBef>
        <a:buClr>
          <a:schemeClr val="accent1">
            <a:tint val="60000"/>
          </a:schemeClr>
        </a:buClr>
        <a:buChar char="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2468880" indent="-228600" algn="l" rtl="0" eaLnBrk="1" latinLnBrk="0" hangingPunct="1">
        <a:spcBef>
          <a:spcPts val="370"/>
        </a:spcBef>
        <a:buClr>
          <a:schemeClr val="accent2">
            <a:tint val="60000"/>
          </a:schemeClr>
        </a:buClr>
        <a:buChar char="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4" Type="http://schemas.openxmlformats.org/officeDocument/2006/relationships/oleObject" Target="../embeddings/oleObject1.bin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.v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副標題 2"/>
          <p:cNvSpPr>
            <a:spLocks noGrp="1"/>
          </p:cNvSpPr>
          <p:nvPr>
            <p:ph type="subTitle" idx="1"/>
          </p:nvPr>
        </p:nvSpPr>
        <p:spPr/>
        <p:txBody>
          <a:bodyPr>
            <a:noAutofit/>
          </a:bodyPr>
          <a:lstStyle/>
          <a:p>
            <a:r>
              <a:rPr lang="en-US" altLang="zh-TW" sz="2400" dirty="0" smtClean="0"/>
              <a:t>Ling-</a:t>
            </a:r>
            <a:r>
              <a:rPr lang="en-US" altLang="zh-TW" sz="2400" dirty="0" err="1" smtClean="0"/>
              <a:t>Chih</a:t>
            </a:r>
            <a:r>
              <a:rPr lang="en-US" altLang="zh-TW" sz="2400" dirty="0" smtClean="0"/>
              <a:t> Yao and </a:t>
            </a:r>
            <a:r>
              <a:rPr lang="en-US" altLang="zh-TW" sz="2400" dirty="0" err="1" smtClean="0"/>
              <a:t>Kuan</a:t>
            </a:r>
            <a:r>
              <a:rPr lang="en-US" altLang="zh-TW" sz="2400" dirty="0" smtClean="0"/>
              <a:t>-Yu Chen(</a:t>
            </a:r>
            <a:r>
              <a:rPr lang="zh-TW" altLang="zh-TW" sz="2400" dirty="0"/>
              <a:t>陳冠宇</a:t>
            </a:r>
            <a:r>
              <a:rPr lang="en-US" altLang="zh-TW" sz="2400" dirty="0" smtClean="0"/>
              <a:t>)</a:t>
            </a:r>
          </a:p>
          <a:p>
            <a:r>
              <a:rPr lang="en-US" altLang="zh-TW" sz="2400" dirty="0" smtClean="0"/>
              <a:t>Proceedings of the </a:t>
            </a:r>
            <a:r>
              <a:rPr lang="en-US" altLang="zh-TW" sz="2400" dirty="0"/>
              <a:t>29th Workshop on Combinatorial Mathematics and </a:t>
            </a:r>
            <a:r>
              <a:rPr lang="en-US" altLang="zh-TW" sz="2400" dirty="0" smtClean="0"/>
              <a:t>Computation Theory, pp. 228-234</a:t>
            </a:r>
          </a:p>
          <a:p>
            <a:r>
              <a:rPr lang="en-US" altLang="zh-TW" sz="2400" dirty="0" smtClean="0"/>
              <a:t>Presenter: </a:t>
            </a:r>
            <a:r>
              <a:rPr lang="en-US" altLang="zh-TW" sz="2400" dirty="0" err="1" smtClean="0"/>
              <a:t>Chiou</a:t>
            </a:r>
            <a:r>
              <a:rPr lang="en-US" altLang="zh-TW" sz="2400" dirty="0" smtClean="0"/>
              <a:t>-Ting Tseng</a:t>
            </a:r>
          </a:p>
          <a:p>
            <a:r>
              <a:rPr lang="en-US" altLang="zh-TW" sz="2400" dirty="0" smtClean="0"/>
              <a:t>Date: July 17, 2012</a:t>
            </a:r>
            <a:endParaRPr lang="zh-TW" altLang="en-US" sz="2400" dirty="0"/>
          </a:p>
        </p:txBody>
      </p:sp>
      <p:sp>
        <p:nvSpPr>
          <p:cNvPr id="2" name="標題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altLang="zh-TW" dirty="0"/>
              <a:t>Computing the Longest Common Subsequence of Multiple </a:t>
            </a:r>
            <a:r>
              <a:rPr lang="en-US" altLang="zh-TW" dirty="0" smtClean="0"/>
              <a:t>RLE Strings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3531F1-0529-445F-82AA-19A5A87A11E8}" type="slidenum">
              <a:rPr lang="zh-TW" altLang="en-US" smtClean="0"/>
              <a:pPr/>
              <a:t>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xmlns="" val="1178565565"/>
      </p:ext>
    </p:extLst>
  </p:cSld>
  <p:clrMapOvr>
    <a:masterClrMapping/>
  </p:clrMapOvr>
  <p:transition>
    <p:cut/>
  </p:transition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Abstract</a:t>
            </a:r>
            <a:endParaRPr lang="zh-TW" altLang="en-US" dirty="0"/>
          </a:p>
        </p:txBody>
      </p:sp>
      <mc:AlternateContent xmlns:mc="http://schemas.openxmlformats.org/markup-compatibility/2006">
        <mc:Choice xmlns:a14="http://schemas.microsoft.com/office/drawing/2010/main" xmlns="" Requires="a14">
          <p:sp>
            <p:nvSpPr>
              <p:cNvPr id="3" name="內容版面配置區 2"/>
              <p:cNvSpPr>
                <a:spLocks noGrp="1"/>
              </p:cNvSpPr>
              <p:nvPr>
                <p:ph sz="quarter"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altLang="zh-TW" dirty="0" smtClean="0"/>
                  <a:t>In this paper, we study the problem of computing </a:t>
                </a:r>
                <a:r>
                  <a:rPr lang="en-US" altLang="zh-TW" dirty="0"/>
                  <a:t>the longest common subsequence (LCS) </a:t>
                </a:r>
                <a:r>
                  <a:rPr lang="en-US" altLang="zh-TW" dirty="0" smtClean="0"/>
                  <a:t>of multiple </a:t>
                </a:r>
                <a:r>
                  <a:rPr lang="en-US" altLang="zh-TW" dirty="0"/>
                  <a:t>compressed strings. The input </a:t>
                </a:r>
                <a:r>
                  <a:rPr lang="en-US" altLang="zh-TW" dirty="0" smtClean="0"/>
                  <a:t>strings are </a:t>
                </a:r>
                <a:r>
                  <a:rPr lang="en-US" altLang="zh-TW" dirty="0"/>
                  <a:t>all represented by run-length encoded </a:t>
                </a:r>
                <a:r>
                  <a:rPr lang="en-US" altLang="zh-TW" dirty="0" smtClean="0"/>
                  <a:t>format</a:t>
                </a:r>
                <a:r>
                  <a:rPr lang="en-US" altLang="zh-TW" dirty="0"/>
                  <a:t>. We present two algorithms for the </a:t>
                </a:r>
                <a:r>
                  <a:rPr lang="en-US" altLang="zh-TW" dirty="0" smtClean="0"/>
                  <a:t>problem</a:t>
                </a:r>
                <a:r>
                  <a:rPr lang="en-US" altLang="zh-TW" dirty="0"/>
                  <a:t>. Given </a:t>
                </a:r>
                <a:r>
                  <a:rPr lang="en-US" altLang="zh-TW" i="1" dirty="0"/>
                  <a:t>d</a:t>
                </a:r>
                <a:r>
                  <a:rPr lang="en-US" altLang="zh-TW" dirty="0"/>
                  <a:t> strings, which are compressed </a:t>
                </a:r>
                <a:r>
                  <a:rPr lang="en-US" altLang="zh-TW" dirty="0" smtClean="0"/>
                  <a:t>into of </a:t>
                </a:r>
                <a:r>
                  <a:rPr lang="en-US" altLang="zh-TW" i="1" dirty="0" smtClean="0"/>
                  <a:t>n</a:t>
                </a:r>
                <a:r>
                  <a:rPr lang="en-US" altLang="zh-TW" baseline="-25000" dirty="0" smtClean="0"/>
                  <a:t>1</a:t>
                </a:r>
                <a:r>
                  <a:rPr lang="en-US" altLang="zh-TW" dirty="0" smtClean="0"/>
                  <a:t>, … , </a:t>
                </a:r>
                <a:r>
                  <a:rPr lang="en-US" altLang="zh-TW" i="1" dirty="0" err="1"/>
                  <a:t>n</a:t>
                </a:r>
                <a:r>
                  <a:rPr lang="en-US" altLang="zh-TW" i="1" baseline="-25000" dirty="0" err="1"/>
                  <a:t>d</a:t>
                </a:r>
                <a:r>
                  <a:rPr lang="en-US" altLang="zh-TW" dirty="0"/>
                  <a:t> runs respectively, our algorithm </a:t>
                </a:r>
                <a:r>
                  <a:rPr lang="en-US" altLang="zh-TW" dirty="0" smtClean="0"/>
                  <a:t>computes </a:t>
                </a:r>
                <a:r>
                  <a:rPr lang="en-US" altLang="zh-TW" dirty="0"/>
                  <a:t>the LCS of the </a:t>
                </a:r>
                <a:r>
                  <a:rPr lang="en-US" altLang="zh-TW" i="1" dirty="0"/>
                  <a:t>d</a:t>
                </a:r>
                <a:r>
                  <a:rPr lang="en-US" altLang="zh-TW" dirty="0"/>
                  <a:t> strings in </a:t>
                </a:r>
                <a:r>
                  <a:rPr lang="en-US" altLang="zh-TW" i="1" dirty="0"/>
                  <a:t>O</a:t>
                </a:r>
                <a:r>
                  <a:rPr lang="en-US" altLang="zh-TW" dirty="0"/>
                  <a:t>(</a:t>
                </a:r>
                <a:r>
                  <a:rPr lang="en-US" altLang="zh-TW" i="1" dirty="0" err="1"/>
                  <a:t>dnm</a:t>
                </a:r>
                <a:r>
                  <a:rPr lang="en-US" altLang="zh-TW" dirty="0"/>
                  <a:t>) </a:t>
                </a:r>
                <a:r>
                  <a:rPr lang="en-US" altLang="zh-TW" dirty="0" smtClean="0"/>
                  <a:t>time, where </a:t>
                </a:r>
                <a:r>
                  <a:rPr lang="en-US" altLang="zh-TW" dirty="0"/>
                  <a:t>n </a:t>
                </a:r>
                <a:r>
                  <a:rPr lang="en-US" altLang="zh-TW" dirty="0" smtClean="0"/>
                  <a:t>=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limLoc m:val="subSup"/>
                        <m:ctrlPr>
                          <a:rPr lang="en-US" altLang="zh-TW" i="1" smtClean="0">
                            <a:latin typeface="Cambria Math"/>
                          </a:rPr>
                        </m:ctrlPr>
                      </m:naryPr>
                      <m:sub>
                        <m:r>
                          <m:rPr>
                            <m:brk m:alnAt="25"/>
                          </m:rPr>
                          <a:rPr lang="en-US" altLang="zh-TW" b="0" i="1" smtClean="0">
                            <a:latin typeface="Cambria Math"/>
                          </a:rPr>
                          <m:t>𝑖</m:t>
                        </m:r>
                        <m:r>
                          <a:rPr lang="en-US" altLang="zh-TW" b="0" i="1" smtClean="0">
                            <a:latin typeface="Cambria Math"/>
                          </a:rPr>
                          <m:t>=1</m:t>
                        </m:r>
                      </m:sub>
                      <m:sup>
                        <m:r>
                          <a:rPr lang="en-US" altLang="zh-TW" b="0" i="1" smtClean="0">
                            <a:latin typeface="Cambria Math"/>
                          </a:rPr>
                          <m:t>𝑑</m:t>
                        </m:r>
                      </m:sup>
                      <m:e>
                        <m:sSub>
                          <m:sSubPr>
                            <m:ctrlPr>
                              <a:rPr lang="en-US" altLang="zh-TW" b="0" i="1" smtClean="0">
                                <a:latin typeface="Cambria Math"/>
                              </a:rPr>
                            </m:ctrlPr>
                          </m:sSubPr>
                          <m:e>
                            <m:r>
                              <a:rPr lang="en-US" altLang="zh-TW" b="0" i="1" smtClean="0">
                                <a:latin typeface="Cambria Math"/>
                              </a:rPr>
                              <m:t>𝑛</m:t>
                            </m:r>
                          </m:e>
                          <m:sub>
                            <m:r>
                              <a:rPr lang="en-US" altLang="zh-TW" b="0" i="1" smtClean="0">
                                <a:latin typeface="Cambria Math"/>
                              </a:rPr>
                              <m:t>𝑖</m:t>
                            </m:r>
                          </m:sub>
                        </m:sSub>
                      </m:e>
                    </m:nary>
                  </m:oMath>
                </a14:m>
                <a:r>
                  <a:rPr lang="en-US" altLang="zh-TW" dirty="0" smtClean="0"/>
                  <a:t>and </a:t>
                </a:r>
                <a:r>
                  <a:rPr lang="en-US" altLang="zh-TW" dirty="0"/>
                  <a:t>m </a:t>
                </a:r>
                <a:r>
                  <a:rPr lang="en-US" altLang="zh-TW" dirty="0" smtClean="0"/>
                  <a:t>= </a:t>
                </a:r>
                <a14:m>
                  <m:oMath xmlns:m="http://schemas.openxmlformats.org/officeDocument/2006/math">
                    <m:nary>
                      <m:naryPr>
                        <m:chr m:val="∏"/>
                        <m:limLoc m:val="subSup"/>
                        <m:ctrlPr>
                          <a:rPr lang="en-US" altLang="zh-TW" i="1" smtClean="0">
                            <a:latin typeface="Cambria Math"/>
                          </a:rPr>
                        </m:ctrlPr>
                      </m:naryPr>
                      <m:sub>
                        <m:r>
                          <m:rPr>
                            <m:brk m:alnAt="25"/>
                          </m:rPr>
                          <a:rPr lang="en-US" altLang="zh-TW" b="0" i="1" smtClean="0">
                            <a:latin typeface="Cambria Math"/>
                          </a:rPr>
                          <m:t>𝑖</m:t>
                        </m:r>
                        <m:r>
                          <a:rPr lang="en-US" altLang="zh-TW" b="0" i="1" smtClean="0">
                            <a:latin typeface="Cambria Math"/>
                          </a:rPr>
                          <m:t>=1</m:t>
                        </m:r>
                      </m:sub>
                      <m:sup>
                        <m:r>
                          <a:rPr lang="en-US" altLang="zh-TW" b="0" i="1" smtClean="0">
                            <a:latin typeface="Cambria Math"/>
                          </a:rPr>
                          <m:t>𝑑</m:t>
                        </m:r>
                      </m:sup>
                      <m:e>
                        <m:sSub>
                          <m:sSubPr>
                            <m:ctrlPr>
                              <a:rPr lang="en-US" altLang="zh-TW" i="1" smtClean="0">
                                <a:latin typeface="Cambria Math"/>
                              </a:rPr>
                            </m:ctrlPr>
                          </m:sSubPr>
                          <m:e>
                            <m:r>
                              <a:rPr lang="en-US" altLang="zh-TW" b="0" i="1" smtClean="0">
                                <a:latin typeface="Cambria Math"/>
                              </a:rPr>
                              <m:t>𝑛</m:t>
                            </m:r>
                          </m:e>
                          <m:sub>
                            <m:r>
                              <a:rPr lang="en-US" altLang="zh-TW" b="0" i="1" smtClean="0">
                                <a:latin typeface="Cambria Math"/>
                              </a:rPr>
                              <m:t>𝑖</m:t>
                            </m:r>
                          </m:sub>
                        </m:sSub>
                      </m:e>
                    </m:nary>
                  </m:oMath>
                </a14:m>
                <a:r>
                  <a:rPr lang="en-US" altLang="zh-TW" dirty="0" smtClean="0"/>
                  <a:t>. </a:t>
                </a:r>
                <a:r>
                  <a:rPr lang="en-US" altLang="zh-TW" dirty="0"/>
                  <a:t>The </a:t>
                </a:r>
                <a:r>
                  <a:rPr lang="en-US" altLang="zh-TW" dirty="0" smtClean="0"/>
                  <a:t>second </a:t>
                </a:r>
                <a:r>
                  <a:rPr lang="en-US" altLang="zh-TW" dirty="0"/>
                  <a:t>algorithm achieves </a:t>
                </a:r>
                <a:r>
                  <a:rPr lang="en-US" altLang="zh-TW" dirty="0" smtClean="0"/>
                  <a:t>O(</a:t>
                </a:r>
                <a:r>
                  <a:rPr lang="en-US" altLang="zh-TW" dirty="0" err="1" smtClean="0"/>
                  <a:t>dn</a:t>
                </a:r>
                <a:r>
                  <a:rPr lang="el-GR" altLang="zh-TW" dirty="0" smtClean="0"/>
                  <a:t>ρ</a:t>
                </a:r>
                <a:r>
                  <a:rPr lang="en-US" altLang="zh-TW" dirty="0" smtClean="0"/>
                  <a:t>|</a:t>
                </a:r>
                <a:r>
                  <a:rPr lang="el-GR" altLang="zh-TW" dirty="0" smtClean="0"/>
                  <a:t>Σ</a:t>
                </a:r>
                <a:r>
                  <a:rPr lang="en-US" altLang="zh-TW" dirty="0" smtClean="0"/>
                  <a:t>|) </a:t>
                </a:r>
                <a:r>
                  <a:rPr lang="en-US" altLang="zh-TW" dirty="0"/>
                  <a:t>time, where </a:t>
                </a:r>
                <a:r>
                  <a:rPr lang="el-GR" altLang="zh-TW" dirty="0" smtClean="0"/>
                  <a:t>ρ </a:t>
                </a:r>
                <a:r>
                  <a:rPr lang="en-US" altLang="zh-TW" dirty="0" smtClean="0"/>
                  <a:t>denotes </a:t>
                </a:r>
                <a:r>
                  <a:rPr lang="en-US" altLang="zh-TW" dirty="0"/>
                  <a:t>the number of dark blocks plus one and </a:t>
                </a:r>
                <a:r>
                  <a:rPr lang="en-US" altLang="zh-TW" dirty="0" smtClean="0"/>
                  <a:t>|</a:t>
                </a:r>
                <a:r>
                  <a:rPr lang="el-GR" altLang="zh-TW" dirty="0" smtClean="0"/>
                  <a:t>Σ</a:t>
                </a:r>
                <a:r>
                  <a:rPr lang="en-US" altLang="zh-TW" dirty="0" smtClean="0"/>
                  <a:t>| denotes </a:t>
                </a:r>
                <a:r>
                  <a:rPr lang="en-US" altLang="zh-TW" dirty="0"/>
                  <a:t>the alphabet size.</a:t>
                </a:r>
                <a:endParaRPr lang="zh-TW" altLang="en-US" dirty="0"/>
              </a:p>
            </p:txBody>
          </p:sp>
        </mc:Choice>
        <mc:Fallback>
          <p:sp>
            <p:nvSpPr>
              <p:cNvPr id="3" name="內容版面配置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"/>
              </p:nvPr>
            </p:nvSpPr>
            <p:spPr>
              <a:blipFill rotWithShape="1">
                <a:blip r:embed="rId2" cstate="print"/>
                <a:stretch>
                  <a:fillRect l="-706" t="-1200" r="-1882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3531F1-0529-445F-82AA-19A5A87A11E8}" type="slidenum">
              <a:rPr lang="zh-TW" altLang="en-US" smtClean="0"/>
              <a:pPr/>
              <a:t>2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xmlns="" val="3802519837"/>
      </p:ext>
    </p:extLst>
  </p:cSld>
  <p:clrMapOvr>
    <a:masterClrMapping/>
  </p:clrMapOvr>
  <p:transition>
    <p:cut/>
  </p:transition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TW" dirty="0"/>
              <a:t>Longest Common </a:t>
            </a:r>
            <a:r>
              <a:rPr lang="en-US" altLang="zh-TW" dirty="0" smtClean="0"/>
              <a:t>Subsequence (LCS)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A07AD-B17D-49DB-BE0E-80C763BA8716}" type="slidenum">
              <a:rPr lang="zh-TW" altLang="en-US" smtClean="0"/>
              <a:pPr/>
              <a:t>3</a:t>
            </a:fld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zh-TW" altLang="en-US" dirty="0" smtClean="0"/>
              <a:t>沒有特別強調的話</a:t>
            </a:r>
            <a:r>
              <a:rPr lang="en-US" altLang="zh-TW" dirty="0" smtClean="0"/>
              <a:t>input</a:t>
            </a:r>
            <a:r>
              <a:rPr lang="zh-TW" altLang="en-US" dirty="0" smtClean="0"/>
              <a:t>是兩條字串</a:t>
            </a:r>
            <a:endParaRPr lang="en-US" altLang="zh-TW" dirty="0" smtClean="0"/>
          </a:p>
          <a:p>
            <a:r>
              <a:rPr lang="en-US" altLang="zh-TW" dirty="0" smtClean="0"/>
              <a:t>Given </a:t>
            </a:r>
            <a:r>
              <a:rPr lang="en-US" altLang="zh-TW" dirty="0"/>
              <a:t>two strings </a:t>
            </a:r>
            <a:r>
              <a:rPr lang="en-US" altLang="zh-TW" i="1" dirty="0"/>
              <a:t>A</a:t>
            </a:r>
            <a:r>
              <a:rPr lang="en-US" altLang="zh-TW" dirty="0"/>
              <a:t> = </a:t>
            </a:r>
            <a:r>
              <a:rPr lang="en-US" altLang="zh-TW" i="1" dirty="0" smtClean="0"/>
              <a:t>a</a:t>
            </a:r>
            <a:r>
              <a:rPr lang="en-US" altLang="zh-TW" baseline="-25000" dirty="0" smtClean="0"/>
              <a:t>1</a:t>
            </a:r>
            <a:r>
              <a:rPr lang="en-US" altLang="zh-TW" i="1" dirty="0" smtClean="0"/>
              <a:t>a</a:t>
            </a:r>
            <a:r>
              <a:rPr lang="en-US" altLang="zh-TW" baseline="-25000" dirty="0" smtClean="0"/>
              <a:t>2</a:t>
            </a:r>
            <a:r>
              <a:rPr lang="en-US" altLang="zh-TW" i="1" dirty="0" smtClean="0"/>
              <a:t>a</a:t>
            </a:r>
            <a:r>
              <a:rPr lang="en-US" altLang="zh-TW" baseline="-25000" dirty="0" smtClean="0"/>
              <a:t>3</a:t>
            </a:r>
            <a:r>
              <a:rPr lang="en-US" altLang="zh-TW" dirty="0" smtClean="0"/>
              <a:t>…</a:t>
            </a:r>
            <a:r>
              <a:rPr lang="en-US" altLang="zh-TW" i="1" dirty="0" smtClean="0"/>
              <a:t>a</a:t>
            </a:r>
            <a:r>
              <a:rPr lang="en-US" altLang="zh-TW" baseline="-25000" dirty="0" smtClean="0"/>
              <a:t>m</a:t>
            </a:r>
            <a:r>
              <a:rPr lang="en-US" altLang="zh-TW" dirty="0" smtClean="0"/>
              <a:t> </a:t>
            </a:r>
            <a:r>
              <a:rPr lang="en-US" altLang="zh-TW" dirty="0"/>
              <a:t>and </a:t>
            </a:r>
            <a:r>
              <a:rPr lang="en-US" altLang="zh-TW" i="1" dirty="0"/>
              <a:t>B</a:t>
            </a:r>
            <a:r>
              <a:rPr lang="en-US" altLang="zh-TW" dirty="0"/>
              <a:t> </a:t>
            </a:r>
            <a:r>
              <a:rPr lang="en-US" altLang="zh-TW" dirty="0" smtClean="0"/>
              <a:t>= </a:t>
            </a:r>
            <a:r>
              <a:rPr lang="en-US" altLang="zh-TW" i="1" dirty="0" smtClean="0"/>
              <a:t>b</a:t>
            </a:r>
            <a:r>
              <a:rPr lang="en-US" altLang="zh-TW" baseline="-25000" dirty="0" smtClean="0"/>
              <a:t>1</a:t>
            </a:r>
            <a:r>
              <a:rPr lang="en-US" altLang="zh-TW" i="1" dirty="0" smtClean="0"/>
              <a:t>b</a:t>
            </a:r>
            <a:r>
              <a:rPr lang="en-US" altLang="zh-TW" baseline="-25000" dirty="0" smtClean="0"/>
              <a:t>2</a:t>
            </a:r>
            <a:r>
              <a:rPr lang="en-US" altLang="zh-TW" i="1" dirty="0" smtClean="0"/>
              <a:t>b</a:t>
            </a:r>
            <a:r>
              <a:rPr lang="en-US" altLang="zh-TW" baseline="-25000" dirty="0" smtClean="0"/>
              <a:t>3</a:t>
            </a:r>
            <a:r>
              <a:rPr lang="en-US" altLang="zh-TW" dirty="0" smtClean="0"/>
              <a:t>…</a:t>
            </a:r>
            <a:r>
              <a:rPr lang="en-US" altLang="zh-TW" i="1" dirty="0" err="1" smtClean="0"/>
              <a:t>b</a:t>
            </a:r>
            <a:r>
              <a:rPr lang="en-US" altLang="zh-TW" baseline="-25000" dirty="0" err="1" smtClean="0"/>
              <a:t>n</a:t>
            </a:r>
            <a:r>
              <a:rPr lang="en-US" altLang="zh-TW" dirty="0"/>
              <a:t>, </a:t>
            </a:r>
            <a:r>
              <a:rPr lang="en-US" altLang="zh-TW" dirty="0" smtClean="0"/>
              <a:t>find </a:t>
            </a:r>
            <a:r>
              <a:rPr lang="en-US" altLang="zh-TW" dirty="0"/>
              <a:t>the longest common part of A and B by </a:t>
            </a:r>
            <a:r>
              <a:rPr lang="en-US" altLang="zh-TW" dirty="0" smtClean="0"/>
              <a:t>deleting zero </a:t>
            </a:r>
            <a:r>
              <a:rPr lang="en-US" altLang="zh-TW" dirty="0"/>
              <a:t>or more characters from A and B</a:t>
            </a:r>
            <a:r>
              <a:rPr lang="en-US" altLang="zh-TW" dirty="0" smtClean="0"/>
              <a:t>.</a:t>
            </a:r>
          </a:p>
          <a:p>
            <a:r>
              <a:rPr lang="en-US" altLang="zh-TW" dirty="0" smtClean="0"/>
              <a:t>For example, </a:t>
            </a:r>
            <a:r>
              <a:rPr lang="en-US" altLang="zh-TW" i="1" dirty="0" smtClean="0"/>
              <a:t>A</a:t>
            </a:r>
            <a:r>
              <a:rPr lang="en-US" altLang="zh-TW" dirty="0" smtClean="0"/>
              <a:t> </a:t>
            </a:r>
            <a:r>
              <a:rPr lang="en-US" altLang="zh-TW" dirty="0"/>
              <a:t>= </a:t>
            </a:r>
            <a:r>
              <a:rPr lang="en-US" altLang="zh-TW" dirty="0" smtClean="0">
                <a:solidFill>
                  <a:srgbClr val="FF0000"/>
                </a:solidFill>
              </a:rPr>
              <a:t>AGAC</a:t>
            </a:r>
            <a:r>
              <a:rPr lang="en-US" altLang="zh-TW" dirty="0" smtClean="0"/>
              <a:t>T</a:t>
            </a:r>
            <a:r>
              <a:rPr lang="en-US" altLang="zh-TW" dirty="0" smtClean="0">
                <a:solidFill>
                  <a:srgbClr val="FF0000"/>
                </a:solidFill>
              </a:rPr>
              <a:t>G</a:t>
            </a:r>
            <a:r>
              <a:rPr lang="en-US" altLang="zh-TW" dirty="0" smtClean="0"/>
              <a:t>TC, </a:t>
            </a:r>
            <a:r>
              <a:rPr lang="en-US" altLang="zh-TW" i="1" dirty="0"/>
              <a:t>B</a:t>
            </a:r>
            <a:r>
              <a:rPr lang="en-US" altLang="zh-TW" dirty="0"/>
              <a:t> </a:t>
            </a:r>
            <a:r>
              <a:rPr lang="en-US" altLang="zh-TW" dirty="0" smtClean="0"/>
              <a:t>= A</a:t>
            </a:r>
            <a:r>
              <a:rPr lang="en-US" altLang="zh-TW" dirty="0" smtClean="0">
                <a:solidFill>
                  <a:srgbClr val="FF0000"/>
                </a:solidFill>
              </a:rPr>
              <a:t>AG</a:t>
            </a:r>
            <a:r>
              <a:rPr lang="en-US" altLang="zh-TW" dirty="0" smtClean="0"/>
              <a:t>TC</a:t>
            </a:r>
            <a:r>
              <a:rPr lang="en-US" altLang="zh-TW" dirty="0" smtClean="0">
                <a:solidFill>
                  <a:srgbClr val="FF0000"/>
                </a:solidFill>
              </a:rPr>
              <a:t>ACG</a:t>
            </a:r>
            <a:r>
              <a:rPr lang="en-US" altLang="zh-TW" dirty="0" smtClean="0"/>
              <a:t>, LCS(</a:t>
            </a:r>
            <a:r>
              <a:rPr lang="en-US" altLang="zh-TW" i="1" dirty="0" smtClean="0"/>
              <a:t>A</a:t>
            </a:r>
            <a:r>
              <a:rPr lang="en-US" altLang="zh-TW" dirty="0" smtClean="0"/>
              <a:t>, </a:t>
            </a:r>
            <a:r>
              <a:rPr lang="en-US" altLang="zh-TW" i="1" dirty="0" smtClean="0"/>
              <a:t>B</a:t>
            </a:r>
            <a:r>
              <a:rPr lang="en-US" altLang="zh-TW" dirty="0" smtClean="0"/>
              <a:t>) = AGACG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xmlns="" val="2970183719"/>
      </p:ext>
    </p:extLst>
  </p:cSld>
  <p:clrMapOvr>
    <a:masterClrMapping/>
  </p:clrMapOvr>
  <p:transition>
    <p:cut/>
  </p:transition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E18F65-A1F7-48E6-A05B-8A695D00E5D1}" type="slidenum">
              <a:rPr lang="en-US" altLang="zh-TW"/>
              <a:pPr/>
              <a:t>4</a:t>
            </a:fld>
            <a:endParaRPr lang="en-US" altLang="zh-TW"/>
          </a:p>
        </p:txBody>
      </p:sp>
      <p:sp>
        <p:nvSpPr>
          <p:cNvPr id="25088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LCS by Dynamic Programming</a:t>
            </a:r>
            <a:endParaRPr lang="en-US" altLang="zh-TW" dirty="0"/>
          </a:p>
        </p:txBody>
      </p:sp>
      <p:grpSp>
        <p:nvGrpSpPr>
          <p:cNvPr id="250885" name="Group 5"/>
          <p:cNvGrpSpPr>
            <a:grpSpLocks/>
          </p:cNvGrpSpPr>
          <p:nvPr/>
        </p:nvGrpSpPr>
        <p:grpSpPr bwMode="auto">
          <a:xfrm>
            <a:off x="2269321" y="1738610"/>
            <a:ext cx="3905250" cy="3130550"/>
            <a:chOff x="331" y="1811"/>
            <a:chExt cx="2460" cy="1972"/>
          </a:xfrm>
        </p:grpSpPr>
        <p:sp>
          <p:nvSpPr>
            <p:cNvPr id="250886" name="Rectangle 6"/>
            <p:cNvSpPr>
              <a:spLocks noChangeArrowheads="1"/>
            </p:cNvSpPr>
            <p:nvPr/>
          </p:nvSpPr>
          <p:spPr bwMode="auto">
            <a:xfrm>
              <a:off x="1805" y="2205"/>
              <a:ext cx="244" cy="203"/>
            </a:xfrm>
            <a:prstGeom prst="rect">
              <a:avLst/>
            </a:prstGeom>
            <a:solidFill>
              <a:srgbClr val="FFFF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250887" name="Rectangle 7"/>
            <p:cNvSpPr>
              <a:spLocks noChangeArrowheads="1"/>
            </p:cNvSpPr>
            <p:nvPr/>
          </p:nvSpPr>
          <p:spPr bwMode="auto">
            <a:xfrm>
              <a:off x="2293" y="2205"/>
              <a:ext cx="254" cy="203"/>
            </a:xfrm>
            <a:prstGeom prst="rect">
              <a:avLst/>
            </a:prstGeom>
            <a:solidFill>
              <a:srgbClr val="FFFF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250888" name="Rectangle 8"/>
            <p:cNvSpPr>
              <a:spLocks noChangeArrowheads="1"/>
            </p:cNvSpPr>
            <p:nvPr/>
          </p:nvSpPr>
          <p:spPr bwMode="auto">
            <a:xfrm>
              <a:off x="829" y="2408"/>
              <a:ext cx="244" cy="192"/>
            </a:xfrm>
            <a:prstGeom prst="rect">
              <a:avLst/>
            </a:prstGeom>
            <a:solidFill>
              <a:srgbClr val="FFFF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250889" name="Rectangle 9"/>
            <p:cNvSpPr>
              <a:spLocks noChangeArrowheads="1"/>
            </p:cNvSpPr>
            <p:nvPr/>
          </p:nvSpPr>
          <p:spPr bwMode="auto">
            <a:xfrm>
              <a:off x="1317" y="2408"/>
              <a:ext cx="244" cy="192"/>
            </a:xfrm>
            <a:prstGeom prst="rect">
              <a:avLst/>
            </a:prstGeom>
            <a:solidFill>
              <a:srgbClr val="FFFF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250890" name="Rectangle 10"/>
            <p:cNvSpPr>
              <a:spLocks noChangeArrowheads="1"/>
            </p:cNvSpPr>
            <p:nvPr/>
          </p:nvSpPr>
          <p:spPr bwMode="auto">
            <a:xfrm>
              <a:off x="1073" y="2600"/>
              <a:ext cx="244" cy="202"/>
            </a:xfrm>
            <a:prstGeom prst="rect">
              <a:avLst/>
            </a:prstGeom>
            <a:solidFill>
              <a:srgbClr val="FFFF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250891" name="Rectangle 11"/>
            <p:cNvSpPr>
              <a:spLocks noChangeArrowheads="1"/>
            </p:cNvSpPr>
            <p:nvPr/>
          </p:nvSpPr>
          <p:spPr bwMode="auto">
            <a:xfrm>
              <a:off x="2049" y="2600"/>
              <a:ext cx="254" cy="202"/>
            </a:xfrm>
            <a:prstGeom prst="rect">
              <a:avLst/>
            </a:prstGeom>
            <a:solidFill>
              <a:srgbClr val="FFFF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250892" name="Rectangle 12"/>
            <p:cNvSpPr>
              <a:spLocks noChangeArrowheads="1"/>
            </p:cNvSpPr>
            <p:nvPr/>
          </p:nvSpPr>
          <p:spPr bwMode="auto">
            <a:xfrm>
              <a:off x="1805" y="2802"/>
              <a:ext cx="244" cy="192"/>
            </a:xfrm>
            <a:prstGeom prst="rect">
              <a:avLst/>
            </a:prstGeom>
            <a:solidFill>
              <a:srgbClr val="FFFF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250893" name="Rectangle 13"/>
            <p:cNvSpPr>
              <a:spLocks noChangeArrowheads="1"/>
            </p:cNvSpPr>
            <p:nvPr/>
          </p:nvSpPr>
          <p:spPr bwMode="auto">
            <a:xfrm>
              <a:off x="2293" y="2802"/>
              <a:ext cx="254" cy="192"/>
            </a:xfrm>
            <a:prstGeom prst="rect">
              <a:avLst/>
            </a:prstGeom>
            <a:solidFill>
              <a:srgbClr val="FFFF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250894" name="Rectangle 14"/>
            <p:cNvSpPr>
              <a:spLocks noChangeArrowheads="1"/>
            </p:cNvSpPr>
            <p:nvPr/>
          </p:nvSpPr>
          <p:spPr bwMode="auto">
            <a:xfrm>
              <a:off x="1561" y="2994"/>
              <a:ext cx="244" cy="192"/>
            </a:xfrm>
            <a:prstGeom prst="rect">
              <a:avLst/>
            </a:prstGeom>
            <a:solidFill>
              <a:srgbClr val="FFFF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250895" name="Rectangle 15"/>
            <p:cNvSpPr>
              <a:spLocks noChangeArrowheads="1"/>
            </p:cNvSpPr>
            <p:nvPr/>
          </p:nvSpPr>
          <p:spPr bwMode="auto">
            <a:xfrm>
              <a:off x="2547" y="2994"/>
              <a:ext cx="244" cy="192"/>
            </a:xfrm>
            <a:prstGeom prst="rect">
              <a:avLst/>
            </a:prstGeom>
            <a:solidFill>
              <a:srgbClr val="FFFF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250896" name="Rectangle 16"/>
            <p:cNvSpPr>
              <a:spLocks noChangeArrowheads="1"/>
            </p:cNvSpPr>
            <p:nvPr/>
          </p:nvSpPr>
          <p:spPr bwMode="auto">
            <a:xfrm>
              <a:off x="829" y="3186"/>
              <a:ext cx="244" cy="203"/>
            </a:xfrm>
            <a:prstGeom prst="rect">
              <a:avLst/>
            </a:prstGeom>
            <a:solidFill>
              <a:srgbClr val="FFFF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250897" name="Rectangle 17"/>
            <p:cNvSpPr>
              <a:spLocks noChangeArrowheads="1"/>
            </p:cNvSpPr>
            <p:nvPr/>
          </p:nvSpPr>
          <p:spPr bwMode="auto">
            <a:xfrm>
              <a:off x="1317" y="3186"/>
              <a:ext cx="244" cy="203"/>
            </a:xfrm>
            <a:prstGeom prst="rect">
              <a:avLst/>
            </a:prstGeom>
            <a:solidFill>
              <a:srgbClr val="FFFF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250898" name="Rectangle 18"/>
            <p:cNvSpPr>
              <a:spLocks noChangeArrowheads="1"/>
            </p:cNvSpPr>
            <p:nvPr/>
          </p:nvSpPr>
          <p:spPr bwMode="auto">
            <a:xfrm>
              <a:off x="1561" y="3389"/>
              <a:ext cx="244" cy="192"/>
            </a:xfrm>
            <a:prstGeom prst="rect">
              <a:avLst/>
            </a:prstGeom>
            <a:solidFill>
              <a:srgbClr val="FFFF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250899" name="Rectangle 19"/>
            <p:cNvSpPr>
              <a:spLocks noChangeArrowheads="1"/>
            </p:cNvSpPr>
            <p:nvPr/>
          </p:nvSpPr>
          <p:spPr bwMode="auto">
            <a:xfrm>
              <a:off x="2547" y="3389"/>
              <a:ext cx="244" cy="192"/>
            </a:xfrm>
            <a:prstGeom prst="rect">
              <a:avLst/>
            </a:prstGeom>
            <a:solidFill>
              <a:srgbClr val="FFFF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250900" name="Rectangle 20"/>
            <p:cNvSpPr>
              <a:spLocks noChangeArrowheads="1"/>
            </p:cNvSpPr>
            <p:nvPr/>
          </p:nvSpPr>
          <p:spPr bwMode="auto">
            <a:xfrm>
              <a:off x="1073" y="3581"/>
              <a:ext cx="244" cy="202"/>
            </a:xfrm>
            <a:prstGeom prst="rect">
              <a:avLst/>
            </a:prstGeom>
            <a:solidFill>
              <a:srgbClr val="FFFF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250901" name="Rectangle 21"/>
            <p:cNvSpPr>
              <a:spLocks noChangeArrowheads="1"/>
            </p:cNvSpPr>
            <p:nvPr/>
          </p:nvSpPr>
          <p:spPr bwMode="auto">
            <a:xfrm>
              <a:off x="2049" y="3581"/>
              <a:ext cx="254" cy="202"/>
            </a:xfrm>
            <a:prstGeom prst="rect">
              <a:avLst/>
            </a:prstGeom>
            <a:solidFill>
              <a:srgbClr val="FFFF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250902" name="Rectangle 22"/>
            <p:cNvSpPr>
              <a:spLocks noChangeArrowheads="1"/>
            </p:cNvSpPr>
            <p:nvPr/>
          </p:nvSpPr>
          <p:spPr bwMode="auto">
            <a:xfrm>
              <a:off x="681" y="1811"/>
              <a:ext cx="51" cy="18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zh-TW" sz="1900">
                  <a:solidFill>
                    <a:srgbClr val="000000"/>
                  </a:solidFill>
                  <a:latin typeface="Arial Unicode MS" pitchFamily="34" charset="-120"/>
                  <a:ea typeface="Arial Unicode MS" pitchFamily="34" charset="-120"/>
                  <a:cs typeface="Arial Unicode MS" pitchFamily="34" charset="-120"/>
                </a:rPr>
                <a:t>-</a:t>
              </a:r>
              <a:endParaRPr lang="en-US" altLang="zh-TW">
                <a:latin typeface="Arial" pitchFamily="34" charset="0"/>
              </a:endParaRPr>
            </a:p>
          </p:txBody>
        </p:sp>
        <p:sp>
          <p:nvSpPr>
            <p:cNvPr id="250903" name="Rectangle 23"/>
            <p:cNvSpPr>
              <a:spLocks noChangeArrowheads="1"/>
            </p:cNvSpPr>
            <p:nvPr/>
          </p:nvSpPr>
          <p:spPr bwMode="auto">
            <a:xfrm>
              <a:off x="904" y="1811"/>
              <a:ext cx="101" cy="18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zh-TW" sz="1900">
                  <a:solidFill>
                    <a:srgbClr val="000000"/>
                  </a:solidFill>
                  <a:latin typeface="Arial Unicode MS" pitchFamily="34" charset="-120"/>
                  <a:ea typeface="Arial Unicode MS" pitchFamily="34" charset="-120"/>
                  <a:cs typeface="Arial Unicode MS" pitchFamily="34" charset="-120"/>
                </a:rPr>
                <a:t>A</a:t>
              </a:r>
              <a:endParaRPr lang="en-US" altLang="zh-TW">
                <a:latin typeface="Arial" pitchFamily="34" charset="0"/>
              </a:endParaRPr>
            </a:p>
          </p:txBody>
        </p:sp>
        <p:sp>
          <p:nvSpPr>
            <p:cNvPr id="250904" name="Rectangle 24"/>
            <p:cNvSpPr>
              <a:spLocks noChangeArrowheads="1"/>
            </p:cNvSpPr>
            <p:nvPr/>
          </p:nvSpPr>
          <p:spPr bwMode="auto">
            <a:xfrm>
              <a:off x="1148" y="1811"/>
              <a:ext cx="118" cy="18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zh-TW" sz="1900">
                  <a:solidFill>
                    <a:srgbClr val="000000"/>
                  </a:solidFill>
                  <a:latin typeface="Arial Unicode MS" pitchFamily="34" charset="-120"/>
                  <a:ea typeface="Arial Unicode MS" pitchFamily="34" charset="-120"/>
                  <a:cs typeface="Arial Unicode MS" pitchFamily="34" charset="-120"/>
                </a:rPr>
                <a:t>G</a:t>
              </a:r>
              <a:endParaRPr lang="en-US" altLang="zh-TW">
                <a:latin typeface="Arial" pitchFamily="34" charset="0"/>
              </a:endParaRPr>
            </a:p>
          </p:txBody>
        </p:sp>
        <p:sp>
          <p:nvSpPr>
            <p:cNvPr id="250905" name="Rectangle 25"/>
            <p:cNvSpPr>
              <a:spLocks noChangeArrowheads="1"/>
            </p:cNvSpPr>
            <p:nvPr/>
          </p:nvSpPr>
          <p:spPr bwMode="auto">
            <a:xfrm>
              <a:off x="1391" y="1811"/>
              <a:ext cx="101" cy="18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zh-TW" sz="1900">
                  <a:solidFill>
                    <a:srgbClr val="000000"/>
                  </a:solidFill>
                  <a:latin typeface="Arial Unicode MS" pitchFamily="34" charset="-120"/>
                  <a:ea typeface="Arial Unicode MS" pitchFamily="34" charset="-120"/>
                  <a:cs typeface="Arial Unicode MS" pitchFamily="34" charset="-120"/>
                </a:rPr>
                <a:t>A</a:t>
              </a:r>
              <a:endParaRPr lang="en-US" altLang="zh-TW">
                <a:latin typeface="Arial" pitchFamily="34" charset="0"/>
              </a:endParaRPr>
            </a:p>
          </p:txBody>
        </p:sp>
        <p:sp>
          <p:nvSpPr>
            <p:cNvPr id="250906" name="Rectangle 26"/>
            <p:cNvSpPr>
              <a:spLocks noChangeArrowheads="1"/>
            </p:cNvSpPr>
            <p:nvPr/>
          </p:nvSpPr>
          <p:spPr bwMode="auto">
            <a:xfrm>
              <a:off x="1635" y="1811"/>
              <a:ext cx="110" cy="18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zh-TW" sz="1900">
                  <a:solidFill>
                    <a:srgbClr val="000000"/>
                  </a:solidFill>
                  <a:latin typeface="Arial Unicode MS" pitchFamily="34" charset="-120"/>
                  <a:ea typeface="Arial Unicode MS" pitchFamily="34" charset="-120"/>
                  <a:cs typeface="Arial Unicode MS" pitchFamily="34" charset="-120"/>
                </a:rPr>
                <a:t>C</a:t>
              </a:r>
              <a:endParaRPr lang="en-US" altLang="zh-TW">
                <a:latin typeface="Arial" pitchFamily="34" charset="0"/>
              </a:endParaRPr>
            </a:p>
          </p:txBody>
        </p:sp>
        <p:sp>
          <p:nvSpPr>
            <p:cNvPr id="250907" name="Rectangle 27"/>
            <p:cNvSpPr>
              <a:spLocks noChangeArrowheads="1"/>
            </p:cNvSpPr>
            <p:nvPr/>
          </p:nvSpPr>
          <p:spPr bwMode="auto">
            <a:xfrm>
              <a:off x="1890" y="1811"/>
              <a:ext cx="93" cy="18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zh-TW" sz="1900">
                  <a:solidFill>
                    <a:srgbClr val="000000"/>
                  </a:solidFill>
                  <a:latin typeface="Arial Unicode MS" pitchFamily="34" charset="-120"/>
                  <a:ea typeface="Arial Unicode MS" pitchFamily="34" charset="-120"/>
                  <a:cs typeface="Arial Unicode MS" pitchFamily="34" charset="-120"/>
                </a:rPr>
                <a:t>T</a:t>
              </a:r>
              <a:endParaRPr lang="en-US" altLang="zh-TW">
                <a:latin typeface="Arial" pitchFamily="34" charset="0"/>
              </a:endParaRPr>
            </a:p>
          </p:txBody>
        </p:sp>
        <p:sp>
          <p:nvSpPr>
            <p:cNvPr id="250908" name="Rectangle 28"/>
            <p:cNvSpPr>
              <a:spLocks noChangeArrowheads="1"/>
            </p:cNvSpPr>
            <p:nvPr/>
          </p:nvSpPr>
          <p:spPr bwMode="auto">
            <a:xfrm>
              <a:off x="2123" y="1811"/>
              <a:ext cx="118" cy="18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zh-TW" sz="1900">
                  <a:solidFill>
                    <a:srgbClr val="000000"/>
                  </a:solidFill>
                  <a:latin typeface="Arial Unicode MS" pitchFamily="34" charset="-120"/>
                  <a:ea typeface="Arial Unicode MS" pitchFamily="34" charset="-120"/>
                  <a:cs typeface="Arial Unicode MS" pitchFamily="34" charset="-120"/>
                </a:rPr>
                <a:t>G</a:t>
              </a:r>
              <a:endParaRPr lang="en-US" altLang="zh-TW">
                <a:latin typeface="Arial" pitchFamily="34" charset="0"/>
              </a:endParaRPr>
            </a:p>
          </p:txBody>
        </p:sp>
        <p:sp>
          <p:nvSpPr>
            <p:cNvPr id="250909" name="Rectangle 29"/>
            <p:cNvSpPr>
              <a:spLocks noChangeArrowheads="1"/>
            </p:cNvSpPr>
            <p:nvPr/>
          </p:nvSpPr>
          <p:spPr bwMode="auto">
            <a:xfrm>
              <a:off x="2377" y="1811"/>
              <a:ext cx="93" cy="18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zh-TW" sz="1900">
                  <a:solidFill>
                    <a:srgbClr val="000000"/>
                  </a:solidFill>
                  <a:latin typeface="Arial Unicode MS" pitchFamily="34" charset="-120"/>
                  <a:ea typeface="Arial Unicode MS" pitchFamily="34" charset="-120"/>
                  <a:cs typeface="Arial Unicode MS" pitchFamily="34" charset="-120"/>
                </a:rPr>
                <a:t>T</a:t>
              </a:r>
              <a:endParaRPr lang="en-US" altLang="zh-TW">
                <a:latin typeface="Arial" pitchFamily="34" charset="0"/>
              </a:endParaRPr>
            </a:p>
          </p:txBody>
        </p:sp>
        <p:sp>
          <p:nvSpPr>
            <p:cNvPr id="250910" name="Rectangle 30"/>
            <p:cNvSpPr>
              <a:spLocks noChangeArrowheads="1"/>
            </p:cNvSpPr>
            <p:nvPr/>
          </p:nvSpPr>
          <p:spPr bwMode="auto">
            <a:xfrm>
              <a:off x="2621" y="1811"/>
              <a:ext cx="110" cy="18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zh-TW" sz="1900">
                  <a:solidFill>
                    <a:srgbClr val="000000"/>
                  </a:solidFill>
                  <a:latin typeface="Arial Unicode MS" pitchFamily="34" charset="-120"/>
                  <a:ea typeface="Arial Unicode MS" pitchFamily="34" charset="-120"/>
                  <a:cs typeface="Arial Unicode MS" pitchFamily="34" charset="-120"/>
                </a:rPr>
                <a:t>C</a:t>
              </a:r>
              <a:endParaRPr lang="en-US" altLang="zh-TW">
                <a:latin typeface="Arial" pitchFamily="34" charset="0"/>
              </a:endParaRPr>
            </a:p>
          </p:txBody>
        </p:sp>
        <p:sp>
          <p:nvSpPr>
            <p:cNvPr id="250911" name="Rectangle 31"/>
            <p:cNvSpPr>
              <a:spLocks noChangeArrowheads="1"/>
            </p:cNvSpPr>
            <p:nvPr/>
          </p:nvSpPr>
          <p:spPr bwMode="auto">
            <a:xfrm>
              <a:off x="437" y="2013"/>
              <a:ext cx="51" cy="18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zh-TW" sz="1900">
                  <a:solidFill>
                    <a:srgbClr val="000000"/>
                  </a:solidFill>
                  <a:latin typeface="Arial Unicode MS" pitchFamily="34" charset="-120"/>
                  <a:ea typeface="Arial Unicode MS" pitchFamily="34" charset="-120"/>
                  <a:cs typeface="Arial Unicode MS" pitchFamily="34" charset="-120"/>
                </a:rPr>
                <a:t>-</a:t>
              </a:r>
              <a:endParaRPr lang="en-US" altLang="zh-TW">
                <a:latin typeface="Arial" pitchFamily="34" charset="0"/>
              </a:endParaRPr>
            </a:p>
          </p:txBody>
        </p:sp>
        <p:sp>
          <p:nvSpPr>
            <p:cNvPr id="250912" name="Rectangle 32"/>
            <p:cNvSpPr>
              <a:spLocks noChangeArrowheads="1"/>
            </p:cNvSpPr>
            <p:nvPr/>
          </p:nvSpPr>
          <p:spPr bwMode="auto">
            <a:xfrm>
              <a:off x="670" y="2013"/>
              <a:ext cx="85" cy="18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zh-TW" sz="1900">
                  <a:solidFill>
                    <a:srgbClr val="000000"/>
                  </a:solidFill>
                  <a:latin typeface="Arial Unicode MS" pitchFamily="34" charset="-120"/>
                  <a:ea typeface="Arial Unicode MS" pitchFamily="34" charset="-120"/>
                  <a:cs typeface="Arial Unicode MS" pitchFamily="34" charset="-120"/>
                </a:rPr>
                <a:t>0</a:t>
              </a:r>
              <a:endParaRPr lang="en-US" altLang="zh-TW">
                <a:latin typeface="Arial" pitchFamily="34" charset="0"/>
              </a:endParaRPr>
            </a:p>
          </p:txBody>
        </p:sp>
        <p:sp>
          <p:nvSpPr>
            <p:cNvPr id="250913" name="Rectangle 33"/>
            <p:cNvSpPr>
              <a:spLocks noChangeArrowheads="1"/>
            </p:cNvSpPr>
            <p:nvPr/>
          </p:nvSpPr>
          <p:spPr bwMode="auto">
            <a:xfrm>
              <a:off x="914" y="2013"/>
              <a:ext cx="85" cy="18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zh-TW" sz="1900">
                  <a:solidFill>
                    <a:srgbClr val="000000"/>
                  </a:solidFill>
                  <a:latin typeface="Arial Unicode MS" pitchFamily="34" charset="-120"/>
                  <a:ea typeface="Arial Unicode MS" pitchFamily="34" charset="-120"/>
                  <a:cs typeface="Arial Unicode MS" pitchFamily="34" charset="-120"/>
                </a:rPr>
                <a:t>0</a:t>
              </a:r>
              <a:endParaRPr lang="en-US" altLang="zh-TW">
                <a:latin typeface="Arial" pitchFamily="34" charset="0"/>
              </a:endParaRPr>
            </a:p>
          </p:txBody>
        </p:sp>
        <p:sp>
          <p:nvSpPr>
            <p:cNvPr id="250914" name="Rectangle 34"/>
            <p:cNvSpPr>
              <a:spLocks noChangeArrowheads="1"/>
            </p:cNvSpPr>
            <p:nvPr/>
          </p:nvSpPr>
          <p:spPr bwMode="auto">
            <a:xfrm>
              <a:off x="1158" y="2013"/>
              <a:ext cx="85" cy="18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zh-TW" sz="1900">
                  <a:solidFill>
                    <a:srgbClr val="000000"/>
                  </a:solidFill>
                  <a:latin typeface="Arial Unicode MS" pitchFamily="34" charset="-120"/>
                  <a:ea typeface="Arial Unicode MS" pitchFamily="34" charset="-120"/>
                  <a:cs typeface="Arial Unicode MS" pitchFamily="34" charset="-120"/>
                </a:rPr>
                <a:t>0</a:t>
              </a:r>
              <a:endParaRPr lang="en-US" altLang="zh-TW">
                <a:latin typeface="Arial" pitchFamily="34" charset="0"/>
              </a:endParaRPr>
            </a:p>
          </p:txBody>
        </p:sp>
        <p:sp>
          <p:nvSpPr>
            <p:cNvPr id="250915" name="Rectangle 35"/>
            <p:cNvSpPr>
              <a:spLocks noChangeArrowheads="1"/>
            </p:cNvSpPr>
            <p:nvPr/>
          </p:nvSpPr>
          <p:spPr bwMode="auto">
            <a:xfrm>
              <a:off x="1402" y="2013"/>
              <a:ext cx="85" cy="18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zh-TW" sz="1900">
                  <a:solidFill>
                    <a:srgbClr val="000000"/>
                  </a:solidFill>
                  <a:latin typeface="Arial Unicode MS" pitchFamily="34" charset="-120"/>
                  <a:ea typeface="Arial Unicode MS" pitchFamily="34" charset="-120"/>
                  <a:cs typeface="Arial Unicode MS" pitchFamily="34" charset="-120"/>
                </a:rPr>
                <a:t>0</a:t>
              </a:r>
              <a:endParaRPr lang="en-US" altLang="zh-TW">
                <a:latin typeface="Arial" pitchFamily="34" charset="0"/>
              </a:endParaRPr>
            </a:p>
          </p:txBody>
        </p:sp>
        <p:sp>
          <p:nvSpPr>
            <p:cNvPr id="250916" name="Rectangle 36"/>
            <p:cNvSpPr>
              <a:spLocks noChangeArrowheads="1"/>
            </p:cNvSpPr>
            <p:nvPr/>
          </p:nvSpPr>
          <p:spPr bwMode="auto">
            <a:xfrm>
              <a:off x="1646" y="2013"/>
              <a:ext cx="85" cy="18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zh-TW" sz="1900">
                  <a:solidFill>
                    <a:srgbClr val="000000"/>
                  </a:solidFill>
                  <a:latin typeface="Arial Unicode MS" pitchFamily="34" charset="-120"/>
                  <a:ea typeface="Arial Unicode MS" pitchFamily="34" charset="-120"/>
                  <a:cs typeface="Arial Unicode MS" pitchFamily="34" charset="-120"/>
                </a:rPr>
                <a:t>0</a:t>
              </a:r>
              <a:endParaRPr lang="en-US" altLang="zh-TW">
                <a:latin typeface="Arial" pitchFamily="34" charset="0"/>
              </a:endParaRPr>
            </a:p>
          </p:txBody>
        </p:sp>
        <p:sp>
          <p:nvSpPr>
            <p:cNvPr id="250917" name="Rectangle 37"/>
            <p:cNvSpPr>
              <a:spLocks noChangeArrowheads="1"/>
            </p:cNvSpPr>
            <p:nvPr/>
          </p:nvSpPr>
          <p:spPr bwMode="auto">
            <a:xfrm>
              <a:off x="1900" y="2013"/>
              <a:ext cx="85" cy="18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zh-TW" sz="1900">
                  <a:solidFill>
                    <a:srgbClr val="000000"/>
                  </a:solidFill>
                  <a:latin typeface="Arial Unicode MS" pitchFamily="34" charset="-120"/>
                  <a:ea typeface="Arial Unicode MS" pitchFamily="34" charset="-120"/>
                  <a:cs typeface="Arial Unicode MS" pitchFamily="34" charset="-120"/>
                </a:rPr>
                <a:t>0</a:t>
              </a:r>
              <a:endParaRPr lang="en-US" altLang="zh-TW">
                <a:latin typeface="Arial" pitchFamily="34" charset="0"/>
              </a:endParaRPr>
            </a:p>
          </p:txBody>
        </p:sp>
        <p:sp>
          <p:nvSpPr>
            <p:cNvPr id="250918" name="Rectangle 38"/>
            <p:cNvSpPr>
              <a:spLocks noChangeArrowheads="1"/>
            </p:cNvSpPr>
            <p:nvPr/>
          </p:nvSpPr>
          <p:spPr bwMode="auto">
            <a:xfrm>
              <a:off x="2144" y="2013"/>
              <a:ext cx="85" cy="18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zh-TW" sz="1900">
                  <a:solidFill>
                    <a:srgbClr val="000000"/>
                  </a:solidFill>
                  <a:latin typeface="Arial Unicode MS" pitchFamily="34" charset="-120"/>
                  <a:ea typeface="Arial Unicode MS" pitchFamily="34" charset="-120"/>
                  <a:cs typeface="Arial Unicode MS" pitchFamily="34" charset="-120"/>
                </a:rPr>
                <a:t>0</a:t>
              </a:r>
              <a:endParaRPr lang="en-US" altLang="zh-TW">
                <a:latin typeface="Arial" pitchFamily="34" charset="0"/>
              </a:endParaRPr>
            </a:p>
          </p:txBody>
        </p:sp>
        <p:sp>
          <p:nvSpPr>
            <p:cNvPr id="250919" name="Rectangle 39"/>
            <p:cNvSpPr>
              <a:spLocks noChangeArrowheads="1"/>
            </p:cNvSpPr>
            <p:nvPr/>
          </p:nvSpPr>
          <p:spPr bwMode="auto">
            <a:xfrm>
              <a:off x="2388" y="2013"/>
              <a:ext cx="85" cy="18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zh-TW" sz="1900">
                  <a:solidFill>
                    <a:srgbClr val="000000"/>
                  </a:solidFill>
                  <a:latin typeface="Arial Unicode MS" pitchFamily="34" charset="-120"/>
                  <a:ea typeface="Arial Unicode MS" pitchFamily="34" charset="-120"/>
                  <a:cs typeface="Arial Unicode MS" pitchFamily="34" charset="-120"/>
                </a:rPr>
                <a:t>0</a:t>
              </a:r>
              <a:endParaRPr lang="en-US" altLang="zh-TW">
                <a:latin typeface="Arial" pitchFamily="34" charset="0"/>
              </a:endParaRPr>
            </a:p>
          </p:txBody>
        </p:sp>
        <p:sp>
          <p:nvSpPr>
            <p:cNvPr id="250920" name="Rectangle 40"/>
            <p:cNvSpPr>
              <a:spLocks noChangeArrowheads="1"/>
            </p:cNvSpPr>
            <p:nvPr/>
          </p:nvSpPr>
          <p:spPr bwMode="auto">
            <a:xfrm>
              <a:off x="2632" y="2013"/>
              <a:ext cx="85" cy="18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zh-TW" sz="1900">
                  <a:solidFill>
                    <a:srgbClr val="000000"/>
                  </a:solidFill>
                  <a:latin typeface="Arial Unicode MS" pitchFamily="34" charset="-120"/>
                  <a:ea typeface="Arial Unicode MS" pitchFamily="34" charset="-120"/>
                  <a:cs typeface="Arial Unicode MS" pitchFamily="34" charset="-120"/>
                </a:rPr>
                <a:t>0</a:t>
              </a:r>
              <a:endParaRPr lang="en-US" altLang="zh-TW">
                <a:latin typeface="Arial" pitchFamily="34" charset="0"/>
              </a:endParaRPr>
            </a:p>
          </p:txBody>
        </p:sp>
        <p:sp>
          <p:nvSpPr>
            <p:cNvPr id="250921" name="Rectangle 41"/>
            <p:cNvSpPr>
              <a:spLocks noChangeArrowheads="1"/>
            </p:cNvSpPr>
            <p:nvPr/>
          </p:nvSpPr>
          <p:spPr bwMode="auto">
            <a:xfrm>
              <a:off x="416" y="2205"/>
              <a:ext cx="93" cy="18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zh-TW" sz="1900">
                  <a:solidFill>
                    <a:srgbClr val="000000"/>
                  </a:solidFill>
                  <a:latin typeface="Arial Unicode MS" pitchFamily="34" charset="-120"/>
                  <a:ea typeface="Arial Unicode MS" pitchFamily="34" charset="-120"/>
                  <a:cs typeface="Arial Unicode MS" pitchFamily="34" charset="-120"/>
                </a:rPr>
                <a:t>T</a:t>
              </a:r>
              <a:endParaRPr lang="en-US" altLang="zh-TW">
                <a:latin typeface="Arial" pitchFamily="34" charset="0"/>
              </a:endParaRPr>
            </a:p>
          </p:txBody>
        </p:sp>
        <p:sp>
          <p:nvSpPr>
            <p:cNvPr id="250922" name="Rectangle 42"/>
            <p:cNvSpPr>
              <a:spLocks noChangeArrowheads="1"/>
            </p:cNvSpPr>
            <p:nvPr/>
          </p:nvSpPr>
          <p:spPr bwMode="auto">
            <a:xfrm>
              <a:off x="670" y="2205"/>
              <a:ext cx="85" cy="18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zh-TW" sz="1900">
                  <a:solidFill>
                    <a:srgbClr val="000000"/>
                  </a:solidFill>
                  <a:latin typeface="Arial Unicode MS" pitchFamily="34" charset="-120"/>
                  <a:ea typeface="Arial Unicode MS" pitchFamily="34" charset="-120"/>
                  <a:cs typeface="Arial Unicode MS" pitchFamily="34" charset="-120"/>
                </a:rPr>
                <a:t>0</a:t>
              </a:r>
              <a:endParaRPr lang="en-US" altLang="zh-TW">
                <a:latin typeface="Arial" pitchFamily="34" charset="0"/>
              </a:endParaRPr>
            </a:p>
          </p:txBody>
        </p:sp>
        <p:sp>
          <p:nvSpPr>
            <p:cNvPr id="250923" name="Rectangle 43"/>
            <p:cNvSpPr>
              <a:spLocks noChangeArrowheads="1"/>
            </p:cNvSpPr>
            <p:nvPr/>
          </p:nvSpPr>
          <p:spPr bwMode="auto">
            <a:xfrm>
              <a:off x="914" y="2205"/>
              <a:ext cx="85" cy="18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zh-TW" sz="1900">
                  <a:solidFill>
                    <a:srgbClr val="000000"/>
                  </a:solidFill>
                  <a:latin typeface="Arial Unicode MS" pitchFamily="34" charset="-120"/>
                  <a:ea typeface="Arial Unicode MS" pitchFamily="34" charset="-120"/>
                  <a:cs typeface="Arial Unicode MS" pitchFamily="34" charset="-120"/>
                </a:rPr>
                <a:t>0</a:t>
              </a:r>
              <a:endParaRPr lang="en-US" altLang="zh-TW">
                <a:latin typeface="Arial" pitchFamily="34" charset="0"/>
              </a:endParaRPr>
            </a:p>
          </p:txBody>
        </p:sp>
        <p:sp>
          <p:nvSpPr>
            <p:cNvPr id="250924" name="Rectangle 44"/>
            <p:cNvSpPr>
              <a:spLocks noChangeArrowheads="1"/>
            </p:cNvSpPr>
            <p:nvPr/>
          </p:nvSpPr>
          <p:spPr bwMode="auto">
            <a:xfrm>
              <a:off x="1158" y="2205"/>
              <a:ext cx="85" cy="18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zh-TW" sz="1900">
                  <a:solidFill>
                    <a:srgbClr val="000000"/>
                  </a:solidFill>
                  <a:latin typeface="Arial Unicode MS" pitchFamily="34" charset="-120"/>
                  <a:ea typeface="Arial Unicode MS" pitchFamily="34" charset="-120"/>
                  <a:cs typeface="Arial Unicode MS" pitchFamily="34" charset="-120"/>
                </a:rPr>
                <a:t>0</a:t>
              </a:r>
              <a:endParaRPr lang="en-US" altLang="zh-TW">
                <a:latin typeface="Arial" pitchFamily="34" charset="0"/>
              </a:endParaRPr>
            </a:p>
          </p:txBody>
        </p:sp>
        <p:sp>
          <p:nvSpPr>
            <p:cNvPr id="250925" name="Rectangle 45"/>
            <p:cNvSpPr>
              <a:spLocks noChangeArrowheads="1"/>
            </p:cNvSpPr>
            <p:nvPr/>
          </p:nvSpPr>
          <p:spPr bwMode="auto">
            <a:xfrm>
              <a:off x="1402" y="2205"/>
              <a:ext cx="85" cy="18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zh-TW" sz="1900">
                  <a:solidFill>
                    <a:srgbClr val="000000"/>
                  </a:solidFill>
                  <a:latin typeface="Arial Unicode MS" pitchFamily="34" charset="-120"/>
                  <a:ea typeface="Arial Unicode MS" pitchFamily="34" charset="-120"/>
                  <a:cs typeface="Arial Unicode MS" pitchFamily="34" charset="-120"/>
                </a:rPr>
                <a:t>0</a:t>
              </a:r>
              <a:endParaRPr lang="en-US" altLang="zh-TW">
                <a:latin typeface="Arial" pitchFamily="34" charset="0"/>
              </a:endParaRPr>
            </a:p>
          </p:txBody>
        </p:sp>
        <p:sp>
          <p:nvSpPr>
            <p:cNvPr id="250926" name="Rectangle 46"/>
            <p:cNvSpPr>
              <a:spLocks noChangeArrowheads="1"/>
            </p:cNvSpPr>
            <p:nvPr/>
          </p:nvSpPr>
          <p:spPr bwMode="auto">
            <a:xfrm>
              <a:off x="1646" y="2205"/>
              <a:ext cx="85" cy="18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zh-TW" sz="1900">
                  <a:solidFill>
                    <a:srgbClr val="000000"/>
                  </a:solidFill>
                  <a:latin typeface="Arial Unicode MS" pitchFamily="34" charset="-120"/>
                  <a:ea typeface="Arial Unicode MS" pitchFamily="34" charset="-120"/>
                  <a:cs typeface="Arial Unicode MS" pitchFamily="34" charset="-120"/>
                </a:rPr>
                <a:t>0</a:t>
              </a:r>
              <a:endParaRPr lang="en-US" altLang="zh-TW">
                <a:latin typeface="Arial" pitchFamily="34" charset="0"/>
              </a:endParaRPr>
            </a:p>
          </p:txBody>
        </p:sp>
        <p:sp>
          <p:nvSpPr>
            <p:cNvPr id="250927" name="Rectangle 47"/>
            <p:cNvSpPr>
              <a:spLocks noChangeArrowheads="1"/>
            </p:cNvSpPr>
            <p:nvPr/>
          </p:nvSpPr>
          <p:spPr bwMode="auto">
            <a:xfrm>
              <a:off x="1900" y="2205"/>
              <a:ext cx="85" cy="18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zh-TW" sz="1900">
                  <a:solidFill>
                    <a:srgbClr val="000000"/>
                  </a:solidFill>
                  <a:latin typeface="Arial Unicode MS" pitchFamily="34" charset="-120"/>
                  <a:ea typeface="Arial Unicode MS" pitchFamily="34" charset="-120"/>
                  <a:cs typeface="Arial Unicode MS" pitchFamily="34" charset="-120"/>
                </a:rPr>
                <a:t>1</a:t>
              </a:r>
              <a:endParaRPr lang="en-US" altLang="zh-TW">
                <a:latin typeface="Arial" pitchFamily="34" charset="0"/>
              </a:endParaRPr>
            </a:p>
          </p:txBody>
        </p:sp>
        <p:sp>
          <p:nvSpPr>
            <p:cNvPr id="250928" name="Rectangle 48"/>
            <p:cNvSpPr>
              <a:spLocks noChangeArrowheads="1"/>
            </p:cNvSpPr>
            <p:nvPr/>
          </p:nvSpPr>
          <p:spPr bwMode="auto">
            <a:xfrm>
              <a:off x="2144" y="2205"/>
              <a:ext cx="85" cy="18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zh-TW" sz="1900">
                  <a:solidFill>
                    <a:srgbClr val="000000"/>
                  </a:solidFill>
                  <a:latin typeface="Arial Unicode MS" pitchFamily="34" charset="-120"/>
                  <a:ea typeface="Arial Unicode MS" pitchFamily="34" charset="-120"/>
                  <a:cs typeface="Arial Unicode MS" pitchFamily="34" charset="-120"/>
                </a:rPr>
                <a:t>1</a:t>
              </a:r>
              <a:endParaRPr lang="en-US" altLang="zh-TW">
                <a:latin typeface="Arial" pitchFamily="34" charset="0"/>
              </a:endParaRPr>
            </a:p>
          </p:txBody>
        </p:sp>
        <p:sp>
          <p:nvSpPr>
            <p:cNvPr id="250929" name="Rectangle 49"/>
            <p:cNvSpPr>
              <a:spLocks noChangeArrowheads="1"/>
            </p:cNvSpPr>
            <p:nvPr/>
          </p:nvSpPr>
          <p:spPr bwMode="auto">
            <a:xfrm>
              <a:off x="2388" y="2205"/>
              <a:ext cx="85" cy="18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zh-TW" sz="1900">
                  <a:solidFill>
                    <a:srgbClr val="000000"/>
                  </a:solidFill>
                  <a:latin typeface="Arial Unicode MS" pitchFamily="34" charset="-120"/>
                  <a:ea typeface="Arial Unicode MS" pitchFamily="34" charset="-120"/>
                  <a:cs typeface="Arial Unicode MS" pitchFamily="34" charset="-120"/>
                </a:rPr>
                <a:t>1</a:t>
              </a:r>
              <a:endParaRPr lang="en-US" altLang="zh-TW">
                <a:latin typeface="Arial" pitchFamily="34" charset="0"/>
              </a:endParaRPr>
            </a:p>
          </p:txBody>
        </p:sp>
        <p:sp>
          <p:nvSpPr>
            <p:cNvPr id="250930" name="Rectangle 50"/>
            <p:cNvSpPr>
              <a:spLocks noChangeArrowheads="1"/>
            </p:cNvSpPr>
            <p:nvPr/>
          </p:nvSpPr>
          <p:spPr bwMode="auto">
            <a:xfrm>
              <a:off x="2632" y="2205"/>
              <a:ext cx="85" cy="18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zh-TW" sz="1900">
                  <a:solidFill>
                    <a:srgbClr val="000000"/>
                  </a:solidFill>
                  <a:latin typeface="Arial Unicode MS" pitchFamily="34" charset="-120"/>
                  <a:ea typeface="Arial Unicode MS" pitchFamily="34" charset="-120"/>
                  <a:cs typeface="Arial Unicode MS" pitchFamily="34" charset="-120"/>
                </a:rPr>
                <a:t>1</a:t>
              </a:r>
              <a:endParaRPr lang="en-US" altLang="zh-TW">
                <a:latin typeface="Arial" pitchFamily="34" charset="0"/>
              </a:endParaRPr>
            </a:p>
          </p:txBody>
        </p:sp>
        <p:sp>
          <p:nvSpPr>
            <p:cNvPr id="250931" name="Rectangle 51"/>
            <p:cNvSpPr>
              <a:spLocks noChangeArrowheads="1"/>
            </p:cNvSpPr>
            <p:nvPr/>
          </p:nvSpPr>
          <p:spPr bwMode="auto">
            <a:xfrm>
              <a:off x="416" y="2397"/>
              <a:ext cx="101" cy="18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zh-TW" sz="1900">
                  <a:solidFill>
                    <a:srgbClr val="000000"/>
                  </a:solidFill>
                  <a:latin typeface="Arial Unicode MS" pitchFamily="34" charset="-120"/>
                  <a:ea typeface="Arial Unicode MS" pitchFamily="34" charset="-120"/>
                  <a:cs typeface="Arial Unicode MS" pitchFamily="34" charset="-120"/>
                </a:rPr>
                <a:t>A</a:t>
              </a:r>
              <a:endParaRPr lang="en-US" altLang="zh-TW">
                <a:latin typeface="Arial" pitchFamily="34" charset="0"/>
              </a:endParaRPr>
            </a:p>
          </p:txBody>
        </p:sp>
        <p:sp>
          <p:nvSpPr>
            <p:cNvPr id="250932" name="Rectangle 52"/>
            <p:cNvSpPr>
              <a:spLocks noChangeArrowheads="1"/>
            </p:cNvSpPr>
            <p:nvPr/>
          </p:nvSpPr>
          <p:spPr bwMode="auto">
            <a:xfrm>
              <a:off x="670" y="2397"/>
              <a:ext cx="85" cy="18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zh-TW" sz="1900">
                  <a:solidFill>
                    <a:srgbClr val="000000"/>
                  </a:solidFill>
                  <a:latin typeface="Arial Unicode MS" pitchFamily="34" charset="-120"/>
                  <a:ea typeface="Arial Unicode MS" pitchFamily="34" charset="-120"/>
                  <a:cs typeface="Arial Unicode MS" pitchFamily="34" charset="-120"/>
                </a:rPr>
                <a:t>0</a:t>
              </a:r>
              <a:endParaRPr lang="en-US" altLang="zh-TW">
                <a:latin typeface="Arial" pitchFamily="34" charset="0"/>
              </a:endParaRPr>
            </a:p>
          </p:txBody>
        </p:sp>
        <p:sp>
          <p:nvSpPr>
            <p:cNvPr id="250933" name="Rectangle 53"/>
            <p:cNvSpPr>
              <a:spLocks noChangeArrowheads="1"/>
            </p:cNvSpPr>
            <p:nvPr/>
          </p:nvSpPr>
          <p:spPr bwMode="auto">
            <a:xfrm>
              <a:off x="914" y="2397"/>
              <a:ext cx="85" cy="18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zh-TW" sz="1900">
                  <a:solidFill>
                    <a:srgbClr val="000000"/>
                  </a:solidFill>
                  <a:latin typeface="Arial Unicode MS" pitchFamily="34" charset="-120"/>
                  <a:ea typeface="Arial Unicode MS" pitchFamily="34" charset="-120"/>
                  <a:cs typeface="Arial Unicode MS" pitchFamily="34" charset="-120"/>
                </a:rPr>
                <a:t>1</a:t>
              </a:r>
              <a:endParaRPr lang="en-US" altLang="zh-TW">
                <a:latin typeface="Arial" pitchFamily="34" charset="0"/>
              </a:endParaRPr>
            </a:p>
          </p:txBody>
        </p:sp>
        <p:sp>
          <p:nvSpPr>
            <p:cNvPr id="250934" name="Rectangle 54"/>
            <p:cNvSpPr>
              <a:spLocks noChangeArrowheads="1"/>
            </p:cNvSpPr>
            <p:nvPr/>
          </p:nvSpPr>
          <p:spPr bwMode="auto">
            <a:xfrm>
              <a:off x="1158" y="2397"/>
              <a:ext cx="85" cy="18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zh-TW" sz="1900">
                  <a:solidFill>
                    <a:srgbClr val="000000"/>
                  </a:solidFill>
                  <a:latin typeface="Arial Unicode MS" pitchFamily="34" charset="-120"/>
                  <a:ea typeface="Arial Unicode MS" pitchFamily="34" charset="-120"/>
                  <a:cs typeface="Arial Unicode MS" pitchFamily="34" charset="-120"/>
                </a:rPr>
                <a:t>1</a:t>
              </a:r>
              <a:endParaRPr lang="en-US" altLang="zh-TW">
                <a:latin typeface="Arial" pitchFamily="34" charset="0"/>
              </a:endParaRPr>
            </a:p>
          </p:txBody>
        </p:sp>
        <p:sp>
          <p:nvSpPr>
            <p:cNvPr id="250935" name="Rectangle 55"/>
            <p:cNvSpPr>
              <a:spLocks noChangeArrowheads="1"/>
            </p:cNvSpPr>
            <p:nvPr/>
          </p:nvSpPr>
          <p:spPr bwMode="auto">
            <a:xfrm>
              <a:off x="1402" y="2397"/>
              <a:ext cx="85" cy="18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zh-TW" sz="1900">
                  <a:solidFill>
                    <a:srgbClr val="000000"/>
                  </a:solidFill>
                  <a:latin typeface="Arial Unicode MS" pitchFamily="34" charset="-120"/>
                  <a:ea typeface="Arial Unicode MS" pitchFamily="34" charset="-120"/>
                  <a:cs typeface="Arial Unicode MS" pitchFamily="34" charset="-120"/>
                </a:rPr>
                <a:t>1</a:t>
              </a:r>
              <a:endParaRPr lang="en-US" altLang="zh-TW">
                <a:latin typeface="Arial" pitchFamily="34" charset="0"/>
              </a:endParaRPr>
            </a:p>
          </p:txBody>
        </p:sp>
        <p:sp>
          <p:nvSpPr>
            <p:cNvPr id="250936" name="Rectangle 56"/>
            <p:cNvSpPr>
              <a:spLocks noChangeArrowheads="1"/>
            </p:cNvSpPr>
            <p:nvPr/>
          </p:nvSpPr>
          <p:spPr bwMode="auto">
            <a:xfrm>
              <a:off x="1646" y="2397"/>
              <a:ext cx="85" cy="18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zh-TW" sz="1900">
                  <a:solidFill>
                    <a:srgbClr val="000000"/>
                  </a:solidFill>
                  <a:latin typeface="Arial Unicode MS" pitchFamily="34" charset="-120"/>
                  <a:ea typeface="Arial Unicode MS" pitchFamily="34" charset="-120"/>
                  <a:cs typeface="Arial Unicode MS" pitchFamily="34" charset="-120"/>
                </a:rPr>
                <a:t>1</a:t>
              </a:r>
              <a:endParaRPr lang="en-US" altLang="zh-TW">
                <a:latin typeface="Arial" pitchFamily="34" charset="0"/>
              </a:endParaRPr>
            </a:p>
          </p:txBody>
        </p:sp>
        <p:sp>
          <p:nvSpPr>
            <p:cNvPr id="250937" name="Rectangle 57"/>
            <p:cNvSpPr>
              <a:spLocks noChangeArrowheads="1"/>
            </p:cNvSpPr>
            <p:nvPr/>
          </p:nvSpPr>
          <p:spPr bwMode="auto">
            <a:xfrm>
              <a:off x="1900" y="2397"/>
              <a:ext cx="85" cy="18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zh-TW" sz="1900">
                  <a:solidFill>
                    <a:srgbClr val="000000"/>
                  </a:solidFill>
                  <a:latin typeface="Arial Unicode MS" pitchFamily="34" charset="-120"/>
                  <a:ea typeface="Arial Unicode MS" pitchFamily="34" charset="-120"/>
                  <a:cs typeface="Arial Unicode MS" pitchFamily="34" charset="-120"/>
                </a:rPr>
                <a:t>1</a:t>
              </a:r>
              <a:endParaRPr lang="en-US" altLang="zh-TW">
                <a:latin typeface="Arial" pitchFamily="34" charset="0"/>
              </a:endParaRPr>
            </a:p>
          </p:txBody>
        </p:sp>
        <p:sp>
          <p:nvSpPr>
            <p:cNvPr id="250938" name="Rectangle 58"/>
            <p:cNvSpPr>
              <a:spLocks noChangeArrowheads="1"/>
            </p:cNvSpPr>
            <p:nvPr/>
          </p:nvSpPr>
          <p:spPr bwMode="auto">
            <a:xfrm>
              <a:off x="2144" y="2397"/>
              <a:ext cx="85" cy="18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zh-TW" sz="1900">
                  <a:solidFill>
                    <a:srgbClr val="000000"/>
                  </a:solidFill>
                  <a:latin typeface="Arial Unicode MS" pitchFamily="34" charset="-120"/>
                  <a:ea typeface="Arial Unicode MS" pitchFamily="34" charset="-120"/>
                  <a:cs typeface="Arial Unicode MS" pitchFamily="34" charset="-120"/>
                </a:rPr>
                <a:t>1</a:t>
              </a:r>
              <a:endParaRPr lang="en-US" altLang="zh-TW">
                <a:latin typeface="Arial" pitchFamily="34" charset="0"/>
              </a:endParaRPr>
            </a:p>
          </p:txBody>
        </p:sp>
        <p:sp>
          <p:nvSpPr>
            <p:cNvPr id="250939" name="Rectangle 59"/>
            <p:cNvSpPr>
              <a:spLocks noChangeArrowheads="1"/>
            </p:cNvSpPr>
            <p:nvPr/>
          </p:nvSpPr>
          <p:spPr bwMode="auto">
            <a:xfrm>
              <a:off x="2388" y="2397"/>
              <a:ext cx="85" cy="18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zh-TW" sz="1900">
                  <a:solidFill>
                    <a:srgbClr val="000000"/>
                  </a:solidFill>
                  <a:latin typeface="Arial Unicode MS" pitchFamily="34" charset="-120"/>
                  <a:ea typeface="Arial Unicode MS" pitchFamily="34" charset="-120"/>
                  <a:cs typeface="Arial Unicode MS" pitchFamily="34" charset="-120"/>
                </a:rPr>
                <a:t>1</a:t>
              </a:r>
              <a:endParaRPr lang="en-US" altLang="zh-TW">
                <a:latin typeface="Arial" pitchFamily="34" charset="0"/>
              </a:endParaRPr>
            </a:p>
          </p:txBody>
        </p:sp>
        <p:sp>
          <p:nvSpPr>
            <p:cNvPr id="250940" name="Rectangle 60"/>
            <p:cNvSpPr>
              <a:spLocks noChangeArrowheads="1"/>
            </p:cNvSpPr>
            <p:nvPr/>
          </p:nvSpPr>
          <p:spPr bwMode="auto">
            <a:xfrm>
              <a:off x="2632" y="2397"/>
              <a:ext cx="85" cy="18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zh-TW" sz="1900">
                  <a:solidFill>
                    <a:srgbClr val="000000"/>
                  </a:solidFill>
                  <a:latin typeface="Arial Unicode MS" pitchFamily="34" charset="-120"/>
                  <a:ea typeface="Arial Unicode MS" pitchFamily="34" charset="-120"/>
                  <a:cs typeface="Arial Unicode MS" pitchFamily="34" charset="-120"/>
                </a:rPr>
                <a:t>1</a:t>
              </a:r>
              <a:endParaRPr lang="en-US" altLang="zh-TW">
                <a:latin typeface="Arial" pitchFamily="34" charset="0"/>
              </a:endParaRPr>
            </a:p>
          </p:txBody>
        </p:sp>
        <p:sp>
          <p:nvSpPr>
            <p:cNvPr id="250941" name="Rectangle 61"/>
            <p:cNvSpPr>
              <a:spLocks noChangeArrowheads="1"/>
            </p:cNvSpPr>
            <p:nvPr/>
          </p:nvSpPr>
          <p:spPr bwMode="auto">
            <a:xfrm>
              <a:off x="405" y="2600"/>
              <a:ext cx="118" cy="18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zh-TW" sz="1900">
                  <a:solidFill>
                    <a:srgbClr val="000000"/>
                  </a:solidFill>
                  <a:latin typeface="Arial Unicode MS" pitchFamily="34" charset="-120"/>
                  <a:ea typeface="Arial Unicode MS" pitchFamily="34" charset="-120"/>
                  <a:cs typeface="Arial Unicode MS" pitchFamily="34" charset="-120"/>
                </a:rPr>
                <a:t>G</a:t>
              </a:r>
              <a:endParaRPr lang="en-US" altLang="zh-TW">
                <a:latin typeface="Arial" pitchFamily="34" charset="0"/>
              </a:endParaRPr>
            </a:p>
          </p:txBody>
        </p:sp>
        <p:sp>
          <p:nvSpPr>
            <p:cNvPr id="250942" name="Rectangle 62"/>
            <p:cNvSpPr>
              <a:spLocks noChangeArrowheads="1"/>
            </p:cNvSpPr>
            <p:nvPr/>
          </p:nvSpPr>
          <p:spPr bwMode="auto">
            <a:xfrm>
              <a:off x="670" y="2600"/>
              <a:ext cx="85" cy="18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zh-TW" sz="1900">
                  <a:solidFill>
                    <a:srgbClr val="000000"/>
                  </a:solidFill>
                  <a:latin typeface="Arial Unicode MS" pitchFamily="34" charset="-120"/>
                  <a:ea typeface="Arial Unicode MS" pitchFamily="34" charset="-120"/>
                  <a:cs typeface="Arial Unicode MS" pitchFamily="34" charset="-120"/>
                </a:rPr>
                <a:t>0</a:t>
              </a:r>
              <a:endParaRPr lang="en-US" altLang="zh-TW">
                <a:latin typeface="Arial" pitchFamily="34" charset="0"/>
              </a:endParaRPr>
            </a:p>
          </p:txBody>
        </p:sp>
        <p:sp>
          <p:nvSpPr>
            <p:cNvPr id="250943" name="Rectangle 63"/>
            <p:cNvSpPr>
              <a:spLocks noChangeArrowheads="1"/>
            </p:cNvSpPr>
            <p:nvPr/>
          </p:nvSpPr>
          <p:spPr bwMode="auto">
            <a:xfrm>
              <a:off x="914" y="2600"/>
              <a:ext cx="85" cy="18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zh-TW" sz="1900">
                  <a:solidFill>
                    <a:srgbClr val="000000"/>
                  </a:solidFill>
                  <a:latin typeface="Arial Unicode MS" pitchFamily="34" charset="-120"/>
                  <a:ea typeface="Arial Unicode MS" pitchFamily="34" charset="-120"/>
                  <a:cs typeface="Arial Unicode MS" pitchFamily="34" charset="-120"/>
                </a:rPr>
                <a:t>1</a:t>
              </a:r>
              <a:endParaRPr lang="en-US" altLang="zh-TW">
                <a:latin typeface="Arial" pitchFamily="34" charset="0"/>
              </a:endParaRPr>
            </a:p>
          </p:txBody>
        </p:sp>
        <p:sp>
          <p:nvSpPr>
            <p:cNvPr id="250944" name="Rectangle 64"/>
            <p:cNvSpPr>
              <a:spLocks noChangeArrowheads="1"/>
            </p:cNvSpPr>
            <p:nvPr/>
          </p:nvSpPr>
          <p:spPr bwMode="auto">
            <a:xfrm>
              <a:off x="1158" y="2600"/>
              <a:ext cx="85" cy="18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zh-TW" sz="1900">
                  <a:solidFill>
                    <a:srgbClr val="000000"/>
                  </a:solidFill>
                  <a:latin typeface="Arial Unicode MS" pitchFamily="34" charset="-120"/>
                  <a:ea typeface="Arial Unicode MS" pitchFamily="34" charset="-120"/>
                  <a:cs typeface="Arial Unicode MS" pitchFamily="34" charset="-120"/>
                </a:rPr>
                <a:t>2</a:t>
              </a:r>
              <a:endParaRPr lang="en-US" altLang="zh-TW">
                <a:latin typeface="Arial" pitchFamily="34" charset="0"/>
              </a:endParaRPr>
            </a:p>
          </p:txBody>
        </p:sp>
        <p:sp>
          <p:nvSpPr>
            <p:cNvPr id="250945" name="Rectangle 65"/>
            <p:cNvSpPr>
              <a:spLocks noChangeArrowheads="1"/>
            </p:cNvSpPr>
            <p:nvPr/>
          </p:nvSpPr>
          <p:spPr bwMode="auto">
            <a:xfrm>
              <a:off x="1402" y="2600"/>
              <a:ext cx="85" cy="18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zh-TW" sz="1900">
                  <a:solidFill>
                    <a:srgbClr val="000000"/>
                  </a:solidFill>
                  <a:latin typeface="Arial Unicode MS" pitchFamily="34" charset="-120"/>
                  <a:ea typeface="Arial Unicode MS" pitchFamily="34" charset="-120"/>
                  <a:cs typeface="Arial Unicode MS" pitchFamily="34" charset="-120"/>
                </a:rPr>
                <a:t>2</a:t>
              </a:r>
              <a:endParaRPr lang="en-US" altLang="zh-TW">
                <a:latin typeface="Arial" pitchFamily="34" charset="0"/>
              </a:endParaRPr>
            </a:p>
          </p:txBody>
        </p:sp>
        <p:sp>
          <p:nvSpPr>
            <p:cNvPr id="250946" name="Rectangle 66"/>
            <p:cNvSpPr>
              <a:spLocks noChangeArrowheads="1"/>
            </p:cNvSpPr>
            <p:nvPr/>
          </p:nvSpPr>
          <p:spPr bwMode="auto">
            <a:xfrm>
              <a:off x="1646" y="2600"/>
              <a:ext cx="85" cy="18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zh-TW" sz="1900">
                  <a:solidFill>
                    <a:srgbClr val="000000"/>
                  </a:solidFill>
                  <a:latin typeface="Arial Unicode MS" pitchFamily="34" charset="-120"/>
                  <a:ea typeface="Arial Unicode MS" pitchFamily="34" charset="-120"/>
                  <a:cs typeface="Arial Unicode MS" pitchFamily="34" charset="-120"/>
                </a:rPr>
                <a:t>2</a:t>
              </a:r>
              <a:endParaRPr lang="en-US" altLang="zh-TW">
                <a:latin typeface="Arial" pitchFamily="34" charset="0"/>
              </a:endParaRPr>
            </a:p>
          </p:txBody>
        </p:sp>
        <p:sp>
          <p:nvSpPr>
            <p:cNvPr id="250947" name="Rectangle 67"/>
            <p:cNvSpPr>
              <a:spLocks noChangeArrowheads="1"/>
            </p:cNvSpPr>
            <p:nvPr/>
          </p:nvSpPr>
          <p:spPr bwMode="auto">
            <a:xfrm>
              <a:off x="1900" y="2600"/>
              <a:ext cx="85" cy="18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zh-TW" sz="1900">
                  <a:solidFill>
                    <a:srgbClr val="000000"/>
                  </a:solidFill>
                  <a:latin typeface="Arial Unicode MS" pitchFamily="34" charset="-120"/>
                  <a:ea typeface="Arial Unicode MS" pitchFamily="34" charset="-120"/>
                  <a:cs typeface="Arial Unicode MS" pitchFamily="34" charset="-120"/>
                </a:rPr>
                <a:t>2</a:t>
              </a:r>
              <a:endParaRPr lang="en-US" altLang="zh-TW">
                <a:latin typeface="Arial" pitchFamily="34" charset="0"/>
              </a:endParaRPr>
            </a:p>
          </p:txBody>
        </p:sp>
        <p:sp>
          <p:nvSpPr>
            <p:cNvPr id="250948" name="Rectangle 68"/>
            <p:cNvSpPr>
              <a:spLocks noChangeArrowheads="1"/>
            </p:cNvSpPr>
            <p:nvPr/>
          </p:nvSpPr>
          <p:spPr bwMode="auto">
            <a:xfrm>
              <a:off x="2144" y="2600"/>
              <a:ext cx="85" cy="18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zh-TW" sz="1900">
                  <a:solidFill>
                    <a:srgbClr val="000000"/>
                  </a:solidFill>
                  <a:latin typeface="Arial Unicode MS" pitchFamily="34" charset="-120"/>
                  <a:ea typeface="Arial Unicode MS" pitchFamily="34" charset="-120"/>
                  <a:cs typeface="Arial Unicode MS" pitchFamily="34" charset="-120"/>
                </a:rPr>
                <a:t>2</a:t>
              </a:r>
              <a:endParaRPr lang="en-US" altLang="zh-TW">
                <a:latin typeface="Arial" pitchFamily="34" charset="0"/>
              </a:endParaRPr>
            </a:p>
          </p:txBody>
        </p:sp>
        <p:sp>
          <p:nvSpPr>
            <p:cNvPr id="250949" name="Rectangle 69"/>
            <p:cNvSpPr>
              <a:spLocks noChangeArrowheads="1"/>
            </p:cNvSpPr>
            <p:nvPr/>
          </p:nvSpPr>
          <p:spPr bwMode="auto">
            <a:xfrm>
              <a:off x="2388" y="2600"/>
              <a:ext cx="85" cy="18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zh-TW" sz="1900">
                  <a:solidFill>
                    <a:srgbClr val="000000"/>
                  </a:solidFill>
                  <a:latin typeface="Arial Unicode MS" pitchFamily="34" charset="-120"/>
                  <a:ea typeface="Arial Unicode MS" pitchFamily="34" charset="-120"/>
                  <a:cs typeface="Arial Unicode MS" pitchFamily="34" charset="-120"/>
                </a:rPr>
                <a:t>2</a:t>
              </a:r>
              <a:endParaRPr lang="en-US" altLang="zh-TW">
                <a:latin typeface="Arial" pitchFamily="34" charset="0"/>
              </a:endParaRPr>
            </a:p>
          </p:txBody>
        </p:sp>
        <p:sp>
          <p:nvSpPr>
            <p:cNvPr id="250950" name="Rectangle 70"/>
            <p:cNvSpPr>
              <a:spLocks noChangeArrowheads="1"/>
            </p:cNvSpPr>
            <p:nvPr/>
          </p:nvSpPr>
          <p:spPr bwMode="auto">
            <a:xfrm>
              <a:off x="2632" y="2600"/>
              <a:ext cx="85" cy="18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zh-TW" sz="1900">
                  <a:solidFill>
                    <a:srgbClr val="000000"/>
                  </a:solidFill>
                  <a:latin typeface="Arial Unicode MS" pitchFamily="34" charset="-120"/>
                  <a:ea typeface="Arial Unicode MS" pitchFamily="34" charset="-120"/>
                  <a:cs typeface="Arial Unicode MS" pitchFamily="34" charset="-120"/>
                </a:rPr>
                <a:t>2</a:t>
              </a:r>
              <a:endParaRPr lang="en-US" altLang="zh-TW">
                <a:latin typeface="Arial" pitchFamily="34" charset="0"/>
              </a:endParaRPr>
            </a:p>
          </p:txBody>
        </p:sp>
        <p:sp>
          <p:nvSpPr>
            <p:cNvPr id="250951" name="Rectangle 71"/>
            <p:cNvSpPr>
              <a:spLocks noChangeArrowheads="1"/>
            </p:cNvSpPr>
            <p:nvPr/>
          </p:nvSpPr>
          <p:spPr bwMode="auto">
            <a:xfrm>
              <a:off x="416" y="2792"/>
              <a:ext cx="93" cy="18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zh-TW" sz="1900">
                  <a:solidFill>
                    <a:srgbClr val="000000"/>
                  </a:solidFill>
                  <a:latin typeface="Arial Unicode MS" pitchFamily="34" charset="-120"/>
                  <a:ea typeface="Arial Unicode MS" pitchFamily="34" charset="-120"/>
                  <a:cs typeface="Arial Unicode MS" pitchFamily="34" charset="-120"/>
                </a:rPr>
                <a:t>T</a:t>
              </a:r>
              <a:endParaRPr lang="en-US" altLang="zh-TW">
                <a:latin typeface="Arial" pitchFamily="34" charset="0"/>
              </a:endParaRPr>
            </a:p>
          </p:txBody>
        </p:sp>
        <p:sp>
          <p:nvSpPr>
            <p:cNvPr id="250952" name="Rectangle 72"/>
            <p:cNvSpPr>
              <a:spLocks noChangeArrowheads="1"/>
            </p:cNvSpPr>
            <p:nvPr/>
          </p:nvSpPr>
          <p:spPr bwMode="auto">
            <a:xfrm>
              <a:off x="670" y="2792"/>
              <a:ext cx="85" cy="18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zh-TW" sz="1900">
                  <a:solidFill>
                    <a:srgbClr val="000000"/>
                  </a:solidFill>
                  <a:latin typeface="Arial Unicode MS" pitchFamily="34" charset="-120"/>
                  <a:ea typeface="Arial Unicode MS" pitchFamily="34" charset="-120"/>
                  <a:cs typeface="Arial Unicode MS" pitchFamily="34" charset="-120"/>
                </a:rPr>
                <a:t>0</a:t>
              </a:r>
              <a:endParaRPr lang="en-US" altLang="zh-TW">
                <a:latin typeface="Arial" pitchFamily="34" charset="0"/>
              </a:endParaRPr>
            </a:p>
          </p:txBody>
        </p:sp>
        <p:sp>
          <p:nvSpPr>
            <p:cNvPr id="250953" name="Rectangle 73"/>
            <p:cNvSpPr>
              <a:spLocks noChangeArrowheads="1"/>
            </p:cNvSpPr>
            <p:nvPr/>
          </p:nvSpPr>
          <p:spPr bwMode="auto">
            <a:xfrm>
              <a:off x="914" y="2792"/>
              <a:ext cx="85" cy="18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zh-TW" sz="1900">
                  <a:solidFill>
                    <a:srgbClr val="000000"/>
                  </a:solidFill>
                  <a:latin typeface="Arial Unicode MS" pitchFamily="34" charset="-120"/>
                  <a:ea typeface="Arial Unicode MS" pitchFamily="34" charset="-120"/>
                  <a:cs typeface="Arial Unicode MS" pitchFamily="34" charset="-120"/>
                </a:rPr>
                <a:t>1</a:t>
              </a:r>
              <a:endParaRPr lang="en-US" altLang="zh-TW">
                <a:latin typeface="Arial" pitchFamily="34" charset="0"/>
              </a:endParaRPr>
            </a:p>
          </p:txBody>
        </p:sp>
        <p:sp>
          <p:nvSpPr>
            <p:cNvPr id="250954" name="Rectangle 74"/>
            <p:cNvSpPr>
              <a:spLocks noChangeArrowheads="1"/>
            </p:cNvSpPr>
            <p:nvPr/>
          </p:nvSpPr>
          <p:spPr bwMode="auto">
            <a:xfrm>
              <a:off x="1158" y="2792"/>
              <a:ext cx="85" cy="18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zh-TW" sz="1900">
                  <a:solidFill>
                    <a:srgbClr val="000000"/>
                  </a:solidFill>
                  <a:latin typeface="Arial Unicode MS" pitchFamily="34" charset="-120"/>
                  <a:ea typeface="Arial Unicode MS" pitchFamily="34" charset="-120"/>
                  <a:cs typeface="Arial Unicode MS" pitchFamily="34" charset="-120"/>
                </a:rPr>
                <a:t>2</a:t>
              </a:r>
              <a:endParaRPr lang="en-US" altLang="zh-TW">
                <a:latin typeface="Arial" pitchFamily="34" charset="0"/>
              </a:endParaRPr>
            </a:p>
          </p:txBody>
        </p:sp>
        <p:sp>
          <p:nvSpPr>
            <p:cNvPr id="250955" name="Rectangle 75"/>
            <p:cNvSpPr>
              <a:spLocks noChangeArrowheads="1"/>
            </p:cNvSpPr>
            <p:nvPr/>
          </p:nvSpPr>
          <p:spPr bwMode="auto">
            <a:xfrm>
              <a:off x="1402" y="2792"/>
              <a:ext cx="85" cy="18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zh-TW" sz="1900">
                  <a:solidFill>
                    <a:srgbClr val="000000"/>
                  </a:solidFill>
                  <a:latin typeface="Arial Unicode MS" pitchFamily="34" charset="-120"/>
                  <a:ea typeface="Arial Unicode MS" pitchFamily="34" charset="-120"/>
                  <a:cs typeface="Arial Unicode MS" pitchFamily="34" charset="-120"/>
                </a:rPr>
                <a:t>2</a:t>
              </a:r>
              <a:endParaRPr lang="en-US" altLang="zh-TW">
                <a:latin typeface="Arial" pitchFamily="34" charset="0"/>
              </a:endParaRPr>
            </a:p>
          </p:txBody>
        </p:sp>
        <p:sp>
          <p:nvSpPr>
            <p:cNvPr id="250956" name="Rectangle 76"/>
            <p:cNvSpPr>
              <a:spLocks noChangeArrowheads="1"/>
            </p:cNvSpPr>
            <p:nvPr/>
          </p:nvSpPr>
          <p:spPr bwMode="auto">
            <a:xfrm>
              <a:off x="1646" y="2792"/>
              <a:ext cx="85" cy="18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zh-TW" sz="1900">
                  <a:solidFill>
                    <a:srgbClr val="000000"/>
                  </a:solidFill>
                  <a:latin typeface="Arial Unicode MS" pitchFamily="34" charset="-120"/>
                  <a:ea typeface="Arial Unicode MS" pitchFamily="34" charset="-120"/>
                  <a:cs typeface="Arial Unicode MS" pitchFamily="34" charset="-120"/>
                </a:rPr>
                <a:t>2</a:t>
              </a:r>
              <a:endParaRPr lang="en-US" altLang="zh-TW">
                <a:latin typeface="Arial" pitchFamily="34" charset="0"/>
              </a:endParaRPr>
            </a:p>
          </p:txBody>
        </p:sp>
        <p:sp>
          <p:nvSpPr>
            <p:cNvPr id="250957" name="Rectangle 77"/>
            <p:cNvSpPr>
              <a:spLocks noChangeArrowheads="1"/>
            </p:cNvSpPr>
            <p:nvPr/>
          </p:nvSpPr>
          <p:spPr bwMode="auto">
            <a:xfrm>
              <a:off x="1900" y="2792"/>
              <a:ext cx="85" cy="18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zh-TW" sz="1900">
                  <a:solidFill>
                    <a:srgbClr val="000000"/>
                  </a:solidFill>
                  <a:latin typeface="Arial Unicode MS" pitchFamily="34" charset="-120"/>
                  <a:ea typeface="Arial Unicode MS" pitchFamily="34" charset="-120"/>
                  <a:cs typeface="Arial Unicode MS" pitchFamily="34" charset="-120"/>
                </a:rPr>
                <a:t>3</a:t>
              </a:r>
              <a:endParaRPr lang="en-US" altLang="zh-TW">
                <a:latin typeface="Arial" pitchFamily="34" charset="0"/>
              </a:endParaRPr>
            </a:p>
          </p:txBody>
        </p:sp>
        <p:sp>
          <p:nvSpPr>
            <p:cNvPr id="250958" name="Rectangle 78"/>
            <p:cNvSpPr>
              <a:spLocks noChangeArrowheads="1"/>
            </p:cNvSpPr>
            <p:nvPr/>
          </p:nvSpPr>
          <p:spPr bwMode="auto">
            <a:xfrm>
              <a:off x="2144" y="2792"/>
              <a:ext cx="85" cy="18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zh-TW" sz="1900">
                  <a:solidFill>
                    <a:srgbClr val="000000"/>
                  </a:solidFill>
                  <a:latin typeface="Arial Unicode MS" pitchFamily="34" charset="-120"/>
                  <a:ea typeface="Arial Unicode MS" pitchFamily="34" charset="-120"/>
                  <a:cs typeface="Arial Unicode MS" pitchFamily="34" charset="-120"/>
                </a:rPr>
                <a:t>3</a:t>
              </a:r>
              <a:endParaRPr lang="en-US" altLang="zh-TW">
                <a:latin typeface="Arial" pitchFamily="34" charset="0"/>
              </a:endParaRPr>
            </a:p>
          </p:txBody>
        </p:sp>
        <p:sp>
          <p:nvSpPr>
            <p:cNvPr id="250959" name="Rectangle 79"/>
            <p:cNvSpPr>
              <a:spLocks noChangeArrowheads="1"/>
            </p:cNvSpPr>
            <p:nvPr/>
          </p:nvSpPr>
          <p:spPr bwMode="auto">
            <a:xfrm>
              <a:off x="2388" y="2792"/>
              <a:ext cx="85" cy="18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zh-TW" sz="1900">
                  <a:solidFill>
                    <a:srgbClr val="000000"/>
                  </a:solidFill>
                  <a:latin typeface="Arial Unicode MS" pitchFamily="34" charset="-120"/>
                  <a:ea typeface="Arial Unicode MS" pitchFamily="34" charset="-120"/>
                  <a:cs typeface="Arial Unicode MS" pitchFamily="34" charset="-120"/>
                </a:rPr>
                <a:t>3</a:t>
              </a:r>
              <a:endParaRPr lang="en-US" altLang="zh-TW">
                <a:latin typeface="Arial" pitchFamily="34" charset="0"/>
              </a:endParaRPr>
            </a:p>
          </p:txBody>
        </p:sp>
        <p:sp>
          <p:nvSpPr>
            <p:cNvPr id="250960" name="Rectangle 80"/>
            <p:cNvSpPr>
              <a:spLocks noChangeArrowheads="1"/>
            </p:cNvSpPr>
            <p:nvPr/>
          </p:nvSpPr>
          <p:spPr bwMode="auto">
            <a:xfrm>
              <a:off x="2632" y="2792"/>
              <a:ext cx="85" cy="18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zh-TW" sz="1900">
                  <a:solidFill>
                    <a:srgbClr val="000000"/>
                  </a:solidFill>
                  <a:latin typeface="Arial Unicode MS" pitchFamily="34" charset="-120"/>
                  <a:ea typeface="Arial Unicode MS" pitchFamily="34" charset="-120"/>
                  <a:cs typeface="Arial Unicode MS" pitchFamily="34" charset="-120"/>
                </a:rPr>
                <a:t>3</a:t>
              </a:r>
              <a:endParaRPr lang="en-US" altLang="zh-TW">
                <a:latin typeface="Arial" pitchFamily="34" charset="0"/>
              </a:endParaRPr>
            </a:p>
          </p:txBody>
        </p:sp>
        <p:sp>
          <p:nvSpPr>
            <p:cNvPr id="250961" name="Rectangle 81"/>
            <p:cNvSpPr>
              <a:spLocks noChangeArrowheads="1"/>
            </p:cNvSpPr>
            <p:nvPr/>
          </p:nvSpPr>
          <p:spPr bwMode="auto">
            <a:xfrm>
              <a:off x="416" y="2994"/>
              <a:ext cx="110" cy="18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zh-TW" sz="1900">
                  <a:solidFill>
                    <a:srgbClr val="000000"/>
                  </a:solidFill>
                  <a:latin typeface="Arial Unicode MS" pitchFamily="34" charset="-120"/>
                  <a:ea typeface="Arial Unicode MS" pitchFamily="34" charset="-120"/>
                  <a:cs typeface="Arial Unicode MS" pitchFamily="34" charset="-120"/>
                </a:rPr>
                <a:t>C</a:t>
              </a:r>
              <a:endParaRPr lang="en-US" altLang="zh-TW">
                <a:latin typeface="Arial" pitchFamily="34" charset="0"/>
              </a:endParaRPr>
            </a:p>
          </p:txBody>
        </p:sp>
        <p:sp>
          <p:nvSpPr>
            <p:cNvPr id="250962" name="Rectangle 82"/>
            <p:cNvSpPr>
              <a:spLocks noChangeArrowheads="1"/>
            </p:cNvSpPr>
            <p:nvPr/>
          </p:nvSpPr>
          <p:spPr bwMode="auto">
            <a:xfrm>
              <a:off x="670" y="2994"/>
              <a:ext cx="85" cy="18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zh-TW" sz="1900">
                  <a:solidFill>
                    <a:srgbClr val="000000"/>
                  </a:solidFill>
                  <a:latin typeface="Arial Unicode MS" pitchFamily="34" charset="-120"/>
                  <a:ea typeface="Arial Unicode MS" pitchFamily="34" charset="-120"/>
                  <a:cs typeface="Arial Unicode MS" pitchFamily="34" charset="-120"/>
                </a:rPr>
                <a:t>0</a:t>
              </a:r>
              <a:endParaRPr lang="en-US" altLang="zh-TW">
                <a:latin typeface="Arial" pitchFamily="34" charset="0"/>
              </a:endParaRPr>
            </a:p>
          </p:txBody>
        </p:sp>
        <p:sp>
          <p:nvSpPr>
            <p:cNvPr id="250963" name="Rectangle 83"/>
            <p:cNvSpPr>
              <a:spLocks noChangeArrowheads="1"/>
            </p:cNvSpPr>
            <p:nvPr/>
          </p:nvSpPr>
          <p:spPr bwMode="auto">
            <a:xfrm>
              <a:off x="914" y="2994"/>
              <a:ext cx="85" cy="18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zh-TW" sz="1900">
                  <a:solidFill>
                    <a:srgbClr val="000000"/>
                  </a:solidFill>
                  <a:latin typeface="Arial Unicode MS" pitchFamily="34" charset="-120"/>
                  <a:ea typeface="Arial Unicode MS" pitchFamily="34" charset="-120"/>
                  <a:cs typeface="Arial Unicode MS" pitchFamily="34" charset="-120"/>
                </a:rPr>
                <a:t>1</a:t>
              </a:r>
              <a:endParaRPr lang="en-US" altLang="zh-TW">
                <a:latin typeface="Arial" pitchFamily="34" charset="0"/>
              </a:endParaRPr>
            </a:p>
          </p:txBody>
        </p:sp>
        <p:sp>
          <p:nvSpPr>
            <p:cNvPr id="250964" name="Rectangle 84"/>
            <p:cNvSpPr>
              <a:spLocks noChangeArrowheads="1"/>
            </p:cNvSpPr>
            <p:nvPr/>
          </p:nvSpPr>
          <p:spPr bwMode="auto">
            <a:xfrm>
              <a:off x="1158" y="2994"/>
              <a:ext cx="85" cy="18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zh-TW" sz="1900">
                  <a:solidFill>
                    <a:srgbClr val="000000"/>
                  </a:solidFill>
                  <a:latin typeface="Arial Unicode MS" pitchFamily="34" charset="-120"/>
                  <a:ea typeface="Arial Unicode MS" pitchFamily="34" charset="-120"/>
                  <a:cs typeface="Arial Unicode MS" pitchFamily="34" charset="-120"/>
                </a:rPr>
                <a:t>2</a:t>
              </a:r>
              <a:endParaRPr lang="en-US" altLang="zh-TW">
                <a:latin typeface="Arial" pitchFamily="34" charset="0"/>
              </a:endParaRPr>
            </a:p>
          </p:txBody>
        </p:sp>
        <p:sp>
          <p:nvSpPr>
            <p:cNvPr id="250965" name="Rectangle 85"/>
            <p:cNvSpPr>
              <a:spLocks noChangeArrowheads="1"/>
            </p:cNvSpPr>
            <p:nvPr/>
          </p:nvSpPr>
          <p:spPr bwMode="auto">
            <a:xfrm>
              <a:off x="1402" y="2994"/>
              <a:ext cx="85" cy="18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zh-TW" sz="1900">
                  <a:solidFill>
                    <a:srgbClr val="000000"/>
                  </a:solidFill>
                  <a:latin typeface="Arial Unicode MS" pitchFamily="34" charset="-120"/>
                  <a:ea typeface="Arial Unicode MS" pitchFamily="34" charset="-120"/>
                  <a:cs typeface="Arial Unicode MS" pitchFamily="34" charset="-120"/>
                </a:rPr>
                <a:t>2</a:t>
              </a:r>
              <a:endParaRPr lang="en-US" altLang="zh-TW">
                <a:latin typeface="Arial" pitchFamily="34" charset="0"/>
              </a:endParaRPr>
            </a:p>
          </p:txBody>
        </p:sp>
        <p:sp>
          <p:nvSpPr>
            <p:cNvPr id="250966" name="Rectangle 86"/>
            <p:cNvSpPr>
              <a:spLocks noChangeArrowheads="1"/>
            </p:cNvSpPr>
            <p:nvPr/>
          </p:nvSpPr>
          <p:spPr bwMode="auto">
            <a:xfrm>
              <a:off x="1646" y="2994"/>
              <a:ext cx="85" cy="18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zh-TW" sz="1900">
                  <a:solidFill>
                    <a:srgbClr val="000000"/>
                  </a:solidFill>
                  <a:latin typeface="Arial Unicode MS" pitchFamily="34" charset="-120"/>
                  <a:ea typeface="Arial Unicode MS" pitchFamily="34" charset="-120"/>
                  <a:cs typeface="Arial Unicode MS" pitchFamily="34" charset="-120"/>
                </a:rPr>
                <a:t>3</a:t>
              </a:r>
              <a:endParaRPr lang="en-US" altLang="zh-TW">
                <a:latin typeface="Arial" pitchFamily="34" charset="0"/>
              </a:endParaRPr>
            </a:p>
          </p:txBody>
        </p:sp>
        <p:sp>
          <p:nvSpPr>
            <p:cNvPr id="250967" name="Rectangle 87"/>
            <p:cNvSpPr>
              <a:spLocks noChangeArrowheads="1"/>
            </p:cNvSpPr>
            <p:nvPr/>
          </p:nvSpPr>
          <p:spPr bwMode="auto">
            <a:xfrm>
              <a:off x="1900" y="2994"/>
              <a:ext cx="85" cy="18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zh-TW" sz="1900">
                  <a:solidFill>
                    <a:srgbClr val="000000"/>
                  </a:solidFill>
                  <a:latin typeface="Arial Unicode MS" pitchFamily="34" charset="-120"/>
                  <a:ea typeface="Arial Unicode MS" pitchFamily="34" charset="-120"/>
                  <a:cs typeface="Arial Unicode MS" pitchFamily="34" charset="-120"/>
                </a:rPr>
                <a:t>3</a:t>
              </a:r>
              <a:endParaRPr lang="en-US" altLang="zh-TW">
                <a:latin typeface="Arial" pitchFamily="34" charset="0"/>
              </a:endParaRPr>
            </a:p>
          </p:txBody>
        </p:sp>
        <p:sp>
          <p:nvSpPr>
            <p:cNvPr id="250968" name="Rectangle 88"/>
            <p:cNvSpPr>
              <a:spLocks noChangeArrowheads="1"/>
            </p:cNvSpPr>
            <p:nvPr/>
          </p:nvSpPr>
          <p:spPr bwMode="auto">
            <a:xfrm>
              <a:off x="2144" y="2994"/>
              <a:ext cx="85" cy="18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zh-TW" sz="1900">
                  <a:solidFill>
                    <a:srgbClr val="000000"/>
                  </a:solidFill>
                  <a:latin typeface="Arial Unicode MS" pitchFamily="34" charset="-120"/>
                  <a:ea typeface="Arial Unicode MS" pitchFamily="34" charset="-120"/>
                  <a:cs typeface="Arial Unicode MS" pitchFamily="34" charset="-120"/>
                </a:rPr>
                <a:t>3</a:t>
              </a:r>
              <a:endParaRPr lang="en-US" altLang="zh-TW">
                <a:latin typeface="Arial" pitchFamily="34" charset="0"/>
              </a:endParaRPr>
            </a:p>
          </p:txBody>
        </p:sp>
        <p:sp>
          <p:nvSpPr>
            <p:cNvPr id="250969" name="Rectangle 89"/>
            <p:cNvSpPr>
              <a:spLocks noChangeArrowheads="1"/>
            </p:cNvSpPr>
            <p:nvPr/>
          </p:nvSpPr>
          <p:spPr bwMode="auto">
            <a:xfrm>
              <a:off x="2388" y="2994"/>
              <a:ext cx="85" cy="18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zh-TW" sz="1900">
                  <a:solidFill>
                    <a:srgbClr val="000000"/>
                  </a:solidFill>
                  <a:latin typeface="Arial Unicode MS" pitchFamily="34" charset="-120"/>
                  <a:ea typeface="Arial Unicode MS" pitchFamily="34" charset="-120"/>
                  <a:cs typeface="Arial Unicode MS" pitchFamily="34" charset="-120"/>
                </a:rPr>
                <a:t>3</a:t>
              </a:r>
              <a:endParaRPr lang="en-US" altLang="zh-TW">
                <a:latin typeface="Arial" pitchFamily="34" charset="0"/>
              </a:endParaRPr>
            </a:p>
          </p:txBody>
        </p:sp>
        <p:sp>
          <p:nvSpPr>
            <p:cNvPr id="250970" name="Rectangle 90"/>
            <p:cNvSpPr>
              <a:spLocks noChangeArrowheads="1"/>
            </p:cNvSpPr>
            <p:nvPr/>
          </p:nvSpPr>
          <p:spPr bwMode="auto">
            <a:xfrm>
              <a:off x="2632" y="2994"/>
              <a:ext cx="85" cy="18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zh-TW" sz="1900">
                  <a:solidFill>
                    <a:srgbClr val="000000"/>
                  </a:solidFill>
                  <a:latin typeface="Arial Unicode MS" pitchFamily="34" charset="-120"/>
                  <a:ea typeface="Arial Unicode MS" pitchFamily="34" charset="-120"/>
                  <a:cs typeface="Arial Unicode MS" pitchFamily="34" charset="-120"/>
                </a:rPr>
                <a:t>4</a:t>
              </a:r>
              <a:endParaRPr lang="en-US" altLang="zh-TW">
                <a:latin typeface="Arial" pitchFamily="34" charset="0"/>
              </a:endParaRPr>
            </a:p>
          </p:txBody>
        </p:sp>
        <p:sp>
          <p:nvSpPr>
            <p:cNvPr id="250971" name="Rectangle 91"/>
            <p:cNvSpPr>
              <a:spLocks noChangeArrowheads="1"/>
            </p:cNvSpPr>
            <p:nvPr/>
          </p:nvSpPr>
          <p:spPr bwMode="auto">
            <a:xfrm>
              <a:off x="416" y="3186"/>
              <a:ext cx="101" cy="18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zh-TW" sz="1900">
                  <a:solidFill>
                    <a:srgbClr val="000000"/>
                  </a:solidFill>
                  <a:latin typeface="Arial Unicode MS" pitchFamily="34" charset="-120"/>
                  <a:ea typeface="Arial Unicode MS" pitchFamily="34" charset="-120"/>
                  <a:cs typeface="Arial Unicode MS" pitchFamily="34" charset="-120"/>
                </a:rPr>
                <a:t>A</a:t>
              </a:r>
              <a:endParaRPr lang="en-US" altLang="zh-TW">
                <a:latin typeface="Arial" pitchFamily="34" charset="0"/>
              </a:endParaRPr>
            </a:p>
          </p:txBody>
        </p:sp>
        <p:sp>
          <p:nvSpPr>
            <p:cNvPr id="250972" name="Rectangle 92"/>
            <p:cNvSpPr>
              <a:spLocks noChangeArrowheads="1"/>
            </p:cNvSpPr>
            <p:nvPr/>
          </p:nvSpPr>
          <p:spPr bwMode="auto">
            <a:xfrm>
              <a:off x="670" y="3186"/>
              <a:ext cx="85" cy="18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zh-TW" sz="1900">
                  <a:solidFill>
                    <a:srgbClr val="000000"/>
                  </a:solidFill>
                  <a:latin typeface="Arial Unicode MS" pitchFamily="34" charset="-120"/>
                  <a:ea typeface="Arial Unicode MS" pitchFamily="34" charset="-120"/>
                  <a:cs typeface="Arial Unicode MS" pitchFamily="34" charset="-120"/>
                </a:rPr>
                <a:t>0</a:t>
              </a:r>
              <a:endParaRPr lang="en-US" altLang="zh-TW">
                <a:latin typeface="Arial" pitchFamily="34" charset="0"/>
              </a:endParaRPr>
            </a:p>
          </p:txBody>
        </p:sp>
        <p:sp>
          <p:nvSpPr>
            <p:cNvPr id="250973" name="Rectangle 93"/>
            <p:cNvSpPr>
              <a:spLocks noChangeArrowheads="1"/>
            </p:cNvSpPr>
            <p:nvPr/>
          </p:nvSpPr>
          <p:spPr bwMode="auto">
            <a:xfrm>
              <a:off x="914" y="3186"/>
              <a:ext cx="85" cy="18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zh-TW" sz="1900">
                  <a:solidFill>
                    <a:srgbClr val="000000"/>
                  </a:solidFill>
                  <a:latin typeface="Arial Unicode MS" pitchFamily="34" charset="-120"/>
                  <a:ea typeface="Arial Unicode MS" pitchFamily="34" charset="-120"/>
                  <a:cs typeface="Arial Unicode MS" pitchFamily="34" charset="-120"/>
                </a:rPr>
                <a:t>1</a:t>
              </a:r>
              <a:endParaRPr lang="en-US" altLang="zh-TW">
                <a:latin typeface="Arial" pitchFamily="34" charset="0"/>
              </a:endParaRPr>
            </a:p>
          </p:txBody>
        </p:sp>
        <p:sp>
          <p:nvSpPr>
            <p:cNvPr id="250974" name="Rectangle 94"/>
            <p:cNvSpPr>
              <a:spLocks noChangeArrowheads="1"/>
            </p:cNvSpPr>
            <p:nvPr/>
          </p:nvSpPr>
          <p:spPr bwMode="auto">
            <a:xfrm>
              <a:off x="1158" y="3186"/>
              <a:ext cx="85" cy="18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zh-TW" sz="1900">
                  <a:solidFill>
                    <a:srgbClr val="000000"/>
                  </a:solidFill>
                  <a:latin typeface="Arial Unicode MS" pitchFamily="34" charset="-120"/>
                  <a:ea typeface="Arial Unicode MS" pitchFamily="34" charset="-120"/>
                  <a:cs typeface="Arial Unicode MS" pitchFamily="34" charset="-120"/>
                </a:rPr>
                <a:t>2</a:t>
              </a:r>
              <a:endParaRPr lang="en-US" altLang="zh-TW">
                <a:latin typeface="Arial" pitchFamily="34" charset="0"/>
              </a:endParaRPr>
            </a:p>
          </p:txBody>
        </p:sp>
        <p:sp>
          <p:nvSpPr>
            <p:cNvPr id="250975" name="Rectangle 95"/>
            <p:cNvSpPr>
              <a:spLocks noChangeArrowheads="1"/>
            </p:cNvSpPr>
            <p:nvPr/>
          </p:nvSpPr>
          <p:spPr bwMode="auto">
            <a:xfrm>
              <a:off x="1402" y="3186"/>
              <a:ext cx="85" cy="18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zh-TW" sz="1900">
                  <a:solidFill>
                    <a:srgbClr val="000000"/>
                  </a:solidFill>
                  <a:latin typeface="Arial Unicode MS" pitchFamily="34" charset="-120"/>
                  <a:ea typeface="Arial Unicode MS" pitchFamily="34" charset="-120"/>
                  <a:cs typeface="Arial Unicode MS" pitchFamily="34" charset="-120"/>
                </a:rPr>
                <a:t>3</a:t>
              </a:r>
              <a:endParaRPr lang="en-US" altLang="zh-TW">
                <a:latin typeface="Arial" pitchFamily="34" charset="0"/>
              </a:endParaRPr>
            </a:p>
          </p:txBody>
        </p:sp>
        <p:sp>
          <p:nvSpPr>
            <p:cNvPr id="250976" name="Rectangle 96"/>
            <p:cNvSpPr>
              <a:spLocks noChangeArrowheads="1"/>
            </p:cNvSpPr>
            <p:nvPr/>
          </p:nvSpPr>
          <p:spPr bwMode="auto">
            <a:xfrm>
              <a:off x="1646" y="3186"/>
              <a:ext cx="85" cy="18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zh-TW" sz="1900">
                  <a:solidFill>
                    <a:srgbClr val="000000"/>
                  </a:solidFill>
                  <a:latin typeface="Arial Unicode MS" pitchFamily="34" charset="-120"/>
                  <a:ea typeface="Arial Unicode MS" pitchFamily="34" charset="-120"/>
                  <a:cs typeface="Arial Unicode MS" pitchFamily="34" charset="-120"/>
                </a:rPr>
                <a:t>3</a:t>
              </a:r>
              <a:endParaRPr lang="en-US" altLang="zh-TW">
                <a:latin typeface="Arial" pitchFamily="34" charset="0"/>
              </a:endParaRPr>
            </a:p>
          </p:txBody>
        </p:sp>
        <p:sp>
          <p:nvSpPr>
            <p:cNvPr id="250977" name="Rectangle 97"/>
            <p:cNvSpPr>
              <a:spLocks noChangeArrowheads="1"/>
            </p:cNvSpPr>
            <p:nvPr/>
          </p:nvSpPr>
          <p:spPr bwMode="auto">
            <a:xfrm>
              <a:off x="1900" y="3186"/>
              <a:ext cx="85" cy="18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zh-TW" sz="1900">
                  <a:solidFill>
                    <a:srgbClr val="000000"/>
                  </a:solidFill>
                  <a:latin typeface="Arial Unicode MS" pitchFamily="34" charset="-120"/>
                  <a:ea typeface="Arial Unicode MS" pitchFamily="34" charset="-120"/>
                  <a:cs typeface="Arial Unicode MS" pitchFamily="34" charset="-120"/>
                </a:rPr>
                <a:t>3</a:t>
              </a:r>
              <a:endParaRPr lang="en-US" altLang="zh-TW">
                <a:latin typeface="Arial" pitchFamily="34" charset="0"/>
              </a:endParaRPr>
            </a:p>
          </p:txBody>
        </p:sp>
        <p:sp>
          <p:nvSpPr>
            <p:cNvPr id="250978" name="Rectangle 98"/>
            <p:cNvSpPr>
              <a:spLocks noChangeArrowheads="1"/>
            </p:cNvSpPr>
            <p:nvPr/>
          </p:nvSpPr>
          <p:spPr bwMode="auto">
            <a:xfrm>
              <a:off x="2144" y="3186"/>
              <a:ext cx="85" cy="18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zh-TW" sz="1900">
                  <a:solidFill>
                    <a:srgbClr val="000000"/>
                  </a:solidFill>
                  <a:latin typeface="Arial Unicode MS" pitchFamily="34" charset="-120"/>
                  <a:ea typeface="Arial Unicode MS" pitchFamily="34" charset="-120"/>
                  <a:cs typeface="Arial Unicode MS" pitchFamily="34" charset="-120"/>
                </a:rPr>
                <a:t>3</a:t>
              </a:r>
              <a:endParaRPr lang="en-US" altLang="zh-TW">
                <a:latin typeface="Arial" pitchFamily="34" charset="0"/>
              </a:endParaRPr>
            </a:p>
          </p:txBody>
        </p:sp>
        <p:sp>
          <p:nvSpPr>
            <p:cNvPr id="250979" name="Rectangle 99"/>
            <p:cNvSpPr>
              <a:spLocks noChangeArrowheads="1"/>
            </p:cNvSpPr>
            <p:nvPr/>
          </p:nvSpPr>
          <p:spPr bwMode="auto">
            <a:xfrm>
              <a:off x="2388" y="3186"/>
              <a:ext cx="85" cy="18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zh-TW" sz="1900">
                  <a:solidFill>
                    <a:srgbClr val="000000"/>
                  </a:solidFill>
                  <a:latin typeface="Arial Unicode MS" pitchFamily="34" charset="-120"/>
                  <a:ea typeface="Arial Unicode MS" pitchFamily="34" charset="-120"/>
                  <a:cs typeface="Arial Unicode MS" pitchFamily="34" charset="-120"/>
                </a:rPr>
                <a:t>3</a:t>
              </a:r>
              <a:endParaRPr lang="en-US" altLang="zh-TW">
                <a:latin typeface="Arial" pitchFamily="34" charset="0"/>
              </a:endParaRPr>
            </a:p>
          </p:txBody>
        </p:sp>
        <p:sp>
          <p:nvSpPr>
            <p:cNvPr id="250980" name="Rectangle 100"/>
            <p:cNvSpPr>
              <a:spLocks noChangeArrowheads="1"/>
            </p:cNvSpPr>
            <p:nvPr/>
          </p:nvSpPr>
          <p:spPr bwMode="auto">
            <a:xfrm>
              <a:off x="2632" y="3186"/>
              <a:ext cx="85" cy="18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zh-TW" sz="1900">
                  <a:solidFill>
                    <a:srgbClr val="000000"/>
                  </a:solidFill>
                  <a:latin typeface="Arial Unicode MS" pitchFamily="34" charset="-120"/>
                  <a:ea typeface="Arial Unicode MS" pitchFamily="34" charset="-120"/>
                  <a:cs typeface="Arial Unicode MS" pitchFamily="34" charset="-120"/>
                </a:rPr>
                <a:t>4</a:t>
              </a:r>
              <a:endParaRPr lang="en-US" altLang="zh-TW">
                <a:latin typeface="Arial" pitchFamily="34" charset="0"/>
              </a:endParaRPr>
            </a:p>
          </p:txBody>
        </p:sp>
        <p:sp>
          <p:nvSpPr>
            <p:cNvPr id="250981" name="Rectangle 101"/>
            <p:cNvSpPr>
              <a:spLocks noChangeArrowheads="1"/>
            </p:cNvSpPr>
            <p:nvPr/>
          </p:nvSpPr>
          <p:spPr bwMode="auto">
            <a:xfrm>
              <a:off x="416" y="3378"/>
              <a:ext cx="110" cy="18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zh-TW" sz="1900">
                  <a:solidFill>
                    <a:srgbClr val="000000"/>
                  </a:solidFill>
                  <a:latin typeface="Arial Unicode MS" pitchFamily="34" charset="-120"/>
                  <a:ea typeface="Arial Unicode MS" pitchFamily="34" charset="-120"/>
                  <a:cs typeface="Arial Unicode MS" pitchFamily="34" charset="-120"/>
                </a:rPr>
                <a:t>C</a:t>
              </a:r>
              <a:endParaRPr lang="en-US" altLang="zh-TW">
                <a:latin typeface="Arial" pitchFamily="34" charset="0"/>
              </a:endParaRPr>
            </a:p>
          </p:txBody>
        </p:sp>
        <p:sp>
          <p:nvSpPr>
            <p:cNvPr id="250982" name="Rectangle 102"/>
            <p:cNvSpPr>
              <a:spLocks noChangeArrowheads="1"/>
            </p:cNvSpPr>
            <p:nvPr/>
          </p:nvSpPr>
          <p:spPr bwMode="auto">
            <a:xfrm>
              <a:off x="670" y="3378"/>
              <a:ext cx="85" cy="18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zh-TW" sz="1900">
                  <a:solidFill>
                    <a:srgbClr val="000000"/>
                  </a:solidFill>
                  <a:latin typeface="Arial Unicode MS" pitchFamily="34" charset="-120"/>
                  <a:ea typeface="Arial Unicode MS" pitchFamily="34" charset="-120"/>
                  <a:cs typeface="Arial Unicode MS" pitchFamily="34" charset="-120"/>
                </a:rPr>
                <a:t>0</a:t>
              </a:r>
              <a:endParaRPr lang="en-US" altLang="zh-TW">
                <a:latin typeface="Arial" pitchFamily="34" charset="0"/>
              </a:endParaRPr>
            </a:p>
          </p:txBody>
        </p:sp>
        <p:sp>
          <p:nvSpPr>
            <p:cNvPr id="250983" name="Rectangle 103"/>
            <p:cNvSpPr>
              <a:spLocks noChangeArrowheads="1"/>
            </p:cNvSpPr>
            <p:nvPr/>
          </p:nvSpPr>
          <p:spPr bwMode="auto">
            <a:xfrm>
              <a:off x="914" y="3378"/>
              <a:ext cx="85" cy="18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zh-TW" sz="1900">
                  <a:solidFill>
                    <a:srgbClr val="000000"/>
                  </a:solidFill>
                  <a:latin typeface="Arial Unicode MS" pitchFamily="34" charset="-120"/>
                  <a:ea typeface="Arial Unicode MS" pitchFamily="34" charset="-120"/>
                  <a:cs typeface="Arial Unicode MS" pitchFamily="34" charset="-120"/>
                </a:rPr>
                <a:t>1</a:t>
              </a:r>
              <a:endParaRPr lang="en-US" altLang="zh-TW">
                <a:latin typeface="Arial" pitchFamily="34" charset="0"/>
              </a:endParaRPr>
            </a:p>
          </p:txBody>
        </p:sp>
        <p:sp>
          <p:nvSpPr>
            <p:cNvPr id="250984" name="Rectangle 104"/>
            <p:cNvSpPr>
              <a:spLocks noChangeArrowheads="1"/>
            </p:cNvSpPr>
            <p:nvPr/>
          </p:nvSpPr>
          <p:spPr bwMode="auto">
            <a:xfrm>
              <a:off x="1158" y="3378"/>
              <a:ext cx="85" cy="18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zh-TW" sz="1900">
                  <a:solidFill>
                    <a:srgbClr val="000000"/>
                  </a:solidFill>
                  <a:latin typeface="Arial Unicode MS" pitchFamily="34" charset="-120"/>
                  <a:ea typeface="Arial Unicode MS" pitchFamily="34" charset="-120"/>
                  <a:cs typeface="Arial Unicode MS" pitchFamily="34" charset="-120"/>
                </a:rPr>
                <a:t>2</a:t>
              </a:r>
              <a:endParaRPr lang="en-US" altLang="zh-TW">
                <a:latin typeface="Arial" pitchFamily="34" charset="0"/>
              </a:endParaRPr>
            </a:p>
          </p:txBody>
        </p:sp>
        <p:sp>
          <p:nvSpPr>
            <p:cNvPr id="250985" name="Rectangle 105"/>
            <p:cNvSpPr>
              <a:spLocks noChangeArrowheads="1"/>
            </p:cNvSpPr>
            <p:nvPr/>
          </p:nvSpPr>
          <p:spPr bwMode="auto">
            <a:xfrm>
              <a:off x="1402" y="3378"/>
              <a:ext cx="85" cy="18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zh-TW" sz="1900">
                  <a:solidFill>
                    <a:srgbClr val="000000"/>
                  </a:solidFill>
                  <a:latin typeface="Arial Unicode MS" pitchFamily="34" charset="-120"/>
                  <a:ea typeface="Arial Unicode MS" pitchFamily="34" charset="-120"/>
                  <a:cs typeface="Arial Unicode MS" pitchFamily="34" charset="-120"/>
                </a:rPr>
                <a:t>3</a:t>
              </a:r>
              <a:endParaRPr lang="en-US" altLang="zh-TW">
                <a:latin typeface="Arial" pitchFamily="34" charset="0"/>
              </a:endParaRPr>
            </a:p>
          </p:txBody>
        </p:sp>
        <p:sp>
          <p:nvSpPr>
            <p:cNvPr id="250986" name="Rectangle 106"/>
            <p:cNvSpPr>
              <a:spLocks noChangeArrowheads="1"/>
            </p:cNvSpPr>
            <p:nvPr/>
          </p:nvSpPr>
          <p:spPr bwMode="auto">
            <a:xfrm>
              <a:off x="1646" y="3378"/>
              <a:ext cx="85" cy="18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zh-TW" sz="1900">
                  <a:solidFill>
                    <a:srgbClr val="000000"/>
                  </a:solidFill>
                  <a:latin typeface="Arial Unicode MS" pitchFamily="34" charset="-120"/>
                  <a:ea typeface="Arial Unicode MS" pitchFamily="34" charset="-120"/>
                  <a:cs typeface="Arial Unicode MS" pitchFamily="34" charset="-120"/>
                </a:rPr>
                <a:t>4</a:t>
              </a:r>
              <a:endParaRPr lang="en-US" altLang="zh-TW">
                <a:latin typeface="Arial" pitchFamily="34" charset="0"/>
              </a:endParaRPr>
            </a:p>
          </p:txBody>
        </p:sp>
        <p:sp>
          <p:nvSpPr>
            <p:cNvPr id="250987" name="Rectangle 107"/>
            <p:cNvSpPr>
              <a:spLocks noChangeArrowheads="1"/>
            </p:cNvSpPr>
            <p:nvPr/>
          </p:nvSpPr>
          <p:spPr bwMode="auto">
            <a:xfrm>
              <a:off x="1900" y="3378"/>
              <a:ext cx="85" cy="18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zh-TW" sz="1900">
                  <a:solidFill>
                    <a:srgbClr val="000000"/>
                  </a:solidFill>
                  <a:latin typeface="Arial Unicode MS" pitchFamily="34" charset="-120"/>
                  <a:ea typeface="Arial Unicode MS" pitchFamily="34" charset="-120"/>
                  <a:cs typeface="Arial Unicode MS" pitchFamily="34" charset="-120"/>
                </a:rPr>
                <a:t>4</a:t>
              </a:r>
              <a:endParaRPr lang="en-US" altLang="zh-TW">
                <a:latin typeface="Arial" pitchFamily="34" charset="0"/>
              </a:endParaRPr>
            </a:p>
          </p:txBody>
        </p:sp>
        <p:sp>
          <p:nvSpPr>
            <p:cNvPr id="250988" name="Rectangle 108"/>
            <p:cNvSpPr>
              <a:spLocks noChangeArrowheads="1"/>
            </p:cNvSpPr>
            <p:nvPr/>
          </p:nvSpPr>
          <p:spPr bwMode="auto">
            <a:xfrm>
              <a:off x="2144" y="3378"/>
              <a:ext cx="85" cy="18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zh-TW" sz="1900">
                  <a:solidFill>
                    <a:srgbClr val="000000"/>
                  </a:solidFill>
                  <a:latin typeface="Arial Unicode MS" pitchFamily="34" charset="-120"/>
                  <a:ea typeface="Arial Unicode MS" pitchFamily="34" charset="-120"/>
                  <a:cs typeface="Arial Unicode MS" pitchFamily="34" charset="-120"/>
                </a:rPr>
                <a:t>4</a:t>
              </a:r>
              <a:endParaRPr lang="en-US" altLang="zh-TW">
                <a:latin typeface="Arial" pitchFamily="34" charset="0"/>
              </a:endParaRPr>
            </a:p>
          </p:txBody>
        </p:sp>
        <p:sp>
          <p:nvSpPr>
            <p:cNvPr id="250989" name="Rectangle 109"/>
            <p:cNvSpPr>
              <a:spLocks noChangeArrowheads="1"/>
            </p:cNvSpPr>
            <p:nvPr/>
          </p:nvSpPr>
          <p:spPr bwMode="auto">
            <a:xfrm>
              <a:off x="2388" y="3378"/>
              <a:ext cx="85" cy="18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zh-TW" sz="1900">
                  <a:solidFill>
                    <a:srgbClr val="000000"/>
                  </a:solidFill>
                  <a:latin typeface="Arial Unicode MS" pitchFamily="34" charset="-120"/>
                  <a:ea typeface="Arial Unicode MS" pitchFamily="34" charset="-120"/>
                  <a:cs typeface="Arial Unicode MS" pitchFamily="34" charset="-120"/>
                </a:rPr>
                <a:t>4</a:t>
              </a:r>
              <a:endParaRPr lang="en-US" altLang="zh-TW">
                <a:latin typeface="Arial" pitchFamily="34" charset="0"/>
              </a:endParaRPr>
            </a:p>
          </p:txBody>
        </p:sp>
        <p:sp>
          <p:nvSpPr>
            <p:cNvPr id="250990" name="Rectangle 110"/>
            <p:cNvSpPr>
              <a:spLocks noChangeArrowheads="1"/>
            </p:cNvSpPr>
            <p:nvPr/>
          </p:nvSpPr>
          <p:spPr bwMode="auto">
            <a:xfrm>
              <a:off x="2632" y="3378"/>
              <a:ext cx="85" cy="18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zh-TW" sz="1900">
                  <a:solidFill>
                    <a:srgbClr val="000000"/>
                  </a:solidFill>
                  <a:latin typeface="Arial Unicode MS" pitchFamily="34" charset="-120"/>
                  <a:ea typeface="Arial Unicode MS" pitchFamily="34" charset="-120"/>
                  <a:cs typeface="Arial Unicode MS" pitchFamily="34" charset="-120"/>
                </a:rPr>
                <a:t>4</a:t>
              </a:r>
              <a:endParaRPr lang="en-US" altLang="zh-TW">
                <a:latin typeface="Arial" pitchFamily="34" charset="0"/>
              </a:endParaRPr>
            </a:p>
          </p:txBody>
        </p:sp>
        <p:sp>
          <p:nvSpPr>
            <p:cNvPr id="250991" name="Rectangle 111"/>
            <p:cNvSpPr>
              <a:spLocks noChangeArrowheads="1"/>
            </p:cNvSpPr>
            <p:nvPr/>
          </p:nvSpPr>
          <p:spPr bwMode="auto">
            <a:xfrm>
              <a:off x="405" y="3581"/>
              <a:ext cx="118" cy="18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zh-TW" sz="1900">
                  <a:solidFill>
                    <a:srgbClr val="000000"/>
                  </a:solidFill>
                  <a:latin typeface="Arial Unicode MS" pitchFamily="34" charset="-120"/>
                  <a:ea typeface="Arial Unicode MS" pitchFamily="34" charset="-120"/>
                  <a:cs typeface="Arial Unicode MS" pitchFamily="34" charset="-120"/>
                </a:rPr>
                <a:t>G</a:t>
              </a:r>
              <a:endParaRPr lang="en-US" altLang="zh-TW">
                <a:latin typeface="Arial" pitchFamily="34" charset="0"/>
              </a:endParaRPr>
            </a:p>
          </p:txBody>
        </p:sp>
        <p:sp>
          <p:nvSpPr>
            <p:cNvPr id="250992" name="Rectangle 112"/>
            <p:cNvSpPr>
              <a:spLocks noChangeArrowheads="1"/>
            </p:cNvSpPr>
            <p:nvPr/>
          </p:nvSpPr>
          <p:spPr bwMode="auto">
            <a:xfrm>
              <a:off x="670" y="3581"/>
              <a:ext cx="85" cy="18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zh-TW" sz="1900">
                  <a:solidFill>
                    <a:srgbClr val="000000"/>
                  </a:solidFill>
                  <a:latin typeface="Arial Unicode MS" pitchFamily="34" charset="-120"/>
                  <a:ea typeface="Arial Unicode MS" pitchFamily="34" charset="-120"/>
                  <a:cs typeface="Arial Unicode MS" pitchFamily="34" charset="-120"/>
                </a:rPr>
                <a:t>0</a:t>
              </a:r>
              <a:endParaRPr lang="en-US" altLang="zh-TW">
                <a:latin typeface="Arial" pitchFamily="34" charset="0"/>
              </a:endParaRPr>
            </a:p>
          </p:txBody>
        </p:sp>
        <p:sp>
          <p:nvSpPr>
            <p:cNvPr id="250993" name="Rectangle 113"/>
            <p:cNvSpPr>
              <a:spLocks noChangeArrowheads="1"/>
            </p:cNvSpPr>
            <p:nvPr/>
          </p:nvSpPr>
          <p:spPr bwMode="auto">
            <a:xfrm>
              <a:off x="914" y="3581"/>
              <a:ext cx="85" cy="18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zh-TW" sz="1900">
                  <a:solidFill>
                    <a:srgbClr val="000000"/>
                  </a:solidFill>
                  <a:latin typeface="Arial Unicode MS" pitchFamily="34" charset="-120"/>
                  <a:ea typeface="Arial Unicode MS" pitchFamily="34" charset="-120"/>
                  <a:cs typeface="Arial Unicode MS" pitchFamily="34" charset="-120"/>
                </a:rPr>
                <a:t>1</a:t>
              </a:r>
              <a:endParaRPr lang="en-US" altLang="zh-TW">
                <a:latin typeface="Arial" pitchFamily="34" charset="0"/>
              </a:endParaRPr>
            </a:p>
          </p:txBody>
        </p:sp>
        <p:sp>
          <p:nvSpPr>
            <p:cNvPr id="250994" name="Rectangle 114"/>
            <p:cNvSpPr>
              <a:spLocks noChangeArrowheads="1"/>
            </p:cNvSpPr>
            <p:nvPr/>
          </p:nvSpPr>
          <p:spPr bwMode="auto">
            <a:xfrm>
              <a:off x="1158" y="3581"/>
              <a:ext cx="85" cy="18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zh-TW" sz="1900">
                  <a:solidFill>
                    <a:srgbClr val="000000"/>
                  </a:solidFill>
                  <a:latin typeface="Arial Unicode MS" pitchFamily="34" charset="-120"/>
                  <a:ea typeface="Arial Unicode MS" pitchFamily="34" charset="-120"/>
                  <a:cs typeface="Arial Unicode MS" pitchFamily="34" charset="-120"/>
                </a:rPr>
                <a:t>2</a:t>
              </a:r>
              <a:endParaRPr lang="en-US" altLang="zh-TW">
                <a:latin typeface="Arial" pitchFamily="34" charset="0"/>
              </a:endParaRPr>
            </a:p>
          </p:txBody>
        </p:sp>
        <p:sp>
          <p:nvSpPr>
            <p:cNvPr id="250995" name="Rectangle 115"/>
            <p:cNvSpPr>
              <a:spLocks noChangeArrowheads="1"/>
            </p:cNvSpPr>
            <p:nvPr/>
          </p:nvSpPr>
          <p:spPr bwMode="auto">
            <a:xfrm>
              <a:off x="1402" y="3581"/>
              <a:ext cx="85" cy="18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zh-TW" sz="1900">
                  <a:solidFill>
                    <a:srgbClr val="000000"/>
                  </a:solidFill>
                  <a:latin typeface="Arial Unicode MS" pitchFamily="34" charset="-120"/>
                  <a:ea typeface="Arial Unicode MS" pitchFamily="34" charset="-120"/>
                  <a:cs typeface="Arial Unicode MS" pitchFamily="34" charset="-120"/>
                </a:rPr>
                <a:t>3</a:t>
              </a:r>
              <a:endParaRPr lang="en-US" altLang="zh-TW">
                <a:latin typeface="Arial" pitchFamily="34" charset="0"/>
              </a:endParaRPr>
            </a:p>
          </p:txBody>
        </p:sp>
        <p:sp>
          <p:nvSpPr>
            <p:cNvPr id="250996" name="Rectangle 116"/>
            <p:cNvSpPr>
              <a:spLocks noChangeArrowheads="1"/>
            </p:cNvSpPr>
            <p:nvPr/>
          </p:nvSpPr>
          <p:spPr bwMode="auto">
            <a:xfrm>
              <a:off x="1646" y="3581"/>
              <a:ext cx="85" cy="18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zh-TW" sz="1900">
                  <a:solidFill>
                    <a:srgbClr val="000000"/>
                  </a:solidFill>
                  <a:latin typeface="Arial Unicode MS" pitchFamily="34" charset="-120"/>
                  <a:ea typeface="Arial Unicode MS" pitchFamily="34" charset="-120"/>
                  <a:cs typeface="Arial Unicode MS" pitchFamily="34" charset="-120"/>
                </a:rPr>
                <a:t>4</a:t>
              </a:r>
              <a:endParaRPr lang="en-US" altLang="zh-TW">
                <a:latin typeface="Arial" pitchFamily="34" charset="0"/>
              </a:endParaRPr>
            </a:p>
          </p:txBody>
        </p:sp>
        <p:sp>
          <p:nvSpPr>
            <p:cNvPr id="250997" name="Rectangle 117"/>
            <p:cNvSpPr>
              <a:spLocks noChangeArrowheads="1"/>
            </p:cNvSpPr>
            <p:nvPr/>
          </p:nvSpPr>
          <p:spPr bwMode="auto">
            <a:xfrm>
              <a:off x="1900" y="3581"/>
              <a:ext cx="85" cy="18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zh-TW" sz="1900">
                  <a:solidFill>
                    <a:srgbClr val="000000"/>
                  </a:solidFill>
                  <a:latin typeface="Arial Unicode MS" pitchFamily="34" charset="-120"/>
                  <a:ea typeface="Arial Unicode MS" pitchFamily="34" charset="-120"/>
                  <a:cs typeface="Arial Unicode MS" pitchFamily="34" charset="-120"/>
                </a:rPr>
                <a:t>4</a:t>
              </a:r>
              <a:endParaRPr lang="en-US" altLang="zh-TW">
                <a:latin typeface="Arial" pitchFamily="34" charset="0"/>
              </a:endParaRPr>
            </a:p>
          </p:txBody>
        </p:sp>
        <p:sp>
          <p:nvSpPr>
            <p:cNvPr id="250998" name="Rectangle 118"/>
            <p:cNvSpPr>
              <a:spLocks noChangeArrowheads="1"/>
            </p:cNvSpPr>
            <p:nvPr/>
          </p:nvSpPr>
          <p:spPr bwMode="auto">
            <a:xfrm>
              <a:off x="2144" y="3581"/>
              <a:ext cx="85" cy="18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zh-TW" sz="1900">
                  <a:solidFill>
                    <a:srgbClr val="000000"/>
                  </a:solidFill>
                  <a:latin typeface="Arial Unicode MS" pitchFamily="34" charset="-120"/>
                  <a:ea typeface="Arial Unicode MS" pitchFamily="34" charset="-120"/>
                  <a:cs typeface="Arial Unicode MS" pitchFamily="34" charset="-120"/>
                </a:rPr>
                <a:t>5</a:t>
              </a:r>
              <a:endParaRPr lang="en-US" altLang="zh-TW">
                <a:latin typeface="Arial" pitchFamily="34" charset="0"/>
              </a:endParaRPr>
            </a:p>
          </p:txBody>
        </p:sp>
        <p:sp>
          <p:nvSpPr>
            <p:cNvPr id="250999" name="Rectangle 119"/>
            <p:cNvSpPr>
              <a:spLocks noChangeArrowheads="1"/>
            </p:cNvSpPr>
            <p:nvPr/>
          </p:nvSpPr>
          <p:spPr bwMode="auto">
            <a:xfrm>
              <a:off x="2388" y="3581"/>
              <a:ext cx="85" cy="18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zh-TW" sz="1900">
                  <a:solidFill>
                    <a:srgbClr val="000000"/>
                  </a:solidFill>
                  <a:latin typeface="Arial Unicode MS" pitchFamily="34" charset="-120"/>
                  <a:ea typeface="Arial Unicode MS" pitchFamily="34" charset="-120"/>
                  <a:cs typeface="Arial Unicode MS" pitchFamily="34" charset="-120"/>
                </a:rPr>
                <a:t>5</a:t>
              </a:r>
              <a:endParaRPr lang="en-US" altLang="zh-TW">
                <a:latin typeface="Arial" pitchFamily="34" charset="0"/>
              </a:endParaRPr>
            </a:p>
          </p:txBody>
        </p:sp>
        <p:sp>
          <p:nvSpPr>
            <p:cNvPr id="251000" name="Rectangle 120"/>
            <p:cNvSpPr>
              <a:spLocks noChangeArrowheads="1"/>
            </p:cNvSpPr>
            <p:nvPr/>
          </p:nvSpPr>
          <p:spPr bwMode="auto">
            <a:xfrm>
              <a:off x="2632" y="3581"/>
              <a:ext cx="85" cy="18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zh-TW" sz="1900">
                  <a:solidFill>
                    <a:srgbClr val="000000"/>
                  </a:solidFill>
                  <a:latin typeface="Arial Unicode MS" pitchFamily="34" charset="-120"/>
                  <a:ea typeface="Arial Unicode MS" pitchFamily="34" charset="-120"/>
                  <a:cs typeface="Arial Unicode MS" pitchFamily="34" charset="-120"/>
                </a:rPr>
                <a:t>5</a:t>
              </a:r>
              <a:endParaRPr lang="en-US" altLang="zh-TW">
                <a:latin typeface="Arial" pitchFamily="34" charset="0"/>
              </a:endParaRPr>
            </a:p>
          </p:txBody>
        </p:sp>
        <p:sp>
          <p:nvSpPr>
            <p:cNvPr id="251001" name="Line 121"/>
            <p:cNvSpPr>
              <a:spLocks noChangeShapeType="1"/>
            </p:cNvSpPr>
            <p:nvPr/>
          </p:nvSpPr>
          <p:spPr bwMode="auto">
            <a:xfrm>
              <a:off x="829" y="1811"/>
              <a:ext cx="1962" cy="0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251002" name="Rectangle 122"/>
            <p:cNvSpPr>
              <a:spLocks noChangeArrowheads="1"/>
            </p:cNvSpPr>
            <p:nvPr/>
          </p:nvSpPr>
          <p:spPr bwMode="auto">
            <a:xfrm>
              <a:off x="829" y="1811"/>
              <a:ext cx="1962" cy="10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251003" name="Line 123"/>
            <p:cNvSpPr>
              <a:spLocks noChangeShapeType="1"/>
            </p:cNvSpPr>
            <p:nvPr/>
          </p:nvSpPr>
          <p:spPr bwMode="auto">
            <a:xfrm>
              <a:off x="829" y="2003"/>
              <a:ext cx="1962" cy="0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251004" name="Rectangle 124"/>
            <p:cNvSpPr>
              <a:spLocks noChangeArrowheads="1"/>
            </p:cNvSpPr>
            <p:nvPr/>
          </p:nvSpPr>
          <p:spPr bwMode="auto">
            <a:xfrm>
              <a:off x="829" y="2003"/>
              <a:ext cx="1962" cy="21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251005" name="Line 125"/>
            <p:cNvSpPr>
              <a:spLocks noChangeShapeType="1"/>
            </p:cNvSpPr>
            <p:nvPr/>
          </p:nvSpPr>
          <p:spPr bwMode="auto">
            <a:xfrm>
              <a:off x="342" y="2205"/>
              <a:ext cx="244" cy="0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251006" name="Rectangle 126"/>
            <p:cNvSpPr>
              <a:spLocks noChangeArrowheads="1"/>
            </p:cNvSpPr>
            <p:nvPr/>
          </p:nvSpPr>
          <p:spPr bwMode="auto">
            <a:xfrm>
              <a:off x="342" y="2205"/>
              <a:ext cx="244" cy="11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251007" name="Line 127"/>
            <p:cNvSpPr>
              <a:spLocks noChangeShapeType="1"/>
            </p:cNvSpPr>
            <p:nvPr/>
          </p:nvSpPr>
          <p:spPr bwMode="auto">
            <a:xfrm>
              <a:off x="819" y="1811"/>
              <a:ext cx="0" cy="213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251008" name="Rectangle 128"/>
            <p:cNvSpPr>
              <a:spLocks noChangeArrowheads="1"/>
            </p:cNvSpPr>
            <p:nvPr/>
          </p:nvSpPr>
          <p:spPr bwMode="auto">
            <a:xfrm>
              <a:off x="819" y="1811"/>
              <a:ext cx="10" cy="213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251009" name="Line 129"/>
            <p:cNvSpPr>
              <a:spLocks noChangeShapeType="1"/>
            </p:cNvSpPr>
            <p:nvPr/>
          </p:nvSpPr>
          <p:spPr bwMode="auto">
            <a:xfrm>
              <a:off x="2780" y="1821"/>
              <a:ext cx="0" cy="203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251010" name="Rectangle 130"/>
            <p:cNvSpPr>
              <a:spLocks noChangeArrowheads="1"/>
            </p:cNvSpPr>
            <p:nvPr/>
          </p:nvSpPr>
          <p:spPr bwMode="auto">
            <a:xfrm>
              <a:off x="2780" y="1821"/>
              <a:ext cx="11" cy="203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251011" name="Line 131"/>
            <p:cNvSpPr>
              <a:spLocks noChangeShapeType="1"/>
            </p:cNvSpPr>
            <p:nvPr/>
          </p:nvSpPr>
          <p:spPr bwMode="auto">
            <a:xfrm>
              <a:off x="829" y="2205"/>
              <a:ext cx="1962" cy="0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251012" name="Rectangle 132"/>
            <p:cNvSpPr>
              <a:spLocks noChangeArrowheads="1"/>
            </p:cNvSpPr>
            <p:nvPr/>
          </p:nvSpPr>
          <p:spPr bwMode="auto">
            <a:xfrm>
              <a:off x="829" y="2205"/>
              <a:ext cx="1962" cy="11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251013" name="Line 133"/>
            <p:cNvSpPr>
              <a:spLocks noChangeShapeType="1"/>
            </p:cNvSpPr>
            <p:nvPr/>
          </p:nvSpPr>
          <p:spPr bwMode="auto">
            <a:xfrm>
              <a:off x="829" y="2397"/>
              <a:ext cx="1962" cy="0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251014" name="Rectangle 134"/>
            <p:cNvSpPr>
              <a:spLocks noChangeArrowheads="1"/>
            </p:cNvSpPr>
            <p:nvPr/>
          </p:nvSpPr>
          <p:spPr bwMode="auto">
            <a:xfrm>
              <a:off x="829" y="2397"/>
              <a:ext cx="1962" cy="11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251015" name="Line 135"/>
            <p:cNvSpPr>
              <a:spLocks noChangeShapeType="1"/>
            </p:cNvSpPr>
            <p:nvPr/>
          </p:nvSpPr>
          <p:spPr bwMode="auto">
            <a:xfrm>
              <a:off x="829" y="2600"/>
              <a:ext cx="1962" cy="0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251016" name="Rectangle 136"/>
            <p:cNvSpPr>
              <a:spLocks noChangeArrowheads="1"/>
            </p:cNvSpPr>
            <p:nvPr/>
          </p:nvSpPr>
          <p:spPr bwMode="auto">
            <a:xfrm>
              <a:off x="829" y="2600"/>
              <a:ext cx="1962" cy="10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251017" name="Line 137"/>
            <p:cNvSpPr>
              <a:spLocks noChangeShapeType="1"/>
            </p:cNvSpPr>
            <p:nvPr/>
          </p:nvSpPr>
          <p:spPr bwMode="auto">
            <a:xfrm>
              <a:off x="829" y="2792"/>
              <a:ext cx="1962" cy="0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251018" name="Rectangle 138"/>
            <p:cNvSpPr>
              <a:spLocks noChangeArrowheads="1"/>
            </p:cNvSpPr>
            <p:nvPr/>
          </p:nvSpPr>
          <p:spPr bwMode="auto">
            <a:xfrm>
              <a:off x="829" y="2792"/>
              <a:ext cx="1962" cy="10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251019" name="Line 139"/>
            <p:cNvSpPr>
              <a:spLocks noChangeShapeType="1"/>
            </p:cNvSpPr>
            <p:nvPr/>
          </p:nvSpPr>
          <p:spPr bwMode="auto">
            <a:xfrm>
              <a:off x="829" y="2984"/>
              <a:ext cx="1962" cy="0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251020" name="Rectangle 140"/>
            <p:cNvSpPr>
              <a:spLocks noChangeArrowheads="1"/>
            </p:cNvSpPr>
            <p:nvPr/>
          </p:nvSpPr>
          <p:spPr bwMode="auto">
            <a:xfrm>
              <a:off x="829" y="2984"/>
              <a:ext cx="1962" cy="10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251021" name="Line 141"/>
            <p:cNvSpPr>
              <a:spLocks noChangeShapeType="1"/>
            </p:cNvSpPr>
            <p:nvPr/>
          </p:nvSpPr>
          <p:spPr bwMode="auto">
            <a:xfrm>
              <a:off x="829" y="3186"/>
              <a:ext cx="1962" cy="0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251022" name="Rectangle 142"/>
            <p:cNvSpPr>
              <a:spLocks noChangeArrowheads="1"/>
            </p:cNvSpPr>
            <p:nvPr/>
          </p:nvSpPr>
          <p:spPr bwMode="auto">
            <a:xfrm>
              <a:off x="829" y="3186"/>
              <a:ext cx="1962" cy="11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251023" name="Line 143"/>
            <p:cNvSpPr>
              <a:spLocks noChangeShapeType="1"/>
            </p:cNvSpPr>
            <p:nvPr/>
          </p:nvSpPr>
          <p:spPr bwMode="auto">
            <a:xfrm>
              <a:off x="829" y="3378"/>
              <a:ext cx="1962" cy="0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251024" name="Rectangle 144"/>
            <p:cNvSpPr>
              <a:spLocks noChangeArrowheads="1"/>
            </p:cNvSpPr>
            <p:nvPr/>
          </p:nvSpPr>
          <p:spPr bwMode="auto">
            <a:xfrm>
              <a:off x="829" y="3378"/>
              <a:ext cx="1962" cy="11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251025" name="Line 145"/>
            <p:cNvSpPr>
              <a:spLocks noChangeShapeType="1"/>
            </p:cNvSpPr>
            <p:nvPr/>
          </p:nvSpPr>
          <p:spPr bwMode="auto">
            <a:xfrm>
              <a:off x="829" y="3581"/>
              <a:ext cx="1962" cy="0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251026" name="Rectangle 146"/>
            <p:cNvSpPr>
              <a:spLocks noChangeArrowheads="1"/>
            </p:cNvSpPr>
            <p:nvPr/>
          </p:nvSpPr>
          <p:spPr bwMode="auto">
            <a:xfrm>
              <a:off x="829" y="3581"/>
              <a:ext cx="1962" cy="10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251027" name="Line 147"/>
            <p:cNvSpPr>
              <a:spLocks noChangeShapeType="1"/>
            </p:cNvSpPr>
            <p:nvPr/>
          </p:nvSpPr>
          <p:spPr bwMode="auto">
            <a:xfrm>
              <a:off x="342" y="3773"/>
              <a:ext cx="244" cy="0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251028" name="Rectangle 148"/>
            <p:cNvSpPr>
              <a:spLocks noChangeArrowheads="1"/>
            </p:cNvSpPr>
            <p:nvPr/>
          </p:nvSpPr>
          <p:spPr bwMode="auto">
            <a:xfrm>
              <a:off x="342" y="3773"/>
              <a:ext cx="244" cy="10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251029" name="Line 149"/>
            <p:cNvSpPr>
              <a:spLocks noChangeShapeType="1"/>
            </p:cNvSpPr>
            <p:nvPr/>
          </p:nvSpPr>
          <p:spPr bwMode="auto">
            <a:xfrm>
              <a:off x="829" y="3773"/>
              <a:ext cx="1962" cy="0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251030" name="Rectangle 150"/>
            <p:cNvSpPr>
              <a:spLocks noChangeArrowheads="1"/>
            </p:cNvSpPr>
            <p:nvPr/>
          </p:nvSpPr>
          <p:spPr bwMode="auto">
            <a:xfrm>
              <a:off x="829" y="3773"/>
              <a:ext cx="1962" cy="10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251031" name="Line 151"/>
            <p:cNvSpPr>
              <a:spLocks noChangeShapeType="1"/>
            </p:cNvSpPr>
            <p:nvPr/>
          </p:nvSpPr>
          <p:spPr bwMode="auto">
            <a:xfrm>
              <a:off x="819" y="2205"/>
              <a:ext cx="0" cy="1578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251032" name="Rectangle 152"/>
            <p:cNvSpPr>
              <a:spLocks noChangeArrowheads="1"/>
            </p:cNvSpPr>
            <p:nvPr/>
          </p:nvSpPr>
          <p:spPr bwMode="auto">
            <a:xfrm>
              <a:off x="819" y="2205"/>
              <a:ext cx="10" cy="1578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251033" name="Line 153"/>
            <p:cNvSpPr>
              <a:spLocks noChangeShapeType="1"/>
            </p:cNvSpPr>
            <p:nvPr/>
          </p:nvSpPr>
          <p:spPr bwMode="auto">
            <a:xfrm>
              <a:off x="2780" y="2216"/>
              <a:ext cx="0" cy="1567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251034" name="Rectangle 154"/>
            <p:cNvSpPr>
              <a:spLocks noChangeArrowheads="1"/>
            </p:cNvSpPr>
            <p:nvPr/>
          </p:nvSpPr>
          <p:spPr bwMode="auto">
            <a:xfrm>
              <a:off x="2780" y="2216"/>
              <a:ext cx="11" cy="1567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251035" name="Line 155"/>
            <p:cNvSpPr>
              <a:spLocks noChangeShapeType="1"/>
            </p:cNvSpPr>
            <p:nvPr/>
          </p:nvSpPr>
          <p:spPr bwMode="auto">
            <a:xfrm>
              <a:off x="331" y="2205"/>
              <a:ext cx="0" cy="1578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251036" name="Rectangle 156"/>
            <p:cNvSpPr>
              <a:spLocks noChangeArrowheads="1"/>
            </p:cNvSpPr>
            <p:nvPr/>
          </p:nvSpPr>
          <p:spPr bwMode="auto">
            <a:xfrm>
              <a:off x="331" y="2205"/>
              <a:ext cx="11" cy="1578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251037" name="Line 157"/>
            <p:cNvSpPr>
              <a:spLocks noChangeShapeType="1"/>
            </p:cNvSpPr>
            <p:nvPr/>
          </p:nvSpPr>
          <p:spPr bwMode="auto">
            <a:xfrm>
              <a:off x="575" y="2216"/>
              <a:ext cx="0" cy="1567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251038" name="Rectangle 158"/>
            <p:cNvSpPr>
              <a:spLocks noChangeArrowheads="1"/>
            </p:cNvSpPr>
            <p:nvPr/>
          </p:nvSpPr>
          <p:spPr bwMode="auto">
            <a:xfrm>
              <a:off x="575" y="2216"/>
              <a:ext cx="11" cy="1567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251039" name="Line 159"/>
            <p:cNvSpPr>
              <a:spLocks noChangeShapeType="1"/>
            </p:cNvSpPr>
            <p:nvPr/>
          </p:nvSpPr>
          <p:spPr bwMode="auto">
            <a:xfrm>
              <a:off x="1063" y="2216"/>
              <a:ext cx="0" cy="1567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251040" name="Rectangle 160"/>
            <p:cNvSpPr>
              <a:spLocks noChangeArrowheads="1"/>
            </p:cNvSpPr>
            <p:nvPr/>
          </p:nvSpPr>
          <p:spPr bwMode="auto">
            <a:xfrm>
              <a:off x="1063" y="2216"/>
              <a:ext cx="10" cy="1567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251041" name="Line 161"/>
            <p:cNvSpPr>
              <a:spLocks noChangeShapeType="1"/>
            </p:cNvSpPr>
            <p:nvPr/>
          </p:nvSpPr>
          <p:spPr bwMode="auto">
            <a:xfrm>
              <a:off x="1307" y="2216"/>
              <a:ext cx="0" cy="1567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251042" name="Rectangle 162"/>
            <p:cNvSpPr>
              <a:spLocks noChangeArrowheads="1"/>
            </p:cNvSpPr>
            <p:nvPr/>
          </p:nvSpPr>
          <p:spPr bwMode="auto">
            <a:xfrm>
              <a:off x="1307" y="2216"/>
              <a:ext cx="21" cy="1567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251043" name="Line 163"/>
            <p:cNvSpPr>
              <a:spLocks noChangeShapeType="1"/>
            </p:cNvSpPr>
            <p:nvPr/>
          </p:nvSpPr>
          <p:spPr bwMode="auto">
            <a:xfrm>
              <a:off x="1561" y="2216"/>
              <a:ext cx="0" cy="1567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251044" name="Rectangle 164"/>
            <p:cNvSpPr>
              <a:spLocks noChangeArrowheads="1"/>
            </p:cNvSpPr>
            <p:nvPr/>
          </p:nvSpPr>
          <p:spPr bwMode="auto">
            <a:xfrm>
              <a:off x="1561" y="2216"/>
              <a:ext cx="11" cy="1567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251045" name="Line 165"/>
            <p:cNvSpPr>
              <a:spLocks noChangeShapeType="1"/>
            </p:cNvSpPr>
            <p:nvPr/>
          </p:nvSpPr>
          <p:spPr bwMode="auto">
            <a:xfrm>
              <a:off x="1805" y="2216"/>
              <a:ext cx="0" cy="1567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251046" name="Rectangle 166"/>
            <p:cNvSpPr>
              <a:spLocks noChangeArrowheads="1"/>
            </p:cNvSpPr>
            <p:nvPr/>
          </p:nvSpPr>
          <p:spPr bwMode="auto">
            <a:xfrm>
              <a:off x="1805" y="2216"/>
              <a:ext cx="10" cy="1567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251047" name="Line 167"/>
            <p:cNvSpPr>
              <a:spLocks noChangeShapeType="1"/>
            </p:cNvSpPr>
            <p:nvPr/>
          </p:nvSpPr>
          <p:spPr bwMode="auto">
            <a:xfrm>
              <a:off x="2049" y="2216"/>
              <a:ext cx="0" cy="1567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251048" name="Rectangle 168"/>
            <p:cNvSpPr>
              <a:spLocks noChangeArrowheads="1"/>
            </p:cNvSpPr>
            <p:nvPr/>
          </p:nvSpPr>
          <p:spPr bwMode="auto">
            <a:xfrm>
              <a:off x="2049" y="2216"/>
              <a:ext cx="10" cy="1567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251049" name="Line 169"/>
            <p:cNvSpPr>
              <a:spLocks noChangeShapeType="1"/>
            </p:cNvSpPr>
            <p:nvPr/>
          </p:nvSpPr>
          <p:spPr bwMode="auto">
            <a:xfrm>
              <a:off x="2293" y="2216"/>
              <a:ext cx="0" cy="1567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251050" name="Rectangle 170"/>
            <p:cNvSpPr>
              <a:spLocks noChangeArrowheads="1"/>
            </p:cNvSpPr>
            <p:nvPr/>
          </p:nvSpPr>
          <p:spPr bwMode="auto">
            <a:xfrm>
              <a:off x="2293" y="2216"/>
              <a:ext cx="10" cy="1567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251051" name="Line 171"/>
            <p:cNvSpPr>
              <a:spLocks noChangeShapeType="1"/>
            </p:cNvSpPr>
            <p:nvPr/>
          </p:nvSpPr>
          <p:spPr bwMode="auto">
            <a:xfrm>
              <a:off x="2536" y="2216"/>
              <a:ext cx="0" cy="1567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251052" name="Rectangle 172"/>
            <p:cNvSpPr>
              <a:spLocks noChangeArrowheads="1"/>
            </p:cNvSpPr>
            <p:nvPr/>
          </p:nvSpPr>
          <p:spPr bwMode="auto">
            <a:xfrm>
              <a:off x="2536" y="2216"/>
              <a:ext cx="11" cy="1567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251053" name="Freeform 173"/>
            <p:cNvSpPr>
              <a:spLocks noEditPoints="1"/>
            </p:cNvSpPr>
            <p:nvPr/>
          </p:nvSpPr>
          <p:spPr bwMode="auto">
            <a:xfrm>
              <a:off x="2473" y="3613"/>
              <a:ext cx="138" cy="74"/>
            </a:xfrm>
            <a:custGeom>
              <a:avLst/>
              <a:gdLst>
                <a:gd name="T0" fmla="*/ 127 w 138"/>
                <a:gd name="T1" fmla="*/ 42 h 74"/>
                <a:gd name="T2" fmla="*/ 42 w 138"/>
                <a:gd name="T3" fmla="*/ 42 h 74"/>
                <a:gd name="T4" fmla="*/ 32 w 138"/>
                <a:gd name="T5" fmla="*/ 42 h 74"/>
                <a:gd name="T6" fmla="*/ 32 w 138"/>
                <a:gd name="T7" fmla="*/ 42 h 74"/>
                <a:gd name="T8" fmla="*/ 32 w 138"/>
                <a:gd name="T9" fmla="*/ 32 h 74"/>
                <a:gd name="T10" fmla="*/ 42 w 138"/>
                <a:gd name="T11" fmla="*/ 32 h 74"/>
                <a:gd name="T12" fmla="*/ 127 w 138"/>
                <a:gd name="T13" fmla="*/ 32 h 74"/>
                <a:gd name="T14" fmla="*/ 138 w 138"/>
                <a:gd name="T15" fmla="*/ 32 h 74"/>
                <a:gd name="T16" fmla="*/ 138 w 138"/>
                <a:gd name="T17" fmla="*/ 42 h 74"/>
                <a:gd name="T18" fmla="*/ 138 w 138"/>
                <a:gd name="T19" fmla="*/ 42 h 74"/>
                <a:gd name="T20" fmla="*/ 127 w 138"/>
                <a:gd name="T21" fmla="*/ 42 h 74"/>
                <a:gd name="T22" fmla="*/ 127 w 138"/>
                <a:gd name="T23" fmla="*/ 42 h 74"/>
                <a:gd name="T24" fmla="*/ 53 w 138"/>
                <a:gd name="T25" fmla="*/ 74 h 74"/>
                <a:gd name="T26" fmla="*/ 0 w 138"/>
                <a:gd name="T27" fmla="*/ 42 h 74"/>
                <a:gd name="T28" fmla="*/ 53 w 138"/>
                <a:gd name="T29" fmla="*/ 0 h 74"/>
                <a:gd name="T30" fmla="*/ 53 w 138"/>
                <a:gd name="T31" fmla="*/ 74 h 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138" h="74">
                  <a:moveTo>
                    <a:pt x="127" y="42"/>
                  </a:moveTo>
                  <a:lnTo>
                    <a:pt x="42" y="42"/>
                  </a:lnTo>
                  <a:lnTo>
                    <a:pt x="32" y="42"/>
                  </a:lnTo>
                  <a:lnTo>
                    <a:pt x="32" y="42"/>
                  </a:lnTo>
                  <a:lnTo>
                    <a:pt x="32" y="32"/>
                  </a:lnTo>
                  <a:lnTo>
                    <a:pt x="42" y="32"/>
                  </a:lnTo>
                  <a:lnTo>
                    <a:pt x="127" y="32"/>
                  </a:lnTo>
                  <a:lnTo>
                    <a:pt x="138" y="32"/>
                  </a:lnTo>
                  <a:lnTo>
                    <a:pt x="138" y="42"/>
                  </a:lnTo>
                  <a:lnTo>
                    <a:pt x="138" y="42"/>
                  </a:lnTo>
                  <a:lnTo>
                    <a:pt x="127" y="42"/>
                  </a:lnTo>
                  <a:lnTo>
                    <a:pt x="127" y="42"/>
                  </a:lnTo>
                  <a:close/>
                  <a:moveTo>
                    <a:pt x="53" y="74"/>
                  </a:moveTo>
                  <a:lnTo>
                    <a:pt x="0" y="42"/>
                  </a:lnTo>
                  <a:lnTo>
                    <a:pt x="53" y="0"/>
                  </a:lnTo>
                  <a:lnTo>
                    <a:pt x="53" y="74"/>
                  </a:lnTo>
                  <a:close/>
                </a:path>
              </a:pathLst>
            </a:custGeom>
            <a:solidFill>
              <a:srgbClr val="FF0000"/>
            </a:solidFill>
            <a:ln w="0">
              <a:solidFill>
                <a:srgbClr val="FF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251054" name="Freeform 174"/>
            <p:cNvSpPr>
              <a:spLocks noEditPoints="1"/>
            </p:cNvSpPr>
            <p:nvPr/>
          </p:nvSpPr>
          <p:spPr bwMode="auto">
            <a:xfrm>
              <a:off x="1996" y="3517"/>
              <a:ext cx="106" cy="117"/>
            </a:xfrm>
            <a:custGeom>
              <a:avLst/>
              <a:gdLst>
                <a:gd name="T0" fmla="*/ 95 w 106"/>
                <a:gd name="T1" fmla="*/ 106 h 117"/>
                <a:gd name="T2" fmla="*/ 21 w 106"/>
                <a:gd name="T3" fmla="*/ 32 h 117"/>
                <a:gd name="T4" fmla="*/ 21 w 106"/>
                <a:gd name="T5" fmla="*/ 32 h 117"/>
                <a:gd name="T6" fmla="*/ 21 w 106"/>
                <a:gd name="T7" fmla="*/ 21 h 117"/>
                <a:gd name="T8" fmla="*/ 21 w 106"/>
                <a:gd name="T9" fmla="*/ 21 h 117"/>
                <a:gd name="T10" fmla="*/ 31 w 106"/>
                <a:gd name="T11" fmla="*/ 21 h 117"/>
                <a:gd name="T12" fmla="*/ 106 w 106"/>
                <a:gd name="T13" fmla="*/ 106 h 117"/>
                <a:gd name="T14" fmla="*/ 106 w 106"/>
                <a:gd name="T15" fmla="*/ 106 h 117"/>
                <a:gd name="T16" fmla="*/ 106 w 106"/>
                <a:gd name="T17" fmla="*/ 117 h 117"/>
                <a:gd name="T18" fmla="*/ 95 w 106"/>
                <a:gd name="T19" fmla="*/ 117 h 117"/>
                <a:gd name="T20" fmla="*/ 95 w 106"/>
                <a:gd name="T21" fmla="*/ 106 h 117"/>
                <a:gd name="T22" fmla="*/ 95 w 106"/>
                <a:gd name="T23" fmla="*/ 106 h 117"/>
                <a:gd name="T24" fmla="*/ 10 w 106"/>
                <a:gd name="T25" fmla="*/ 64 h 117"/>
                <a:gd name="T26" fmla="*/ 0 w 106"/>
                <a:gd name="T27" fmla="*/ 0 h 117"/>
                <a:gd name="T28" fmla="*/ 63 w 106"/>
                <a:gd name="T29" fmla="*/ 10 h 117"/>
                <a:gd name="T30" fmla="*/ 10 w 106"/>
                <a:gd name="T31" fmla="*/ 64 h 1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106" h="117">
                  <a:moveTo>
                    <a:pt x="95" y="106"/>
                  </a:moveTo>
                  <a:lnTo>
                    <a:pt x="21" y="32"/>
                  </a:lnTo>
                  <a:lnTo>
                    <a:pt x="21" y="32"/>
                  </a:lnTo>
                  <a:lnTo>
                    <a:pt x="21" y="21"/>
                  </a:lnTo>
                  <a:lnTo>
                    <a:pt x="21" y="21"/>
                  </a:lnTo>
                  <a:lnTo>
                    <a:pt x="31" y="21"/>
                  </a:lnTo>
                  <a:lnTo>
                    <a:pt x="106" y="106"/>
                  </a:lnTo>
                  <a:lnTo>
                    <a:pt x="106" y="106"/>
                  </a:lnTo>
                  <a:lnTo>
                    <a:pt x="106" y="117"/>
                  </a:lnTo>
                  <a:lnTo>
                    <a:pt x="95" y="117"/>
                  </a:lnTo>
                  <a:lnTo>
                    <a:pt x="95" y="106"/>
                  </a:lnTo>
                  <a:lnTo>
                    <a:pt x="95" y="106"/>
                  </a:lnTo>
                  <a:close/>
                  <a:moveTo>
                    <a:pt x="10" y="64"/>
                  </a:moveTo>
                  <a:lnTo>
                    <a:pt x="0" y="0"/>
                  </a:lnTo>
                  <a:lnTo>
                    <a:pt x="63" y="10"/>
                  </a:lnTo>
                  <a:lnTo>
                    <a:pt x="10" y="64"/>
                  </a:lnTo>
                  <a:close/>
                </a:path>
              </a:pathLst>
            </a:custGeom>
            <a:solidFill>
              <a:srgbClr val="FF0000"/>
            </a:solidFill>
            <a:ln w="0">
              <a:solidFill>
                <a:srgbClr val="FF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251055" name="Freeform 175"/>
            <p:cNvSpPr>
              <a:spLocks noEditPoints="1"/>
            </p:cNvSpPr>
            <p:nvPr/>
          </p:nvSpPr>
          <p:spPr bwMode="auto">
            <a:xfrm>
              <a:off x="2218" y="3613"/>
              <a:ext cx="138" cy="74"/>
            </a:xfrm>
            <a:custGeom>
              <a:avLst/>
              <a:gdLst>
                <a:gd name="T0" fmla="*/ 128 w 138"/>
                <a:gd name="T1" fmla="*/ 42 h 74"/>
                <a:gd name="T2" fmla="*/ 43 w 138"/>
                <a:gd name="T3" fmla="*/ 42 h 74"/>
                <a:gd name="T4" fmla="*/ 32 w 138"/>
                <a:gd name="T5" fmla="*/ 42 h 74"/>
                <a:gd name="T6" fmla="*/ 32 w 138"/>
                <a:gd name="T7" fmla="*/ 42 h 74"/>
                <a:gd name="T8" fmla="*/ 32 w 138"/>
                <a:gd name="T9" fmla="*/ 32 h 74"/>
                <a:gd name="T10" fmla="*/ 43 w 138"/>
                <a:gd name="T11" fmla="*/ 32 h 74"/>
                <a:gd name="T12" fmla="*/ 128 w 138"/>
                <a:gd name="T13" fmla="*/ 32 h 74"/>
                <a:gd name="T14" fmla="*/ 138 w 138"/>
                <a:gd name="T15" fmla="*/ 32 h 74"/>
                <a:gd name="T16" fmla="*/ 138 w 138"/>
                <a:gd name="T17" fmla="*/ 42 h 74"/>
                <a:gd name="T18" fmla="*/ 138 w 138"/>
                <a:gd name="T19" fmla="*/ 42 h 74"/>
                <a:gd name="T20" fmla="*/ 128 w 138"/>
                <a:gd name="T21" fmla="*/ 42 h 74"/>
                <a:gd name="T22" fmla="*/ 128 w 138"/>
                <a:gd name="T23" fmla="*/ 42 h 74"/>
                <a:gd name="T24" fmla="*/ 53 w 138"/>
                <a:gd name="T25" fmla="*/ 74 h 74"/>
                <a:gd name="T26" fmla="*/ 0 w 138"/>
                <a:gd name="T27" fmla="*/ 42 h 74"/>
                <a:gd name="T28" fmla="*/ 53 w 138"/>
                <a:gd name="T29" fmla="*/ 0 h 74"/>
                <a:gd name="T30" fmla="*/ 53 w 138"/>
                <a:gd name="T31" fmla="*/ 74 h 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138" h="74">
                  <a:moveTo>
                    <a:pt x="128" y="42"/>
                  </a:moveTo>
                  <a:lnTo>
                    <a:pt x="43" y="42"/>
                  </a:lnTo>
                  <a:lnTo>
                    <a:pt x="32" y="42"/>
                  </a:lnTo>
                  <a:lnTo>
                    <a:pt x="32" y="42"/>
                  </a:lnTo>
                  <a:lnTo>
                    <a:pt x="32" y="32"/>
                  </a:lnTo>
                  <a:lnTo>
                    <a:pt x="43" y="32"/>
                  </a:lnTo>
                  <a:lnTo>
                    <a:pt x="128" y="32"/>
                  </a:lnTo>
                  <a:lnTo>
                    <a:pt x="138" y="32"/>
                  </a:lnTo>
                  <a:lnTo>
                    <a:pt x="138" y="42"/>
                  </a:lnTo>
                  <a:lnTo>
                    <a:pt x="138" y="42"/>
                  </a:lnTo>
                  <a:lnTo>
                    <a:pt x="128" y="42"/>
                  </a:lnTo>
                  <a:lnTo>
                    <a:pt x="128" y="42"/>
                  </a:lnTo>
                  <a:close/>
                  <a:moveTo>
                    <a:pt x="53" y="74"/>
                  </a:moveTo>
                  <a:lnTo>
                    <a:pt x="0" y="42"/>
                  </a:lnTo>
                  <a:lnTo>
                    <a:pt x="53" y="0"/>
                  </a:lnTo>
                  <a:lnTo>
                    <a:pt x="53" y="74"/>
                  </a:lnTo>
                  <a:close/>
                </a:path>
              </a:pathLst>
            </a:custGeom>
            <a:solidFill>
              <a:srgbClr val="FF0000"/>
            </a:solidFill>
            <a:ln w="0">
              <a:solidFill>
                <a:srgbClr val="FF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251056" name="Freeform 176"/>
            <p:cNvSpPr>
              <a:spLocks noEditPoints="1"/>
            </p:cNvSpPr>
            <p:nvPr/>
          </p:nvSpPr>
          <p:spPr bwMode="auto">
            <a:xfrm>
              <a:off x="1731" y="3442"/>
              <a:ext cx="137" cy="75"/>
            </a:xfrm>
            <a:custGeom>
              <a:avLst/>
              <a:gdLst>
                <a:gd name="T0" fmla="*/ 127 w 137"/>
                <a:gd name="T1" fmla="*/ 43 h 75"/>
                <a:gd name="T2" fmla="*/ 42 w 137"/>
                <a:gd name="T3" fmla="*/ 43 h 75"/>
                <a:gd name="T4" fmla="*/ 31 w 137"/>
                <a:gd name="T5" fmla="*/ 43 h 75"/>
                <a:gd name="T6" fmla="*/ 31 w 137"/>
                <a:gd name="T7" fmla="*/ 43 h 75"/>
                <a:gd name="T8" fmla="*/ 31 w 137"/>
                <a:gd name="T9" fmla="*/ 32 h 75"/>
                <a:gd name="T10" fmla="*/ 42 w 137"/>
                <a:gd name="T11" fmla="*/ 32 h 75"/>
                <a:gd name="T12" fmla="*/ 127 w 137"/>
                <a:gd name="T13" fmla="*/ 32 h 75"/>
                <a:gd name="T14" fmla="*/ 137 w 137"/>
                <a:gd name="T15" fmla="*/ 32 h 75"/>
                <a:gd name="T16" fmla="*/ 137 w 137"/>
                <a:gd name="T17" fmla="*/ 43 h 75"/>
                <a:gd name="T18" fmla="*/ 137 w 137"/>
                <a:gd name="T19" fmla="*/ 43 h 75"/>
                <a:gd name="T20" fmla="*/ 127 w 137"/>
                <a:gd name="T21" fmla="*/ 43 h 75"/>
                <a:gd name="T22" fmla="*/ 127 w 137"/>
                <a:gd name="T23" fmla="*/ 43 h 75"/>
                <a:gd name="T24" fmla="*/ 53 w 137"/>
                <a:gd name="T25" fmla="*/ 75 h 75"/>
                <a:gd name="T26" fmla="*/ 0 w 137"/>
                <a:gd name="T27" fmla="*/ 43 h 75"/>
                <a:gd name="T28" fmla="*/ 53 w 137"/>
                <a:gd name="T29" fmla="*/ 0 h 75"/>
                <a:gd name="T30" fmla="*/ 53 w 137"/>
                <a:gd name="T31" fmla="*/ 75 h 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137" h="75">
                  <a:moveTo>
                    <a:pt x="127" y="43"/>
                  </a:moveTo>
                  <a:lnTo>
                    <a:pt x="42" y="43"/>
                  </a:lnTo>
                  <a:lnTo>
                    <a:pt x="31" y="43"/>
                  </a:lnTo>
                  <a:lnTo>
                    <a:pt x="31" y="43"/>
                  </a:lnTo>
                  <a:lnTo>
                    <a:pt x="31" y="32"/>
                  </a:lnTo>
                  <a:lnTo>
                    <a:pt x="42" y="32"/>
                  </a:lnTo>
                  <a:lnTo>
                    <a:pt x="127" y="32"/>
                  </a:lnTo>
                  <a:lnTo>
                    <a:pt x="137" y="32"/>
                  </a:lnTo>
                  <a:lnTo>
                    <a:pt x="137" y="43"/>
                  </a:lnTo>
                  <a:lnTo>
                    <a:pt x="137" y="43"/>
                  </a:lnTo>
                  <a:lnTo>
                    <a:pt x="127" y="43"/>
                  </a:lnTo>
                  <a:lnTo>
                    <a:pt x="127" y="43"/>
                  </a:lnTo>
                  <a:close/>
                  <a:moveTo>
                    <a:pt x="53" y="75"/>
                  </a:moveTo>
                  <a:lnTo>
                    <a:pt x="0" y="43"/>
                  </a:lnTo>
                  <a:lnTo>
                    <a:pt x="53" y="0"/>
                  </a:lnTo>
                  <a:lnTo>
                    <a:pt x="53" y="75"/>
                  </a:lnTo>
                  <a:close/>
                </a:path>
              </a:pathLst>
            </a:custGeom>
            <a:solidFill>
              <a:srgbClr val="FF0000"/>
            </a:solidFill>
            <a:ln w="0">
              <a:solidFill>
                <a:srgbClr val="FF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251057" name="Freeform 177"/>
            <p:cNvSpPr>
              <a:spLocks noEditPoints="1"/>
            </p:cNvSpPr>
            <p:nvPr/>
          </p:nvSpPr>
          <p:spPr bwMode="auto">
            <a:xfrm>
              <a:off x="1243" y="3112"/>
              <a:ext cx="106" cy="106"/>
            </a:xfrm>
            <a:custGeom>
              <a:avLst/>
              <a:gdLst>
                <a:gd name="T0" fmla="*/ 95 w 106"/>
                <a:gd name="T1" fmla="*/ 106 h 106"/>
                <a:gd name="T2" fmla="*/ 21 w 106"/>
                <a:gd name="T3" fmla="*/ 32 h 106"/>
                <a:gd name="T4" fmla="*/ 21 w 106"/>
                <a:gd name="T5" fmla="*/ 21 h 106"/>
                <a:gd name="T6" fmla="*/ 21 w 106"/>
                <a:gd name="T7" fmla="*/ 21 h 106"/>
                <a:gd name="T8" fmla="*/ 21 w 106"/>
                <a:gd name="T9" fmla="*/ 21 h 106"/>
                <a:gd name="T10" fmla="*/ 32 w 106"/>
                <a:gd name="T11" fmla="*/ 21 h 106"/>
                <a:gd name="T12" fmla="*/ 106 w 106"/>
                <a:gd name="T13" fmla="*/ 96 h 106"/>
                <a:gd name="T14" fmla="*/ 106 w 106"/>
                <a:gd name="T15" fmla="*/ 106 h 106"/>
                <a:gd name="T16" fmla="*/ 106 w 106"/>
                <a:gd name="T17" fmla="*/ 106 h 106"/>
                <a:gd name="T18" fmla="*/ 95 w 106"/>
                <a:gd name="T19" fmla="*/ 106 h 106"/>
                <a:gd name="T20" fmla="*/ 95 w 106"/>
                <a:gd name="T21" fmla="*/ 106 h 106"/>
                <a:gd name="T22" fmla="*/ 95 w 106"/>
                <a:gd name="T23" fmla="*/ 106 h 106"/>
                <a:gd name="T24" fmla="*/ 11 w 106"/>
                <a:gd name="T25" fmla="*/ 53 h 106"/>
                <a:gd name="T26" fmla="*/ 0 w 106"/>
                <a:gd name="T27" fmla="*/ 0 h 106"/>
                <a:gd name="T28" fmla="*/ 64 w 106"/>
                <a:gd name="T29" fmla="*/ 10 h 106"/>
                <a:gd name="T30" fmla="*/ 11 w 106"/>
                <a:gd name="T31" fmla="*/ 53 h 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106" h="106">
                  <a:moveTo>
                    <a:pt x="95" y="106"/>
                  </a:moveTo>
                  <a:lnTo>
                    <a:pt x="21" y="32"/>
                  </a:lnTo>
                  <a:lnTo>
                    <a:pt x="21" y="21"/>
                  </a:lnTo>
                  <a:lnTo>
                    <a:pt x="21" y="21"/>
                  </a:lnTo>
                  <a:lnTo>
                    <a:pt x="21" y="21"/>
                  </a:lnTo>
                  <a:lnTo>
                    <a:pt x="32" y="21"/>
                  </a:lnTo>
                  <a:lnTo>
                    <a:pt x="106" y="96"/>
                  </a:lnTo>
                  <a:lnTo>
                    <a:pt x="106" y="106"/>
                  </a:lnTo>
                  <a:lnTo>
                    <a:pt x="106" y="106"/>
                  </a:lnTo>
                  <a:lnTo>
                    <a:pt x="95" y="106"/>
                  </a:lnTo>
                  <a:lnTo>
                    <a:pt x="95" y="106"/>
                  </a:lnTo>
                  <a:lnTo>
                    <a:pt x="95" y="106"/>
                  </a:lnTo>
                  <a:close/>
                  <a:moveTo>
                    <a:pt x="11" y="53"/>
                  </a:moveTo>
                  <a:lnTo>
                    <a:pt x="0" y="0"/>
                  </a:lnTo>
                  <a:lnTo>
                    <a:pt x="64" y="10"/>
                  </a:lnTo>
                  <a:lnTo>
                    <a:pt x="11" y="53"/>
                  </a:lnTo>
                  <a:close/>
                </a:path>
              </a:pathLst>
            </a:custGeom>
            <a:solidFill>
              <a:srgbClr val="FF0000"/>
            </a:solidFill>
            <a:ln w="0">
              <a:solidFill>
                <a:srgbClr val="FF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251058" name="Freeform 178"/>
            <p:cNvSpPr>
              <a:spLocks noEditPoints="1"/>
            </p:cNvSpPr>
            <p:nvPr/>
          </p:nvSpPr>
          <p:spPr bwMode="auto">
            <a:xfrm>
              <a:off x="1519" y="3325"/>
              <a:ext cx="106" cy="106"/>
            </a:xfrm>
            <a:custGeom>
              <a:avLst/>
              <a:gdLst>
                <a:gd name="T0" fmla="*/ 95 w 106"/>
                <a:gd name="T1" fmla="*/ 106 h 106"/>
                <a:gd name="T2" fmla="*/ 10 w 106"/>
                <a:gd name="T3" fmla="*/ 32 h 106"/>
                <a:gd name="T4" fmla="*/ 10 w 106"/>
                <a:gd name="T5" fmla="*/ 21 h 106"/>
                <a:gd name="T6" fmla="*/ 21 w 106"/>
                <a:gd name="T7" fmla="*/ 21 h 106"/>
                <a:gd name="T8" fmla="*/ 21 w 106"/>
                <a:gd name="T9" fmla="*/ 21 h 106"/>
                <a:gd name="T10" fmla="*/ 21 w 106"/>
                <a:gd name="T11" fmla="*/ 21 h 106"/>
                <a:gd name="T12" fmla="*/ 95 w 106"/>
                <a:gd name="T13" fmla="*/ 96 h 106"/>
                <a:gd name="T14" fmla="*/ 106 w 106"/>
                <a:gd name="T15" fmla="*/ 106 h 106"/>
                <a:gd name="T16" fmla="*/ 95 w 106"/>
                <a:gd name="T17" fmla="*/ 106 h 106"/>
                <a:gd name="T18" fmla="*/ 95 w 106"/>
                <a:gd name="T19" fmla="*/ 106 h 106"/>
                <a:gd name="T20" fmla="*/ 95 w 106"/>
                <a:gd name="T21" fmla="*/ 106 h 106"/>
                <a:gd name="T22" fmla="*/ 95 w 106"/>
                <a:gd name="T23" fmla="*/ 106 h 106"/>
                <a:gd name="T24" fmla="*/ 0 w 106"/>
                <a:gd name="T25" fmla="*/ 53 h 106"/>
                <a:gd name="T26" fmla="*/ 0 w 106"/>
                <a:gd name="T27" fmla="*/ 0 h 106"/>
                <a:gd name="T28" fmla="*/ 53 w 106"/>
                <a:gd name="T29" fmla="*/ 10 h 106"/>
                <a:gd name="T30" fmla="*/ 0 w 106"/>
                <a:gd name="T31" fmla="*/ 53 h 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106" h="106">
                  <a:moveTo>
                    <a:pt x="95" y="106"/>
                  </a:moveTo>
                  <a:lnTo>
                    <a:pt x="10" y="32"/>
                  </a:lnTo>
                  <a:lnTo>
                    <a:pt x="10" y="21"/>
                  </a:lnTo>
                  <a:lnTo>
                    <a:pt x="21" y="21"/>
                  </a:lnTo>
                  <a:lnTo>
                    <a:pt x="21" y="21"/>
                  </a:lnTo>
                  <a:lnTo>
                    <a:pt x="21" y="21"/>
                  </a:lnTo>
                  <a:lnTo>
                    <a:pt x="95" y="96"/>
                  </a:lnTo>
                  <a:lnTo>
                    <a:pt x="106" y="106"/>
                  </a:lnTo>
                  <a:lnTo>
                    <a:pt x="95" y="106"/>
                  </a:lnTo>
                  <a:lnTo>
                    <a:pt x="95" y="106"/>
                  </a:lnTo>
                  <a:lnTo>
                    <a:pt x="95" y="106"/>
                  </a:lnTo>
                  <a:lnTo>
                    <a:pt x="95" y="106"/>
                  </a:lnTo>
                  <a:close/>
                  <a:moveTo>
                    <a:pt x="0" y="53"/>
                  </a:moveTo>
                  <a:lnTo>
                    <a:pt x="0" y="0"/>
                  </a:lnTo>
                  <a:lnTo>
                    <a:pt x="53" y="10"/>
                  </a:lnTo>
                  <a:lnTo>
                    <a:pt x="0" y="53"/>
                  </a:lnTo>
                  <a:close/>
                </a:path>
              </a:pathLst>
            </a:custGeom>
            <a:solidFill>
              <a:srgbClr val="FF0000"/>
            </a:solidFill>
            <a:ln w="0">
              <a:solidFill>
                <a:srgbClr val="FF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251059" name="Freeform 179"/>
            <p:cNvSpPr>
              <a:spLocks noEditPoints="1"/>
            </p:cNvSpPr>
            <p:nvPr/>
          </p:nvSpPr>
          <p:spPr bwMode="auto">
            <a:xfrm>
              <a:off x="1211" y="2898"/>
              <a:ext cx="74" cy="139"/>
            </a:xfrm>
            <a:custGeom>
              <a:avLst/>
              <a:gdLst>
                <a:gd name="T0" fmla="*/ 32 w 74"/>
                <a:gd name="T1" fmla="*/ 128 h 139"/>
                <a:gd name="T2" fmla="*/ 32 w 74"/>
                <a:gd name="T3" fmla="*/ 43 h 139"/>
                <a:gd name="T4" fmla="*/ 32 w 74"/>
                <a:gd name="T5" fmla="*/ 32 h 139"/>
                <a:gd name="T6" fmla="*/ 43 w 74"/>
                <a:gd name="T7" fmla="*/ 32 h 139"/>
                <a:gd name="T8" fmla="*/ 43 w 74"/>
                <a:gd name="T9" fmla="*/ 32 h 139"/>
                <a:gd name="T10" fmla="*/ 43 w 74"/>
                <a:gd name="T11" fmla="*/ 43 h 139"/>
                <a:gd name="T12" fmla="*/ 43 w 74"/>
                <a:gd name="T13" fmla="*/ 128 h 139"/>
                <a:gd name="T14" fmla="*/ 43 w 74"/>
                <a:gd name="T15" fmla="*/ 139 h 139"/>
                <a:gd name="T16" fmla="*/ 43 w 74"/>
                <a:gd name="T17" fmla="*/ 139 h 139"/>
                <a:gd name="T18" fmla="*/ 32 w 74"/>
                <a:gd name="T19" fmla="*/ 139 h 139"/>
                <a:gd name="T20" fmla="*/ 32 w 74"/>
                <a:gd name="T21" fmla="*/ 128 h 139"/>
                <a:gd name="T22" fmla="*/ 32 w 74"/>
                <a:gd name="T23" fmla="*/ 128 h 139"/>
                <a:gd name="T24" fmla="*/ 0 w 74"/>
                <a:gd name="T25" fmla="*/ 54 h 139"/>
                <a:gd name="T26" fmla="*/ 43 w 74"/>
                <a:gd name="T27" fmla="*/ 0 h 139"/>
                <a:gd name="T28" fmla="*/ 74 w 74"/>
                <a:gd name="T29" fmla="*/ 54 h 139"/>
                <a:gd name="T30" fmla="*/ 0 w 74"/>
                <a:gd name="T31" fmla="*/ 54 h 1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74" h="139">
                  <a:moveTo>
                    <a:pt x="32" y="128"/>
                  </a:moveTo>
                  <a:lnTo>
                    <a:pt x="32" y="43"/>
                  </a:lnTo>
                  <a:lnTo>
                    <a:pt x="32" y="32"/>
                  </a:lnTo>
                  <a:lnTo>
                    <a:pt x="43" y="32"/>
                  </a:lnTo>
                  <a:lnTo>
                    <a:pt x="43" y="32"/>
                  </a:lnTo>
                  <a:lnTo>
                    <a:pt x="43" y="43"/>
                  </a:lnTo>
                  <a:lnTo>
                    <a:pt x="43" y="128"/>
                  </a:lnTo>
                  <a:lnTo>
                    <a:pt x="43" y="139"/>
                  </a:lnTo>
                  <a:lnTo>
                    <a:pt x="43" y="139"/>
                  </a:lnTo>
                  <a:lnTo>
                    <a:pt x="32" y="139"/>
                  </a:lnTo>
                  <a:lnTo>
                    <a:pt x="32" y="128"/>
                  </a:lnTo>
                  <a:lnTo>
                    <a:pt x="32" y="128"/>
                  </a:lnTo>
                  <a:close/>
                  <a:moveTo>
                    <a:pt x="0" y="54"/>
                  </a:moveTo>
                  <a:lnTo>
                    <a:pt x="43" y="0"/>
                  </a:lnTo>
                  <a:lnTo>
                    <a:pt x="74" y="54"/>
                  </a:lnTo>
                  <a:lnTo>
                    <a:pt x="0" y="54"/>
                  </a:lnTo>
                  <a:close/>
                </a:path>
              </a:pathLst>
            </a:custGeom>
            <a:solidFill>
              <a:srgbClr val="FF0000"/>
            </a:solidFill>
            <a:ln w="0">
              <a:solidFill>
                <a:srgbClr val="FF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251060" name="Freeform 180"/>
            <p:cNvSpPr>
              <a:spLocks noEditPoints="1"/>
            </p:cNvSpPr>
            <p:nvPr/>
          </p:nvSpPr>
          <p:spPr bwMode="auto">
            <a:xfrm>
              <a:off x="1211" y="2717"/>
              <a:ext cx="74" cy="128"/>
            </a:xfrm>
            <a:custGeom>
              <a:avLst/>
              <a:gdLst>
                <a:gd name="T0" fmla="*/ 32 w 74"/>
                <a:gd name="T1" fmla="*/ 128 h 128"/>
                <a:gd name="T2" fmla="*/ 32 w 74"/>
                <a:gd name="T3" fmla="*/ 32 h 128"/>
                <a:gd name="T4" fmla="*/ 32 w 74"/>
                <a:gd name="T5" fmla="*/ 32 h 128"/>
                <a:gd name="T6" fmla="*/ 43 w 74"/>
                <a:gd name="T7" fmla="*/ 32 h 128"/>
                <a:gd name="T8" fmla="*/ 43 w 74"/>
                <a:gd name="T9" fmla="*/ 32 h 128"/>
                <a:gd name="T10" fmla="*/ 43 w 74"/>
                <a:gd name="T11" fmla="*/ 32 h 128"/>
                <a:gd name="T12" fmla="*/ 43 w 74"/>
                <a:gd name="T13" fmla="*/ 128 h 128"/>
                <a:gd name="T14" fmla="*/ 43 w 74"/>
                <a:gd name="T15" fmla="*/ 128 h 128"/>
                <a:gd name="T16" fmla="*/ 43 w 74"/>
                <a:gd name="T17" fmla="*/ 128 h 128"/>
                <a:gd name="T18" fmla="*/ 32 w 74"/>
                <a:gd name="T19" fmla="*/ 128 h 128"/>
                <a:gd name="T20" fmla="*/ 32 w 74"/>
                <a:gd name="T21" fmla="*/ 128 h 128"/>
                <a:gd name="T22" fmla="*/ 32 w 74"/>
                <a:gd name="T23" fmla="*/ 128 h 128"/>
                <a:gd name="T24" fmla="*/ 0 w 74"/>
                <a:gd name="T25" fmla="*/ 43 h 128"/>
                <a:gd name="T26" fmla="*/ 43 w 74"/>
                <a:gd name="T27" fmla="*/ 0 h 128"/>
                <a:gd name="T28" fmla="*/ 74 w 74"/>
                <a:gd name="T29" fmla="*/ 43 h 128"/>
                <a:gd name="T30" fmla="*/ 0 w 74"/>
                <a:gd name="T31" fmla="*/ 43 h 1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74" h="128">
                  <a:moveTo>
                    <a:pt x="32" y="128"/>
                  </a:moveTo>
                  <a:lnTo>
                    <a:pt x="32" y="32"/>
                  </a:lnTo>
                  <a:lnTo>
                    <a:pt x="32" y="32"/>
                  </a:lnTo>
                  <a:lnTo>
                    <a:pt x="43" y="32"/>
                  </a:lnTo>
                  <a:lnTo>
                    <a:pt x="43" y="32"/>
                  </a:lnTo>
                  <a:lnTo>
                    <a:pt x="43" y="32"/>
                  </a:lnTo>
                  <a:lnTo>
                    <a:pt x="43" y="128"/>
                  </a:lnTo>
                  <a:lnTo>
                    <a:pt x="43" y="128"/>
                  </a:lnTo>
                  <a:lnTo>
                    <a:pt x="43" y="128"/>
                  </a:lnTo>
                  <a:lnTo>
                    <a:pt x="32" y="128"/>
                  </a:lnTo>
                  <a:lnTo>
                    <a:pt x="32" y="128"/>
                  </a:lnTo>
                  <a:lnTo>
                    <a:pt x="32" y="128"/>
                  </a:lnTo>
                  <a:close/>
                  <a:moveTo>
                    <a:pt x="0" y="43"/>
                  </a:moveTo>
                  <a:lnTo>
                    <a:pt x="43" y="0"/>
                  </a:lnTo>
                  <a:lnTo>
                    <a:pt x="74" y="43"/>
                  </a:lnTo>
                  <a:lnTo>
                    <a:pt x="0" y="43"/>
                  </a:lnTo>
                  <a:close/>
                </a:path>
              </a:pathLst>
            </a:custGeom>
            <a:solidFill>
              <a:srgbClr val="FF0000"/>
            </a:solidFill>
            <a:ln w="0">
              <a:solidFill>
                <a:srgbClr val="FF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251061" name="Freeform 181"/>
            <p:cNvSpPr>
              <a:spLocks noEditPoints="1"/>
            </p:cNvSpPr>
            <p:nvPr/>
          </p:nvSpPr>
          <p:spPr bwMode="auto">
            <a:xfrm>
              <a:off x="755" y="2322"/>
              <a:ext cx="106" cy="118"/>
            </a:xfrm>
            <a:custGeom>
              <a:avLst/>
              <a:gdLst>
                <a:gd name="T0" fmla="*/ 96 w 106"/>
                <a:gd name="T1" fmla="*/ 107 h 118"/>
                <a:gd name="T2" fmla="*/ 21 w 106"/>
                <a:gd name="T3" fmla="*/ 32 h 118"/>
                <a:gd name="T4" fmla="*/ 21 w 106"/>
                <a:gd name="T5" fmla="*/ 22 h 118"/>
                <a:gd name="T6" fmla="*/ 21 w 106"/>
                <a:gd name="T7" fmla="*/ 22 h 118"/>
                <a:gd name="T8" fmla="*/ 21 w 106"/>
                <a:gd name="T9" fmla="*/ 22 h 118"/>
                <a:gd name="T10" fmla="*/ 32 w 106"/>
                <a:gd name="T11" fmla="*/ 22 h 118"/>
                <a:gd name="T12" fmla="*/ 106 w 106"/>
                <a:gd name="T13" fmla="*/ 107 h 118"/>
                <a:gd name="T14" fmla="*/ 106 w 106"/>
                <a:gd name="T15" fmla="*/ 107 h 118"/>
                <a:gd name="T16" fmla="*/ 106 w 106"/>
                <a:gd name="T17" fmla="*/ 107 h 118"/>
                <a:gd name="T18" fmla="*/ 96 w 106"/>
                <a:gd name="T19" fmla="*/ 118 h 118"/>
                <a:gd name="T20" fmla="*/ 96 w 106"/>
                <a:gd name="T21" fmla="*/ 107 h 118"/>
                <a:gd name="T22" fmla="*/ 96 w 106"/>
                <a:gd name="T23" fmla="*/ 107 h 118"/>
                <a:gd name="T24" fmla="*/ 0 w 106"/>
                <a:gd name="T25" fmla="*/ 64 h 118"/>
                <a:gd name="T26" fmla="*/ 0 w 106"/>
                <a:gd name="T27" fmla="*/ 0 h 118"/>
                <a:gd name="T28" fmla="*/ 53 w 106"/>
                <a:gd name="T29" fmla="*/ 11 h 118"/>
                <a:gd name="T30" fmla="*/ 0 w 106"/>
                <a:gd name="T31" fmla="*/ 64 h 1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106" h="118">
                  <a:moveTo>
                    <a:pt x="96" y="107"/>
                  </a:moveTo>
                  <a:lnTo>
                    <a:pt x="21" y="32"/>
                  </a:lnTo>
                  <a:lnTo>
                    <a:pt x="21" y="22"/>
                  </a:lnTo>
                  <a:lnTo>
                    <a:pt x="21" y="22"/>
                  </a:lnTo>
                  <a:lnTo>
                    <a:pt x="21" y="22"/>
                  </a:lnTo>
                  <a:lnTo>
                    <a:pt x="32" y="22"/>
                  </a:lnTo>
                  <a:lnTo>
                    <a:pt x="106" y="107"/>
                  </a:lnTo>
                  <a:lnTo>
                    <a:pt x="106" y="107"/>
                  </a:lnTo>
                  <a:lnTo>
                    <a:pt x="106" y="107"/>
                  </a:lnTo>
                  <a:lnTo>
                    <a:pt x="96" y="118"/>
                  </a:lnTo>
                  <a:lnTo>
                    <a:pt x="96" y="107"/>
                  </a:lnTo>
                  <a:lnTo>
                    <a:pt x="96" y="107"/>
                  </a:lnTo>
                  <a:close/>
                  <a:moveTo>
                    <a:pt x="0" y="64"/>
                  </a:moveTo>
                  <a:lnTo>
                    <a:pt x="0" y="0"/>
                  </a:lnTo>
                  <a:lnTo>
                    <a:pt x="53" y="11"/>
                  </a:lnTo>
                  <a:lnTo>
                    <a:pt x="0" y="64"/>
                  </a:lnTo>
                  <a:close/>
                </a:path>
              </a:pathLst>
            </a:custGeom>
            <a:solidFill>
              <a:srgbClr val="FF0000"/>
            </a:solidFill>
            <a:ln w="0">
              <a:solidFill>
                <a:srgbClr val="FF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251062" name="Freeform 182"/>
            <p:cNvSpPr>
              <a:spLocks noEditPoints="1"/>
            </p:cNvSpPr>
            <p:nvPr/>
          </p:nvSpPr>
          <p:spPr bwMode="auto">
            <a:xfrm>
              <a:off x="1020" y="2536"/>
              <a:ext cx="106" cy="117"/>
            </a:xfrm>
            <a:custGeom>
              <a:avLst/>
              <a:gdLst>
                <a:gd name="T0" fmla="*/ 96 w 106"/>
                <a:gd name="T1" fmla="*/ 117 h 117"/>
                <a:gd name="T2" fmla="*/ 22 w 106"/>
                <a:gd name="T3" fmla="*/ 32 h 117"/>
                <a:gd name="T4" fmla="*/ 22 w 106"/>
                <a:gd name="T5" fmla="*/ 32 h 117"/>
                <a:gd name="T6" fmla="*/ 22 w 106"/>
                <a:gd name="T7" fmla="*/ 21 h 117"/>
                <a:gd name="T8" fmla="*/ 32 w 106"/>
                <a:gd name="T9" fmla="*/ 21 h 117"/>
                <a:gd name="T10" fmla="*/ 32 w 106"/>
                <a:gd name="T11" fmla="*/ 21 h 117"/>
                <a:gd name="T12" fmla="*/ 106 w 106"/>
                <a:gd name="T13" fmla="*/ 106 h 117"/>
                <a:gd name="T14" fmla="*/ 106 w 106"/>
                <a:gd name="T15" fmla="*/ 106 h 117"/>
                <a:gd name="T16" fmla="*/ 106 w 106"/>
                <a:gd name="T17" fmla="*/ 117 h 117"/>
                <a:gd name="T18" fmla="*/ 106 w 106"/>
                <a:gd name="T19" fmla="*/ 117 h 117"/>
                <a:gd name="T20" fmla="*/ 96 w 106"/>
                <a:gd name="T21" fmla="*/ 117 h 117"/>
                <a:gd name="T22" fmla="*/ 96 w 106"/>
                <a:gd name="T23" fmla="*/ 117 h 117"/>
                <a:gd name="T24" fmla="*/ 11 w 106"/>
                <a:gd name="T25" fmla="*/ 64 h 117"/>
                <a:gd name="T26" fmla="*/ 0 w 106"/>
                <a:gd name="T27" fmla="*/ 0 h 117"/>
                <a:gd name="T28" fmla="*/ 64 w 106"/>
                <a:gd name="T29" fmla="*/ 10 h 117"/>
                <a:gd name="T30" fmla="*/ 11 w 106"/>
                <a:gd name="T31" fmla="*/ 64 h 1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106" h="117">
                  <a:moveTo>
                    <a:pt x="96" y="117"/>
                  </a:moveTo>
                  <a:lnTo>
                    <a:pt x="22" y="32"/>
                  </a:lnTo>
                  <a:lnTo>
                    <a:pt x="22" y="32"/>
                  </a:lnTo>
                  <a:lnTo>
                    <a:pt x="22" y="21"/>
                  </a:lnTo>
                  <a:lnTo>
                    <a:pt x="32" y="21"/>
                  </a:lnTo>
                  <a:lnTo>
                    <a:pt x="32" y="21"/>
                  </a:lnTo>
                  <a:lnTo>
                    <a:pt x="106" y="106"/>
                  </a:lnTo>
                  <a:lnTo>
                    <a:pt x="106" y="106"/>
                  </a:lnTo>
                  <a:lnTo>
                    <a:pt x="106" y="117"/>
                  </a:lnTo>
                  <a:lnTo>
                    <a:pt x="106" y="117"/>
                  </a:lnTo>
                  <a:lnTo>
                    <a:pt x="96" y="117"/>
                  </a:lnTo>
                  <a:lnTo>
                    <a:pt x="96" y="117"/>
                  </a:lnTo>
                  <a:close/>
                  <a:moveTo>
                    <a:pt x="11" y="64"/>
                  </a:moveTo>
                  <a:lnTo>
                    <a:pt x="0" y="0"/>
                  </a:lnTo>
                  <a:lnTo>
                    <a:pt x="64" y="10"/>
                  </a:lnTo>
                  <a:lnTo>
                    <a:pt x="11" y="64"/>
                  </a:lnTo>
                  <a:close/>
                </a:path>
              </a:pathLst>
            </a:custGeom>
            <a:solidFill>
              <a:srgbClr val="FF0000"/>
            </a:solidFill>
            <a:ln w="0">
              <a:solidFill>
                <a:srgbClr val="FF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251063" name="Freeform 183"/>
            <p:cNvSpPr>
              <a:spLocks noEditPoints="1"/>
            </p:cNvSpPr>
            <p:nvPr/>
          </p:nvSpPr>
          <p:spPr bwMode="auto">
            <a:xfrm>
              <a:off x="723" y="2130"/>
              <a:ext cx="75" cy="128"/>
            </a:xfrm>
            <a:custGeom>
              <a:avLst/>
              <a:gdLst>
                <a:gd name="T0" fmla="*/ 32 w 75"/>
                <a:gd name="T1" fmla="*/ 118 h 128"/>
                <a:gd name="T2" fmla="*/ 32 w 75"/>
                <a:gd name="T3" fmla="*/ 32 h 128"/>
                <a:gd name="T4" fmla="*/ 32 w 75"/>
                <a:gd name="T5" fmla="*/ 32 h 128"/>
                <a:gd name="T6" fmla="*/ 43 w 75"/>
                <a:gd name="T7" fmla="*/ 22 h 128"/>
                <a:gd name="T8" fmla="*/ 43 w 75"/>
                <a:gd name="T9" fmla="*/ 32 h 128"/>
                <a:gd name="T10" fmla="*/ 43 w 75"/>
                <a:gd name="T11" fmla="*/ 32 h 128"/>
                <a:gd name="T12" fmla="*/ 43 w 75"/>
                <a:gd name="T13" fmla="*/ 118 h 128"/>
                <a:gd name="T14" fmla="*/ 43 w 75"/>
                <a:gd name="T15" fmla="*/ 128 h 128"/>
                <a:gd name="T16" fmla="*/ 43 w 75"/>
                <a:gd name="T17" fmla="*/ 128 h 128"/>
                <a:gd name="T18" fmla="*/ 32 w 75"/>
                <a:gd name="T19" fmla="*/ 128 h 128"/>
                <a:gd name="T20" fmla="*/ 32 w 75"/>
                <a:gd name="T21" fmla="*/ 118 h 128"/>
                <a:gd name="T22" fmla="*/ 32 w 75"/>
                <a:gd name="T23" fmla="*/ 118 h 128"/>
                <a:gd name="T24" fmla="*/ 0 w 75"/>
                <a:gd name="T25" fmla="*/ 43 h 128"/>
                <a:gd name="T26" fmla="*/ 43 w 75"/>
                <a:gd name="T27" fmla="*/ 0 h 128"/>
                <a:gd name="T28" fmla="*/ 75 w 75"/>
                <a:gd name="T29" fmla="*/ 43 h 128"/>
                <a:gd name="T30" fmla="*/ 0 w 75"/>
                <a:gd name="T31" fmla="*/ 43 h 1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75" h="128">
                  <a:moveTo>
                    <a:pt x="32" y="118"/>
                  </a:moveTo>
                  <a:lnTo>
                    <a:pt x="32" y="32"/>
                  </a:lnTo>
                  <a:lnTo>
                    <a:pt x="32" y="32"/>
                  </a:lnTo>
                  <a:lnTo>
                    <a:pt x="43" y="22"/>
                  </a:lnTo>
                  <a:lnTo>
                    <a:pt x="43" y="32"/>
                  </a:lnTo>
                  <a:lnTo>
                    <a:pt x="43" y="32"/>
                  </a:lnTo>
                  <a:lnTo>
                    <a:pt x="43" y="118"/>
                  </a:lnTo>
                  <a:lnTo>
                    <a:pt x="43" y="128"/>
                  </a:lnTo>
                  <a:lnTo>
                    <a:pt x="43" y="128"/>
                  </a:lnTo>
                  <a:lnTo>
                    <a:pt x="32" y="128"/>
                  </a:lnTo>
                  <a:lnTo>
                    <a:pt x="32" y="118"/>
                  </a:lnTo>
                  <a:lnTo>
                    <a:pt x="32" y="118"/>
                  </a:lnTo>
                  <a:close/>
                  <a:moveTo>
                    <a:pt x="0" y="43"/>
                  </a:moveTo>
                  <a:lnTo>
                    <a:pt x="43" y="0"/>
                  </a:lnTo>
                  <a:lnTo>
                    <a:pt x="75" y="43"/>
                  </a:lnTo>
                  <a:lnTo>
                    <a:pt x="0" y="43"/>
                  </a:lnTo>
                  <a:close/>
                </a:path>
              </a:pathLst>
            </a:custGeom>
            <a:solidFill>
              <a:srgbClr val="FF0000"/>
            </a:solidFill>
            <a:ln w="0">
              <a:solidFill>
                <a:srgbClr val="FF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zh-TW" altLang="en-US"/>
            </a:p>
          </p:txBody>
        </p:sp>
      </p:grpSp>
      <p:graphicFrame>
        <p:nvGraphicFramePr>
          <p:cNvPr id="251064" name="Object 18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xmlns="" val="2248643207"/>
              </p:ext>
            </p:extLst>
          </p:nvPr>
        </p:nvGraphicFramePr>
        <p:xfrm>
          <a:off x="1234415" y="5013176"/>
          <a:ext cx="7051388" cy="1613406"/>
        </p:xfrm>
        <a:graphic>
          <a:graphicData uri="http://schemas.openxmlformats.org/presentationml/2006/ole">
            <p:oleObj spid="_x0000_s1048" name="方程式" r:id="rId4" imgW="3111500" imgH="711200" progId="Equation.3">
              <p:embed/>
            </p:oleObj>
          </a:graphicData>
        </a:graphic>
      </p:graphicFrame>
    </p:spTree>
    <p:extLst>
      <p:ext uri="{BB962C8B-B14F-4D97-AF65-F5344CB8AC3E}">
        <p14:creationId xmlns:p14="http://schemas.microsoft.com/office/powerpoint/2010/main" xmlns="" val="922561658"/>
      </p:ext>
    </p:extLst>
  </p:cSld>
  <p:clrMapOvr>
    <a:masterClrMapping/>
  </p:clrMapOvr>
  <p:transition>
    <p:cut/>
  </p:transition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i="1" dirty="0" smtClean="0"/>
              <a:t>d</a:t>
            </a:r>
            <a:r>
              <a:rPr lang="zh-TW" altLang="en-US" i="1" dirty="0" smtClean="0"/>
              <a:t> </a:t>
            </a:r>
            <a:r>
              <a:rPr lang="en-US" altLang="zh-TW" dirty="0" smtClean="0"/>
              <a:t>-LCS</a:t>
            </a:r>
            <a:endParaRPr lang="zh-TW" altLang="en-US" dirty="0"/>
          </a:p>
        </p:txBody>
      </p:sp>
      <p:sp>
        <p:nvSpPr>
          <p:cNvPr id="3" name="投影片編號版面配置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3531F1-0529-445F-82AA-19A5A87A11E8}" type="slidenum">
              <a:rPr lang="zh-TW" altLang="en-US" smtClean="0"/>
              <a:pPr/>
              <a:t>5</a:t>
            </a:fld>
            <a:endParaRPr lang="zh-TW" altLang="en-US"/>
          </a:p>
        </p:txBody>
      </p:sp>
      <mc:AlternateContent xmlns:mc="http://schemas.openxmlformats.org/markup-compatibility/2006">
        <mc:Choice xmlns:a14="http://schemas.microsoft.com/office/drawing/2010/main" xmlns="" Requires="a14">
          <p:sp>
            <p:nvSpPr>
              <p:cNvPr id="4" name="內容版面配置區 3"/>
              <p:cNvSpPr>
                <a:spLocks noGrp="1"/>
              </p:cNvSpPr>
              <p:nvPr>
                <p:ph sz="quarter" idx="1"/>
              </p:nvPr>
            </p:nvSpPr>
            <p:spPr/>
            <p:txBody>
              <a:bodyPr/>
              <a:lstStyle/>
              <a:p>
                <a:r>
                  <a:rPr lang="zh-TW" altLang="en-US" dirty="0" smtClean="0"/>
                  <a:t>給</a:t>
                </a:r>
                <a:r>
                  <a:rPr lang="en-US" altLang="zh-TW" i="1" dirty="0" smtClean="0"/>
                  <a:t>d </a:t>
                </a:r>
                <a:r>
                  <a:rPr lang="zh-TW" altLang="en-US" dirty="0" smtClean="0"/>
                  <a:t>條</a:t>
                </a:r>
                <a:r>
                  <a:rPr lang="zh-TW" altLang="en-US" dirty="0" smtClean="0"/>
                  <a:t>長度是</a:t>
                </a:r>
                <a:r>
                  <a:rPr lang="en-US" altLang="zh-TW" i="1" dirty="0" err="1" smtClean="0"/>
                  <a:t>n</a:t>
                </a:r>
                <a:r>
                  <a:rPr lang="en-US" altLang="zh-TW" i="1" baseline="-25000" dirty="0" err="1" smtClean="0"/>
                  <a:t>i</a:t>
                </a:r>
                <a:r>
                  <a:rPr lang="en-US" altLang="zh-TW" i="1" baseline="-25000" dirty="0" smtClean="0"/>
                  <a:t> </a:t>
                </a:r>
                <a:r>
                  <a:rPr lang="zh-TW" altLang="en-US" dirty="0" smtClean="0"/>
                  <a:t>的</a:t>
                </a:r>
                <a:r>
                  <a:rPr lang="zh-TW" altLang="en-US" dirty="0" smtClean="0"/>
                  <a:t>字串，</a:t>
                </a:r>
                <a:r>
                  <a:rPr lang="zh-TW" altLang="en-US" dirty="0"/>
                  <a:t>這個</a:t>
                </a:r>
                <a:r>
                  <a:rPr lang="en-US" altLang="zh-TW" dirty="0"/>
                  <a:t>LCS</a:t>
                </a:r>
                <a:r>
                  <a:rPr lang="zh-TW" altLang="en-US" dirty="0"/>
                  <a:t>必須要是所有字串的</a:t>
                </a:r>
                <a:r>
                  <a:rPr lang="en-US" altLang="zh-TW" dirty="0"/>
                  <a:t>common </a:t>
                </a:r>
                <a:r>
                  <a:rPr lang="en-US" altLang="zh-TW" dirty="0" smtClean="0"/>
                  <a:t>subsequence</a:t>
                </a:r>
                <a:r>
                  <a:rPr lang="zh-TW" altLang="en-US" dirty="0" smtClean="0"/>
                  <a:t>中最長的</a:t>
                </a:r>
                <a:endParaRPr lang="en-US" altLang="zh-TW" dirty="0" smtClean="0"/>
              </a:p>
              <a:p>
                <a:r>
                  <a:rPr lang="en-US" altLang="zh-TW" dirty="0" smtClean="0"/>
                  <a:t>Time complexity: O(</a:t>
                </a:r>
                <a14:m>
                  <m:oMath xmlns:m="http://schemas.openxmlformats.org/officeDocument/2006/math">
                    <m:nary>
                      <m:naryPr>
                        <m:chr m:val="∏"/>
                        <m:limLoc m:val="subSup"/>
                        <m:ctrlPr>
                          <a:rPr lang="en-US" altLang="zh-TW" i="1">
                            <a:latin typeface="Cambria Math"/>
                          </a:rPr>
                        </m:ctrlPr>
                      </m:naryPr>
                      <m:sub>
                        <m:r>
                          <m:rPr>
                            <m:brk m:alnAt="25"/>
                          </m:rPr>
                          <a:rPr lang="en-US" altLang="zh-TW" i="1">
                            <a:latin typeface="Cambria Math"/>
                          </a:rPr>
                          <m:t>𝑖</m:t>
                        </m:r>
                        <m:r>
                          <a:rPr lang="en-US" altLang="zh-TW" i="1">
                            <a:latin typeface="Cambria Math"/>
                          </a:rPr>
                          <m:t>=1</m:t>
                        </m:r>
                      </m:sub>
                      <m:sup>
                        <m:r>
                          <a:rPr lang="en-US" altLang="zh-TW" i="1">
                            <a:latin typeface="Cambria Math"/>
                          </a:rPr>
                          <m:t>𝑑</m:t>
                        </m:r>
                      </m:sup>
                      <m:e>
                        <m:sSub>
                          <m:sSubPr>
                            <m:ctrlPr>
                              <a:rPr lang="en-US" altLang="zh-TW" i="1">
                                <a:latin typeface="Cambria Math"/>
                              </a:rPr>
                            </m:ctrlPr>
                          </m:sSubPr>
                          <m:e>
                            <m:r>
                              <a:rPr lang="en-US" altLang="zh-TW" i="1">
                                <a:latin typeface="Cambria Math"/>
                              </a:rPr>
                              <m:t>𝑛</m:t>
                            </m:r>
                          </m:e>
                          <m:sub>
                            <m:r>
                              <a:rPr lang="en-US" altLang="zh-TW" i="1">
                                <a:latin typeface="Cambria Math"/>
                              </a:rPr>
                              <m:t>𝑖</m:t>
                            </m:r>
                          </m:sub>
                        </m:sSub>
                        <m:r>
                          <a:rPr lang="en-US" altLang="zh-TW" i="1">
                            <a:latin typeface="Cambria Math"/>
                          </a:rPr>
                          <m:t> </m:t>
                        </m:r>
                      </m:e>
                    </m:nary>
                  </m:oMath>
                </a14:m>
                <a:r>
                  <a:rPr lang="en-US" altLang="zh-TW" dirty="0" smtClean="0"/>
                  <a:t>).</a:t>
                </a:r>
                <a:endParaRPr lang="zh-TW" altLang="en-US" dirty="0"/>
              </a:p>
            </p:txBody>
          </p:sp>
        </mc:Choice>
        <mc:Fallback>
          <p:sp>
            <p:nvSpPr>
              <p:cNvPr id="4" name="內容版面配置區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"/>
              </p:nvPr>
            </p:nvSpPr>
            <p:spPr>
              <a:blipFill rotWithShape="1">
                <a:blip r:embed="rId2" cstate="print"/>
                <a:stretch>
                  <a:fillRect l="-706" t="-1200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xmlns="" val="1917983713"/>
      </p:ext>
    </p:extLst>
  </p:cSld>
  <p:clrMapOvr>
    <a:masterClrMapping/>
  </p:clrMapOvr>
  <p:transition>
    <p:cut/>
  </p:transition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Run-length Encoding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altLang="zh-TW" sz="2800" dirty="0" err="1" smtClean="0">
                <a:latin typeface="Times New Roman" pitchFamily="18" charset="0"/>
                <a:ea typeface="標楷體" pitchFamily="65" charset="-120"/>
              </a:rPr>
              <a:t>aaaabbbaacc</a:t>
            </a:r>
            <a:r>
              <a:rPr lang="en-US" altLang="zh-TW" sz="2800" dirty="0" smtClean="0">
                <a:latin typeface="Times New Roman" pitchFamily="18" charset="0"/>
                <a:ea typeface="標楷體" pitchFamily="65" charset="-120"/>
              </a:rPr>
              <a:t>  </a:t>
            </a:r>
            <a:r>
              <a:rPr lang="en-US" altLang="zh-TW" sz="2800" dirty="0">
                <a:latin typeface="Times New Roman" pitchFamily="18" charset="0"/>
                <a:ea typeface="標楷體" pitchFamily="65" charset="-120"/>
                <a:sym typeface="Wingdings" pitchFamily="2" charset="2"/>
              </a:rPr>
              <a:t>  </a:t>
            </a:r>
            <a:r>
              <a:rPr lang="en-US" altLang="zh-TW" sz="2800" dirty="0" smtClean="0">
                <a:latin typeface="Times New Roman" pitchFamily="18" charset="0"/>
                <a:ea typeface="標楷體" pitchFamily="65" charset="-120"/>
                <a:sym typeface="Wingdings" pitchFamily="2" charset="2"/>
              </a:rPr>
              <a:t>a</a:t>
            </a:r>
            <a:r>
              <a:rPr lang="en-US" altLang="zh-TW" sz="2800" baseline="30000" dirty="0" smtClean="0">
                <a:latin typeface="Times New Roman" pitchFamily="18" charset="0"/>
                <a:ea typeface="標楷體" pitchFamily="65" charset="-120"/>
                <a:sym typeface="Wingdings" pitchFamily="2" charset="2"/>
              </a:rPr>
              <a:t>4</a:t>
            </a:r>
            <a:r>
              <a:rPr lang="en-US" altLang="zh-TW" sz="2800" dirty="0" smtClean="0">
                <a:latin typeface="Times New Roman" pitchFamily="18" charset="0"/>
                <a:ea typeface="標楷體" pitchFamily="65" charset="-120"/>
                <a:sym typeface="Wingdings" pitchFamily="2" charset="2"/>
              </a:rPr>
              <a:t>b</a:t>
            </a:r>
            <a:r>
              <a:rPr lang="en-US" altLang="zh-TW" sz="2800" baseline="30000" dirty="0" smtClean="0">
                <a:latin typeface="Times New Roman" pitchFamily="18" charset="0"/>
                <a:ea typeface="標楷體" pitchFamily="65" charset="-120"/>
                <a:sym typeface="Wingdings" pitchFamily="2" charset="2"/>
              </a:rPr>
              <a:t>3</a:t>
            </a:r>
            <a:r>
              <a:rPr lang="en-US" altLang="zh-TW" sz="2800" dirty="0" smtClean="0">
                <a:latin typeface="Times New Roman" pitchFamily="18" charset="0"/>
                <a:ea typeface="標楷體" pitchFamily="65" charset="-120"/>
                <a:sym typeface="Wingdings" pitchFamily="2" charset="2"/>
              </a:rPr>
              <a:t>a</a:t>
            </a:r>
            <a:r>
              <a:rPr lang="en-US" altLang="zh-TW" sz="2800" baseline="30000" dirty="0" smtClean="0">
                <a:latin typeface="Times New Roman" pitchFamily="18" charset="0"/>
                <a:ea typeface="標楷體" pitchFamily="65" charset="-120"/>
                <a:sym typeface="Wingdings" pitchFamily="2" charset="2"/>
              </a:rPr>
              <a:t>2</a:t>
            </a:r>
            <a:r>
              <a:rPr lang="en-US" altLang="zh-TW" sz="2800" dirty="0" smtClean="0">
                <a:latin typeface="Times New Roman" pitchFamily="18" charset="0"/>
                <a:ea typeface="標楷體" pitchFamily="65" charset="-120"/>
                <a:sym typeface="Wingdings" pitchFamily="2" charset="2"/>
              </a:rPr>
              <a:t>c</a:t>
            </a:r>
            <a:r>
              <a:rPr lang="en-US" altLang="zh-TW" sz="2800" baseline="30000" dirty="0" smtClean="0">
                <a:latin typeface="Times New Roman" pitchFamily="18" charset="0"/>
                <a:ea typeface="標楷體" pitchFamily="65" charset="-120"/>
                <a:sym typeface="Wingdings" pitchFamily="2" charset="2"/>
              </a:rPr>
              <a:t>2</a:t>
            </a:r>
          </a:p>
          <a:p>
            <a:r>
              <a:rPr lang="en-US" altLang="zh-TW" sz="2400" dirty="0" err="1" smtClean="0">
                <a:latin typeface="Times New Roman" pitchFamily="18" charset="0"/>
                <a:ea typeface="標楷體" pitchFamily="65" charset="-120"/>
              </a:rPr>
              <a:t>bbbbcccaaaaaa</a:t>
            </a:r>
            <a:r>
              <a:rPr lang="en-US" altLang="zh-TW" sz="2400" dirty="0" smtClean="0">
                <a:latin typeface="Times New Roman" pitchFamily="18" charset="0"/>
                <a:ea typeface="標楷體" pitchFamily="65" charset="-120"/>
              </a:rPr>
              <a:t>  </a:t>
            </a:r>
            <a:r>
              <a:rPr lang="en-US" altLang="zh-TW" sz="2400" dirty="0">
                <a:latin typeface="Times New Roman" pitchFamily="18" charset="0"/>
                <a:ea typeface="標楷體" pitchFamily="65" charset="-120"/>
                <a:sym typeface="Wingdings" pitchFamily="2" charset="2"/>
              </a:rPr>
              <a:t>  </a:t>
            </a:r>
            <a:r>
              <a:rPr lang="en-US" altLang="zh-TW" sz="2400" dirty="0" smtClean="0">
                <a:latin typeface="Times New Roman" pitchFamily="18" charset="0"/>
                <a:ea typeface="標楷體" pitchFamily="65" charset="-120"/>
                <a:sym typeface="Wingdings" pitchFamily="2" charset="2"/>
              </a:rPr>
              <a:t>b</a:t>
            </a:r>
            <a:r>
              <a:rPr lang="en-US" altLang="zh-TW" sz="2400" baseline="30000" dirty="0" smtClean="0">
                <a:latin typeface="Times New Roman" pitchFamily="18" charset="0"/>
                <a:ea typeface="標楷體" pitchFamily="65" charset="-120"/>
                <a:sym typeface="Wingdings" pitchFamily="2" charset="2"/>
              </a:rPr>
              <a:t>4</a:t>
            </a:r>
            <a:r>
              <a:rPr lang="en-US" altLang="zh-TW" sz="2400" dirty="0" smtClean="0">
                <a:latin typeface="Times New Roman" pitchFamily="18" charset="0"/>
                <a:ea typeface="標楷體" pitchFamily="65" charset="-120"/>
                <a:sym typeface="Wingdings" pitchFamily="2" charset="2"/>
              </a:rPr>
              <a:t>c</a:t>
            </a:r>
            <a:r>
              <a:rPr lang="en-US" altLang="zh-TW" sz="2400" baseline="30000" dirty="0" smtClean="0">
                <a:latin typeface="Times New Roman" pitchFamily="18" charset="0"/>
                <a:ea typeface="標楷體" pitchFamily="65" charset="-120"/>
                <a:sym typeface="Wingdings" pitchFamily="2" charset="2"/>
              </a:rPr>
              <a:t>3</a:t>
            </a:r>
            <a:r>
              <a:rPr lang="en-US" altLang="zh-TW" sz="2400" dirty="0" smtClean="0">
                <a:latin typeface="Times New Roman" pitchFamily="18" charset="0"/>
                <a:ea typeface="標楷體" pitchFamily="65" charset="-120"/>
                <a:sym typeface="Wingdings" pitchFamily="2" charset="2"/>
              </a:rPr>
              <a:t>a</a:t>
            </a:r>
            <a:r>
              <a:rPr lang="en-US" altLang="zh-TW" sz="2400" baseline="30000" dirty="0" smtClean="0">
                <a:latin typeface="Times New Roman" pitchFamily="18" charset="0"/>
                <a:ea typeface="標楷體" pitchFamily="65" charset="-120"/>
                <a:sym typeface="Wingdings" pitchFamily="2" charset="2"/>
              </a:rPr>
              <a:t>6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3531F1-0529-445F-82AA-19A5A87A11E8}" type="slidenum">
              <a:rPr lang="zh-TW" altLang="en-US" smtClean="0"/>
              <a:pPr/>
              <a:t>6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xmlns="" val="1075622717"/>
      </p:ext>
    </p:extLst>
  </p:cSld>
  <p:clrMapOvr>
    <a:masterClrMapping/>
  </p:clrMapOvr>
  <p:transition>
    <p:cut/>
  </p:transition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標題 2"/>
          <p:cNvSpPr>
            <a:spLocks noGrp="1"/>
          </p:cNvSpPr>
          <p:nvPr>
            <p:ph type="title"/>
          </p:nvPr>
        </p:nvSpPr>
        <p:spPr>
          <a:xfrm>
            <a:off x="683568" y="188640"/>
            <a:ext cx="7772400" cy="782960"/>
          </a:xfrm>
        </p:spPr>
        <p:txBody>
          <a:bodyPr/>
          <a:lstStyle/>
          <a:p>
            <a:r>
              <a:rPr lang="en-US" altLang="zh-TW" dirty="0"/>
              <a:t>RLE-</a:t>
            </a:r>
            <a:r>
              <a:rPr lang="en-US" altLang="zh-TW" dirty="0" smtClean="0"/>
              <a:t>LCS </a:t>
            </a:r>
            <a:r>
              <a:rPr lang="en-US" altLang="zh-TW" dirty="0"/>
              <a:t>by Dynamic Programming</a:t>
            </a:r>
            <a:endParaRPr lang="zh-TW" altLang="en-US" dirty="0"/>
          </a:p>
        </p:txBody>
      </p:sp>
      <p:graphicFrame>
        <p:nvGraphicFramePr>
          <p:cNvPr id="5" name="內容版面配置區 4"/>
          <p:cNvGraphicFramePr>
            <a:graphicFrameLocks noGrp="1"/>
          </p:cNvGraphicFramePr>
          <p:nvPr>
            <p:ph sz="quarter" idx="1"/>
            <p:extLst>
              <p:ext uri="{D42A27DB-BD31-4B8C-83A1-F6EECF244321}">
                <p14:modId xmlns:p14="http://schemas.microsoft.com/office/powerpoint/2010/main" xmlns="" val="206086980"/>
              </p:ext>
            </p:extLst>
          </p:nvPr>
        </p:nvGraphicFramePr>
        <p:xfrm>
          <a:off x="1115616" y="1052736"/>
          <a:ext cx="6736080" cy="55626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18160"/>
                <a:gridCol w="518160"/>
                <a:gridCol w="518160"/>
                <a:gridCol w="518160"/>
                <a:gridCol w="518160"/>
                <a:gridCol w="518160"/>
                <a:gridCol w="518160"/>
                <a:gridCol w="518160"/>
                <a:gridCol w="518160"/>
                <a:gridCol w="518160"/>
                <a:gridCol w="518160"/>
                <a:gridCol w="518160"/>
                <a:gridCol w="518160"/>
              </a:tblGrid>
              <a:tr h="370840"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-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a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a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a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a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b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b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b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a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a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c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c</a:t>
                      </a:r>
                      <a:endParaRPr lang="zh-TW" alt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-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b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b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2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2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2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2</a:t>
                      </a:r>
                      <a:endParaRPr lang="zh-TW" alt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b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3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3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3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3</a:t>
                      </a:r>
                      <a:endParaRPr lang="zh-TW" alt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b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3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3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3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3</a:t>
                      </a:r>
                      <a:endParaRPr lang="zh-TW" alt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c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2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3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3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3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4</a:t>
                      </a:r>
                      <a:endParaRPr lang="zh-TW" altLang="en-US" dirty="0"/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4</a:t>
                      </a:r>
                      <a:endParaRPr lang="zh-TW" altLang="en-US" dirty="0"/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c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2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3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3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3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4</a:t>
                      </a:r>
                      <a:endParaRPr lang="zh-TW" altLang="en-US" dirty="0"/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5</a:t>
                      </a:r>
                      <a:endParaRPr lang="zh-TW" altLang="en-US" dirty="0"/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c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2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3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3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3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4</a:t>
                      </a:r>
                      <a:endParaRPr lang="zh-TW" altLang="en-US" dirty="0"/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5</a:t>
                      </a:r>
                      <a:endParaRPr lang="zh-TW" altLang="en-US" dirty="0"/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a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2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3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3</a:t>
                      </a:r>
                      <a:endParaRPr lang="zh-TW" altLang="en-US" dirty="0"/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3</a:t>
                      </a:r>
                      <a:endParaRPr lang="zh-TW" altLang="en-US" dirty="0"/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4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5</a:t>
                      </a:r>
                      <a:endParaRPr lang="zh-TW" alt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a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2</a:t>
                      </a:r>
                      <a:endParaRPr lang="zh-TW" altLang="en-US" dirty="0"/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2</a:t>
                      </a:r>
                      <a:endParaRPr lang="zh-TW" altLang="en-US" dirty="0"/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2</a:t>
                      </a:r>
                      <a:endParaRPr lang="zh-TW" altLang="en-US" dirty="0"/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2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2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3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3</a:t>
                      </a:r>
                      <a:endParaRPr lang="zh-TW" altLang="en-US" dirty="0"/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4</a:t>
                      </a:r>
                      <a:endParaRPr lang="zh-TW" altLang="en-US" dirty="0"/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4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5</a:t>
                      </a:r>
                      <a:endParaRPr lang="zh-TW" alt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a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2</a:t>
                      </a:r>
                      <a:endParaRPr lang="zh-TW" altLang="en-US" dirty="0"/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3</a:t>
                      </a:r>
                      <a:endParaRPr lang="zh-TW" altLang="en-US" dirty="0"/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3</a:t>
                      </a:r>
                      <a:endParaRPr lang="zh-TW" altLang="en-US" dirty="0"/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3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3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3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3</a:t>
                      </a:r>
                      <a:endParaRPr lang="zh-TW" altLang="en-US" dirty="0"/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4</a:t>
                      </a:r>
                      <a:endParaRPr lang="zh-TW" altLang="en-US" dirty="0"/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4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5</a:t>
                      </a:r>
                      <a:endParaRPr lang="zh-TW" alt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a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2</a:t>
                      </a:r>
                      <a:endParaRPr lang="zh-TW" altLang="en-US" dirty="0"/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3</a:t>
                      </a:r>
                      <a:endParaRPr lang="zh-TW" altLang="en-US" dirty="0"/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4</a:t>
                      </a:r>
                      <a:endParaRPr lang="zh-TW" altLang="en-US" dirty="0"/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4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4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4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4</a:t>
                      </a:r>
                      <a:endParaRPr lang="zh-TW" altLang="en-US" dirty="0"/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4</a:t>
                      </a:r>
                      <a:endParaRPr lang="zh-TW" altLang="en-US" dirty="0"/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4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5</a:t>
                      </a:r>
                      <a:endParaRPr lang="zh-TW" alt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a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2</a:t>
                      </a:r>
                      <a:endParaRPr lang="zh-TW" altLang="en-US" dirty="0"/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3</a:t>
                      </a:r>
                      <a:endParaRPr lang="zh-TW" altLang="en-US" dirty="0"/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4</a:t>
                      </a:r>
                      <a:endParaRPr lang="zh-TW" altLang="en-US" dirty="0"/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4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4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4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5</a:t>
                      </a:r>
                      <a:endParaRPr lang="zh-TW" altLang="en-US" dirty="0"/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5</a:t>
                      </a:r>
                      <a:endParaRPr lang="zh-TW" altLang="en-US" dirty="0"/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5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5</a:t>
                      </a:r>
                      <a:endParaRPr lang="zh-TW" alt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a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2</a:t>
                      </a:r>
                      <a:endParaRPr lang="zh-TW" altLang="en-US" dirty="0"/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3</a:t>
                      </a:r>
                      <a:endParaRPr lang="zh-TW" altLang="en-US" dirty="0"/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4</a:t>
                      </a:r>
                      <a:endParaRPr lang="zh-TW" altLang="en-US" dirty="0"/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4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4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4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5</a:t>
                      </a:r>
                      <a:endParaRPr lang="zh-TW" altLang="en-US" dirty="0"/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6</a:t>
                      </a:r>
                      <a:endParaRPr lang="zh-TW" altLang="en-US" dirty="0"/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6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6</a:t>
                      </a:r>
                      <a:endParaRPr lang="zh-TW" altLang="en-US" dirty="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3531F1-0529-445F-82AA-19A5A87A11E8}" type="slidenum">
              <a:rPr lang="zh-TW" altLang="en-US" smtClean="0"/>
              <a:pPr/>
              <a:t>7</a:t>
            </a:fld>
            <a:endParaRPr lang="zh-TW" altLang="en-US"/>
          </a:p>
        </p:txBody>
      </p:sp>
      <p:cxnSp>
        <p:nvCxnSpPr>
          <p:cNvPr id="7" name="直線接點 6"/>
          <p:cNvCxnSpPr/>
          <p:nvPr/>
        </p:nvCxnSpPr>
        <p:spPr>
          <a:xfrm flipH="1">
            <a:off x="6516216" y="6381328"/>
            <a:ext cx="864096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直線接點 8"/>
          <p:cNvCxnSpPr/>
          <p:nvPr/>
        </p:nvCxnSpPr>
        <p:spPr>
          <a:xfrm flipH="1" flipV="1">
            <a:off x="6012160" y="6093296"/>
            <a:ext cx="504056" cy="28803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直線接點 10"/>
          <p:cNvCxnSpPr/>
          <p:nvPr/>
        </p:nvCxnSpPr>
        <p:spPr>
          <a:xfrm flipH="1" flipV="1">
            <a:off x="5508104" y="5733256"/>
            <a:ext cx="504056" cy="36004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線接點 12"/>
          <p:cNvCxnSpPr/>
          <p:nvPr/>
        </p:nvCxnSpPr>
        <p:spPr>
          <a:xfrm flipH="1">
            <a:off x="3923928" y="5733256"/>
            <a:ext cx="1584176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直線接點 14"/>
          <p:cNvCxnSpPr/>
          <p:nvPr/>
        </p:nvCxnSpPr>
        <p:spPr>
          <a:xfrm flipH="1" flipV="1">
            <a:off x="1907704" y="4221088"/>
            <a:ext cx="2016224" cy="151216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直線接點 16"/>
          <p:cNvCxnSpPr/>
          <p:nvPr/>
        </p:nvCxnSpPr>
        <p:spPr>
          <a:xfrm flipV="1">
            <a:off x="7524328" y="3789040"/>
            <a:ext cx="0" cy="43204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直線接點 18"/>
          <p:cNvCxnSpPr/>
          <p:nvPr/>
        </p:nvCxnSpPr>
        <p:spPr>
          <a:xfrm flipH="1" flipV="1">
            <a:off x="6516216" y="3140968"/>
            <a:ext cx="1008112" cy="64807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直線接點 20"/>
          <p:cNvCxnSpPr/>
          <p:nvPr/>
        </p:nvCxnSpPr>
        <p:spPr>
          <a:xfrm flipH="1">
            <a:off x="5508104" y="3140968"/>
            <a:ext cx="1008112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直線接點 22"/>
          <p:cNvCxnSpPr/>
          <p:nvPr/>
        </p:nvCxnSpPr>
        <p:spPr>
          <a:xfrm flipH="1" flipV="1">
            <a:off x="3923928" y="1628800"/>
            <a:ext cx="1584176" cy="151216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xmlns="" val="2521569727"/>
      </p:ext>
    </p:extLst>
  </p:cSld>
  <p:clrMapOvr>
    <a:masterClrMapping/>
  </p:clrMapOvr>
  <p:transition>
    <p:cut/>
  </p:transition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87424D-1426-4561-BF5D-6FCA09F4569E}" type="slidenum">
              <a:rPr lang="en-US" altLang="zh-TW"/>
              <a:pPr/>
              <a:t>8</a:t>
            </a:fld>
            <a:endParaRPr lang="en-US" altLang="zh-TW"/>
          </a:p>
        </p:txBody>
      </p:sp>
      <p:sp>
        <p:nvSpPr>
          <p:cNvPr id="25293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RLE-LCS </a:t>
            </a:r>
            <a:r>
              <a:rPr lang="en-US" altLang="zh-TW" dirty="0"/>
              <a:t>by Dynamic Programming</a:t>
            </a:r>
            <a:endParaRPr lang="en-US" altLang="zh-TW" sz="4000" dirty="0"/>
          </a:p>
        </p:txBody>
      </p:sp>
      <p:grpSp>
        <p:nvGrpSpPr>
          <p:cNvPr id="252941" name="Group 13"/>
          <p:cNvGrpSpPr>
            <a:grpSpLocks/>
          </p:cNvGrpSpPr>
          <p:nvPr/>
        </p:nvGrpSpPr>
        <p:grpSpPr bwMode="auto">
          <a:xfrm>
            <a:off x="539750" y="2276475"/>
            <a:ext cx="7927975" cy="2527300"/>
            <a:chOff x="340" y="1302"/>
            <a:chExt cx="4994" cy="1592"/>
          </a:xfrm>
        </p:grpSpPr>
        <p:sp>
          <p:nvSpPr>
            <p:cNvPr id="252932" name="Text Box 4"/>
            <p:cNvSpPr txBox="1">
              <a:spLocks noChangeArrowheads="1"/>
            </p:cNvSpPr>
            <p:nvPr/>
          </p:nvSpPr>
          <p:spPr bwMode="auto">
            <a:xfrm>
              <a:off x="340" y="2663"/>
              <a:ext cx="4944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TW" dirty="0">
                  <a:latin typeface="Times New Roman" pitchFamily="18" charset="0"/>
                </a:rPr>
                <a:t> [</a:t>
              </a:r>
              <a:r>
                <a:rPr lang="en-US" altLang="zh-TW" dirty="0" err="1">
                  <a:latin typeface="Times New Roman" pitchFamily="18" charset="0"/>
                </a:rPr>
                <a:t>Bunke</a:t>
              </a:r>
              <a:r>
                <a:rPr lang="en-US" altLang="zh-TW" dirty="0">
                  <a:latin typeface="Times New Roman" pitchFamily="18" charset="0"/>
                </a:rPr>
                <a:t> and </a:t>
              </a:r>
              <a:r>
                <a:rPr lang="en-US" altLang="zh-TW" dirty="0" err="1">
                  <a:latin typeface="Times New Roman" pitchFamily="18" charset="0"/>
                </a:rPr>
                <a:t>Csirik</a:t>
              </a:r>
              <a:r>
                <a:rPr lang="en-US" altLang="zh-TW" dirty="0">
                  <a:latin typeface="Times New Roman" pitchFamily="18" charset="0"/>
                </a:rPr>
                <a:t>, 1995]              [Liu et al., 2008]                   [Ann et al., 2008]</a:t>
              </a:r>
            </a:p>
          </p:txBody>
        </p:sp>
        <p:graphicFrame>
          <p:nvGraphicFramePr>
            <p:cNvPr id="252933" name="Object 5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xmlns="" val="4232284540"/>
                </p:ext>
              </p:extLst>
            </p:nvPr>
          </p:nvGraphicFramePr>
          <p:xfrm>
            <a:off x="340" y="1302"/>
            <a:ext cx="4994" cy="1306"/>
          </p:xfrm>
          <a:graphic>
            <a:graphicData uri="http://schemas.openxmlformats.org/presentationml/2006/ole">
              <p:oleObj spid="_x0000_s2069" name="Visio" r:id="rId3" imgW="6337554" imgH="1657731" progId="">
                <p:embed/>
              </p:oleObj>
            </a:graphicData>
          </a:graphic>
        </p:graphicFrame>
      </p:grpSp>
    </p:spTree>
    <p:extLst>
      <p:ext uri="{BB962C8B-B14F-4D97-AF65-F5344CB8AC3E}">
        <p14:creationId xmlns:p14="http://schemas.microsoft.com/office/powerpoint/2010/main" xmlns="" val="218013480"/>
      </p:ext>
    </p:extLst>
  </p:cSld>
  <p:clrMapOvr>
    <a:masterClrMapping/>
  </p:clrMapOvr>
  <p:transition>
    <p:cut/>
  </p:transition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Lemma 1</a:t>
            </a:r>
            <a:endParaRPr lang="zh-TW" altLang="en-US" dirty="0"/>
          </a:p>
        </p:txBody>
      </p:sp>
      <p:sp>
        <p:nvSpPr>
          <p:cNvPr id="3" name="投影片編號版面配置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3531F1-0529-445F-82AA-19A5A87A11E8}" type="slidenum">
              <a:rPr lang="zh-TW" altLang="en-US" smtClean="0"/>
              <a:pPr/>
              <a:t>9</a:t>
            </a:fld>
            <a:endParaRPr lang="zh-TW" altLang="en-US"/>
          </a:p>
        </p:txBody>
      </p:sp>
      <p:sp>
        <p:nvSpPr>
          <p:cNvPr id="4" name="內容版面配置區 3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altLang="zh-TW" dirty="0"/>
              <a:t>Let </a:t>
            </a:r>
            <a:r>
              <a:rPr lang="en-US" altLang="zh-TW" i="1" dirty="0"/>
              <a:t>S</a:t>
            </a:r>
            <a:r>
              <a:rPr lang="en-US" altLang="zh-TW" baseline="-25000" dirty="0"/>
              <a:t>1</a:t>
            </a:r>
            <a:r>
              <a:rPr lang="en-US" altLang="zh-TW" dirty="0"/>
              <a:t> and </a:t>
            </a:r>
            <a:r>
              <a:rPr lang="en-US" altLang="zh-TW" i="1" dirty="0"/>
              <a:t>S</a:t>
            </a:r>
            <a:r>
              <a:rPr lang="en-US" altLang="zh-TW" baseline="-25000" dirty="0"/>
              <a:t>2</a:t>
            </a:r>
            <a:r>
              <a:rPr lang="en-US" altLang="zh-TW" dirty="0"/>
              <a:t> be two </a:t>
            </a:r>
            <a:r>
              <a:rPr lang="en-US" altLang="zh-TW" dirty="0" smtClean="0"/>
              <a:t>strings and </a:t>
            </a:r>
            <a:r>
              <a:rPr lang="en-US" altLang="zh-TW" i="1" dirty="0" err="1"/>
              <a:t>e</a:t>
            </a:r>
            <a:r>
              <a:rPr lang="en-US" altLang="zh-TW" i="1" baseline="30000" dirty="0" err="1"/>
              <a:t>r</a:t>
            </a:r>
            <a:r>
              <a:rPr lang="en-US" altLang="zh-TW" dirty="0"/>
              <a:t> be a run encoding symbol </a:t>
            </a:r>
            <a:r>
              <a:rPr lang="en-US" altLang="zh-TW" i="1" dirty="0"/>
              <a:t>e</a:t>
            </a:r>
            <a:r>
              <a:rPr lang="en-US" altLang="zh-TW" dirty="0"/>
              <a:t>. Let </a:t>
            </a:r>
            <a:r>
              <a:rPr lang="en-US" altLang="zh-TW" i="1" dirty="0"/>
              <a:t>S</a:t>
            </a:r>
            <a:r>
              <a:rPr lang="en-US" altLang="zh-TW" baseline="-25000" dirty="0"/>
              <a:t>1</a:t>
            </a:r>
            <a:r>
              <a:rPr lang="en-US" altLang="zh-TW" i="1" dirty="0"/>
              <a:t>e</a:t>
            </a:r>
            <a:r>
              <a:rPr lang="en-US" altLang="zh-TW" i="1" baseline="30000" dirty="0"/>
              <a:t>r</a:t>
            </a:r>
            <a:r>
              <a:rPr lang="en-US" altLang="zh-TW" dirty="0"/>
              <a:t> </a:t>
            </a:r>
            <a:r>
              <a:rPr lang="en-US" altLang="zh-TW" dirty="0" smtClean="0"/>
              <a:t>and S</a:t>
            </a:r>
            <a:r>
              <a:rPr lang="en-US" altLang="zh-TW" baseline="-25000" dirty="0" smtClean="0"/>
              <a:t>2</a:t>
            </a:r>
            <a:r>
              <a:rPr lang="en-US" altLang="zh-TW" i="1" dirty="0" smtClean="0"/>
              <a:t>e</a:t>
            </a:r>
            <a:r>
              <a:rPr lang="en-US" altLang="zh-TW" i="1" baseline="30000" dirty="0" smtClean="0"/>
              <a:t>r</a:t>
            </a:r>
            <a:r>
              <a:rPr lang="en-US" altLang="zh-TW" dirty="0" smtClean="0"/>
              <a:t> </a:t>
            </a:r>
            <a:r>
              <a:rPr lang="en-US" altLang="zh-TW" dirty="0"/>
              <a:t>denote the strings obtained by appending the </a:t>
            </a:r>
            <a:r>
              <a:rPr lang="en-US" altLang="zh-TW" dirty="0" smtClean="0"/>
              <a:t>run </a:t>
            </a:r>
            <a:r>
              <a:rPr lang="en-US" altLang="zh-TW" i="1" dirty="0" err="1" smtClean="0"/>
              <a:t>e</a:t>
            </a:r>
            <a:r>
              <a:rPr lang="en-US" altLang="zh-TW" i="1" baseline="30000" dirty="0" err="1" smtClean="0"/>
              <a:t>r</a:t>
            </a:r>
            <a:r>
              <a:rPr lang="en-US" altLang="zh-TW" dirty="0" smtClean="0"/>
              <a:t> </a:t>
            </a:r>
            <a:r>
              <a:rPr lang="en-US" altLang="zh-TW" dirty="0"/>
              <a:t>to </a:t>
            </a:r>
            <a:r>
              <a:rPr lang="en-US" altLang="zh-TW" i="1" dirty="0"/>
              <a:t>S</a:t>
            </a:r>
            <a:r>
              <a:rPr lang="en-US" altLang="zh-TW" baseline="-25000" dirty="0"/>
              <a:t>1</a:t>
            </a:r>
            <a:r>
              <a:rPr lang="en-US" altLang="zh-TW" dirty="0"/>
              <a:t> and </a:t>
            </a:r>
            <a:r>
              <a:rPr lang="en-US" altLang="zh-TW" i="1" dirty="0"/>
              <a:t>S</a:t>
            </a:r>
            <a:r>
              <a:rPr lang="en-US" altLang="zh-TW" baseline="-25000" dirty="0"/>
              <a:t>2</a:t>
            </a:r>
            <a:r>
              <a:rPr lang="en-US" altLang="zh-TW" dirty="0"/>
              <a:t>. We have that </a:t>
            </a:r>
            <a:r>
              <a:rPr lang="en-US" altLang="zh-TW" dirty="0" smtClean="0"/>
              <a:t>LCS(</a:t>
            </a:r>
            <a:r>
              <a:rPr lang="en-US" altLang="zh-TW" i="1" dirty="0" smtClean="0"/>
              <a:t>S</a:t>
            </a:r>
            <a:r>
              <a:rPr lang="en-US" altLang="zh-TW" baseline="-25000" dirty="0" smtClean="0"/>
              <a:t>1</a:t>
            </a:r>
            <a:r>
              <a:rPr lang="en-US" altLang="zh-TW" i="1" dirty="0" smtClean="0"/>
              <a:t>e</a:t>
            </a:r>
            <a:r>
              <a:rPr lang="en-US" altLang="zh-TW" i="1" baseline="30000" dirty="0" smtClean="0"/>
              <a:t>r</a:t>
            </a:r>
            <a:r>
              <a:rPr lang="en-US" altLang="zh-TW" dirty="0" smtClean="0"/>
              <a:t>, </a:t>
            </a:r>
            <a:r>
              <a:rPr lang="en-US" altLang="zh-TW" i="1" dirty="0"/>
              <a:t>S</a:t>
            </a:r>
            <a:r>
              <a:rPr lang="en-US" altLang="zh-TW" baseline="-25000" dirty="0"/>
              <a:t>2</a:t>
            </a:r>
            <a:r>
              <a:rPr lang="en-US" altLang="zh-TW" i="1" dirty="0"/>
              <a:t>e</a:t>
            </a:r>
            <a:r>
              <a:rPr lang="en-US" altLang="zh-TW" i="1" baseline="30000" dirty="0"/>
              <a:t>r</a:t>
            </a:r>
            <a:r>
              <a:rPr lang="en-US" altLang="zh-TW" dirty="0"/>
              <a:t>) </a:t>
            </a:r>
            <a:r>
              <a:rPr lang="en-US" altLang="zh-TW" dirty="0" smtClean="0"/>
              <a:t>= LCS(</a:t>
            </a:r>
            <a:r>
              <a:rPr lang="en-US" altLang="zh-TW" i="1" dirty="0" smtClean="0"/>
              <a:t>S</a:t>
            </a:r>
            <a:r>
              <a:rPr lang="en-US" altLang="zh-TW" baseline="-25000" dirty="0" smtClean="0"/>
              <a:t>1</a:t>
            </a:r>
            <a:r>
              <a:rPr lang="en-US" altLang="zh-TW" dirty="0" smtClean="0"/>
              <a:t>, </a:t>
            </a:r>
            <a:r>
              <a:rPr lang="en-US" altLang="zh-TW" i="1" dirty="0"/>
              <a:t>S</a:t>
            </a:r>
            <a:r>
              <a:rPr lang="en-US" altLang="zh-TW" baseline="-25000" dirty="0"/>
              <a:t>2</a:t>
            </a:r>
            <a:r>
              <a:rPr lang="en-US" altLang="zh-TW" dirty="0"/>
              <a:t>) + </a:t>
            </a:r>
            <a:r>
              <a:rPr lang="en-US" altLang="zh-TW" i="1" dirty="0" smtClean="0"/>
              <a:t>r</a:t>
            </a:r>
            <a:r>
              <a:rPr lang="en-US" altLang="zh-TW" dirty="0"/>
              <a:t>.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xmlns="" val="764612755"/>
      </p:ext>
    </p:extLst>
  </p:cSld>
  <p:clrMapOvr>
    <a:masterClrMapping/>
  </p:clrMapOvr>
  <p:transition>
    <p:cut/>
  </p:transition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Lemma 2</a:t>
            </a:r>
            <a:endParaRPr lang="zh-TW" altLang="en-US" dirty="0"/>
          </a:p>
        </p:txBody>
      </p:sp>
      <p:sp>
        <p:nvSpPr>
          <p:cNvPr id="3" name="投影片編號版面配置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3531F1-0529-445F-82AA-19A5A87A11E8}" type="slidenum">
              <a:rPr lang="zh-TW" altLang="en-US" smtClean="0"/>
              <a:pPr/>
              <a:t>10</a:t>
            </a:fld>
            <a:endParaRPr lang="zh-TW" altLang="en-US"/>
          </a:p>
        </p:txBody>
      </p:sp>
      <mc:AlternateContent xmlns:mc="http://schemas.openxmlformats.org/markup-compatibility/2006">
        <mc:Choice xmlns:a14="http://schemas.microsoft.com/office/drawing/2010/main" xmlns="" Requires="a14">
          <p:sp>
            <p:nvSpPr>
              <p:cNvPr id="4" name="內容版面配置區 3"/>
              <p:cNvSpPr>
                <a:spLocks noGrp="1"/>
              </p:cNvSpPr>
              <p:nvPr>
                <p:ph sz="quarter"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altLang="zh-TW" dirty="0" smtClean="0"/>
                  <a:t>Let </a:t>
                </a:r>
                <a:r>
                  <a:rPr lang="en-US" altLang="zh-TW" i="1" dirty="0"/>
                  <a:t>S</a:t>
                </a:r>
                <a:r>
                  <a:rPr lang="en-US" altLang="zh-TW" baseline="-25000" dirty="0"/>
                  <a:t>1</a:t>
                </a:r>
                <a:r>
                  <a:rPr lang="en-US" altLang="zh-TW" dirty="0"/>
                  <a:t> and </a:t>
                </a:r>
                <a:r>
                  <a:rPr lang="en-US" altLang="zh-TW" i="1" dirty="0"/>
                  <a:t>S</a:t>
                </a:r>
                <a:r>
                  <a:rPr lang="en-US" altLang="zh-TW" baseline="-25000" dirty="0"/>
                  <a:t>2</a:t>
                </a:r>
                <a:r>
                  <a:rPr lang="en-US" altLang="zh-TW" dirty="0"/>
                  <a:t> be two </a:t>
                </a:r>
                <a:r>
                  <a:rPr lang="en-US" altLang="zh-TW" dirty="0" smtClean="0"/>
                  <a:t>strings and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TW" i="1" smtClean="0">
                            <a:latin typeface="Cambria Math"/>
                          </a:rPr>
                        </m:ctrlPr>
                      </m:sSupPr>
                      <m:e>
                        <m:sSubSup>
                          <m:sSubSupPr>
                            <m:ctrlPr>
                              <a:rPr lang="en-US" altLang="zh-TW" i="1">
                                <a:latin typeface="Cambria Math"/>
                              </a:rPr>
                            </m:ctrlPr>
                          </m:sSubSupPr>
                          <m:e>
                            <m:r>
                              <a:rPr lang="en-US" altLang="zh-TW" i="1">
                                <a:latin typeface="Cambria Math"/>
                              </a:rPr>
                              <m:t>𝑒</m:t>
                            </m:r>
                          </m:e>
                          <m:sub>
                            <m:r>
                              <a:rPr lang="en-US" altLang="zh-TW" i="1">
                                <a:latin typeface="Cambria Math"/>
                              </a:rPr>
                              <m:t>1</m:t>
                            </m:r>
                          </m:sub>
                          <m:sup/>
                        </m:sSubSup>
                      </m:e>
                      <m:sup>
                        <m:sSub>
                          <m:sSubPr>
                            <m:ctrlPr>
                              <a:rPr lang="en-US" altLang="zh-TW" i="1" smtClean="0">
                                <a:latin typeface="Cambria Math"/>
                              </a:rPr>
                            </m:ctrlPr>
                          </m:sSubPr>
                          <m:e>
                            <m:r>
                              <a:rPr lang="en-US" altLang="zh-TW" b="0" i="1" smtClean="0">
                                <a:latin typeface="Cambria Math"/>
                              </a:rPr>
                              <m:t>𝑟</m:t>
                            </m:r>
                          </m:e>
                          <m:sub>
                            <m:r>
                              <a:rPr lang="en-US" altLang="zh-TW" b="0" i="1" smtClean="0">
                                <a:latin typeface="Cambria Math"/>
                              </a:rPr>
                              <m:t>1</m:t>
                            </m:r>
                          </m:sub>
                        </m:sSub>
                      </m:sup>
                    </m:sSup>
                  </m:oMath>
                </a14:m>
                <a:r>
                  <a:rPr lang="en-US" altLang="zh-TW" dirty="0" smtClean="0"/>
                  <a:t>  </a:t>
                </a:r>
                <a:r>
                  <a:rPr lang="en-US" altLang="zh-TW" dirty="0"/>
                  <a:t>and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TW" i="1">
                            <a:latin typeface="Cambria Math"/>
                          </a:rPr>
                        </m:ctrlPr>
                      </m:sSupPr>
                      <m:e>
                        <m:sSubSup>
                          <m:sSubSupPr>
                            <m:ctrlPr>
                              <a:rPr lang="en-US" altLang="zh-TW" i="1">
                                <a:latin typeface="Cambria Math"/>
                              </a:rPr>
                            </m:ctrlPr>
                          </m:sSubSupPr>
                          <m:e>
                            <m:r>
                              <a:rPr lang="en-US" altLang="zh-TW" i="1">
                                <a:latin typeface="Cambria Math"/>
                              </a:rPr>
                              <m:t>𝑒</m:t>
                            </m:r>
                          </m:e>
                          <m:sub>
                            <m:r>
                              <a:rPr lang="en-US" altLang="zh-TW" b="0" i="1" smtClean="0">
                                <a:latin typeface="Cambria Math"/>
                              </a:rPr>
                              <m:t>2</m:t>
                            </m:r>
                          </m:sub>
                          <m:sup/>
                        </m:sSubSup>
                      </m:e>
                      <m:sup>
                        <m:sSub>
                          <m:sSubPr>
                            <m:ctrlPr>
                              <a:rPr lang="en-US" altLang="zh-TW" i="1">
                                <a:latin typeface="Cambria Math"/>
                              </a:rPr>
                            </m:ctrlPr>
                          </m:sSubPr>
                          <m:e>
                            <m:r>
                              <a:rPr lang="en-US" altLang="zh-TW" i="1">
                                <a:latin typeface="Cambria Math"/>
                              </a:rPr>
                              <m:t>𝑟</m:t>
                            </m:r>
                          </m:e>
                          <m:sub>
                            <m:r>
                              <a:rPr lang="en-US" altLang="zh-TW" b="0" i="1" smtClean="0">
                                <a:latin typeface="Cambria Math"/>
                              </a:rPr>
                              <m:t>2</m:t>
                            </m:r>
                          </m:sub>
                        </m:sSub>
                      </m:sup>
                    </m:sSup>
                  </m:oMath>
                </a14:m>
                <a:r>
                  <a:rPr lang="en-US" altLang="zh-TW" dirty="0" smtClean="0"/>
                  <a:t>  </a:t>
                </a:r>
                <a:r>
                  <a:rPr lang="en-US" altLang="zh-TW" dirty="0"/>
                  <a:t>be two runs encoding distinct </a:t>
                </a:r>
                <a:r>
                  <a:rPr lang="en-US" altLang="zh-TW" dirty="0" smtClean="0"/>
                  <a:t>symbols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zh-TW" i="1">
                            <a:latin typeface="Cambria Math"/>
                          </a:rPr>
                        </m:ctrlPr>
                      </m:sSubSupPr>
                      <m:e>
                        <m:r>
                          <a:rPr lang="en-US" altLang="zh-TW" i="1">
                            <a:latin typeface="Cambria Math"/>
                          </a:rPr>
                          <m:t>𝑒</m:t>
                        </m:r>
                      </m:e>
                      <m:sub>
                        <m:r>
                          <a:rPr lang="en-US" altLang="zh-TW" i="1">
                            <a:latin typeface="Cambria Math"/>
                          </a:rPr>
                          <m:t>1</m:t>
                        </m:r>
                      </m:sub>
                      <m:sup/>
                    </m:sSubSup>
                  </m:oMath>
                </a14:m>
                <a:r>
                  <a:rPr lang="en-US" altLang="zh-TW" dirty="0" smtClean="0"/>
                  <a:t> </a:t>
                </a:r>
                <a:r>
                  <a:rPr lang="en-US" altLang="zh-TW" dirty="0"/>
                  <a:t>and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zh-TW" i="1">
                            <a:latin typeface="Cambria Math"/>
                          </a:rPr>
                        </m:ctrlPr>
                      </m:sSubSupPr>
                      <m:e>
                        <m:r>
                          <a:rPr lang="en-US" altLang="zh-TW" i="1">
                            <a:latin typeface="Cambria Math"/>
                          </a:rPr>
                          <m:t>𝑒</m:t>
                        </m:r>
                      </m:e>
                      <m:sub>
                        <m:r>
                          <a:rPr lang="en-US" altLang="zh-TW" b="0" i="1" smtClean="0">
                            <a:latin typeface="Cambria Math"/>
                          </a:rPr>
                          <m:t>2</m:t>
                        </m:r>
                      </m:sub>
                      <m:sup/>
                    </m:sSubSup>
                  </m:oMath>
                </a14:m>
                <a:r>
                  <a:rPr lang="en-US" altLang="zh-TW" dirty="0"/>
                  <a:t>. Let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TW" i="1">
                            <a:latin typeface="Cambria Math"/>
                          </a:rPr>
                        </m:ctrlPr>
                      </m:sSupPr>
                      <m:e>
                        <m:sSubSup>
                          <m:sSubSupPr>
                            <m:ctrlPr>
                              <a:rPr lang="en-US" altLang="zh-TW" i="1">
                                <a:latin typeface="Cambria Math"/>
                              </a:rPr>
                            </m:ctrlPr>
                          </m:sSubSupPr>
                          <m:e>
                            <m:sSub>
                              <m:sSubPr>
                                <m:ctrlPr>
                                  <a:rPr lang="en-US" altLang="zh-TW" i="1" smtClean="0">
                                    <a:latin typeface="Cambria Math"/>
                                  </a:rPr>
                                </m:ctrlPr>
                              </m:sSubPr>
                              <m:e>
                                <m:r>
                                  <a:rPr lang="en-US" altLang="zh-TW" b="0" i="1" smtClean="0">
                                    <a:latin typeface="Cambria Math"/>
                                  </a:rPr>
                                  <m:t>𝑆</m:t>
                                </m:r>
                              </m:e>
                              <m:sub>
                                <m:r>
                                  <a:rPr lang="en-US" altLang="zh-TW" b="0" i="1" smtClean="0">
                                    <a:latin typeface="Cambria Math"/>
                                  </a:rPr>
                                  <m:t>1</m:t>
                                </m:r>
                              </m:sub>
                            </m:sSub>
                            <m:r>
                              <a:rPr lang="en-US" altLang="zh-TW" i="1">
                                <a:latin typeface="Cambria Math"/>
                              </a:rPr>
                              <m:t>𝑒</m:t>
                            </m:r>
                          </m:e>
                          <m:sub>
                            <m:r>
                              <a:rPr lang="en-US" altLang="zh-TW" i="1">
                                <a:latin typeface="Cambria Math"/>
                              </a:rPr>
                              <m:t>1</m:t>
                            </m:r>
                          </m:sub>
                          <m:sup/>
                        </m:sSubSup>
                      </m:e>
                      <m:sup>
                        <m:sSub>
                          <m:sSubPr>
                            <m:ctrlPr>
                              <a:rPr lang="en-US" altLang="zh-TW" i="1">
                                <a:latin typeface="Cambria Math"/>
                              </a:rPr>
                            </m:ctrlPr>
                          </m:sSubPr>
                          <m:e>
                            <m:r>
                              <a:rPr lang="en-US" altLang="zh-TW" i="1">
                                <a:latin typeface="Cambria Math"/>
                              </a:rPr>
                              <m:t>𝑟</m:t>
                            </m:r>
                          </m:e>
                          <m:sub>
                            <m:r>
                              <a:rPr lang="en-US" altLang="zh-TW" i="1">
                                <a:latin typeface="Cambria Math"/>
                              </a:rPr>
                              <m:t>1</m:t>
                            </m:r>
                          </m:sub>
                        </m:sSub>
                      </m:sup>
                    </m:sSup>
                  </m:oMath>
                </a14:m>
                <a:r>
                  <a:rPr lang="en-US" altLang="zh-TW" dirty="0" smtClean="0"/>
                  <a:t> </a:t>
                </a:r>
                <a:r>
                  <a:rPr lang="en-US" altLang="zh-TW" dirty="0"/>
                  <a:t>and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TW" i="1">
                            <a:latin typeface="Cambria Math"/>
                          </a:rPr>
                        </m:ctrlPr>
                      </m:sSupPr>
                      <m:e>
                        <m:sSubSup>
                          <m:sSubSupPr>
                            <m:ctrlPr>
                              <a:rPr lang="en-US" altLang="zh-TW" i="1">
                                <a:latin typeface="Cambria Math"/>
                              </a:rPr>
                            </m:ctrlPr>
                          </m:sSubSupPr>
                          <m:e>
                            <m:sSub>
                              <m:sSubPr>
                                <m:ctrlPr>
                                  <a:rPr lang="en-US" altLang="zh-TW" i="1">
                                    <a:latin typeface="Cambria Math"/>
                                  </a:rPr>
                                </m:ctrlPr>
                              </m:sSubPr>
                              <m:e>
                                <m:r>
                                  <a:rPr lang="en-US" altLang="zh-TW" i="1">
                                    <a:latin typeface="Cambria Math"/>
                                  </a:rPr>
                                  <m:t>𝑆</m:t>
                                </m:r>
                              </m:e>
                              <m:sub>
                                <m:r>
                                  <a:rPr lang="en-US" altLang="zh-TW" b="0" i="1" smtClean="0">
                                    <a:latin typeface="Cambria Math"/>
                                  </a:rPr>
                                  <m:t>2</m:t>
                                </m:r>
                              </m:sub>
                            </m:sSub>
                            <m:r>
                              <a:rPr lang="en-US" altLang="zh-TW" i="1">
                                <a:latin typeface="Cambria Math"/>
                              </a:rPr>
                              <m:t>𝑒</m:t>
                            </m:r>
                          </m:e>
                          <m:sub>
                            <m:r>
                              <a:rPr lang="en-US" altLang="zh-TW" b="0" i="1" smtClean="0">
                                <a:latin typeface="Cambria Math"/>
                              </a:rPr>
                              <m:t>2</m:t>
                            </m:r>
                          </m:sub>
                          <m:sup/>
                        </m:sSubSup>
                      </m:e>
                      <m:sup>
                        <m:sSub>
                          <m:sSubPr>
                            <m:ctrlPr>
                              <a:rPr lang="en-US" altLang="zh-TW" i="1">
                                <a:latin typeface="Cambria Math"/>
                              </a:rPr>
                            </m:ctrlPr>
                          </m:sSubPr>
                          <m:e>
                            <m:r>
                              <a:rPr lang="en-US" altLang="zh-TW" i="1">
                                <a:latin typeface="Cambria Math"/>
                              </a:rPr>
                              <m:t>𝑟</m:t>
                            </m:r>
                          </m:e>
                          <m:sub>
                            <m:r>
                              <a:rPr lang="en-US" altLang="zh-TW" b="0" i="1" smtClean="0">
                                <a:latin typeface="Cambria Math"/>
                              </a:rPr>
                              <m:t>2</m:t>
                            </m:r>
                          </m:sub>
                        </m:sSub>
                      </m:sup>
                    </m:sSup>
                  </m:oMath>
                </a14:m>
                <a:r>
                  <a:rPr lang="en-US" altLang="zh-TW" dirty="0" smtClean="0"/>
                  <a:t> </a:t>
                </a:r>
                <a:r>
                  <a:rPr lang="en-US" altLang="zh-TW" dirty="0"/>
                  <a:t>denote the </a:t>
                </a:r>
                <a:r>
                  <a:rPr lang="en-US" altLang="zh-TW" dirty="0" smtClean="0"/>
                  <a:t>strings obtained </a:t>
                </a:r>
                <a:r>
                  <a:rPr lang="en-US" altLang="zh-TW" dirty="0"/>
                  <a:t>by appending the run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TW" i="1">
                            <a:latin typeface="Cambria Math"/>
                          </a:rPr>
                        </m:ctrlPr>
                      </m:sSupPr>
                      <m:e>
                        <m:sSubSup>
                          <m:sSubSupPr>
                            <m:ctrlPr>
                              <a:rPr lang="en-US" altLang="zh-TW" i="1">
                                <a:latin typeface="Cambria Math"/>
                              </a:rPr>
                            </m:ctrlPr>
                          </m:sSubSupPr>
                          <m:e>
                            <m:r>
                              <a:rPr lang="en-US" altLang="zh-TW" i="1">
                                <a:latin typeface="Cambria Math"/>
                              </a:rPr>
                              <m:t>𝑒</m:t>
                            </m:r>
                          </m:e>
                          <m:sub>
                            <m:r>
                              <a:rPr lang="en-US" altLang="zh-TW" i="1">
                                <a:latin typeface="Cambria Math"/>
                              </a:rPr>
                              <m:t>1</m:t>
                            </m:r>
                          </m:sub>
                          <m:sup/>
                        </m:sSubSup>
                      </m:e>
                      <m:sup>
                        <m:sSub>
                          <m:sSubPr>
                            <m:ctrlPr>
                              <a:rPr lang="en-US" altLang="zh-TW" i="1">
                                <a:latin typeface="Cambria Math"/>
                              </a:rPr>
                            </m:ctrlPr>
                          </m:sSubPr>
                          <m:e>
                            <m:r>
                              <a:rPr lang="en-US" altLang="zh-TW" i="1">
                                <a:latin typeface="Cambria Math"/>
                              </a:rPr>
                              <m:t>𝑟</m:t>
                            </m:r>
                          </m:e>
                          <m:sub>
                            <m:r>
                              <a:rPr lang="en-US" altLang="zh-TW" i="1">
                                <a:latin typeface="Cambria Math"/>
                              </a:rPr>
                              <m:t>1</m:t>
                            </m:r>
                          </m:sub>
                        </m:sSub>
                      </m:sup>
                    </m:sSup>
                  </m:oMath>
                </a14:m>
                <a:r>
                  <a:rPr lang="en-US" altLang="zh-TW" dirty="0" smtClean="0"/>
                  <a:t> </a:t>
                </a:r>
                <a:r>
                  <a:rPr lang="en-US" altLang="zh-TW" dirty="0"/>
                  <a:t>to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i="1">
                            <a:latin typeface="Cambria Math"/>
                          </a:rPr>
                        </m:ctrlPr>
                      </m:sSubPr>
                      <m:e>
                        <m:r>
                          <a:rPr lang="en-US" altLang="zh-TW" i="1">
                            <a:latin typeface="Cambria Math"/>
                          </a:rPr>
                          <m:t>𝑆</m:t>
                        </m:r>
                      </m:e>
                      <m:sub>
                        <m:r>
                          <a:rPr lang="en-US" altLang="zh-TW" i="1">
                            <a:latin typeface="Cambria Math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altLang="zh-TW" dirty="0"/>
                  <a:t> and </a:t>
                </a:r>
                <a:r>
                  <a:rPr lang="en-US" altLang="zh-TW" dirty="0" smtClean="0"/>
                  <a:t>the run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TW" i="1">
                            <a:latin typeface="Cambria Math"/>
                          </a:rPr>
                        </m:ctrlPr>
                      </m:sSupPr>
                      <m:e>
                        <m:sSubSup>
                          <m:sSubSupPr>
                            <m:ctrlPr>
                              <a:rPr lang="en-US" altLang="zh-TW" i="1">
                                <a:latin typeface="Cambria Math"/>
                              </a:rPr>
                            </m:ctrlPr>
                          </m:sSubSupPr>
                          <m:e>
                            <m:r>
                              <a:rPr lang="en-US" altLang="zh-TW" i="1">
                                <a:latin typeface="Cambria Math"/>
                              </a:rPr>
                              <m:t>𝑒</m:t>
                            </m:r>
                          </m:e>
                          <m:sub>
                            <m:r>
                              <a:rPr lang="en-US" altLang="zh-TW" b="0" i="1" smtClean="0">
                                <a:latin typeface="Cambria Math"/>
                              </a:rPr>
                              <m:t>2</m:t>
                            </m:r>
                          </m:sub>
                          <m:sup/>
                        </m:sSubSup>
                      </m:e>
                      <m:sup>
                        <m:sSub>
                          <m:sSubPr>
                            <m:ctrlPr>
                              <a:rPr lang="en-US" altLang="zh-TW" i="1">
                                <a:latin typeface="Cambria Math"/>
                              </a:rPr>
                            </m:ctrlPr>
                          </m:sSubPr>
                          <m:e>
                            <m:r>
                              <a:rPr lang="en-US" altLang="zh-TW" i="1">
                                <a:latin typeface="Cambria Math"/>
                              </a:rPr>
                              <m:t>𝑟</m:t>
                            </m:r>
                          </m:e>
                          <m:sub>
                            <m:r>
                              <a:rPr lang="en-US" altLang="zh-TW" b="0" i="1" smtClean="0">
                                <a:latin typeface="Cambria Math"/>
                              </a:rPr>
                              <m:t>2</m:t>
                            </m:r>
                          </m:sub>
                        </m:sSub>
                      </m:sup>
                    </m:sSup>
                  </m:oMath>
                </a14:m>
                <a:r>
                  <a:rPr lang="en-US" altLang="zh-TW" dirty="0" smtClean="0"/>
                  <a:t> </a:t>
                </a:r>
                <a:r>
                  <a:rPr lang="en-US" altLang="zh-TW" dirty="0"/>
                  <a:t>to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i="1">
                            <a:latin typeface="Cambria Math"/>
                          </a:rPr>
                        </m:ctrlPr>
                      </m:sSubPr>
                      <m:e>
                        <m:r>
                          <a:rPr lang="en-US" altLang="zh-TW" i="1">
                            <a:latin typeface="Cambria Math"/>
                          </a:rPr>
                          <m:t>𝑆</m:t>
                        </m:r>
                      </m:e>
                      <m:sub>
                        <m:r>
                          <a:rPr lang="en-US" altLang="zh-TW" b="0" i="1" smtClean="0">
                            <a:latin typeface="Cambria Math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altLang="zh-TW" dirty="0"/>
                  <a:t>. We have that </a:t>
                </a:r>
                <a:r>
                  <a:rPr lang="en-US" altLang="zh-TW" dirty="0" smtClean="0"/>
                  <a:t>LCS(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TW" i="1">
                            <a:latin typeface="Cambria Math"/>
                          </a:rPr>
                        </m:ctrlPr>
                      </m:sSupPr>
                      <m:e>
                        <m:sSubSup>
                          <m:sSubSupPr>
                            <m:ctrlPr>
                              <a:rPr lang="en-US" altLang="zh-TW" i="1">
                                <a:latin typeface="Cambria Math"/>
                              </a:rPr>
                            </m:ctrlPr>
                          </m:sSubSupPr>
                          <m:e>
                            <m:sSub>
                              <m:sSubPr>
                                <m:ctrlPr>
                                  <a:rPr lang="en-US" altLang="zh-TW" i="1">
                                    <a:latin typeface="Cambria Math"/>
                                  </a:rPr>
                                </m:ctrlPr>
                              </m:sSubPr>
                              <m:e>
                                <m:r>
                                  <a:rPr lang="en-US" altLang="zh-TW" i="1">
                                    <a:latin typeface="Cambria Math"/>
                                  </a:rPr>
                                  <m:t>𝑆</m:t>
                                </m:r>
                              </m:e>
                              <m:sub>
                                <m:r>
                                  <a:rPr lang="en-US" altLang="zh-TW" i="1">
                                    <a:latin typeface="Cambria Math"/>
                                  </a:rPr>
                                  <m:t>1</m:t>
                                </m:r>
                              </m:sub>
                            </m:sSub>
                            <m:r>
                              <a:rPr lang="en-US" altLang="zh-TW" i="1">
                                <a:latin typeface="Cambria Math"/>
                              </a:rPr>
                              <m:t>𝑒</m:t>
                            </m:r>
                          </m:e>
                          <m:sub>
                            <m:r>
                              <a:rPr lang="en-US" altLang="zh-TW" i="1">
                                <a:latin typeface="Cambria Math"/>
                              </a:rPr>
                              <m:t>1</m:t>
                            </m:r>
                          </m:sub>
                          <m:sup/>
                        </m:sSubSup>
                      </m:e>
                      <m:sup>
                        <m:sSub>
                          <m:sSubPr>
                            <m:ctrlPr>
                              <a:rPr lang="en-US" altLang="zh-TW" i="1">
                                <a:latin typeface="Cambria Math"/>
                              </a:rPr>
                            </m:ctrlPr>
                          </m:sSubPr>
                          <m:e>
                            <m:r>
                              <a:rPr lang="en-US" altLang="zh-TW" i="1">
                                <a:latin typeface="Cambria Math"/>
                              </a:rPr>
                              <m:t>𝑟</m:t>
                            </m:r>
                          </m:e>
                          <m:sub>
                            <m:r>
                              <a:rPr lang="en-US" altLang="zh-TW" i="1">
                                <a:latin typeface="Cambria Math"/>
                              </a:rPr>
                              <m:t>1</m:t>
                            </m:r>
                          </m:sub>
                        </m:sSub>
                      </m:sup>
                    </m:sSup>
                  </m:oMath>
                </a14:m>
                <a:r>
                  <a:rPr lang="en-US" altLang="zh-TW" dirty="0" smtClean="0"/>
                  <a:t> </a:t>
                </a:r>
                <a:r>
                  <a:rPr lang="en-US" altLang="zh-TW" dirty="0"/>
                  <a:t>,</a:t>
                </a:r>
                <a:r>
                  <a:rPr lang="en-US" altLang="zh-TW" dirty="0" smtClean="0"/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TW" i="1">
                            <a:latin typeface="Cambria Math"/>
                          </a:rPr>
                        </m:ctrlPr>
                      </m:sSupPr>
                      <m:e>
                        <m:sSubSup>
                          <m:sSubSupPr>
                            <m:ctrlPr>
                              <a:rPr lang="en-US" altLang="zh-TW" i="1">
                                <a:latin typeface="Cambria Math"/>
                              </a:rPr>
                            </m:ctrlPr>
                          </m:sSubSupPr>
                          <m:e>
                            <m:sSub>
                              <m:sSubPr>
                                <m:ctrlPr>
                                  <a:rPr lang="en-US" altLang="zh-TW" i="1">
                                    <a:latin typeface="Cambria Math"/>
                                  </a:rPr>
                                </m:ctrlPr>
                              </m:sSubPr>
                              <m:e>
                                <m:r>
                                  <a:rPr lang="en-US" altLang="zh-TW" i="1">
                                    <a:latin typeface="Cambria Math"/>
                                  </a:rPr>
                                  <m:t>𝑆</m:t>
                                </m:r>
                              </m:e>
                              <m:sub>
                                <m:r>
                                  <a:rPr lang="en-US" altLang="zh-TW" i="1">
                                    <a:latin typeface="Cambria Math"/>
                                  </a:rPr>
                                  <m:t>2</m:t>
                                </m:r>
                              </m:sub>
                            </m:sSub>
                            <m:r>
                              <a:rPr lang="en-US" altLang="zh-TW" i="1">
                                <a:latin typeface="Cambria Math"/>
                              </a:rPr>
                              <m:t>𝑒</m:t>
                            </m:r>
                          </m:e>
                          <m:sub>
                            <m:r>
                              <a:rPr lang="en-US" altLang="zh-TW" i="1">
                                <a:latin typeface="Cambria Math"/>
                              </a:rPr>
                              <m:t>2</m:t>
                            </m:r>
                          </m:sub>
                          <m:sup/>
                        </m:sSubSup>
                      </m:e>
                      <m:sup>
                        <m:sSub>
                          <m:sSubPr>
                            <m:ctrlPr>
                              <a:rPr lang="en-US" altLang="zh-TW" i="1">
                                <a:latin typeface="Cambria Math"/>
                              </a:rPr>
                            </m:ctrlPr>
                          </m:sSubPr>
                          <m:e>
                            <m:r>
                              <a:rPr lang="en-US" altLang="zh-TW" i="1">
                                <a:latin typeface="Cambria Math"/>
                              </a:rPr>
                              <m:t>𝑟</m:t>
                            </m:r>
                          </m:e>
                          <m:sub>
                            <m:r>
                              <a:rPr lang="en-US" altLang="zh-TW" i="1">
                                <a:latin typeface="Cambria Math"/>
                              </a:rPr>
                              <m:t>2</m:t>
                            </m:r>
                          </m:sub>
                        </m:sSub>
                      </m:sup>
                    </m:sSup>
                  </m:oMath>
                </a14:m>
                <a:r>
                  <a:rPr lang="en-US" altLang="zh-TW" dirty="0" smtClean="0"/>
                  <a:t> </a:t>
                </a:r>
                <a:r>
                  <a:rPr lang="en-US" altLang="zh-TW" dirty="0"/>
                  <a:t>) </a:t>
                </a:r>
                <a:r>
                  <a:rPr lang="en-US" altLang="zh-TW" dirty="0" smtClean="0"/>
                  <a:t>= max{LCS(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TW" i="1">
                            <a:latin typeface="Cambria Math"/>
                          </a:rPr>
                        </m:ctrlPr>
                      </m:sSupPr>
                      <m:e>
                        <m:sSubSup>
                          <m:sSubSupPr>
                            <m:ctrlPr>
                              <a:rPr lang="en-US" altLang="zh-TW" i="1">
                                <a:latin typeface="Cambria Math"/>
                              </a:rPr>
                            </m:ctrlPr>
                          </m:sSubSupPr>
                          <m:e>
                            <m:sSub>
                              <m:sSubPr>
                                <m:ctrlPr>
                                  <a:rPr lang="en-US" altLang="zh-TW" i="1">
                                    <a:latin typeface="Cambria Math"/>
                                  </a:rPr>
                                </m:ctrlPr>
                              </m:sSubPr>
                              <m:e>
                                <m:r>
                                  <a:rPr lang="en-US" altLang="zh-TW" i="1">
                                    <a:latin typeface="Cambria Math"/>
                                  </a:rPr>
                                  <m:t>𝑆</m:t>
                                </m:r>
                              </m:e>
                              <m:sub>
                                <m:r>
                                  <a:rPr lang="en-US" altLang="zh-TW" i="1">
                                    <a:latin typeface="Cambria Math"/>
                                  </a:rPr>
                                  <m:t>1</m:t>
                                </m:r>
                              </m:sub>
                            </m:sSub>
                            <m:r>
                              <a:rPr lang="en-US" altLang="zh-TW" i="1">
                                <a:latin typeface="Cambria Math"/>
                              </a:rPr>
                              <m:t>𝑒</m:t>
                            </m:r>
                          </m:e>
                          <m:sub>
                            <m:r>
                              <a:rPr lang="en-US" altLang="zh-TW" i="1">
                                <a:latin typeface="Cambria Math"/>
                              </a:rPr>
                              <m:t>1</m:t>
                            </m:r>
                          </m:sub>
                          <m:sup/>
                        </m:sSubSup>
                      </m:e>
                      <m:sup>
                        <m:sSub>
                          <m:sSubPr>
                            <m:ctrlPr>
                              <a:rPr lang="en-US" altLang="zh-TW" i="1">
                                <a:latin typeface="Cambria Math"/>
                              </a:rPr>
                            </m:ctrlPr>
                          </m:sSubPr>
                          <m:e>
                            <m:r>
                              <a:rPr lang="en-US" altLang="zh-TW" i="1">
                                <a:latin typeface="Cambria Math"/>
                              </a:rPr>
                              <m:t>𝑟</m:t>
                            </m:r>
                          </m:e>
                          <m:sub>
                            <m:r>
                              <a:rPr lang="en-US" altLang="zh-TW" i="1">
                                <a:latin typeface="Cambria Math"/>
                              </a:rPr>
                              <m:t>1</m:t>
                            </m:r>
                          </m:sub>
                        </m:sSub>
                      </m:sup>
                    </m:sSup>
                  </m:oMath>
                </a14:m>
                <a:r>
                  <a:rPr lang="en-US" altLang="zh-TW" dirty="0" smtClean="0"/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i="1">
                            <a:latin typeface="Cambria Math"/>
                          </a:rPr>
                        </m:ctrlPr>
                      </m:sSubPr>
                      <m:e>
                        <m:r>
                          <a:rPr lang="en-US" altLang="zh-TW" i="1">
                            <a:latin typeface="Cambria Math"/>
                          </a:rPr>
                          <m:t>𝑆</m:t>
                        </m:r>
                      </m:e>
                      <m:sub>
                        <m:r>
                          <a:rPr lang="en-US" altLang="zh-TW" i="1">
                            <a:latin typeface="Cambria Math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altLang="zh-TW" dirty="0" smtClean="0"/>
                  <a:t>), </a:t>
                </a:r>
                <a:r>
                  <a:rPr lang="en-US" altLang="zh-TW" dirty="0"/>
                  <a:t>LCS(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i="1">
                            <a:latin typeface="Cambria Math"/>
                          </a:rPr>
                        </m:ctrlPr>
                      </m:sSubPr>
                      <m:e>
                        <m:r>
                          <a:rPr lang="en-US" altLang="zh-TW" i="1">
                            <a:latin typeface="Cambria Math"/>
                          </a:rPr>
                          <m:t>𝑆</m:t>
                        </m:r>
                      </m:e>
                      <m:sub>
                        <m:r>
                          <a:rPr lang="en-US" altLang="zh-TW" i="1">
                            <a:latin typeface="Cambria Math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altLang="zh-TW" dirty="0" smtClean="0"/>
                  <a:t>,</a:t>
                </a:r>
                <a:r>
                  <a:rPr lang="en-US" altLang="zh-TW" dirty="0"/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TW" i="1">
                            <a:latin typeface="Cambria Math"/>
                          </a:rPr>
                        </m:ctrlPr>
                      </m:sSupPr>
                      <m:e>
                        <m:sSubSup>
                          <m:sSubSupPr>
                            <m:ctrlPr>
                              <a:rPr lang="en-US" altLang="zh-TW" i="1">
                                <a:latin typeface="Cambria Math"/>
                              </a:rPr>
                            </m:ctrlPr>
                          </m:sSubSupPr>
                          <m:e>
                            <m:sSub>
                              <m:sSubPr>
                                <m:ctrlPr>
                                  <a:rPr lang="en-US" altLang="zh-TW" i="1">
                                    <a:latin typeface="Cambria Math"/>
                                  </a:rPr>
                                </m:ctrlPr>
                              </m:sSubPr>
                              <m:e>
                                <m:r>
                                  <a:rPr lang="en-US" altLang="zh-TW" i="1">
                                    <a:latin typeface="Cambria Math"/>
                                  </a:rPr>
                                  <m:t>𝑆</m:t>
                                </m:r>
                              </m:e>
                              <m:sub>
                                <m:r>
                                  <a:rPr lang="en-US" altLang="zh-TW" i="1">
                                    <a:latin typeface="Cambria Math"/>
                                  </a:rPr>
                                  <m:t>2</m:t>
                                </m:r>
                              </m:sub>
                            </m:sSub>
                            <m:r>
                              <a:rPr lang="en-US" altLang="zh-TW" i="1">
                                <a:latin typeface="Cambria Math"/>
                              </a:rPr>
                              <m:t>𝑒</m:t>
                            </m:r>
                          </m:e>
                          <m:sub>
                            <m:r>
                              <a:rPr lang="en-US" altLang="zh-TW" i="1">
                                <a:latin typeface="Cambria Math"/>
                              </a:rPr>
                              <m:t>2</m:t>
                            </m:r>
                          </m:sub>
                          <m:sup/>
                        </m:sSubSup>
                      </m:e>
                      <m:sup>
                        <m:sSub>
                          <m:sSubPr>
                            <m:ctrlPr>
                              <a:rPr lang="en-US" altLang="zh-TW" i="1">
                                <a:latin typeface="Cambria Math"/>
                              </a:rPr>
                            </m:ctrlPr>
                          </m:sSubPr>
                          <m:e>
                            <m:r>
                              <a:rPr lang="en-US" altLang="zh-TW" i="1">
                                <a:latin typeface="Cambria Math"/>
                              </a:rPr>
                              <m:t>𝑟</m:t>
                            </m:r>
                          </m:e>
                          <m:sub>
                            <m:r>
                              <a:rPr lang="en-US" altLang="zh-TW" i="1">
                                <a:latin typeface="Cambria Math"/>
                              </a:rPr>
                              <m:t>2</m:t>
                            </m:r>
                          </m:sub>
                        </m:sSub>
                      </m:sup>
                    </m:sSup>
                  </m:oMath>
                </a14:m>
                <a:r>
                  <a:rPr lang="en-US" altLang="zh-TW" dirty="0" smtClean="0"/>
                  <a:t>)}.</a:t>
                </a:r>
              </a:p>
              <a:p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zh-TW" i="1">
                            <a:latin typeface="Cambria Math"/>
                          </a:rPr>
                        </m:ctrlPr>
                      </m:sSubSupPr>
                      <m:e>
                        <m:r>
                          <a:rPr lang="en-US" altLang="zh-TW" i="1">
                            <a:latin typeface="Cambria Math"/>
                          </a:rPr>
                          <m:t>𝑒</m:t>
                        </m:r>
                      </m:e>
                      <m:sub>
                        <m:r>
                          <a:rPr lang="en-US" altLang="zh-TW" i="1">
                            <a:latin typeface="Cambria Math"/>
                          </a:rPr>
                          <m:t>1</m:t>
                        </m:r>
                      </m:sub>
                      <m:sup/>
                    </m:sSubSup>
                  </m:oMath>
                </a14:m>
                <a:r>
                  <a:rPr lang="zh-TW" altLang="en-US" dirty="0"/>
                  <a:t>和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zh-TW" i="1">
                            <a:latin typeface="Cambria Math"/>
                          </a:rPr>
                        </m:ctrlPr>
                      </m:sSubSupPr>
                      <m:e>
                        <m:r>
                          <a:rPr lang="en-US" altLang="zh-TW" i="1">
                            <a:latin typeface="Cambria Math"/>
                          </a:rPr>
                          <m:t>𝑒</m:t>
                        </m:r>
                      </m:e>
                      <m:sub>
                        <m:r>
                          <a:rPr lang="en-US" altLang="zh-TW" i="1">
                            <a:latin typeface="Cambria Math"/>
                          </a:rPr>
                          <m:t>2</m:t>
                        </m:r>
                      </m:sub>
                      <m:sup/>
                    </m:sSubSup>
                  </m:oMath>
                </a14:m>
                <a:r>
                  <a:rPr lang="zh-TW" altLang="en-US" dirty="0"/>
                  <a:t>不可能同時被放進</a:t>
                </a:r>
                <a:r>
                  <a:rPr lang="en-US" altLang="zh-TW" dirty="0"/>
                  <a:t>LCS</a:t>
                </a:r>
                <a:r>
                  <a:rPr lang="zh-TW" altLang="en-US" dirty="0"/>
                  <a:t>，但是可以分別被另一個字串的</a:t>
                </a:r>
                <a:r>
                  <a:rPr lang="zh-TW" altLang="en-US" dirty="0" smtClean="0"/>
                  <a:t>前面</a:t>
                </a:r>
                <a:r>
                  <a:rPr lang="en-US" altLang="zh-TW" dirty="0" smtClean="0"/>
                  <a:t>match</a:t>
                </a:r>
                <a:r>
                  <a:rPr lang="zh-TW" altLang="en-US" dirty="0" smtClean="0"/>
                  <a:t>。</a:t>
                </a:r>
                <a:endParaRPr lang="zh-TW" altLang="en-US" dirty="0"/>
              </a:p>
              <a:p>
                <a:r>
                  <a:rPr lang="en-US" altLang="zh-TW" dirty="0" smtClean="0">
                    <a:latin typeface="Cambria Math"/>
                  </a:rPr>
                  <a:t>Ex</a:t>
                </a:r>
                <a:r>
                  <a:rPr lang="zh-TW" altLang="en-US" dirty="0" smtClean="0">
                    <a:latin typeface="Cambria Math"/>
                  </a:rPr>
                  <a:t>：</a:t>
                </a:r>
                <a:r>
                  <a:rPr lang="en-US" altLang="zh-TW" dirty="0" smtClean="0">
                    <a:latin typeface="Cambria Math"/>
                  </a:rPr>
                  <a:t>LCS(a</a:t>
                </a:r>
                <a:r>
                  <a:rPr lang="en-US" altLang="zh-TW" baseline="30000" dirty="0" smtClean="0">
                    <a:latin typeface="Cambria Math"/>
                  </a:rPr>
                  <a:t>3</a:t>
                </a:r>
                <a:r>
                  <a:rPr lang="en-US" altLang="zh-TW" dirty="0" smtClean="0">
                    <a:latin typeface="Cambria Math"/>
                  </a:rPr>
                  <a:t>b</a:t>
                </a:r>
                <a:r>
                  <a:rPr lang="en-US" altLang="zh-TW" baseline="30000" dirty="0" smtClean="0">
                    <a:latin typeface="Cambria Math"/>
                  </a:rPr>
                  <a:t>5</a:t>
                </a:r>
                <a:r>
                  <a:rPr lang="en-US" altLang="zh-TW" dirty="0" smtClean="0">
                    <a:latin typeface="Cambria Math"/>
                  </a:rPr>
                  <a:t>c</a:t>
                </a:r>
                <a:r>
                  <a:rPr lang="en-US" altLang="zh-TW" baseline="30000" dirty="0" smtClean="0">
                    <a:latin typeface="Cambria Math"/>
                  </a:rPr>
                  <a:t>3</a:t>
                </a:r>
                <a:r>
                  <a:rPr lang="en-US" altLang="zh-TW" dirty="0" smtClean="0">
                    <a:latin typeface="Cambria Math"/>
                  </a:rPr>
                  <a:t>,d</a:t>
                </a:r>
                <a:r>
                  <a:rPr lang="en-US" altLang="zh-TW" baseline="30000" dirty="0" smtClean="0">
                    <a:latin typeface="Cambria Math"/>
                  </a:rPr>
                  <a:t>3</a:t>
                </a:r>
                <a:r>
                  <a:rPr lang="en-US" altLang="zh-TW" dirty="0" smtClean="0">
                    <a:latin typeface="Cambria Math"/>
                  </a:rPr>
                  <a:t>c</a:t>
                </a:r>
                <a:r>
                  <a:rPr lang="en-US" altLang="zh-TW" baseline="30000" dirty="0" smtClean="0">
                    <a:latin typeface="Cambria Math"/>
                  </a:rPr>
                  <a:t>4</a:t>
                </a:r>
                <a:r>
                  <a:rPr lang="en-US" altLang="zh-TW" dirty="0" smtClean="0">
                    <a:latin typeface="Cambria Math"/>
                  </a:rPr>
                  <a:t>b</a:t>
                </a:r>
                <a:r>
                  <a:rPr lang="en-US" altLang="zh-TW" baseline="30000" dirty="0" smtClean="0">
                    <a:latin typeface="Cambria Math"/>
                  </a:rPr>
                  <a:t>2</a:t>
                </a:r>
                <a:r>
                  <a:rPr lang="en-US" altLang="zh-TW" dirty="0" smtClean="0">
                    <a:latin typeface="Cambria Math"/>
                  </a:rPr>
                  <a:t>)=</a:t>
                </a:r>
                <a:r>
                  <a:rPr lang="zh-TW" altLang="en-US" dirty="0" smtClean="0">
                    <a:latin typeface="Cambria Math"/>
                  </a:rPr>
                  <a:t> </a:t>
                </a:r>
                <a:r>
                  <a:rPr lang="en-US" altLang="zh-TW" dirty="0" smtClean="0">
                    <a:latin typeface="Cambria Math"/>
                  </a:rPr>
                  <a:t>max(LCS(a</a:t>
                </a:r>
                <a:r>
                  <a:rPr lang="en-US" altLang="zh-TW" baseline="30000" dirty="0" smtClean="0">
                    <a:latin typeface="Cambria Math"/>
                  </a:rPr>
                  <a:t>3</a:t>
                </a:r>
                <a:r>
                  <a:rPr lang="en-US" altLang="zh-TW" dirty="0" smtClean="0">
                    <a:latin typeface="Cambria Math"/>
                  </a:rPr>
                  <a:t>b</a:t>
                </a:r>
                <a:r>
                  <a:rPr lang="en-US" altLang="zh-TW" baseline="30000" dirty="0" smtClean="0">
                    <a:latin typeface="Cambria Math"/>
                  </a:rPr>
                  <a:t>5</a:t>
                </a:r>
                <a:r>
                  <a:rPr lang="en-US" altLang="zh-TW" dirty="0" smtClean="0">
                    <a:latin typeface="Cambria Math"/>
                  </a:rPr>
                  <a:t>c</a:t>
                </a:r>
                <a:r>
                  <a:rPr lang="en-US" altLang="zh-TW" baseline="30000" dirty="0" smtClean="0">
                    <a:latin typeface="Cambria Math"/>
                  </a:rPr>
                  <a:t>3</a:t>
                </a:r>
                <a:r>
                  <a:rPr lang="en-US" altLang="zh-TW" dirty="0" smtClean="0">
                    <a:latin typeface="Cambria Math"/>
                  </a:rPr>
                  <a:t>,d</a:t>
                </a:r>
                <a:r>
                  <a:rPr lang="en-US" altLang="zh-TW" baseline="30000" dirty="0" smtClean="0">
                    <a:latin typeface="Cambria Math"/>
                  </a:rPr>
                  <a:t>3</a:t>
                </a:r>
                <a:r>
                  <a:rPr lang="en-US" altLang="zh-TW" dirty="0" smtClean="0">
                    <a:latin typeface="Cambria Math"/>
                  </a:rPr>
                  <a:t>c</a:t>
                </a:r>
                <a:r>
                  <a:rPr lang="en-US" altLang="zh-TW" baseline="30000" dirty="0" smtClean="0">
                    <a:latin typeface="Cambria Math"/>
                  </a:rPr>
                  <a:t>4</a:t>
                </a:r>
                <a:r>
                  <a:rPr lang="en-US" altLang="zh-TW" dirty="0" smtClean="0">
                    <a:latin typeface="Cambria Math"/>
                  </a:rPr>
                  <a:t>),LCS(a</a:t>
                </a:r>
                <a:r>
                  <a:rPr lang="en-US" altLang="zh-TW" baseline="30000" dirty="0" smtClean="0">
                    <a:latin typeface="Cambria Math"/>
                  </a:rPr>
                  <a:t>3</a:t>
                </a:r>
                <a:r>
                  <a:rPr lang="en-US" altLang="zh-TW" dirty="0" smtClean="0">
                    <a:latin typeface="Cambria Math"/>
                  </a:rPr>
                  <a:t>b</a:t>
                </a:r>
                <a:r>
                  <a:rPr lang="en-US" altLang="zh-TW" baseline="30000" dirty="0" smtClean="0">
                    <a:latin typeface="Cambria Math"/>
                  </a:rPr>
                  <a:t>5</a:t>
                </a:r>
                <a:r>
                  <a:rPr lang="en-US" altLang="zh-TW" dirty="0" smtClean="0">
                    <a:latin typeface="Cambria Math"/>
                  </a:rPr>
                  <a:t>,d</a:t>
                </a:r>
                <a:r>
                  <a:rPr lang="en-US" altLang="zh-TW" baseline="30000" dirty="0" smtClean="0">
                    <a:latin typeface="Cambria Math"/>
                  </a:rPr>
                  <a:t>3</a:t>
                </a:r>
                <a:r>
                  <a:rPr lang="en-US" altLang="zh-TW" dirty="0" smtClean="0">
                    <a:latin typeface="Cambria Math"/>
                  </a:rPr>
                  <a:t>c</a:t>
                </a:r>
                <a:r>
                  <a:rPr lang="en-US" altLang="zh-TW" baseline="30000" dirty="0" smtClean="0">
                    <a:latin typeface="Cambria Math"/>
                  </a:rPr>
                  <a:t>4</a:t>
                </a:r>
                <a:r>
                  <a:rPr lang="en-US" altLang="zh-TW" dirty="0" smtClean="0">
                    <a:latin typeface="Cambria Math"/>
                  </a:rPr>
                  <a:t>b</a:t>
                </a:r>
                <a:r>
                  <a:rPr lang="en-US" altLang="zh-TW" baseline="30000" dirty="0" smtClean="0">
                    <a:latin typeface="Cambria Math"/>
                  </a:rPr>
                  <a:t>2</a:t>
                </a:r>
                <a:r>
                  <a:rPr lang="en-US" altLang="zh-TW" dirty="0" smtClean="0">
                    <a:latin typeface="Cambria Math"/>
                  </a:rPr>
                  <a:t>)}=3</a:t>
                </a:r>
              </a:p>
            </p:txBody>
          </p:sp>
        </mc:Choice>
        <mc:Fallback>
          <p:sp>
            <p:nvSpPr>
              <p:cNvPr id="4" name="內容版面配置區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"/>
              </p:nvPr>
            </p:nvSpPr>
            <p:spPr>
              <a:blipFill rotWithShape="1">
                <a:blip r:embed="rId2" cstate="print"/>
                <a:stretch>
                  <a:fillRect l="-706" t="-1200" r="-1490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xmlns="" val="4263229715"/>
      </p:ext>
    </p:extLst>
  </p:cSld>
  <p:clrMapOvr>
    <a:masterClrMapping/>
  </p:clrMapOvr>
  <p:transition>
    <p:cut/>
  </p:transition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 smtClean="0"/>
              <a:t>主菜</a:t>
            </a:r>
            <a:endParaRPr lang="zh-TW" altLang="en-US" dirty="0"/>
          </a:p>
        </p:txBody>
      </p:sp>
      <p:sp>
        <p:nvSpPr>
          <p:cNvPr id="3" name="投影片編號版面配置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3531F1-0529-445F-82AA-19A5A87A11E8}" type="slidenum">
              <a:rPr lang="zh-TW" altLang="en-US" smtClean="0"/>
              <a:pPr/>
              <a:t>11</a:t>
            </a:fld>
            <a:endParaRPr lang="zh-TW" altLang="en-US"/>
          </a:p>
        </p:txBody>
      </p:sp>
      <p:sp>
        <p:nvSpPr>
          <p:cNvPr id="4" name="內容版面配置區 3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zh-TW" altLang="en-US" dirty="0" smtClean="0"/>
              <a:t>前面都是說兩條字串的</a:t>
            </a:r>
            <a:r>
              <a:rPr lang="en-US" altLang="zh-TW" dirty="0" smtClean="0"/>
              <a:t>RLE-LCS</a:t>
            </a:r>
          </a:p>
          <a:p>
            <a:r>
              <a:rPr lang="zh-TW" altLang="en-US" dirty="0" smtClean="0"/>
              <a:t>下面開始進入多條的</a:t>
            </a:r>
            <a:endParaRPr lang="en-US" altLang="zh-TW" dirty="0" smtClean="0"/>
          </a:p>
          <a:p>
            <a:r>
              <a:rPr lang="zh-TW" altLang="en-US" dirty="0" smtClean="0"/>
              <a:t>這個</a:t>
            </a:r>
            <a:r>
              <a:rPr lang="en-US" altLang="zh-TW" dirty="0" smtClean="0"/>
              <a:t>LCS</a:t>
            </a:r>
            <a:r>
              <a:rPr lang="zh-TW" altLang="en-US" dirty="0" smtClean="0"/>
              <a:t>必須要是所有字串的</a:t>
            </a:r>
            <a:r>
              <a:rPr lang="en-US" altLang="zh-TW" dirty="0" smtClean="0"/>
              <a:t>common subsequence</a:t>
            </a:r>
          </a:p>
          <a:p>
            <a:r>
              <a:rPr lang="en-US" altLang="zh-TW" dirty="0" smtClean="0"/>
              <a:t>Ex:</a:t>
            </a:r>
          </a:p>
          <a:p>
            <a:pPr marL="0" indent="0">
              <a:buNone/>
            </a:pPr>
            <a:r>
              <a:rPr lang="en-US" altLang="zh-TW" dirty="0"/>
              <a:t> </a:t>
            </a:r>
            <a:r>
              <a:rPr lang="en-US" altLang="zh-TW" dirty="0" smtClean="0"/>
              <a:t>   </a:t>
            </a:r>
            <a:r>
              <a:rPr lang="en-US" altLang="zh-TW" i="1" dirty="0" smtClean="0"/>
              <a:t>S</a:t>
            </a:r>
            <a:r>
              <a:rPr lang="en-US" altLang="zh-TW" baseline="-25000" dirty="0" smtClean="0"/>
              <a:t>1</a:t>
            </a:r>
            <a:r>
              <a:rPr lang="en-US" altLang="zh-TW" dirty="0" smtClean="0"/>
              <a:t>=</a:t>
            </a:r>
            <a:r>
              <a:rPr lang="en-US" altLang="zh-TW" i="1" dirty="0" smtClean="0"/>
              <a:t>a</a:t>
            </a:r>
            <a:r>
              <a:rPr lang="en-US" altLang="zh-TW" baseline="30000" dirty="0" smtClean="0"/>
              <a:t>6</a:t>
            </a:r>
            <a:r>
              <a:rPr lang="en-US" altLang="zh-TW" i="1" dirty="0" smtClean="0"/>
              <a:t>c</a:t>
            </a:r>
            <a:r>
              <a:rPr lang="en-US" altLang="zh-TW" baseline="30000" dirty="0" smtClean="0"/>
              <a:t>6</a:t>
            </a:r>
            <a:r>
              <a:rPr lang="en-US" altLang="zh-TW" i="1" dirty="0" smtClean="0"/>
              <a:t>b</a:t>
            </a:r>
            <a:r>
              <a:rPr lang="en-US" altLang="zh-TW" baseline="30000" dirty="0" smtClean="0"/>
              <a:t>3</a:t>
            </a:r>
            <a:r>
              <a:rPr lang="en-US" altLang="zh-TW" i="1" dirty="0" smtClean="0"/>
              <a:t>a</a:t>
            </a:r>
            <a:r>
              <a:rPr lang="en-US" altLang="zh-TW" baseline="30000" dirty="0" smtClean="0"/>
              <a:t>8</a:t>
            </a:r>
          </a:p>
          <a:p>
            <a:pPr marL="0" indent="0">
              <a:buNone/>
            </a:pPr>
            <a:r>
              <a:rPr lang="en-US" altLang="zh-TW" dirty="0" smtClean="0"/>
              <a:t>    </a:t>
            </a:r>
            <a:r>
              <a:rPr lang="en-US" altLang="zh-TW" i="1" dirty="0" smtClean="0"/>
              <a:t>S</a:t>
            </a:r>
            <a:r>
              <a:rPr lang="en-US" altLang="zh-TW" baseline="-25000" dirty="0" smtClean="0"/>
              <a:t>2</a:t>
            </a:r>
            <a:r>
              <a:rPr lang="en-US" altLang="zh-TW" dirty="0" smtClean="0"/>
              <a:t>=</a:t>
            </a:r>
            <a:r>
              <a:rPr lang="en-US" altLang="zh-TW" i="1" dirty="0" smtClean="0"/>
              <a:t>a</a:t>
            </a:r>
            <a:r>
              <a:rPr lang="en-US" altLang="zh-TW" baseline="30000" dirty="0" smtClean="0"/>
              <a:t>8</a:t>
            </a:r>
            <a:r>
              <a:rPr lang="en-US" altLang="zh-TW" i="1" dirty="0" smtClean="0"/>
              <a:t>c</a:t>
            </a:r>
            <a:r>
              <a:rPr lang="en-US" altLang="zh-TW" baseline="30000" dirty="0" smtClean="0"/>
              <a:t>2</a:t>
            </a:r>
            <a:r>
              <a:rPr lang="en-US" altLang="zh-TW" i="1" dirty="0" smtClean="0"/>
              <a:t>b</a:t>
            </a:r>
            <a:r>
              <a:rPr lang="en-US" altLang="zh-TW" baseline="30000" dirty="0" smtClean="0"/>
              <a:t>3</a:t>
            </a:r>
            <a:r>
              <a:rPr lang="en-US" altLang="zh-TW" i="1" dirty="0" smtClean="0"/>
              <a:t>a</a:t>
            </a:r>
            <a:r>
              <a:rPr lang="en-US" altLang="zh-TW" baseline="30000" dirty="0" smtClean="0"/>
              <a:t>6</a:t>
            </a:r>
          </a:p>
          <a:p>
            <a:pPr marL="0" indent="0">
              <a:buNone/>
            </a:pPr>
            <a:r>
              <a:rPr lang="en-US" altLang="zh-TW" dirty="0"/>
              <a:t> </a:t>
            </a:r>
            <a:r>
              <a:rPr lang="en-US" altLang="zh-TW" dirty="0" smtClean="0"/>
              <a:t>   </a:t>
            </a:r>
            <a:r>
              <a:rPr lang="en-US" altLang="zh-TW" i="1" dirty="0" smtClean="0"/>
              <a:t>S</a:t>
            </a:r>
            <a:r>
              <a:rPr lang="en-US" altLang="zh-TW" baseline="-25000" dirty="0" smtClean="0"/>
              <a:t>3</a:t>
            </a:r>
            <a:r>
              <a:rPr lang="en-US" altLang="zh-TW" dirty="0" smtClean="0"/>
              <a:t>=</a:t>
            </a:r>
            <a:r>
              <a:rPr lang="en-US" altLang="zh-TW" i="1" dirty="0" smtClean="0"/>
              <a:t>a</a:t>
            </a:r>
            <a:r>
              <a:rPr lang="en-US" altLang="zh-TW" baseline="30000" dirty="0" smtClean="0"/>
              <a:t>4</a:t>
            </a:r>
            <a:r>
              <a:rPr lang="en-US" altLang="zh-TW" i="1" dirty="0" smtClean="0"/>
              <a:t>c</a:t>
            </a:r>
            <a:r>
              <a:rPr lang="en-US" altLang="zh-TW" baseline="30000" dirty="0" smtClean="0"/>
              <a:t>10</a:t>
            </a:r>
            <a:r>
              <a:rPr lang="en-US" altLang="zh-TW" i="1" dirty="0" smtClean="0"/>
              <a:t>b</a:t>
            </a:r>
            <a:r>
              <a:rPr lang="en-US" altLang="zh-TW" baseline="30000" dirty="0" smtClean="0"/>
              <a:t>2</a:t>
            </a:r>
            <a:r>
              <a:rPr lang="en-US" altLang="zh-TW" i="1" dirty="0" smtClean="0"/>
              <a:t>a</a:t>
            </a:r>
            <a:r>
              <a:rPr lang="en-US" altLang="zh-TW" baseline="30000" dirty="0" smtClean="0"/>
              <a:t>4</a:t>
            </a:r>
          </a:p>
          <a:p>
            <a:pPr marL="0" indent="0">
              <a:buNone/>
            </a:pPr>
            <a:r>
              <a:rPr lang="en-US" altLang="zh-TW" dirty="0" smtClean="0"/>
              <a:t>    </a:t>
            </a:r>
            <a:r>
              <a:rPr lang="zh-TW" altLang="en-US" dirty="0" smtClean="0"/>
              <a:t> </a:t>
            </a:r>
            <a:r>
              <a:rPr lang="en-US" altLang="zh-TW" dirty="0" smtClean="0"/>
              <a:t>LCS=</a:t>
            </a:r>
            <a:r>
              <a:rPr lang="en-US" altLang="zh-TW" i="1" dirty="0" smtClean="0"/>
              <a:t>a</a:t>
            </a:r>
            <a:r>
              <a:rPr lang="en-US" altLang="zh-TW" baseline="30000" dirty="0" smtClean="0"/>
              <a:t>4</a:t>
            </a:r>
            <a:r>
              <a:rPr lang="en-US" altLang="zh-TW" i="1" dirty="0" smtClean="0"/>
              <a:t>c</a:t>
            </a:r>
            <a:r>
              <a:rPr lang="en-US" altLang="zh-TW" baseline="30000" dirty="0"/>
              <a:t>2</a:t>
            </a:r>
            <a:r>
              <a:rPr lang="en-US" altLang="zh-TW" i="1" dirty="0" smtClean="0"/>
              <a:t>b</a:t>
            </a:r>
            <a:r>
              <a:rPr lang="en-US" altLang="zh-TW" baseline="30000" dirty="0" smtClean="0"/>
              <a:t>2</a:t>
            </a:r>
            <a:r>
              <a:rPr lang="en-US" altLang="zh-TW" i="1" dirty="0" smtClean="0"/>
              <a:t>a</a:t>
            </a:r>
            <a:r>
              <a:rPr lang="en-US" altLang="zh-TW" baseline="30000" dirty="0" smtClean="0"/>
              <a:t>4</a:t>
            </a:r>
            <a:endParaRPr lang="en-US" altLang="zh-TW" baseline="30000" dirty="0"/>
          </a:p>
        </p:txBody>
      </p:sp>
    </p:spTree>
    <p:extLst>
      <p:ext uri="{BB962C8B-B14F-4D97-AF65-F5344CB8AC3E}">
        <p14:creationId xmlns:p14="http://schemas.microsoft.com/office/powerpoint/2010/main" xmlns="" val="727619563"/>
      </p:ext>
    </p:extLst>
  </p:cSld>
  <p:clrMapOvr>
    <a:masterClrMapping/>
  </p:clrMapOvr>
  <p:transition>
    <p:cut/>
  </p:transition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Lemma 3</a:t>
            </a:r>
            <a:endParaRPr lang="zh-TW" altLang="en-US" dirty="0"/>
          </a:p>
        </p:txBody>
      </p:sp>
      <p:sp>
        <p:nvSpPr>
          <p:cNvPr id="3" name="投影片編號版面配置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3531F1-0529-445F-82AA-19A5A87A11E8}" type="slidenum">
              <a:rPr lang="zh-TW" altLang="en-US" smtClean="0"/>
              <a:pPr/>
              <a:t>12</a:t>
            </a:fld>
            <a:endParaRPr lang="zh-TW" altLang="en-US"/>
          </a:p>
        </p:txBody>
      </p:sp>
      <p:sp>
        <p:nvSpPr>
          <p:cNvPr id="4" name="內容版面配置區 3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altLang="zh-TW" dirty="0"/>
              <a:t>Let </a:t>
            </a:r>
            <a:r>
              <a:rPr lang="en-US" altLang="zh-TW" i="1" dirty="0" smtClean="0"/>
              <a:t>S</a:t>
            </a:r>
            <a:r>
              <a:rPr lang="en-US" altLang="zh-TW" baseline="-25000" dirty="0" smtClean="0"/>
              <a:t>1</a:t>
            </a:r>
            <a:r>
              <a:rPr lang="en-US" altLang="zh-TW" dirty="0" smtClean="0"/>
              <a:t>, </a:t>
            </a:r>
            <a:r>
              <a:rPr lang="en-US" altLang="zh-TW" i="1" dirty="0" smtClean="0"/>
              <a:t>S</a:t>
            </a:r>
            <a:r>
              <a:rPr lang="en-US" altLang="zh-TW" baseline="-25000" dirty="0" smtClean="0"/>
              <a:t>2</a:t>
            </a:r>
            <a:r>
              <a:rPr lang="en-US" altLang="zh-TW" dirty="0" smtClean="0"/>
              <a:t>, … , </a:t>
            </a:r>
            <a:r>
              <a:rPr lang="en-US" altLang="zh-TW" i="1" dirty="0" err="1"/>
              <a:t>S</a:t>
            </a:r>
            <a:r>
              <a:rPr lang="en-US" altLang="zh-TW" i="1" baseline="-25000" dirty="0" err="1"/>
              <a:t>d</a:t>
            </a:r>
            <a:r>
              <a:rPr lang="en-US" altLang="zh-TW" dirty="0"/>
              <a:t> be </a:t>
            </a:r>
            <a:r>
              <a:rPr lang="en-US" altLang="zh-TW" i="1" dirty="0"/>
              <a:t>d</a:t>
            </a:r>
            <a:r>
              <a:rPr lang="en-US" altLang="zh-TW" dirty="0"/>
              <a:t> strings and </a:t>
            </a:r>
            <a:r>
              <a:rPr lang="en-US" altLang="zh-TW" i="1" dirty="0" err="1"/>
              <a:t>e</a:t>
            </a:r>
            <a:r>
              <a:rPr lang="en-US" altLang="zh-TW" i="1" baseline="30000" dirty="0" err="1"/>
              <a:t>r</a:t>
            </a:r>
            <a:r>
              <a:rPr lang="en-US" altLang="zh-TW" dirty="0"/>
              <a:t> </a:t>
            </a:r>
            <a:r>
              <a:rPr lang="en-US" altLang="zh-TW" dirty="0" smtClean="0"/>
              <a:t>be a </a:t>
            </a:r>
            <a:r>
              <a:rPr lang="en-US" altLang="zh-TW" dirty="0"/>
              <a:t>run. Let </a:t>
            </a:r>
            <a:r>
              <a:rPr lang="en-US" altLang="zh-TW" i="1" dirty="0" smtClean="0"/>
              <a:t>S</a:t>
            </a:r>
            <a:r>
              <a:rPr lang="en-US" altLang="zh-TW" baseline="-25000" dirty="0" smtClean="0"/>
              <a:t>1</a:t>
            </a:r>
            <a:r>
              <a:rPr lang="en-US" altLang="zh-TW" i="1" dirty="0" smtClean="0"/>
              <a:t>e</a:t>
            </a:r>
            <a:r>
              <a:rPr lang="en-US" altLang="zh-TW" i="1" baseline="30000" dirty="0" smtClean="0"/>
              <a:t>r</a:t>
            </a:r>
            <a:r>
              <a:rPr lang="en-US" altLang="zh-TW" dirty="0" smtClean="0"/>
              <a:t>, </a:t>
            </a:r>
            <a:r>
              <a:rPr lang="en-US" altLang="zh-TW" i="1" dirty="0" smtClean="0"/>
              <a:t>S</a:t>
            </a:r>
            <a:r>
              <a:rPr lang="en-US" altLang="zh-TW" baseline="-25000" dirty="0" smtClean="0"/>
              <a:t>2</a:t>
            </a:r>
            <a:r>
              <a:rPr lang="en-US" altLang="zh-TW" i="1" dirty="0" smtClean="0"/>
              <a:t>e</a:t>
            </a:r>
            <a:r>
              <a:rPr lang="en-US" altLang="zh-TW" i="1" baseline="30000" dirty="0" smtClean="0"/>
              <a:t>r</a:t>
            </a:r>
            <a:r>
              <a:rPr lang="en-US" altLang="zh-TW" dirty="0" smtClean="0"/>
              <a:t>, … , </a:t>
            </a:r>
            <a:r>
              <a:rPr lang="en-US" altLang="zh-TW" i="1" dirty="0" err="1" smtClean="0"/>
              <a:t>S</a:t>
            </a:r>
            <a:r>
              <a:rPr lang="en-US" altLang="zh-TW" i="1" baseline="-25000" dirty="0" err="1" smtClean="0"/>
              <a:t>d</a:t>
            </a:r>
            <a:r>
              <a:rPr lang="en-US" altLang="zh-TW" i="1" dirty="0" err="1" smtClean="0"/>
              <a:t>e</a:t>
            </a:r>
            <a:r>
              <a:rPr lang="en-US" altLang="zh-TW" i="1" baseline="30000" dirty="0" err="1" smtClean="0"/>
              <a:t>r</a:t>
            </a:r>
            <a:r>
              <a:rPr lang="en-US" altLang="zh-TW" dirty="0" smtClean="0"/>
              <a:t> </a:t>
            </a:r>
            <a:r>
              <a:rPr lang="en-US" altLang="zh-TW" dirty="0"/>
              <a:t>denote the strings </a:t>
            </a:r>
            <a:r>
              <a:rPr lang="en-US" altLang="zh-TW" dirty="0" smtClean="0"/>
              <a:t>obtained </a:t>
            </a:r>
            <a:r>
              <a:rPr lang="en-US" altLang="zh-TW" dirty="0"/>
              <a:t>by appending run </a:t>
            </a:r>
            <a:r>
              <a:rPr lang="en-US" altLang="zh-TW" i="1" dirty="0" err="1"/>
              <a:t>e</a:t>
            </a:r>
            <a:r>
              <a:rPr lang="en-US" altLang="zh-TW" i="1" baseline="30000" dirty="0" err="1"/>
              <a:t>r</a:t>
            </a:r>
            <a:r>
              <a:rPr lang="en-US" altLang="zh-TW" dirty="0"/>
              <a:t> to </a:t>
            </a:r>
            <a:r>
              <a:rPr lang="en-US" altLang="zh-TW" i="1" dirty="0"/>
              <a:t>S</a:t>
            </a:r>
            <a:r>
              <a:rPr lang="en-US" altLang="zh-TW" baseline="-25000" dirty="0"/>
              <a:t>1</a:t>
            </a:r>
            <a:r>
              <a:rPr lang="en-US" altLang="zh-TW" dirty="0"/>
              <a:t>, </a:t>
            </a:r>
            <a:r>
              <a:rPr lang="en-US" altLang="zh-TW" i="1" dirty="0"/>
              <a:t>S</a:t>
            </a:r>
            <a:r>
              <a:rPr lang="en-US" altLang="zh-TW" baseline="-25000" dirty="0"/>
              <a:t>2</a:t>
            </a:r>
            <a:r>
              <a:rPr lang="en-US" altLang="zh-TW" dirty="0"/>
              <a:t>, … , </a:t>
            </a:r>
            <a:r>
              <a:rPr lang="en-US" altLang="zh-TW" i="1" dirty="0" err="1"/>
              <a:t>S</a:t>
            </a:r>
            <a:r>
              <a:rPr lang="en-US" altLang="zh-TW" i="1" baseline="-25000" dirty="0" err="1"/>
              <a:t>d</a:t>
            </a:r>
            <a:r>
              <a:rPr lang="en-US" altLang="zh-TW" dirty="0"/>
              <a:t> </a:t>
            </a:r>
            <a:r>
              <a:rPr lang="en-US" altLang="zh-TW" dirty="0" smtClean="0"/>
              <a:t>, respectively</a:t>
            </a:r>
            <a:r>
              <a:rPr lang="en-US" altLang="zh-TW" dirty="0"/>
              <a:t>. We have that </a:t>
            </a:r>
            <a:r>
              <a:rPr lang="en-US" altLang="zh-TW" dirty="0" smtClean="0"/>
              <a:t>LCS(</a:t>
            </a:r>
            <a:r>
              <a:rPr lang="en-US" altLang="zh-TW" i="1" dirty="0"/>
              <a:t>S</a:t>
            </a:r>
            <a:r>
              <a:rPr lang="en-US" altLang="zh-TW" baseline="-25000" dirty="0"/>
              <a:t>1</a:t>
            </a:r>
            <a:r>
              <a:rPr lang="en-US" altLang="zh-TW" i="1" dirty="0"/>
              <a:t>e</a:t>
            </a:r>
            <a:r>
              <a:rPr lang="en-US" altLang="zh-TW" i="1" baseline="30000" dirty="0"/>
              <a:t>r</a:t>
            </a:r>
            <a:r>
              <a:rPr lang="en-US" altLang="zh-TW" dirty="0"/>
              <a:t>, </a:t>
            </a:r>
            <a:r>
              <a:rPr lang="en-US" altLang="zh-TW" i="1" dirty="0"/>
              <a:t>S</a:t>
            </a:r>
            <a:r>
              <a:rPr lang="en-US" altLang="zh-TW" baseline="-25000" dirty="0"/>
              <a:t>2</a:t>
            </a:r>
            <a:r>
              <a:rPr lang="en-US" altLang="zh-TW" i="1" dirty="0"/>
              <a:t>e</a:t>
            </a:r>
            <a:r>
              <a:rPr lang="en-US" altLang="zh-TW" i="1" baseline="30000" dirty="0"/>
              <a:t>r</a:t>
            </a:r>
            <a:r>
              <a:rPr lang="en-US" altLang="zh-TW" dirty="0"/>
              <a:t>, … , </a:t>
            </a:r>
            <a:r>
              <a:rPr lang="en-US" altLang="zh-TW" i="1" dirty="0" err="1"/>
              <a:t>S</a:t>
            </a:r>
            <a:r>
              <a:rPr lang="en-US" altLang="zh-TW" i="1" baseline="-25000" dirty="0" err="1"/>
              <a:t>d</a:t>
            </a:r>
            <a:r>
              <a:rPr lang="en-US" altLang="zh-TW" i="1" dirty="0" err="1"/>
              <a:t>e</a:t>
            </a:r>
            <a:r>
              <a:rPr lang="en-US" altLang="zh-TW" i="1" baseline="30000" dirty="0" err="1"/>
              <a:t>r</a:t>
            </a:r>
            <a:r>
              <a:rPr lang="en-US" altLang="zh-TW" dirty="0"/>
              <a:t> </a:t>
            </a:r>
            <a:r>
              <a:rPr lang="en-US" altLang="zh-TW" dirty="0" smtClean="0"/>
              <a:t>) = LCS(</a:t>
            </a:r>
            <a:r>
              <a:rPr lang="en-US" altLang="zh-TW" i="1" dirty="0"/>
              <a:t>S</a:t>
            </a:r>
            <a:r>
              <a:rPr lang="en-US" altLang="zh-TW" baseline="-25000" dirty="0"/>
              <a:t>1</a:t>
            </a:r>
            <a:r>
              <a:rPr lang="en-US" altLang="zh-TW" dirty="0"/>
              <a:t>, </a:t>
            </a:r>
            <a:r>
              <a:rPr lang="en-US" altLang="zh-TW" i="1" dirty="0"/>
              <a:t>S</a:t>
            </a:r>
            <a:r>
              <a:rPr lang="en-US" altLang="zh-TW" baseline="-25000" dirty="0"/>
              <a:t>2</a:t>
            </a:r>
            <a:r>
              <a:rPr lang="en-US" altLang="zh-TW" dirty="0"/>
              <a:t>, … , </a:t>
            </a:r>
            <a:r>
              <a:rPr lang="en-US" altLang="zh-TW" i="1" dirty="0" err="1"/>
              <a:t>S</a:t>
            </a:r>
            <a:r>
              <a:rPr lang="en-US" altLang="zh-TW" i="1" baseline="-25000" dirty="0" err="1"/>
              <a:t>d</a:t>
            </a:r>
            <a:r>
              <a:rPr lang="en-US" altLang="zh-TW" dirty="0"/>
              <a:t> </a:t>
            </a:r>
            <a:r>
              <a:rPr lang="en-US" altLang="zh-TW" dirty="0" smtClean="0"/>
              <a:t>) </a:t>
            </a:r>
            <a:r>
              <a:rPr lang="en-US" altLang="zh-TW" dirty="0"/>
              <a:t>+ </a:t>
            </a:r>
            <a:r>
              <a:rPr lang="en-US" altLang="zh-TW" dirty="0" smtClean="0"/>
              <a:t>r.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xmlns="" val="569238492"/>
      </p:ext>
    </p:extLst>
  </p:cSld>
  <p:clrMapOvr>
    <a:masterClrMapping/>
  </p:clrMapOvr>
  <p:transition>
    <p:cut/>
  </p:transition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Lemma 4</a:t>
            </a:r>
            <a:endParaRPr lang="zh-TW" altLang="en-US" dirty="0"/>
          </a:p>
        </p:txBody>
      </p:sp>
      <p:sp>
        <p:nvSpPr>
          <p:cNvPr id="3" name="投影片編號版面配置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3531F1-0529-445F-82AA-19A5A87A11E8}" type="slidenum">
              <a:rPr lang="zh-TW" altLang="en-US" smtClean="0"/>
              <a:pPr/>
              <a:t>13</a:t>
            </a:fld>
            <a:endParaRPr lang="zh-TW" altLang="en-US"/>
          </a:p>
        </p:txBody>
      </p:sp>
      <p:sp>
        <p:nvSpPr>
          <p:cNvPr id="4" name="內容版面配置區 3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altLang="zh-TW" dirty="0"/>
              <a:t>Let </a:t>
            </a:r>
            <a:r>
              <a:rPr lang="en-US" altLang="zh-TW" i="1" dirty="0"/>
              <a:t>S</a:t>
            </a:r>
            <a:r>
              <a:rPr lang="en-US" altLang="zh-TW" baseline="-25000" dirty="0"/>
              <a:t>1</a:t>
            </a:r>
            <a:r>
              <a:rPr lang="en-US" altLang="zh-TW" dirty="0"/>
              <a:t>, </a:t>
            </a:r>
            <a:r>
              <a:rPr lang="en-US" altLang="zh-TW" i="1" dirty="0"/>
              <a:t>S</a:t>
            </a:r>
            <a:r>
              <a:rPr lang="en-US" altLang="zh-TW" baseline="-25000" dirty="0"/>
              <a:t>2</a:t>
            </a:r>
            <a:r>
              <a:rPr lang="en-US" altLang="zh-TW" dirty="0"/>
              <a:t>, … , </a:t>
            </a:r>
            <a:r>
              <a:rPr lang="en-US" altLang="zh-TW" i="1" dirty="0" err="1"/>
              <a:t>S</a:t>
            </a:r>
            <a:r>
              <a:rPr lang="en-US" altLang="zh-TW" i="1" baseline="-25000" dirty="0" err="1"/>
              <a:t>d</a:t>
            </a:r>
            <a:r>
              <a:rPr lang="en-US" altLang="zh-TW" dirty="0"/>
              <a:t> </a:t>
            </a:r>
            <a:r>
              <a:rPr lang="en-US" altLang="zh-TW" dirty="0" smtClean="0"/>
              <a:t>be </a:t>
            </a:r>
            <a:r>
              <a:rPr lang="en-US" altLang="zh-TW" i="1" dirty="0"/>
              <a:t>d</a:t>
            </a:r>
            <a:r>
              <a:rPr lang="en-US" altLang="zh-TW" dirty="0"/>
              <a:t> strings and </a:t>
            </a:r>
            <a:r>
              <a:rPr lang="en-US" altLang="zh-TW" dirty="0" smtClean="0"/>
              <a:t>let </a:t>
            </a:r>
            <a:r>
              <a:rPr lang="en-US" altLang="zh-TW" i="1" dirty="0" smtClean="0"/>
              <a:t>e</a:t>
            </a:r>
            <a:r>
              <a:rPr lang="en-US" altLang="zh-TW" baseline="-25000" dirty="0" smtClean="0"/>
              <a:t>1</a:t>
            </a:r>
            <a:r>
              <a:rPr lang="en-US" altLang="zh-TW" dirty="0" smtClean="0"/>
              <a:t>, </a:t>
            </a:r>
            <a:r>
              <a:rPr lang="en-US" altLang="zh-TW" i="1" dirty="0" smtClean="0"/>
              <a:t>e</a:t>
            </a:r>
            <a:r>
              <a:rPr lang="en-US" altLang="zh-TW" baseline="-25000" dirty="0" smtClean="0"/>
              <a:t>2</a:t>
            </a:r>
            <a:r>
              <a:rPr lang="en-US" altLang="zh-TW" dirty="0" smtClean="0"/>
              <a:t>, …, </a:t>
            </a:r>
            <a:r>
              <a:rPr lang="en-US" altLang="zh-TW" i="1" dirty="0" err="1" smtClean="0"/>
              <a:t>e</a:t>
            </a:r>
            <a:r>
              <a:rPr lang="en-US" altLang="zh-TW" i="1" baseline="-25000" dirty="0" err="1" smtClean="0"/>
              <a:t>d</a:t>
            </a:r>
            <a:r>
              <a:rPr lang="en-US" altLang="zh-TW" dirty="0" smtClean="0"/>
              <a:t> </a:t>
            </a:r>
            <a:r>
              <a:rPr lang="en-US" altLang="zh-TW" dirty="0"/>
              <a:t>be d symbols which are not all the </a:t>
            </a:r>
            <a:r>
              <a:rPr lang="en-US" altLang="zh-TW" dirty="0" smtClean="0"/>
              <a:t>same, i.e</a:t>
            </a:r>
            <a:r>
              <a:rPr lang="en-US" altLang="zh-TW" dirty="0"/>
              <a:t>. </a:t>
            </a:r>
            <a:r>
              <a:rPr lang="en-US" altLang="zh-TW" i="1" dirty="0"/>
              <a:t>e</a:t>
            </a:r>
            <a:r>
              <a:rPr lang="en-US" altLang="zh-TW" baseline="-25000" dirty="0"/>
              <a:t>1</a:t>
            </a:r>
            <a:r>
              <a:rPr lang="en-US" altLang="zh-TW" dirty="0"/>
              <a:t> = </a:t>
            </a:r>
            <a:r>
              <a:rPr lang="en-US" altLang="zh-TW" i="1" dirty="0"/>
              <a:t>e</a:t>
            </a:r>
            <a:r>
              <a:rPr lang="en-US" altLang="zh-TW" baseline="-25000" dirty="0"/>
              <a:t>2</a:t>
            </a:r>
            <a:r>
              <a:rPr lang="en-US" altLang="zh-TW" dirty="0"/>
              <a:t> = </a:t>
            </a:r>
            <a:r>
              <a:rPr lang="en-US" altLang="zh-TW" dirty="0" smtClean="0"/>
              <a:t>… </a:t>
            </a:r>
            <a:r>
              <a:rPr lang="en-US" altLang="zh-TW" dirty="0"/>
              <a:t>= </a:t>
            </a:r>
            <a:r>
              <a:rPr lang="en-US" altLang="zh-TW" i="1" dirty="0" err="1"/>
              <a:t>e</a:t>
            </a:r>
            <a:r>
              <a:rPr lang="en-US" altLang="zh-TW" i="1" baseline="-25000" dirty="0" err="1"/>
              <a:t>d</a:t>
            </a:r>
            <a:r>
              <a:rPr lang="en-US" altLang="zh-TW" dirty="0"/>
              <a:t> cannot hold. We have that </a:t>
            </a:r>
            <a:r>
              <a:rPr lang="en-US" altLang="zh-TW" dirty="0" smtClean="0"/>
              <a:t>for any </a:t>
            </a:r>
            <a:r>
              <a:rPr lang="el-GR" altLang="zh-TW" dirty="0" smtClean="0">
                <a:latin typeface="Calibri"/>
                <a:cs typeface="Calibri"/>
              </a:rPr>
              <a:t>σ</a:t>
            </a:r>
            <a:r>
              <a:rPr lang="en-US" altLang="zh-TW" dirty="0" smtClean="0"/>
              <a:t> </a:t>
            </a:r>
            <a:r>
              <a:rPr lang="en-US" altLang="zh-TW" dirty="0" smtClean="0">
                <a:sym typeface="Symbol"/>
              </a:rPr>
              <a:t></a:t>
            </a:r>
            <a:r>
              <a:rPr lang="en-US" altLang="zh-TW" dirty="0" smtClean="0"/>
              <a:t> {</a:t>
            </a:r>
            <a:r>
              <a:rPr lang="en-US" altLang="zh-TW" i="1" dirty="0"/>
              <a:t>e</a:t>
            </a:r>
            <a:r>
              <a:rPr lang="en-US" altLang="zh-TW" baseline="-25000" dirty="0"/>
              <a:t>1</a:t>
            </a:r>
            <a:r>
              <a:rPr lang="en-US" altLang="zh-TW" dirty="0"/>
              <a:t>, </a:t>
            </a:r>
            <a:r>
              <a:rPr lang="en-US" altLang="zh-TW" i="1" dirty="0"/>
              <a:t>e</a:t>
            </a:r>
            <a:r>
              <a:rPr lang="en-US" altLang="zh-TW" baseline="-25000" dirty="0"/>
              <a:t>2</a:t>
            </a:r>
            <a:r>
              <a:rPr lang="en-US" altLang="zh-TW" dirty="0"/>
              <a:t>, …, </a:t>
            </a:r>
            <a:r>
              <a:rPr lang="en-US" altLang="zh-TW" i="1" dirty="0" err="1"/>
              <a:t>e</a:t>
            </a:r>
            <a:r>
              <a:rPr lang="en-US" altLang="zh-TW" i="1" baseline="-25000" dirty="0" err="1"/>
              <a:t>d</a:t>
            </a:r>
            <a:r>
              <a:rPr lang="en-US" altLang="zh-TW" dirty="0"/>
              <a:t> </a:t>
            </a:r>
            <a:r>
              <a:rPr lang="en-US" altLang="zh-TW" dirty="0" smtClean="0"/>
              <a:t>},</a:t>
            </a:r>
            <a:endParaRPr lang="zh-TW" altLang="en-US" dirty="0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1259631" y="2852936"/>
            <a:ext cx="7416826" cy="33105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xmlns="" val="1827026968"/>
      </p:ext>
    </p:extLst>
  </p:cSld>
  <p:clrMapOvr>
    <a:masterClrMapping/>
  </p:clrMapOvr>
  <p:transition>
    <p:cut/>
  </p:transition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Lemma 4</a:t>
            </a:r>
            <a:endParaRPr lang="zh-TW" altLang="en-US" dirty="0"/>
          </a:p>
        </p:txBody>
      </p:sp>
      <p:sp>
        <p:nvSpPr>
          <p:cNvPr id="3" name="投影片編號版面配置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3531F1-0529-445F-82AA-19A5A87A11E8}" type="slidenum">
              <a:rPr lang="zh-TW" altLang="en-US" smtClean="0"/>
              <a:pPr/>
              <a:t>14</a:t>
            </a:fld>
            <a:endParaRPr lang="zh-TW" altLang="en-US"/>
          </a:p>
        </p:txBody>
      </p:sp>
      <p:sp>
        <p:nvSpPr>
          <p:cNvPr id="4" name="內容版面配置區 3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zh-TW" altLang="en-US" dirty="0" smtClean="0"/>
              <a:t>對每個字母</a:t>
            </a:r>
            <a:r>
              <a:rPr lang="el-GR" altLang="zh-TW" dirty="0" smtClean="0">
                <a:latin typeface="Calibri"/>
                <a:cs typeface="Calibri"/>
              </a:rPr>
              <a:t>σ</a:t>
            </a:r>
            <a:r>
              <a:rPr lang="zh-TW" altLang="en-US" dirty="0" smtClean="0">
                <a:latin typeface="Calibri"/>
                <a:cs typeface="Calibri"/>
              </a:rPr>
              <a:t>，</a:t>
            </a:r>
            <a:r>
              <a:rPr lang="en-US" altLang="zh-TW" dirty="0" smtClean="0">
                <a:latin typeface="Calibri"/>
                <a:cs typeface="Calibri"/>
              </a:rPr>
              <a:t>LCS</a:t>
            </a:r>
            <a:r>
              <a:rPr lang="zh-TW" altLang="en-US" dirty="0" smtClean="0">
                <a:latin typeface="Calibri"/>
                <a:cs typeface="Calibri"/>
              </a:rPr>
              <a:t>可以分成用</a:t>
            </a:r>
            <a:r>
              <a:rPr lang="el-GR" altLang="zh-TW" dirty="0" smtClean="0">
                <a:latin typeface="Calibri"/>
                <a:cs typeface="Calibri"/>
              </a:rPr>
              <a:t>σ</a:t>
            </a:r>
            <a:r>
              <a:rPr lang="zh-TW" altLang="en-US" dirty="0" smtClean="0">
                <a:latin typeface="Calibri"/>
                <a:cs typeface="Calibri"/>
              </a:rPr>
              <a:t>結尾和不是</a:t>
            </a:r>
            <a:r>
              <a:rPr lang="zh-TW" altLang="en-US" dirty="0">
                <a:latin typeface="Calibri"/>
                <a:cs typeface="Calibri"/>
              </a:rPr>
              <a:t>用</a:t>
            </a:r>
            <a:r>
              <a:rPr lang="el-GR" altLang="zh-TW" dirty="0">
                <a:latin typeface="Calibri"/>
                <a:cs typeface="Calibri"/>
              </a:rPr>
              <a:t>σ</a:t>
            </a:r>
            <a:r>
              <a:rPr lang="zh-TW" altLang="en-US" dirty="0" smtClean="0">
                <a:latin typeface="Calibri"/>
                <a:cs typeface="Calibri"/>
              </a:rPr>
              <a:t>結尾兩種</a:t>
            </a:r>
            <a:endParaRPr lang="en-US" altLang="zh-TW" dirty="0" smtClean="0">
              <a:latin typeface="Calibri"/>
              <a:cs typeface="Calibri"/>
            </a:endParaRPr>
          </a:p>
          <a:p>
            <a:pPr lvl="1"/>
            <a:r>
              <a:rPr lang="zh-TW" altLang="en-US" dirty="0" smtClean="0">
                <a:latin typeface="Calibri"/>
                <a:cs typeface="Calibri"/>
              </a:rPr>
              <a:t>若是</a:t>
            </a:r>
            <a:r>
              <a:rPr lang="zh-TW" altLang="en-US" dirty="0">
                <a:latin typeface="Calibri"/>
                <a:cs typeface="Calibri"/>
              </a:rPr>
              <a:t>用</a:t>
            </a:r>
            <a:r>
              <a:rPr lang="el-GR" altLang="zh-TW" dirty="0">
                <a:latin typeface="Calibri"/>
                <a:cs typeface="Calibri"/>
              </a:rPr>
              <a:t>σ</a:t>
            </a:r>
            <a:r>
              <a:rPr lang="zh-TW" altLang="en-US" dirty="0" smtClean="0">
                <a:latin typeface="Calibri"/>
                <a:cs typeface="Calibri"/>
              </a:rPr>
              <a:t>結尾，那不是</a:t>
            </a:r>
            <a:r>
              <a:rPr lang="el-GR" altLang="zh-TW" dirty="0" smtClean="0">
                <a:latin typeface="Calibri"/>
                <a:cs typeface="Calibri"/>
              </a:rPr>
              <a:t>σ</a:t>
            </a:r>
            <a:r>
              <a:rPr lang="zh-TW" altLang="en-US" dirty="0" smtClean="0">
                <a:latin typeface="Calibri"/>
                <a:cs typeface="Calibri"/>
              </a:rPr>
              <a:t>的</a:t>
            </a:r>
            <a:r>
              <a:rPr lang="en-US" altLang="zh-TW" i="1" dirty="0" err="1" smtClean="0">
                <a:latin typeface="Calibri"/>
                <a:cs typeface="Calibri"/>
              </a:rPr>
              <a:t>e</a:t>
            </a:r>
            <a:r>
              <a:rPr lang="en-US" altLang="zh-TW" i="1" baseline="-25000" dirty="0" err="1" smtClean="0">
                <a:latin typeface="Calibri"/>
                <a:cs typeface="Calibri"/>
              </a:rPr>
              <a:t>i</a:t>
            </a:r>
            <a:r>
              <a:rPr lang="zh-TW" altLang="en-US" dirty="0" smtClean="0">
                <a:latin typeface="Calibri"/>
                <a:cs typeface="Calibri"/>
              </a:rPr>
              <a:t>就要拿掉</a:t>
            </a:r>
            <a:endParaRPr lang="en-US" altLang="zh-TW" dirty="0" smtClean="0">
              <a:latin typeface="Calibri"/>
              <a:cs typeface="Calibri"/>
            </a:endParaRPr>
          </a:p>
          <a:p>
            <a:pPr lvl="1"/>
            <a:r>
              <a:rPr lang="zh-TW" altLang="en-US" dirty="0" smtClean="0">
                <a:latin typeface="Calibri"/>
                <a:cs typeface="Calibri"/>
              </a:rPr>
              <a:t>若不是</a:t>
            </a:r>
            <a:r>
              <a:rPr lang="zh-TW" altLang="en-US" dirty="0">
                <a:latin typeface="Calibri"/>
                <a:cs typeface="Calibri"/>
              </a:rPr>
              <a:t>用</a:t>
            </a:r>
            <a:r>
              <a:rPr lang="el-GR" altLang="zh-TW" dirty="0">
                <a:latin typeface="Calibri"/>
                <a:cs typeface="Calibri"/>
              </a:rPr>
              <a:t>σ</a:t>
            </a:r>
            <a:r>
              <a:rPr lang="zh-TW" altLang="en-US" dirty="0">
                <a:latin typeface="Calibri"/>
                <a:cs typeface="Calibri"/>
              </a:rPr>
              <a:t>結尾，</a:t>
            </a:r>
            <a:r>
              <a:rPr lang="zh-TW" altLang="en-US" dirty="0" smtClean="0">
                <a:latin typeface="Calibri"/>
                <a:cs typeface="Calibri"/>
              </a:rPr>
              <a:t>那是</a:t>
            </a:r>
            <a:r>
              <a:rPr lang="el-GR" altLang="zh-TW" dirty="0">
                <a:latin typeface="Calibri"/>
                <a:cs typeface="Calibri"/>
              </a:rPr>
              <a:t>σ</a:t>
            </a:r>
            <a:r>
              <a:rPr lang="zh-TW" altLang="en-US" dirty="0" smtClean="0">
                <a:latin typeface="Calibri"/>
                <a:cs typeface="Calibri"/>
              </a:rPr>
              <a:t>的</a:t>
            </a:r>
            <a:r>
              <a:rPr lang="en-US" altLang="zh-TW" i="1" dirty="0" err="1" smtClean="0">
                <a:latin typeface="Calibri"/>
                <a:cs typeface="Calibri"/>
              </a:rPr>
              <a:t>e</a:t>
            </a:r>
            <a:r>
              <a:rPr lang="en-US" altLang="zh-TW" i="1" baseline="-25000" dirty="0" err="1" smtClean="0">
                <a:latin typeface="Calibri"/>
                <a:cs typeface="Calibri"/>
              </a:rPr>
              <a:t>i</a:t>
            </a:r>
            <a:r>
              <a:rPr lang="zh-TW" altLang="en-US" dirty="0">
                <a:latin typeface="Calibri"/>
                <a:cs typeface="Calibri"/>
              </a:rPr>
              <a:t>就要拿</a:t>
            </a:r>
            <a:r>
              <a:rPr lang="zh-TW" altLang="en-US" dirty="0" smtClean="0">
                <a:latin typeface="Calibri"/>
                <a:cs typeface="Calibri"/>
              </a:rPr>
              <a:t>掉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xmlns="" val="3391593442"/>
      </p:ext>
    </p:extLst>
  </p:cSld>
  <p:clrMapOvr>
    <a:masterClrMapping/>
  </p:clrMapOvr>
  <p:transition>
    <p:cut/>
  </p:transition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Lemma 5</a:t>
            </a:r>
            <a:endParaRPr lang="zh-TW" altLang="en-US" dirty="0"/>
          </a:p>
        </p:txBody>
      </p:sp>
      <p:sp>
        <p:nvSpPr>
          <p:cNvPr id="3" name="投影片編號版面配置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3531F1-0529-445F-82AA-19A5A87A11E8}" type="slidenum">
              <a:rPr lang="zh-TW" altLang="en-US" smtClean="0"/>
              <a:pPr/>
              <a:t>15</a:t>
            </a:fld>
            <a:endParaRPr lang="zh-TW" altLang="en-US"/>
          </a:p>
        </p:txBody>
      </p:sp>
      <p:sp>
        <p:nvSpPr>
          <p:cNvPr id="4" name="內容版面配置區 3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altLang="zh-TW" dirty="0"/>
              <a:t>Suppose that runs </a:t>
            </a:r>
            <a:r>
              <a:rPr lang="en-US" altLang="zh-TW" i="1" dirty="0"/>
              <a:t>S</a:t>
            </a:r>
            <a:r>
              <a:rPr lang="en-US" altLang="zh-TW" baseline="-25000" dirty="0"/>
              <a:t>1</a:t>
            </a:r>
            <a:r>
              <a:rPr lang="en-US" altLang="zh-TW" dirty="0"/>
              <a:t>(</a:t>
            </a:r>
            <a:r>
              <a:rPr lang="en-US" altLang="zh-TW" i="1" dirty="0"/>
              <a:t>r</a:t>
            </a:r>
            <a:r>
              <a:rPr lang="en-US" altLang="zh-TW" baseline="-25000" dirty="0"/>
              <a:t>1</a:t>
            </a:r>
            <a:r>
              <a:rPr lang="en-US" altLang="zh-TW" dirty="0"/>
              <a:t>), </a:t>
            </a:r>
            <a:r>
              <a:rPr lang="en-US" altLang="zh-TW" i="1" dirty="0"/>
              <a:t>S</a:t>
            </a:r>
            <a:r>
              <a:rPr lang="en-US" altLang="zh-TW" baseline="-25000" dirty="0"/>
              <a:t>2</a:t>
            </a:r>
            <a:r>
              <a:rPr lang="en-US" altLang="zh-TW" dirty="0"/>
              <a:t>(</a:t>
            </a:r>
            <a:r>
              <a:rPr lang="en-US" altLang="zh-TW" i="1" dirty="0"/>
              <a:t>r</a:t>
            </a:r>
            <a:r>
              <a:rPr lang="en-US" altLang="zh-TW" baseline="-25000" dirty="0"/>
              <a:t>2</a:t>
            </a:r>
            <a:r>
              <a:rPr lang="en-US" altLang="zh-TW" dirty="0" smtClean="0"/>
              <a:t>),</a:t>
            </a:r>
            <a:r>
              <a:rPr lang="zh-TW" altLang="en-US" dirty="0" smtClean="0"/>
              <a:t> </a:t>
            </a:r>
            <a:r>
              <a:rPr lang="en-US" altLang="zh-TW" dirty="0" smtClean="0"/>
              <a:t>… </a:t>
            </a:r>
            <a:r>
              <a:rPr lang="en-US" altLang="zh-TW" dirty="0"/>
              <a:t>, </a:t>
            </a:r>
            <a:r>
              <a:rPr lang="en-US" altLang="zh-TW" i="1" dirty="0" err="1"/>
              <a:t>S</a:t>
            </a:r>
            <a:r>
              <a:rPr lang="en-US" altLang="zh-TW" i="1" baseline="-25000" dirty="0" err="1"/>
              <a:t>d</a:t>
            </a:r>
            <a:r>
              <a:rPr lang="en-US" altLang="zh-TW" dirty="0"/>
              <a:t>(</a:t>
            </a:r>
            <a:r>
              <a:rPr lang="en-US" altLang="zh-TW" i="1" dirty="0" err="1"/>
              <a:t>r</a:t>
            </a:r>
            <a:r>
              <a:rPr lang="en-US" altLang="zh-TW" i="1" baseline="-25000" dirty="0" err="1"/>
              <a:t>d</a:t>
            </a:r>
            <a:r>
              <a:rPr lang="en-US" altLang="zh-TW" dirty="0"/>
              <a:t>) do not encode the same symbol, </a:t>
            </a:r>
            <a:r>
              <a:rPr lang="en-US" altLang="zh-TW" dirty="0" smtClean="0"/>
              <a:t>i.e.</a:t>
            </a:r>
            <a:r>
              <a:rPr lang="zh-TW" altLang="en-US" dirty="0" smtClean="0"/>
              <a:t> </a:t>
            </a:r>
            <a:r>
              <a:rPr lang="en-US" altLang="zh-TW" dirty="0" smtClean="0"/>
              <a:t>symbol(</a:t>
            </a:r>
            <a:r>
              <a:rPr lang="en-US" altLang="zh-TW" i="1" dirty="0" smtClean="0"/>
              <a:t>S</a:t>
            </a:r>
            <a:r>
              <a:rPr lang="en-US" altLang="zh-TW" baseline="-25000" dirty="0" smtClean="0"/>
              <a:t>1</a:t>
            </a:r>
            <a:r>
              <a:rPr lang="en-US" altLang="zh-TW" dirty="0" smtClean="0"/>
              <a:t>(</a:t>
            </a:r>
            <a:r>
              <a:rPr lang="en-US" altLang="zh-TW" i="1" dirty="0" smtClean="0"/>
              <a:t>r</a:t>
            </a:r>
            <a:r>
              <a:rPr lang="en-US" altLang="zh-TW" baseline="-25000" dirty="0" smtClean="0"/>
              <a:t>1</a:t>
            </a:r>
            <a:r>
              <a:rPr lang="en-US" altLang="zh-TW" dirty="0"/>
              <a:t>))=symbol(</a:t>
            </a:r>
            <a:r>
              <a:rPr lang="en-US" altLang="zh-TW" i="1" dirty="0"/>
              <a:t>S</a:t>
            </a:r>
            <a:r>
              <a:rPr lang="en-US" altLang="zh-TW" baseline="-25000" dirty="0"/>
              <a:t>2</a:t>
            </a:r>
            <a:r>
              <a:rPr lang="en-US" altLang="zh-TW" dirty="0"/>
              <a:t>(</a:t>
            </a:r>
            <a:r>
              <a:rPr lang="en-US" altLang="zh-TW" i="1" dirty="0"/>
              <a:t>r</a:t>
            </a:r>
            <a:r>
              <a:rPr lang="en-US" altLang="zh-TW" baseline="-25000" dirty="0"/>
              <a:t>2</a:t>
            </a:r>
            <a:r>
              <a:rPr lang="en-US" altLang="zh-TW" dirty="0" smtClean="0"/>
              <a:t>))=… =symbol(</a:t>
            </a:r>
            <a:r>
              <a:rPr lang="en-US" altLang="zh-TW" i="1" dirty="0" err="1" smtClean="0"/>
              <a:t>S</a:t>
            </a:r>
            <a:r>
              <a:rPr lang="en-US" altLang="zh-TW" i="1" baseline="-25000" dirty="0" err="1" smtClean="0"/>
              <a:t>d</a:t>
            </a:r>
            <a:r>
              <a:rPr lang="en-US" altLang="zh-TW" dirty="0" smtClean="0"/>
              <a:t>(</a:t>
            </a:r>
            <a:r>
              <a:rPr lang="en-US" altLang="zh-TW" i="1" dirty="0" err="1" smtClean="0"/>
              <a:t>r</a:t>
            </a:r>
            <a:r>
              <a:rPr lang="en-US" altLang="zh-TW" i="1" baseline="-25000" dirty="0" err="1" smtClean="0"/>
              <a:t>d</a:t>
            </a:r>
            <a:r>
              <a:rPr lang="en-US" altLang="zh-TW" dirty="0" smtClean="0"/>
              <a:t>)) cannot </a:t>
            </a:r>
            <a:r>
              <a:rPr lang="en-US" altLang="zh-TW" dirty="0"/>
              <a:t>hold. We have that</a:t>
            </a:r>
            <a:endParaRPr lang="zh-TW" altLang="en-US" dirty="0"/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1619672" y="2924944"/>
            <a:ext cx="5328592" cy="25875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xmlns="" val="762813470"/>
      </p:ext>
    </p:extLst>
  </p:cSld>
  <p:clrMapOvr>
    <a:masterClrMapping/>
  </p:clrMapOvr>
  <p:transition>
    <p:cut/>
  </p:transition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Example</a:t>
            </a:r>
            <a:endParaRPr lang="zh-TW" altLang="en-US" dirty="0"/>
          </a:p>
        </p:txBody>
      </p:sp>
      <p:sp>
        <p:nvSpPr>
          <p:cNvPr id="3" name="投影片編號版面配置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3531F1-0529-445F-82AA-19A5A87A11E8}" type="slidenum">
              <a:rPr lang="zh-TW" altLang="en-US" smtClean="0"/>
              <a:pPr/>
              <a:t>16</a:t>
            </a:fld>
            <a:endParaRPr lang="zh-TW" altLang="en-US"/>
          </a:p>
        </p:txBody>
      </p:sp>
      <p:sp>
        <p:nvSpPr>
          <p:cNvPr id="4" name="內容版面配置區 3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altLang="zh-TW" i="1" dirty="0"/>
              <a:t>S</a:t>
            </a:r>
            <a:r>
              <a:rPr lang="en-US" altLang="zh-TW" baseline="-25000" dirty="0"/>
              <a:t>1</a:t>
            </a:r>
            <a:r>
              <a:rPr lang="en-US" altLang="zh-TW" dirty="0"/>
              <a:t>=</a:t>
            </a:r>
            <a:r>
              <a:rPr lang="en-US" altLang="zh-TW" i="1" dirty="0"/>
              <a:t>a</a:t>
            </a:r>
            <a:r>
              <a:rPr lang="en-US" altLang="zh-TW" baseline="30000" dirty="0"/>
              <a:t>6</a:t>
            </a:r>
            <a:r>
              <a:rPr lang="en-US" altLang="zh-TW" i="1" dirty="0"/>
              <a:t>c</a:t>
            </a:r>
            <a:r>
              <a:rPr lang="en-US" altLang="zh-TW" baseline="30000" dirty="0"/>
              <a:t>6</a:t>
            </a:r>
            <a:r>
              <a:rPr lang="en-US" altLang="zh-TW" i="1" dirty="0"/>
              <a:t>b</a:t>
            </a:r>
            <a:r>
              <a:rPr lang="en-US" altLang="zh-TW" baseline="30000" dirty="0"/>
              <a:t>3</a:t>
            </a:r>
            <a:r>
              <a:rPr lang="en-US" altLang="zh-TW" i="1" dirty="0"/>
              <a:t>a</a:t>
            </a:r>
            <a:r>
              <a:rPr lang="en-US" altLang="zh-TW" baseline="30000" dirty="0"/>
              <a:t>8</a:t>
            </a:r>
          </a:p>
          <a:p>
            <a:pPr marL="0" indent="0">
              <a:buNone/>
            </a:pPr>
            <a:r>
              <a:rPr lang="en-US" altLang="zh-TW" dirty="0"/>
              <a:t>    </a:t>
            </a:r>
            <a:r>
              <a:rPr lang="en-US" altLang="zh-TW" i="1" dirty="0"/>
              <a:t>S</a:t>
            </a:r>
            <a:r>
              <a:rPr lang="en-US" altLang="zh-TW" baseline="-25000" dirty="0"/>
              <a:t>2</a:t>
            </a:r>
            <a:r>
              <a:rPr lang="en-US" altLang="zh-TW" dirty="0"/>
              <a:t>=</a:t>
            </a:r>
            <a:r>
              <a:rPr lang="en-US" altLang="zh-TW" i="1" dirty="0"/>
              <a:t>a</a:t>
            </a:r>
            <a:r>
              <a:rPr lang="en-US" altLang="zh-TW" baseline="30000" dirty="0"/>
              <a:t>8</a:t>
            </a:r>
            <a:r>
              <a:rPr lang="en-US" altLang="zh-TW" i="1" dirty="0"/>
              <a:t>c</a:t>
            </a:r>
            <a:r>
              <a:rPr lang="en-US" altLang="zh-TW" baseline="30000" dirty="0"/>
              <a:t>2</a:t>
            </a:r>
            <a:r>
              <a:rPr lang="en-US" altLang="zh-TW" i="1" dirty="0"/>
              <a:t>b</a:t>
            </a:r>
            <a:r>
              <a:rPr lang="en-US" altLang="zh-TW" baseline="30000" dirty="0"/>
              <a:t>3</a:t>
            </a:r>
            <a:r>
              <a:rPr lang="en-US" altLang="zh-TW" i="1" dirty="0"/>
              <a:t>a</a:t>
            </a:r>
            <a:r>
              <a:rPr lang="en-US" altLang="zh-TW" baseline="30000" dirty="0"/>
              <a:t>6</a:t>
            </a:r>
          </a:p>
          <a:p>
            <a:pPr marL="0" indent="0">
              <a:buNone/>
            </a:pPr>
            <a:r>
              <a:rPr lang="en-US" altLang="zh-TW" dirty="0"/>
              <a:t>    </a:t>
            </a:r>
            <a:r>
              <a:rPr lang="en-US" altLang="zh-TW" i="1" dirty="0"/>
              <a:t>S</a:t>
            </a:r>
            <a:r>
              <a:rPr lang="en-US" altLang="zh-TW" baseline="-25000" dirty="0"/>
              <a:t>3</a:t>
            </a:r>
            <a:r>
              <a:rPr lang="en-US" altLang="zh-TW" dirty="0"/>
              <a:t>=</a:t>
            </a:r>
            <a:r>
              <a:rPr lang="en-US" altLang="zh-TW" i="1" dirty="0"/>
              <a:t>a</a:t>
            </a:r>
            <a:r>
              <a:rPr lang="en-US" altLang="zh-TW" baseline="30000" dirty="0"/>
              <a:t>4</a:t>
            </a:r>
            <a:r>
              <a:rPr lang="en-US" altLang="zh-TW" i="1" dirty="0"/>
              <a:t>c</a:t>
            </a:r>
            <a:r>
              <a:rPr lang="en-US" altLang="zh-TW" baseline="30000" dirty="0"/>
              <a:t>10</a:t>
            </a:r>
            <a:r>
              <a:rPr lang="en-US" altLang="zh-TW" i="1" dirty="0"/>
              <a:t>b</a:t>
            </a:r>
            <a:r>
              <a:rPr lang="en-US" altLang="zh-TW" baseline="30000" dirty="0"/>
              <a:t>2</a:t>
            </a:r>
            <a:r>
              <a:rPr lang="en-US" altLang="zh-TW" i="1" dirty="0"/>
              <a:t>a</a:t>
            </a:r>
            <a:r>
              <a:rPr lang="en-US" altLang="zh-TW" baseline="30000" dirty="0"/>
              <a:t>4</a:t>
            </a:r>
          </a:p>
          <a:p>
            <a:r>
              <a:rPr lang="en-US" altLang="zh-TW" dirty="0" smtClean="0"/>
              <a:t>By Lemma 3, LCS (</a:t>
            </a:r>
            <a:r>
              <a:rPr lang="en-US" altLang="zh-TW" i="1" dirty="0" smtClean="0"/>
              <a:t>S</a:t>
            </a:r>
            <a:r>
              <a:rPr lang="en-US" altLang="zh-TW" baseline="-25000" dirty="0" smtClean="0"/>
              <a:t>1</a:t>
            </a:r>
            <a:r>
              <a:rPr lang="en-US" altLang="zh-TW" dirty="0" smtClean="0"/>
              <a:t>, </a:t>
            </a:r>
            <a:r>
              <a:rPr lang="en-US" altLang="zh-TW" i="1" dirty="0" smtClean="0"/>
              <a:t>S</a:t>
            </a:r>
            <a:r>
              <a:rPr lang="en-US" altLang="zh-TW" baseline="-25000" dirty="0" smtClean="0"/>
              <a:t>2</a:t>
            </a:r>
            <a:r>
              <a:rPr lang="en-US" altLang="zh-TW" dirty="0" smtClean="0"/>
              <a:t>, </a:t>
            </a:r>
            <a:r>
              <a:rPr lang="en-US" altLang="zh-TW" i="1" dirty="0" smtClean="0"/>
              <a:t>S</a:t>
            </a:r>
            <a:r>
              <a:rPr lang="en-US" altLang="zh-TW" baseline="-25000" dirty="0" smtClean="0"/>
              <a:t>3</a:t>
            </a:r>
            <a:r>
              <a:rPr lang="en-US" altLang="zh-TW" dirty="0" smtClean="0"/>
              <a:t>) = LCS(</a:t>
            </a:r>
            <a:r>
              <a:rPr lang="en-US" altLang="zh-TW" i="1" dirty="0" smtClean="0"/>
              <a:t>a</a:t>
            </a:r>
            <a:r>
              <a:rPr lang="en-US" altLang="zh-TW" baseline="30000" dirty="0" smtClean="0"/>
              <a:t>6</a:t>
            </a:r>
            <a:r>
              <a:rPr lang="en-US" altLang="zh-TW" i="1" dirty="0" smtClean="0"/>
              <a:t>c</a:t>
            </a:r>
            <a:r>
              <a:rPr lang="en-US" altLang="zh-TW" baseline="30000" dirty="0" smtClean="0"/>
              <a:t>6</a:t>
            </a:r>
            <a:r>
              <a:rPr lang="en-US" altLang="zh-TW" i="1" dirty="0" smtClean="0"/>
              <a:t>b</a:t>
            </a:r>
            <a:r>
              <a:rPr lang="en-US" altLang="zh-TW" baseline="30000" dirty="0" smtClean="0"/>
              <a:t>3</a:t>
            </a:r>
            <a:r>
              <a:rPr lang="en-US" altLang="zh-TW" i="1" dirty="0" smtClean="0"/>
              <a:t>a</a:t>
            </a:r>
            <a:r>
              <a:rPr lang="en-US" altLang="zh-TW" baseline="30000" dirty="0" smtClean="0"/>
              <a:t>4</a:t>
            </a:r>
            <a:r>
              <a:rPr lang="en-US" altLang="zh-TW" dirty="0" smtClean="0"/>
              <a:t>, </a:t>
            </a:r>
            <a:r>
              <a:rPr lang="en-US" altLang="zh-TW" i="1" dirty="0" smtClean="0"/>
              <a:t>a</a:t>
            </a:r>
            <a:r>
              <a:rPr lang="en-US" altLang="zh-TW" baseline="30000" dirty="0" smtClean="0"/>
              <a:t>8</a:t>
            </a:r>
            <a:r>
              <a:rPr lang="en-US" altLang="zh-TW" i="1" dirty="0" smtClean="0"/>
              <a:t>c</a:t>
            </a:r>
            <a:r>
              <a:rPr lang="en-US" altLang="zh-TW" baseline="30000" dirty="0" smtClean="0"/>
              <a:t>2</a:t>
            </a:r>
            <a:r>
              <a:rPr lang="en-US" altLang="zh-TW" i="1" dirty="0" smtClean="0"/>
              <a:t>b</a:t>
            </a:r>
            <a:r>
              <a:rPr lang="en-US" altLang="zh-TW" baseline="30000" dirty="0" smtClean="0"/>
              <a:t>3</a:t>
            </a:r>
            <a:r>
              <a:rPr lang="en-US" altLang="zh-TW" i="1" dirty="0" smtClean="0"/>
              <a:t>a</a:t>
            </a:r>
            <a:r>
              <a:rPr lang="en-US" altLang="zh-TW" baseline="30000" dirty="0" smtClean="0"/>
              <a:t>2</a:t>
            </a:r>
            <a:r>
              <a:rPr lang="en-US" altLang="zh-TW" dirty="0" smtClean="0"/>
              <a:t>, </a:t>
            </a:r>
            <a:r>
              <a:rPr lang="en-US" altLang="zh-TW" i="1" dirty="0" smtClean="0"/>
              <a:t>a</a:t>
            </a:r>
            <a:r>
              <a:rPr lang="en-US" altLang="zh-TW" baseline="30000" dirty="0" smtClean="0"/>
              <a:t>4</a:t>
            </a:r>
            <a:r>
              <a:rPr lang="en-US" altLang="zh-TW" i="1" dirty="0" smtClean="0"/>
              <a:t>c</a:t>
            </a:r>
            <a:r>
              <a:rPr lang="en-US" altLang="zh-TW" baseline="30000" dirty="0" smtClean="0"/>
              <a:t>10</a:t>
            </a:r>
            <a:r>
              <a:rPr lang="en-US" altLang="zh-TW" i="1" dirty="0" smtClean="0"/>
              <a:t>b</a:t>
            </a:r>
            <a:r>
              <a:rPr lang="en-US" altLang="zh-TW" baseline="30000" dirty="0" smtClean="0"/>
              <a:t>2</a:t>
            </a:r>
            <a:r>
              <a:rPr lang="en-US" altLang="zh-TW" dirty="0" smtClean="0"/>
              <a:t>) + 4</a:t>
            </a:r>
          </a:p>
          <a:p>
            <a:r>
              <a:rPr lang="en-US" altLang="zh-TW" dirty="0" smtClean="0"/>
              <a:t>By Lemma 4, LCS(</a:t>
            </a:r>
            <a:r>
              <a:rPr lang="en-US" altLang="zh-TW" i="1" dirty="0" smtClean="0"/>
              <a:t>a</a:t>
            </a:r>
            <a:r>
              <a:rPr lang="en-US" altLang="zh-TW" baseline="30000" dirty="0" smtClean="0"/>
              <a:t>6</a:t>
            </a:r>
            <a:r>
              <a:rPr lang="en-US" altLang="zh-TW" i="1" dirty="0" smtClean="0"/>
              <a:t>c</a:t>
            </a:r>
            <a:r>
              <a:rPr lang="en-US" altLang="zh-TW" baseline="30000" dirty="0" smtClean="0"/>
              <a:t>6</a:t>
            </a:r>
            <a:r>
              <a:rPr lang="en-US" altLang="zh-TW" i="1" dirty="0" smtClean="0"/>
              <a:t>b</a:t>
            </a:r>
            <a:r>
              <a:rPr lang="en-US" altLang="zh-TW" baseline="30000" dirty="0" smtClean="0"/>
              <a:t>3</a:t>
            </a:r>
            <a:r>
              <a:rPr lang="en-US" altLang="zh-TW" i="1" dirty="0" smtClean="0"/>
              <a:t>a</a:t>
            </a:r>
            <a:r>
              <a:rPr lang="en-US" altLang="zh-TW" baseline="30000" dirty="0" smtClean="0"/>
              <a:t>4</a:t>
            </a:r>
            <a:r>
              <a:rPr lang="en-US" altLang="zh-TW" dirty="0"/>
              <a:t>, </a:t>
            </a:r>
            <a:r>
              <a:rPr lang="en-US" altLang="zh-TW" i="1" dirty="0"/>
              <a:t>a</a:t>
            </a:r>
            <a:r>
              <a:rPr lang="en-US" altLang="zh-TW" baseline="30000" dirty="0"/>
              <a:t>8</a:t>
            </a:r>
            <a:r>
              <a:rPr lang="en-US" altLang="zh-TW" i="1" dirty="0"/>
              <a:t>c</a:t>
            </a:r>
            <a:r>
              <a:rPr lang="en-US" altLang="zh-TW" baseline="30000" dirty="0"/>
              <a:t>2</a:t>
            </a:r>
            <a:r>
              <a:rPr lang="en-US" altLang="zh-TW" i="1" dirty="0"/>
              <a:t>b</a:t>
            </a:r>
            <a:r>
              <a:rPr lang="en-US" altLang="zh-TW" baseline="30000" dirty="0"/>
              <a:t>3</a:t>
            </a:r>
            <a:r>
              <a:rPr lang="en-US" altLang="zh-TW" i="1" dirty="0"/>
              <a:t>a</a:t>
            </a:r>
            <a:r>
              <a:rPr lang="en-US" altLang="zh-TW" baseline="30000" dirty="0"/>
              <a:t>2</a:t>
            </a:r>
            <a:r>
              <a:rPr lang="en-US" altLang="zh-TW" dirty="0"/>
              <a:t>, </a:t>
            </a:r>
            <a:r>
              <a:rPr lang="en-US" altLang="zh-TW" i="1" dirty="0"/>
              <a:t>a</a:t>
            </a:r>
            <a:r>
              <a:rPr lang="en-US" altLang="zh-TW" baseline="30000" dirty="0"/>
              <a:t>4</a:t>
            </a:r>
            <a:r>
              <a:rPr lang="en-US" altLang="zh-TW" i="1" dirty="0"/>
              <a:t>c</a:t>
            </a:r>
            <a:r>
              <a:rPr lang="en-US" altLang="zh-TW" baseline="30000" dirty="0"/>
              <a:t>10</a:t>
            </a:r>
            <a:r>
              <a:rPr lang="en-US" altLang="zh-TW" i="1" dirty="0"/>
              <a:t>b</a:t>
            </a:r>
            <a:r>
              <a:rPr lang="en-US" altLang="zh-TW" baseline="30000" dirty="0"/>
              <a:t>2</a:t>
            </a:r>
            <a:r>
              <a:rPr lang="en-US" altLang="zh-TW" dirty="0" smtClean="0"/>
              <a:t>) = max {LCS(</a:t>
            </a:r>
            <a:r>
              <a:rPr lang="en-US" altLang="zh-TW" i="1" dirty="0" smtClean="0"/>
              <a:t>a</a:t>
            </a:r>
            <a:r>
              <a:rPr lang="en-US" altLang="zh-TW" baseline="30000" dirty="0" smtClean="0"/>
              <a:t>6</a:t>
            </a:r>
            <a:r>
              <a:rPr lang="en-US" altLang="zh-TW" i="1" dirty="0" smtClean="0"/>
              <a:t>c</a:t>
            </a:r>
            <a:r>
              <a:rPr lang="en-US" altLang="zh-TW" baseline="30000" dirty="0" smtClean="0"/>
              <a:t>6</a:t>
            </a:r>
            <a:r>
              <a:rPr lang="en-US" altLang="zh-TW" i="1" dirty="0" smtClean="0"/>
              <a:t>b</a:t>
            </a:r>
            <a:r>
              <a:rPr lang="en-US" altLang="zh-TW" baseline="30000" dirty="0" smtClean="0"/>
              <a:t>3</a:t>
            </a:r>
            <a:r>
              <a:rPr lang="en-US" altLang="zh-TW" dirty="0" smtClean="0"/>
              <a:t>, </a:t>
            </a:r>
            <a:r>
              <a:rPr lang="en-US" altLang="zh-TW" i="1" dirty="0" smtClean="0"/>
              <a:t>a</a:t>
            </a:r>
            <a:r>
              <a:rPr lang="en-US" altLang="zh-TW" baseline="30000" dirty="0" smtClean="0"/>
              <a:t>8</a:t>
            </a:r>
            <a:r>
              <a:rPr lang="en-US" altLang="zh-TW" i="1" dirty="0" smtClean="0"/>
              <a:t>c</a:t>
            </a:r>
            <a:r>
              <a:rPr lang="en-US" altLang="zh-TW" baseline="30000" dirty="0" smtClean="0"/>
              <a:t>2</a:t>
            </a:r>
            <a:r>
              <a:rPr lang="en-US" altLang="zh-TW" i="1" dirty="0" smtClean="0"/>
              <a:t>b</a:t>
            </a:r>
            <a:r>
              <a:rPr lang="en-US" altLang="zh-TW" baseline="30000" dirty="0" smtClean="0"/>
              <a:t>3</a:t>
            </a:r>
            <a:r>
              <a:rPr lang="en-US" altLang="zh-TW" dirty="0" smtClean="0"/>
              <a:t>, </a:t>
            </a:r>
            <a:r>
              <a:rPr lang="en-US" altLang="zh-TW" i="1" dirty="0"/>
              <a:t>a</a:t>
            </a:r>
            <a:r>
              <a:rPr lang="en-US" altLang="zh-TW" baseline="30000" dirty="0"/>
              <a:t>4</a:t>
            </a:r>
            <a:r>
              <a:rPr lang="en-US" altLang="zh-TW" i="1" dirty="0"/>
              <a:t>c</a:t>
            </a:r>
            <a:r>
              <a:rPr lang="en-US" altLang="zh-TW" baseline="30000" dirty="0"/>
              <a:t>10</a:t>
            </a:r>
            <a:r>
              <a:rPr lang="en-US" altLang="zh-TW" i="1" dirty="0"/>
              <a:t>b</a:t>
            </a:r>
            <a:r>
              <a:rPr lang="en-US" altLang="zh-TW" baseline="30000" dirty="0"/>
              <a:t>2</a:t>
            </a:r>
            <a:r>
              <a:rPr lang="en-US" altLang="zh-TW" dirty="0" smtClean="0"/>
              <a:t>), LCS</a:t>
            </a:r>
            <a:r>
              <a:rPr lang="en-US" altLang="zh-TW" dirty="0"/>
              <a:t>(</a:t>
            </a:r>
            <a:r>
              <a:rPr lang="en-US" altLang="zh-TW" i="1" dirty="0"/>
              <a:t>a</a:t>
            </a:r>
            <a:r>
              <a:rPr lang="en-US" altLang="zh-TW" baseline="30000" dirty="0"/>
              <a:t>6</a:t>
            </a:r>
            <a:r>
              <a:rPr lang="en-US" altLang="zh-TW" i="1" dirty="0"/>
              <a:t>c</a:t>
            </a:r>
            <a:r>
              <a:rPr lang="en-US" altLang="zh-TW" baseline="30000" dirty="0"/>
              <a:t>6</a:t>
            </a:r>
            <a:r>
              <a:rPr lang="en-US" altLang="zh-TW" i="1" dirty="0"/>
              <a:t>b</a:t>
            </a:r>
            <a:r>
              <a:rPr lang="en-US" altLang="zh-TW" baseline="30000" dirty="0"/>
              <a:t>3</a:t>
            </a:r>
            <a:r>
              <a:rPr lang="en-US" altLang="zh-TW" i="1" dirty="0"/>
              <a:t>a</a:t>
            </a:r>
            <a:r>
              <a:rPr lang="en-US" altLang="zh-TW" baseline="30000" dirty="0"/>
              <a:t>4</a:t>
            </a:r>
            <a:r>
              <a:rPr lang="en-US" altLang="zh-TW" dirty="0"/>
              <a:t>, </a:t>
            </a:r>
            <a:r>
              <a:rPr lang="en-US" altLang="zh-TW" i="1" dirty="0"/>
              <a:t>a</a:t>
            </a:r>
            <a:r>
              <a:rPr lang="en-US" altLang="zh-TW" baseline="30000" dirty="0"/>
              <a:t>8</a:t>
            </a:r>
            <a:r>
              <a:rPr lang="en-US" altLang="zh-TW" i="1" dirty="0"/>
              <a:t>c</a:t>
            </a:r>
            <a:r>
              <a:rPr lang="en-US" altLang="zh-TW" baseline="30000" dirty="0"/>
              <a:t>2</a:t>
            </a:r>
            <a:r>
              <a:rPr lang="en-US" altLang="zh-TW" i="1" dirty="0"/>
              <a:t>b</a:t>
            </a:r>
            <a:r>
              <a:rPr lang="en-US" altLang="zh-TW" baseline="30000" dirty="0"/>
              <a:t>3</a:t>
            </a:r>
            <a:r>
              <a:rPr lang="en-US" altLang="zh-TW" i="1" dirty="0"/>
              <a:t>a</a:t>
            </a:r>
            <a:r>
              <a:rPr lang="en-US" altLang="zh-TW" baseline="30000" dirty="0"/>
              <a:t>2</a:t>
            </a:r>
            <a:r>
              <a:rPr lang="en-US" altLang="zh-TW" dirty="0"/>
              <a:t>, </a:t>
            </a:r>
            <a:r>
              <a:rPr lang="en-US" altLang="zh-TW" i="1" dirty="0" smtClean="0"/>
              <a:t>a</a:t>
            </a:r>
            <a:r>
              <a:rPr lang="en-US" altLang="zh-TW" baseline="30000" dirty="0" smtClean="0"/>
              <a:t>4</a:t>
            </a:r>
            <a:r>
              <a:rPr lang="en-US" altLang="zh-TW" i="1" dirty="0" smtClean="0"/>
              <a:t>c</a:t>
            </a:r>
            <a:r>
              <a:rPr lang="en-US" altLang="zh-TW" baseline="30000" dirty="0" smtClean="0"/>
              <a:t>10</a:t>
            </a:r>
            <a:r>
              <a:rPr lang="en-US" altLang="zh-TW" dirty="0" smtClean="0"/>
              <a:t>)}  (</a:t>
            </a:r>
            <a:r>
              <a:rPr lang="zh-TW" altLang="en-US" dirty="0" smtClean="0"/>
              <a:t>前面是不含</a:t>
            </a:r>
            <a:r>
              <a:rPr lang="en-US" altLang="zh-TW" dirty="0" smtClean="0"/>
              <a:t>a, </a:t>
            </a:r>
            <a:r>
              <a:rPr lang="zh-TW" altLang="en-US" dirty="0" smtClean="0"/>
              <a:t>後面是含</a:t>
            </a:r>
            <a:r>
              <a:rPr lang="en-US" altLang="zh-TW" dirty="0" smtClean="0"/>
              <a:t>a)</a:t>
            </a:r>
          </a:p>
          <a:p>
            <a:r>
              <a:rPr lang="zh-TW" altLang="en-US" dirty="0" smtClean="0"/>
              <a:t>假設之前的</a:t>
            </a:r>
            <a:r>
              <a:rPr lang="en-US" altLang="zh-TW" dirty="0" smtClean="0"/>
              <a:t>block</a:t>
            </a:r>
            <a:r>
              <a:rPr lang="zh-TW" altLang="en-US" dirty="0" smtClean="0"/>
              <a:t>都已經算完，</a:t>
            </a:r>
            <a:r>
              <a:rPr lang="en-US" altLang="zh-TW" dirty="0" smtClean="0"/>
              <a:t>LCS(</a:t>
            </a:r>
            <a:r>
              <a:rPr lang="en-US" altLang="zh-TW" i="1" dirty="0" smtClean="0"/>
              <a:t>a</a:t>
            </a:r>
            <a:r>
              <a:rPr lang="en-US" altLang="zh-TW" baseline="30000" dirty="0" smtClean="0"/>
              <a:t>6</a:t>
            </a:r>
            <a:r>
              <a:rPr lang="en-US" altLang="zh-TW" i="1" dirty="0" smtClean="0"/>
              <a:t>c</a:t>
            </a:r>
            <a:r>
              <a:rPr lang="en-US" altLang="zh-TW" baseline="30000" dirty="0" smtClean="0"/>
              <a:t>6</a:t>
            </a:r>
            <a:r>
              <a:rPr lang="en-US" altLang="zh-TW" i="1" dirty="0" smtClean="0"/>
              <a:t>b</a:t>
            </a:r>
            <a:r>
              <a:rPr lang="en-US" altLang="zh-TW" baseline="30000" dirty="0" smtClean="0"/>
              <a:t>3</a:t>
            </a:r>
            <a:r>
              <a:rPr lang="en-US" altLang="zh-TW" dirty="0"/>
              <a:t>, </a:t>
            </a:r>
            <a:r>
              <a:rPr lang="en-US" altLang="zh-TW" i="1" dirty="0"/>
              <a:t>a</a:t>
            </a:r>
            <a:r>
              <a:rPr lang="en-US" altLang="zh-TW" baseline="30000" dirty="0"/>
              <a:t>8</a:t>
            </a:r>
            <a:r>
              <a:rPr lang="en-US" altLang="zh-TW" i="1" dirty="0"/>
              <a:t>c</a:t>
            </a:r>
            <a:r>
              <a:rPr lang="en-US" altLang="zh-TW" baseline="30000" dirty="0"/>
              <a:t>2</a:t>
            </a:r>
            <a:r>
              <a:rPr lang="en-US" altLang="zh-TW" i="1" dirty="0"/>
              <a:t>b</a:t>
            </a:r>
            <a:r>
              <a:rPr lang="en-US" altLang="zh-TW" baseline="30000" dirty="0"/>
              <a:t>3</a:t>
            </a:r>
            <a:r>
              <a:rPr lang="en-US" altLang="zh-TW" dirty="0"/>
              <a:t>, </a:t>
            </a:r>
            <a:r>
              <a:rPr lang="en-US" altLang="zh-TW" i="1" dirty="0"/>
              <a:t>a</a:t>
            </a:r>
            <a:r>
              <a:rPr lang="en-US" altLang="zh-TW" baseline="30000" dirty="0"/>
              <a:t>4</a:t>
            </a:r>
            <a:r>
              <a:rPr lang="en-US" altLang="zh-TW" i="1" dirty="0"/>
              <a:t>c</a:t>
            </a:r>
            <a:r>
              <a:rPr lang="en-US" altLang="zh-TW" baseline="30000" dirty="0"/>
              <a:t>10</a:t>
            </a:r>
            <a:r>
              <a:rPr lang="en-US" altLang="zh-TW" i="1" dirty="0"/>
              <a:t>b</a:t>
            </a:r>
            <a:r>
              <a:rPr lang="en-US" altLang="zh-TW" baseline="30000" dirty="0"/>
              <a:t>2</a:t>
            </a:r>
            <a:r>
              <a:rPr lang="en-US" altLang="zh-TW" dirty="0" smtClean="0"/>
              <a:t>) = 8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xmlns="" val="1151564515"/>
      </p:ext>
    </p:extLst>
  </p:cSld>
  <p:clrMapOvr>
    <a:masterClrMapping/>
  </p:clrMapOvr>
  <p:transition>
    <p:cut/>
  </p:transition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Example</a:t>
            </a:r>
            <a:endParaRPr lang="zh-TW" altLang="en-US" dirty="0"/>
          </a:p>
        </p:txBody>
      </p:sp>
      <p:sp>
        <p:nvSpPr>
          <p:cNvPr id="3" name="投影片編號版面配置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3531F1-0529-445F-82AA-19A5A87A11E8}" type="slidenum">
              <a:rPr lang="zh-TW" altLang="en-US" smtClean="0"/>
              <a:pPr/>
              <a:t>17</a:t>
            </a:fld>
            <a:endParaRPr lang="zh-TW" altLang="en-US"/>
          </a:p>
        </p:txBody>
      </p:sp>
      <p:sp>
        <p:nvSpPr>
          <p:cNvPr id="4" name="內容版面配置區 3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altLang="zh-TW" dirty="0" smtClean="0"/>
              <a:t>By Lemma 4, LCS(</a:t>
            </a:r>
            <a:r>
              <a:rPr lang="en-US" altLang="zh-TW" i="1" dirty="0" smtClean="0"/>
              <a:t>a</a:t>
            </a:r>
            <a:r>
              <a:rPr lang="en-US" altLang="zh-TW" baseline="30000" dirty="0" smtClean="0"/>
              <a:t>6</a:t>
            </a:r>
            <a:r>
              <a:rPr lang="en-US" altLang="zh-TW" i="1" dirty="0" smtClean="0"/>
              <a:t>c</a:t>
            </a:r>
            <a:r>
              <a:rPr lang="en-US" altLang="zh-TW" baseline="30000" dirty="0" smtClean="0"/>
              <a:t>6</a:t>
            </a:r>
            <a:r>
              <a:rPr lang="en-US" altLang="zh-TW" i="1" dirty="0" smtClean="0"/>
              <a:t>b</a:t>
            </a:r>
            <a:r>
              <a:rPr lang="en-US" altLang="zh-TW" baseline="30000" dirty="0" smtClean="0"/>
              <a:t>3</a:t>
            </a:r>
            <a:r>
              <a:rPr lang="en-US" altLang="zh-TW" i="1" dirty="0" smtClean="0"/>
              <a:t>a</a:t>
            </a:r>
            <a:r>
              <a:rPr lang="en-US" altLang="zh-TW" baseline="30000" dirty="0" smtClean="0"/>
              <a:t>4</a:t>
            </a:r>
            <a:r>
              <a:rPr lang="en-US" altLang="zh-TW" dirty="0"/>
              <a:t>, </a:t>
            </a:r>
            <a:r>
              <a:rPr lang="en-US" altLang="zh-TW" i="1" dirty="0"/>
              <a:t>a</a:t>
            </a:r>
            <a:r>
              <a:rPr lang="en-US" altLang="zh-TW" baseline="30000" dirty="0"/>
              <a:t>8</a:t>
            </a:r>
            <a:r>
              <a:rPr lang="en-US" altLang="zh-TW" i="1" dirty="0"/>
              <a:t>c</a:t>
            </a:r>
            <a:r>
              <a:rPr lang="en-US" altLang="zh-TW" baseline="30000" dirty="0"/>
              <a:t>2</a:t>
            </a:r>
            <a:r>
              <a:rPr lang="en-US" altLang="zh-TW" i="1" dirty="0"/>
              <a:t>b</a:t>
            </a:r>
            <a:r>
              <a:rPr lang="en-US" altLang="zh-TW" baseline="30000" dirty="0"/>
              <a:t>3</a:t>
            </a:r>
            <a:r>
              <a:rPr lang="en-US" altLang="zh-TW" i="1" dirty="0"/>
              <a:t>a</a:t>
            </a:r>
            <a:r>
              <a:rPr lang="en-US" altLang="zh-TW" baseline="30000" dirty="0"/>
              <a:t>2</a:t>
            </a:r>
            <a:r>
              <a:rPr lang="en-US" altLang="zh-TW" dirty="0"/>
              <a:t>, </a:t>
            </a:r>
            <a:r>
              <a:rPr lang="en-US" altLang="zh-TW" i="1" dirty="0"/>
              <a:t>a</a:t>
            </a:r>
            <a:r>
              <a:rPr lang="en-US" altLang="zh-TW" baseline="30000" dirty="0"/>
              <a:t>4</a:t>
            </a:r>
            <a:r>
              <a:rPr lang="en-US" altLang="zh-TW" i="1" dirty="0"/>
              <a:t>c</a:t>
            </a:r>
            <a:r>
              <a:rPr lang="en-US" altLang="zh-TW" baseline="30000" dirty="0"/>
              <a:t>10</a:t>
            </a:r>
            <a:r>
              <a:rPr lang="en-US" altLang="zh-TW" dirty="0" smtClean="0"/>
              <a:t>) = max {LCS(</a:t>
            </a:r>
            <a:r>
              <a:rPr lang="en-US" altLang="zh-TW" i="1" dirty="0" smtClean="0"/>
              <a:t>a</a:t>
            </a:r>
            <a:r>
              <a:rPr lang="en-US" altLang="zh-TW" baseline="30000" dirty="0" smtClean="0"/>
              <a:t>6</a:t>
            </a:r>
            <a:r>
              <a:rPr lang="en-US" altLang="zh-TW" i="1" dirty="0" smtClean="0"/>
              <a:t>c</a:t>
            </a:r>
            <a:r>
              <a:rPr lang="en-US" altLang="zh-TW" baseline="30000" dirty="0" smtClean="0"/>
              <a:t>6</a:t>
            </a:r>
            <a:r>
              <a:rPr lang="en-US" altLang="zh-TW" i="1" dirty="0" smtClean="0"/>
              <a:t>b</a:t>
            </a:r>
            <a:r>
              <a:rPr lang="en-US" altLang="zh-TW" baseline="30000" dirty="0" smtClean="0"/>
              <a:t>3</a:t>
            </a:r>
            <a:r>
              <a:rPr lang="en-US" altLang="zh-TW" dirty="0" smtClean="0"/>
              <a:t>, </a:t>
            </a:r>
            <a:r>
              <a:rPr lang="en-US" altLang="zh-TW" i="1" dirty="0" smtClean="0"/>
              <a:t>a</a:t>
            </a:r>
            <a:r>
              <a:rPr lang="en-US" altLang="zh-TW" baseline="30000" dirty="0" smtClean="0"/>
              <a:t>8</a:t>
            </a:r>
            <a:r>
              <a:rPr lang="en-US" altLang="zh-TW" i="1" dirty="0" smtClean="0"/>
              <a:t>c</a:t>
            </a:r>
            <a:r>
              <a:rPr lang="en-US" altLang="zh-TW" baseline="30000" dirty="0" smtClean="0"/>
              <a:t>2</a:t>
            </a:r>
            <a:r>
              <a:rPr lang="en-US" altLang="zh-TW" i="1" dirty="0" smtClean="0"/>
              <a:t>b</a:t>
            </a:r>
            <a:r>
              <a:rPr lang="en-US" altLang="zh-TW" baseline="30000" dirty="0" smtClean="0"/>
              <a:t>3</a:t>
            </a:r>
            <a:r>
              <a:rPr lang="en-US" altLang="zh-TW" dirty="0" smtClean="0"/>
              <a:t>, </a:t>
            </a:r>
            <a:r>
              <a:rPr lang="en-US" altLang="zh-TW" i="1" dirty="0"/>
              <a:t>a</a:t>
            </a:r>
            <a:r>
              <a:rPr lang="en-US" altLang="zh-TW" baseline="30000" dirty="0"/>
              <a:t>4</a:t>
            </a:r>
            <a:r>
              <a:rPr lang="en-US" altLang="zh-TW" i="1" dirty="0"/>
              <a:t>c</a:t>
            </a:r>
            <a:r>
              <a:rPr lang="en-US" altLang="zh-TW" baseline="30000" dirty="0"/>
              <a:t>10</a:t>
            </a:r>
            <a:r>
              <a:rPr lang="en-US" altLang="zh-TW" dirty="0" smtClean="0"/>
              <a:t>), </a:t>
            </a:r>
            <a:r>
              <a:rPr lang="en-US" altLang="zh-TW" dirty="0"/>
              <a:t>LCS(</a:t>
            </a:r>
            <a:r>
              <a:rPr lang="en-US" altLang="zh-TW" i="1" dirty="0"/>
              <a:t>a</a:t>
            </a:r>
            <a:r>
              <a:rPr lang="en-US" altLang="zh-TW" baseline="30000" dirty="0"/>
              <a:t>6</a:t>
            </a:r>
            <a:r>
              <a:rPr lang="en-US" altLang="zh-TW" i="1" dirty="0"/>
              <a:t>c</a:t>
            </a:r>
            <a:r>
              <a:rPr lang="en-US" altLang="zh-TW" baseline="30000" dirty="0"/>
              <a:t>6</a:t>
            </a:r>
            <a:r>
              <a:rPr lang="en-US" altLang="zh-TW" i="1" dirty="0"/>
              <a:t>b</a:t>
            </a:r>
            <a:r>
              <a:rPr lang="en-US" altLang="zh-TW" baseline="30000" dirty="0"/>
              <a:t>3</a:t>
            </a:r>
            <a:r>
              <a:rPr lang="en-US" altLang="zh-TW" i="1" dirty="0"/>
              <a:t>a</a:t>
            </a:r>
            <a:r>
              <a:rPr lang="en-US" altLang="zh-TW" baseline="30000" dirty="0"/>
              <a:t>4</a:t>
            </a:r>
            <a:r>
              <a:rPr lang="en-US" altLang="zh-TW" dirty="0"/>
              <a:t>, </a:t>
            </a:r>
            <a:r>
              <a:rPr lang="en-US" altLang="zh-TW" i="1" dirty="0"/>
              <a:t>a</a:t>
            </a:r>
            <a:r>
              <a:rPr lang="en-US" altLang="zh-TW" baseline="30000" dirty="0"/>
              <a:t>8</a:t>
            </a:r>
            <a:r>
              <a:rPr lang="en-US" altLang="zh-TW" i="1" dirty="0"/>
              <a:t>c</a:t>
            </a:r>
            <a:r>
              <a:rPr lang="en-US" altLang="zh-TW" baseline="30000" dirty="0"/>
              <a:t>2</a:t>
            </a:r>
            <a:r>
              <a:rPr lang="en-US" altLang="zh-TW" i="1" dirty="0"/>
              <a:t>b</a:t>
            </a:r>
            <a:r>
              <a:rPr lang="en-US" altLang="zh-TW" baseline="30000" dirty="0"/>
              <a:t>3</a:t>
            </a:r>
            <a:r>
              <a:rPr lang="en-US" altLang="zh-TW" i="1" dirty="0"/>
              <a:t>a</a:t>
            </a:r>
            <a:r>
              <a:rPr lang="en-US" altLang="zh-TW" baseline="30000" dirty="0"/>
              <a:t>2</a:t>
            </a:r>
            <a:r>
              <a:rPr lang="en-US" altLang="zh-TW" dirty="0"/>
              <a:t>, </a:t>
            </a:r>
            <a:r>
              <a:rPr lang="en-US" altLang="zh-TW" i="1" dirty="0" smtClean="0"/>
              <a:t>a</a:t>
            </a:r>
            <a:r>
              <a:rPr lang="en-US" altLang="zh-TW" baseline="30000" dirty="0" smtClean="0"/>
              <a:t>4</a:t>
            </a:r>
            <a:r>
              <a:rPr lang="en-US" altLang="zh-TW" dirty="0" smtClean="0"/>
              <a:t>)} </a:t>
            </a:r>
            <a:r>
              <a:rPr lang="en-US" altLang="zh-TW" dirty="0"/>
              <a:t>(</a:t>
            </a:r>
            <a:r>
              <a:rPr lang="zh-TW" altLang="en-US" dirty="0"/>
              <a:t>前面是不含</a:t>
            </a:r>
            <a:r>
              <a:rPr lang="en-US" altLang="zh-TW" dirty="0"/>
              <a:t>a, </a:t>
            </a:r>
            <a:r>
              <a:rPr lang="zh-TW" altLang="en-US" dirty="0"/>
              <a:t>後面是含</a:t>
            </a:r>
            <a:r>
              <a:rPr lang="en-US" altLang="zh-TW" dirty="0"/>
              <a:t>a)</a:t>
            </a:r>
          </a:p>
          <a:p>
            <a:r>
              <a:rPr lang="en-US" altLang="zh-TW" dirty="0"/>
              <a:t>LCS(</a:t>
            </a:r>
            <a:r>
              <a:rPr lang="en-US" altLang="zh-TW" i="1" dirty="0"/>
              <a:t>a</a:t>
            </a:r>
            <a:r>
              <a:rPr lang="en-US" altLang="zh-TW" baseline="30000" dirty="0"/>
              <a:t>6</a:t>
            </a:r>
            <a:r>
              <a:rPr lang="en-US" altLang="zh-TW" i="1" dirty="0"/>
              <a:t>c</a:t>
            </a:r>
            <a:r>
              <a:rPr lang="en-US" altLang="zh-TW" baseline="30000" dirty="0"/>
              <a:t>6</a:t>
            </a:r>
            <a:r>
              <a:rPr lang="en-US" altLang="zh-TW" i="1" dirty="0"/>
              <a:t>b</a:t>
            </a:r>
            <a:r>
              <a:rPr lang="en-US" altLang="zh-TW" baseline="30000" dirty="0"/>
              <a:t>3</a:t>
            </a:r>
            <a:r>
              <a:rPr lang="en-US" altLang="zh-TW" dirty="0"/>
              <a:t>, </a:t>
            </a:r>
            <a:r>
              <a:rPr lang="en-US" altLang="zh-TW" i="1" dirty="0"/>
              <a:t>a</a:t>
            </a:r>
            <a:r>
              <a:rPr lang="en-US" altLang="zh-TW" baseline="30000" dirty="0"/>
              <a:t>8</a:t>
            </a:r>
            <a:r>
              <a:rPr lang="en-US" altLang="zh-TW" i="1" dirty="0"/>
              <a:t>c</a:t>
            </a:r>
            <a:r>
              <a:rPr lang="en-US" altLang="zh-TW" baseline="30000" dirty="0"/>
              <a:t>2</a:t>
            </a:r>
            <a:r>
              <a:rPr lang="en-US" altLang="zh-TW" i="1" dirty="0"/>
              <a:t>b</a:t>
            </a:r>
            <a:r>
              <a:rPr lang="en-US" altLang="zh-TW" baseline="30000" dirty="0"/>
              <a:t>3</a:t>
            </a:r>
            <a:r>
              <a:rPr lang="en-US" altLang="zh-TW" dirty="0"/>
              <a:t>, </a:t>
            </a:r>
            <a:r>
              <a:rPr lang="en-US" altLang="zh-TW" i="1" dirty="0"/>
              <a:t>a</a:t>
            </a:r>
            <a:r>
              <a:rPr lang="en-US" altLang="zh-TW" baseline="30000" dirty="0"/>
              <a:t>4</a:t>
            </a:r>
            <a:r>
              <a:rPr lang="en-US" altLang="zh-TW" i="1" dirty="0"/>
              <a:t>c</a:t>
            </a:r>
            <a:r>
              <a:rPr lang="en-US" altLang="zh-TW" baseline="30000" dirty="0"/>
              <a:t>10</a:t>
            </a:r>
            <a:r>
              <a:rPr lang="en-US" altLang="zh-TW" dirty="0" smtClean="0"/>
              <a:t>)</a:t>
            </a:r>
            <a:r>
              <a:rPr lang="zh-TW" altLang="en-US" dirty="0" smtClean="0"/>
              <a:t> </a:t>
            </a:r>
            <a:r>
              <a:rPr lang="en-US" altLang="zh-TW" dirty="0" smtClean="0"/>
              <a:t>=</a:t>
            </a:r>
            <a:r>
              <a:rPr lang="zh-TW" altLang="en-US" dirty="0" smtClean="0"/>
              <a:t> </a:t>
            </a:r>
            <a:r>
              <a:rPr lang="en-US" altLang="zh-TW" dirty="0" smtClean="0"/>
              <a:t>6</a:t>
            </a:r>
          </a:p>
          <a:p>
            <a:r>
              <a:rPr lang="en-US" altLang="zh-TW" dirty="0" smtClean="0"/>
              <a:t>By Lemma 3, LCS(</a:t>
            </a:r>
            <a:r>
              <a:rPr lang="en-US" altLang="zh-TW" i="1" dirty="0" smtClean="0"/>
              <a:t>a</a:t>
            </a:r>
            <a:r>
              <a:rPr lang="en-US" altLang="zh-TW" baseline="30000" dirty="0" smtClean="0"/>
              <a:t>6</a:t>
            </a:r>
            <a:r>
              <a:rPr lang="en-US" altLang="zh-TW" i="1" dirty="0" smtClean="0"/>
              <a:t>c</a:t>
            </a:r>
            <a:r>
              <a:rPr lang="en-US" altLang="zh-TW" baseline="30000" dirty="0" smtClean="0"/>
              <a:t>6</a:t>
            </a:r>
            <a:r>
              <a:rPr lang="en-US" altLang="zh-TW" i="1" dirty="0" smtClean="0"/>
              <a:t>b</a:t>
            </a:r>
            <a:r>
              <a:rPr lang="en-US" altLang="zh-TW" baseline="30000" dirty="0" smtClean="0"/>
              <a:t>3</a:t>
            </a:r>
            <a:r>
              <a:rPr lang="en-US" altLang="zh-TW" i="1" dirty="0" smtClean="0"/>
              <a:t>a</a:t>
            </a:r>
            <a:r>
              <a:rPr lang="en-US" altLang="zh-TW" baseline="30000" dirty="0" smtClean="0"/>
              <a:t>4</a:t>
            </a:r>
            <a:r>
              <a:rPr lang="en-US" altLang="zh-TW" dirty="0"/>
              <a:t>, </a:t>
            </a:r>
            <a:r>
              <a:rPr lang="en-US" altLang="zh-TW" i="1" dirty="0"/>
              <a:t>a</a:t>
            </a:r>
            <a:r>
              <a:rPr lang="en-US" altLang="zh-TW" baseline="30000" dirty="0"/>
              <a:t>8</a:t>
            </a:r>
            <a:r>
              <a:rPr lang="en-US" altLang="zh-TW" i="1" dirty="0"/>
              <a:t>c</a:t>
            </a:r>
            <a:r>
              <a:rPr lang="en-US" altLang="zh-TW" baseline="30000" dirty="0"/>
              <a:t>2</a:t>
            </a:r>
            <a:r>
              <a:rPr lang="en-US" altLang="zh-TW" i="1" dirty="0"/>
              <a:t>b</a:t>
            </a:r>
            <a:r>
              <a:rPr lang="en-US" altLang="zh-TW" baseline="30000" dirty="0"/>
              <a:t>3</a:t>
            </a:r>
            <a:r>
              <a:rPr lang="en-US" altLang="zh-TW" i="1" dirty="0"/>
              <a:t>a</a:t>
            </a:r>
            <a:r>
              <a:rPr lang="en-US" altLang="zh-TW" baseline="30000" dirty="0"/>
              <a:t>2</a:t>
            </a:r>
            <a:r>
              <a:rPr lang="en-US" altLang="zh-TW" dirty="0"/>
              <a:t>, </a:t>
            </a:r>
            <a:r>
              <a:rPr lang="en-US" altLang="zh-TW" i="1" dirty="0"/>
              <a:t>a</a:t>
            </a:r>
            <a:r>
              <a:rPr lang="en-US" altLang="zh-TW" baseline="30000" dirty="0"/>
              <a:t>4</a:t>
            </a:r>
            <a:r>
              <a:rPr lang="en-US" altLang="zh-TW" dirty="0" smtClean="0"/>
              <a:t>) = LCS(</a:t>
            </a:r>
            <a:r>
              <a:rPr lang="en-US" altLang="zh-TW" i="1" dirty="0" smtClean="0"/>
              <a:t>a</a:t>
            </a:r>
            <a:r>
              <a:rPr lang="en-US" altLang="zh-TW" baseline="30000" dirty="0" smtClean="0"/>
              <a:t>6</a:t>
            </a:r>
            <a:r>
              <a:rPr lang="en-US" altLang="zh-TW" i="1" dirty="0" smtClean="0"/>
              <a:t>c</a:t>
            </a:r>
            <a:r>
              <a:rPr lang="en-US" altLang="zh-TW" baseline="30000" dirty="0" smtClean="0"/>
              <a:t>6</a:t>
            </a:r>
            <a:r>
              <a:rPr lang="en-US" altLang="zh-TW" i="1" dirty="0" smtClean="0"/>
              <a:t>b</a:t>
            </a:r>
            <a:r>
              <a:rPr lang="en-US" altLang="zh-TW" baseline="30000" dirty="0" smtClean="0"/>
              <a:t>3</a:t>
            </a:r>
            <a:r>
              <a:rPr lang="en-US" altLang="zh-TW" i="1" dirty="0" smtClean="0"/>
              <a:t>a</a:t>
            </a:r>
            <a:r>
              <a:rPr lang="en-US" altLang="zh-TW" baseline="30000" dirty="0" smtClean="0"/>
              <a:t>2</a:t>
            </a:r>
            <a:r>
              <a:rPr lang="en-US" altLang="zh-TW" dirty="0" smtClean="0"/>
              <a:t>, </a:t>
            </a:r>
            <a:r>
              <a:rPr lang="en-US" altLang="zh-TW" i="1" dirty="0" smtClean="0"/>
              <a:t>a</a:t>
            </a:r>
            <a:r>
              <a:rPr lang="en-US" altLang="zh-TW" baseline="30000" dirty="0" smtClean="0"/>
              <a:t>8</a:t>
            </a:r>
            <a:r>
              <a:rPr lang="en-US" altLang="zh-TW" i="1" dirty="0" smtClean="0"/>
              <a:t>c</a:t>
            </a:r>
            <a:r>
              <a:rPr lang="en-US" altLang="zh-TW" baseline="30000" dirty="0" smtClean="0"/>
              <a:t>2</a:t>
            </a:r>
            <a:r>
              <a:rPr lang="en-US" altLang="zh-TW" i="1" dirty="0" smtClean="0"/>
              <a:t>b</a:t>
            </a:r>
            <a:r>
              <a:rPr lang="en-US" altLang="zh-TW" baseline="30000" dirty="0" smtClean="0"/>
              <a:t>3</a:t>
            </a:r>
            <a:r>
              <a:rPr lang="en-US" altLang="zh-TW" dirty="0" smtClean="0"/>
              <a:t>, </a:t>
            </a:r>
            <a:r>
              <a:rPr lang="en-US" altLang="zh-TW" i="1" dirty="0" smtClean="0"/>
              <a:t>a</a:t>
            </a:r>
            <a:r>
              <a:rPr lang="en-US" altLang="zh-TW" baseline="30000" dirty="0" smtClean="0"/>
              <a:t>2</a:t>
            </a:r>
            <a:r>
              <a:rPr lang="en-US" altLang="zh-TW" dirty="0" smtClean="0"/>
              <a:t>) + 2</a:t>
            </a:r>
          </a:p>
          <a:p>
            <a:r>
              <a:rPr lang="en-US" altLang="zh-TW" dirty="0" smtClean="0"/>
              <a:t>By Lemma 4, LCS(</a:t>
            </a:r>
            <a:r>
              <a:rPr lang="en-US" altLang="zh-TW" i="1" dirty="0" smtClean="0"/>
              <a:t>a</a:t>
            </a:r>
            <a:r>
              <a:rPr lang="en-US" altLang="zh-TW" baseline="30000" dirty="0" smtClean="0"/>
              <a:t>6</a:t>
            </a:r>
            <a:r>
              <a:rPr lang="en-US" altLang="zh-TW" i="1" dirty="0" smtClean="0"/>
              <a:t>c</a:t>
            </a:r>
            <a:r>
              <a:rPr lang="en-US" altLang="zh-TW" baseline="30000" dirty="0" smtClean="0"/>
              <a:t>6</a:t>
            </a:r>
            <a:r>
              <a:rPr lang="en-US" altLang="zh-TW" i="1" dirty="0" smtClean="0"/>
              <a:t>b</a:t>
            </a:r>
            <a:r>
              <a:rPr lang="en-US" altLang="zh-TW" baseline="30000" dirty="0" smtClean="0"/>
              <a:t>3</a:t>
            </a:r>
            <a:r>
              <a:rPr lang="en-US" altLang="zh-TW" i="1" dirty="0" smtClean="0"/>
              <a:t>a</a:t>
            </a:r>
            <a:r>
              <a:rPr lang="en-US" altLang="zh-TW" baseline="30000" dirty="0" smtClean="0"/>
              <a:t>2</a:t>
            </a:r>
            <a:r>
              <a:rPr lang="en-US" altLang="zh-TW" dirty="0"/>
              <a:t>, </a:t>
            </a:r>
            <a:r>
              <a:rPr lang="en-US" altLang="zh-TW" i="1" dirty="0"/>
              <a:t>a</a:t>
            </a:r>
            <a:r>
              <a:rPr lang="en-US" altLang="zh-TW" baseline="30000" dirty="0"/>
              <a:t>8</a:t>
            </a:r>
            <a:r>
              <a:rPr lang="en-US" altLang="zh-TW" i="1" dirty="0"/>
              <a:t>c</a:t>
            </a:r>
            <a:r>
              <a:rPr lang="en-US" altLang="zh-TW" baseline="30000" dirty="0"/>
              <a:t>2</a:t>
            </a:r>
            <a:r>
              <a:rPr lang="en-US" altLang="zh-TW" i="1" dirty="0"/>
              <a:t>b</a:t>
            </a:r>
            <a:r>
              <a:rPr lang="en-US" altLang="zh-TW" baseline="30000" dirty="0"/>
              <a:t>3</a:t>
            </a:r>
            <a:r>
              <a:rPr lang="en-US" altLang="zh-TW" dirty="0"/>
              <a:t>, </a:t>
            </a:r>
            <a:r>
              <a:rPr lang="en-US" altLang="zh-TW" i="1" dirty="0"/>
              <a:t>a</a:t>
            </a:r>
            <a:r>
              <a:rPr lang="en-US" altLang="zh-TW" baseline="30000" dirty="0"/>
              <a:t>2</a:t>
            </a:r>
            <a:r>
              <a:rPr lang="en-US" altLang="zh-TW" dirty="0" smtClean="0"/>
              <a:t>) =max{LCS(</a:t>
            </a:r>
            <a:r>
              <a:rPr lang="en-US" altLang="zh-TW" i="1" dirty="0" smtClean="0"/>
              <a:t>a</a:t>
            </a:r>
            <a:r>
              <a:rPr lang="en-US" altLang="zh-TW" baseline="30000" dirty="0" smtClean="0"/>
              <a:t>6</a:t>
            </a:r>
            <a:r>
              <a:rPr lang="en-US" altLang="zh-TW" i="1" dirty="0" smtClean="0"/>
              <a:t>c</a:t>
            </a:r>
            <a:r>
              <a:rPr lang="en-US" altLang="zh-TW" baseline="30000" dirty="0" smtClean="0"/>
              <a:t>6</a:t>
            </a:r>
            <a:r>
              <a:rPr lang="en-US" altLang="zh-TW" i="1" dirty="0" smtClean="0"/>
              <a:t>b</a:t>
            </a:r>
            <a:r>
              <a:rPr lang="en-US" altLang="zh-TW" baseline="30000" dirty="0" smtClean="0"/>
              <a:t>3</a:t>
            </a:r>
            <a:r>
              <a:rPr lang="en-US" altLang="zh-TW" dirty="0" smtClean="0"/>
              <a:t>, </a:t>
            </a:r>
            <a:r>
              <a:rPr lang="en-US" altLang="zh-TW" i="1" dirty="0"/>
              <a:t>a</a:t>
            </a:r>
            <a:r>
              <a:rPr lang="en-US" altLang="zh-TW" baseline="30000" dirty="0"/>
              <a:t>8</a:t>
            </a:r>
            <a:r>
              <a:rPr lang="en-US" altLang="zh-TW" i="1" dirty="0"/>
              <a:t>c</a:t>
            </a:r>
            <a:r>
              <a:rPr lang="en-US" altLang="zh-TW" baseline="30000" dirty="0"/>
              <a:t>2</a:t>
            </a:r>
            <a:r>
              <a:rPr lang="en-US" altLang="zh-TW" i="1" dirty="0"/>
              <a:t>b</a:t>
            </a:r>
            <a:r>
              <a:rPr lang="en-US" altLang="zh-TW" baseline="30000" dirty="0"/>
              <a:t>3</a:t>
            </a:r>
            <a:r>
              <a:rPr lang="en-US" altLang="zh-TW" dirty="0"/>
              <a:t>, </a:t>
            </a:r>
            <a:r>
              <a:rPr lang="en-US" altLang="zh-TW" i="1" dirty="0">
                <a:sym typeface="Symbol"/>
              </a:rPr>
              <a:t></a:t>
            </a:r>
            <a:r>
              <a:rPr lang="en-US" altLang="zh-TW" dirty="0" smtClean="0"/>
              <a:t>), </a:t>
            </a:r>
            <a:r>
              <a:rPr lang="en-US" altLang="zh-TW" dirty="0"/>
              <a:t>LCS(</a:t>
            </a:r>
            <a:r>
              <a:rPr lang="en-US" altLang="zh-TW" i="1" dirty="0"/>
              <a:t>a</a:t>
            </a:r>
            <a:r>
              <a:rPr lang="en-US" altLang="zh-TW" baseline="30000" dirty="0"/>
              <a:t>6</a:t>
            </a:r>
            <a:r>
              <a:rPr lang="en-US" altLang="zh-TW" i="1" dirty="0"/>
              <a:t>c</a:t>
            </a:r>
            <a:r>
              <a:rPr lang="en-US" altLang="zh-TW" baseline="30000" dirty="0"/>
              <a:t>6</a:t>
            </a:r>
            <a:r>
              <a:rPr lang="en-US" altLang="zh-TW" i="1" dirty="0"/>
              <a:t>b</a:t>
            </a:r>
            <a:r>
              <a:rPr lang="en-US" altLang="zh-TW" baseline="30000" dirty="0"/>
              <a:t>3</a:t>
            </a:r>
            <a:r>
              <a:rPr lang="en-US" altLang="zh-TW" i="1" dirty="0"/>
              <a:t>a</a:t>
            </a:r>
            <a:r>
              <a:rPr lang="en-US" altLang="zh-TW" baseline="30000" dirty="0"/>
              <a:t>2</a:t>
            </a:r>
            <a:r>
              <a:rPr lang="en-US" altLang="zh-TW" dirty="0"/>
              <a:t>, </a:t>
            </a:r>
            <a:r>
              <a:rPr lang="en-US" altLang="zh-TW" i="1" dirty="0" smtClean="0"/>
              <a:t>a</a:t>
            </a:r>
            <a:r>
              <a:rPr lang="en-US" altLang="zh-TW" baseline="30000" dirty="0" smtClean="0"/>
              <a:t>8</a:t>
            </a:r>
            <a:r>
              <a:rPr lang="en-US" altLang="zh-TW" i="1" dirty="0" smtClean="0"/>
              <a:t>c</a:t>
            </a:r>
            <a:r>
              <a:rPr lang="en-US" altLang="zh-TW" baseline="30000" dirty="0" smtClean="0"/>
              <a:t>2</a:t>
            </a:r>
            <a:r>
              <a:rPr lang="en-US" altLang="zh-TW" dirty="0" smtClean="0"/>
              <a:t>, </a:t>
            </a:r>
            <a:r>
              <a:rPr lang="en-US" altLang="zh-TW" i="1" dirty="0"/>
              <a:t>a</a:t>
            </a:r>
            <a:r>
              <a:rPr lang="en-US" altLang="zh-TW" baseline="30000" dirty="0"/>
              <a:t>2</a:t>
            </a:r>
            <a:r>
              <a:rPr lang="en-US" altLang="zh-TW" dirty="0" smtClean="0"/>
              <a:t>)}</a:t>
            </a:r>
            <a:r>
              <a:rPr lang="en-US" altLang="zh-TW" dirty="0"/>
              <a:t> (</a:t>
            </a:r>
            <a:r>
              <a:rPr lang="zh-TW" altLang="en-US" dirty="0"/>
              <a:t>前面是不含</a:t>
            </a:r>
            <a:r>
              <a:rPr lang="en-US" altLang="zh-TW" dirty="0"/>
              <a:t>a, </a:t>
            </a:r>
            <a:r>
              <a:rPr lang="zh-TW" altLang="en-US" dirty="0"/>
              <a:t>後面是含</a:t>
            </a:r>
            <a:r>
              <a:rPr lang="en-US" altLang="zh-TW" dirty="0"/>
              <a:t>a</a:t>
            </a:r>
            <a:r>
              <a:rPr lang="en-US" altLang="zh-TW" dirty="0" smtClean="0"/>
              <a:t>)</a:t>
            </a:r>
          </a:p>
          <a:p>
            <a:r>
              <a:rPr lang="en-US" altLang="zh-TW" dirty="0" smtClean="0"/>
              <a:t>……</a:t>
            </a:r>
            <a:endParaRPr lang="en-US" altLang="zh-TW" dirty="0"/>
          </a:p>
          <a:p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xmlns="" val="1568863311"/>
      </p:ext>
    </p:extLst>
  </p:cSld>
  <p:clrMapOvr>
    <a:masterClrMapping/>
  </p:clrMapOvr>
  <p:transition>
    <p:cut/>
  </p:transition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Algorithm 1 - Main</a:t>
            </a:r>
            <a:endParaRPr lang="zh-TW" altLang="en-US" dirty="0"/>
          </a:p>
        </p:txBody>
      </p:sp>
      <p:sp>
        <p:nvSpPr>
          <p:cNvPr id="3" name="投影片編號版面配置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3531F1-0529-445F-82AA-19A5A87A11E8}" type="slidenum">
              <a:rPr lang="zh-TW" altLang="en-US" smtClean="0"/>
              <a:pPr/>
              <a:t>18</a:t>
            </a:fld>
            <a:endParaRPr lang="zh-TW" altLang="en-US"/>
          </a:p>
        </p:txBody>
      </p:sp>
      <p:sp>
        <p:nvSpPr>
          <p:cNvPr id="4" name="內容版面配置區 3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endParaRPr lang="zh-TW" altLang="en-US"/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 t="5332"/>
          <a:stretch/>
        </p:blipFill>
        <p:spPr bwMode="auto">
          <a:xfrm>
            <a:off x="1475656" y="1447125"/>
            <a:ext cx="5553075" cy="525698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xmlns="" val="1449364212"/>
      </p:ext>
    </p:extLst>
  </p:cSld>
  <p:clrMapOvr>
    <a:masterClrMapping/>
  </p:clrMapOvr>
  <p:transition>
    <p:cut/>
  </p:transition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Algorithm 1 – </a:t>
            </a:r>
            <a:r>
              <a:rPr lang="en-US" altLang="zh-TW" dirty="0" err="1" smtClean="0"/>
              <a:t>DarkPath</a:t>
            </a:r>
            <a:endParaRPr lang="zh-TW" altLang="en-US" dirty="0"/>
          </a:p>
        </p:txBody>
      </p:sp>
      <p:sp>
        <p:nvSpPr>
          <p:cNvPr id="3" name="投影片編號版面配置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3531F1-0529-445F-82AA-19A5A87A11E8}" type="slidenum">
              <a:rPr lang="zh-TW" altLang="en-US" smtClean="0"/>
              <a:pPr/>
              <a:t>19</a:t>
            </a:fld>
            <a:endParaRPr lang="zh-TW" altLang="en-US"/>
          </a:p>
        </p:txBody>
      </p:sp>
      <p:sp>
        <p:nvSpPr>
          <p:cNvPr id="4" name="內容版面配置區 3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endParaRPr lang="zh-TW" altLang="en-US" dirty="0"/>
          </a:p>
        </p:txBody>
      </p:sp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755576" y="1536115"/>
            <a:ext cx="7006493" cy="50405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xmlns="" val="1503125086"/>
      </p:ext>
    </p:extLst>
  </p:cSld>
  <p:clrMapOvr>
    <a:masterClrMapping/>
  </p:clrMapOvr>
  <p:transition>
    <p:cut/>
  </p:transition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Example</a:t>
            </a:r>
            <a:endParaRPr lang="zh-TW" altLang="en-US" dirty="0"/>
          </a:p>
        </p:txBody>
      </p:sp>
      <p:sp>
        <p:nvSpPr>
          <p:cNvPr id="3" name="投影片編號版面配置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3531F1-0529-445F-82AA-19A5A87A11E8}" type="slidenum">
              <a:rPr lang="zh-TW" altLang="en-US" smtClean="0"/>
              <a:pPr/>
              <a:t>20</a:t>
            </a:fld>
            <a:endParaRPr lang="zh-TW" altLang="en-US"/>
          </a:p>
        </p:txBody>
      </p:sp>
      <p:sp>
        <p:nvSpPr>
          <p:cNvPr id="4" name="內容版面配置區 3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endParaRPr lang="zh-TW" altLang="en-US"/>
          </a:p>
        </p:txBody>
      </p:sp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395535" y="1603449"/>
            <a:ext cx="3705225" cy="2114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7171" name="Picture 3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833686" y="4365104"/>
            <a:ext cx="3267075" cy="1952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7172" name="Picture 4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5364088" y="1603449"/>
            <a:ext cx="2905125" cy="20669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7173" name="Picture 5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5506963" y="4317479"/>
            <a:ext cx="2762250" cy="2000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xmlns="" val="2679786894"/>
      </p:ext>
    </p:extLst>
  </p:cSld>
  <p:clrMapOvr>
    <a:masterClrMapping/>
  </p:clrMapOvr>
  <p:transition>
    <p:cut/>
  </p:transition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Time Complexity</a:t>
            </a:r>
            <a:endParaRPr lang="zh-TW" altLang="en-US" dirty="0"/>
          </a:p>
        </p:txBody>
      </p:sp>
      <p:sp>
        <p:nvSpPr>
          <p:cNvPr id="3" name="投影片編號版面配置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3531F1-0529-445F-82AA-19A5A87A11E8}" type="slidenum">
              <a:rPr lang="zh-TW" altLang="en-US" smtClean="0"/>
              <a:pPr/>
              <a:t>21</a:t>
            </a:fld>
            <a:endParaRPr lang="zh-TW" altLang="en-US"/>
          </a:p>
        </p:txBody>
      </p:sp>
      <mc:AlternateContent xmlns:mc="http://schemas.openxmlformats.org/markup-compatibility/2006">
        <mc:Choice xmlns:a14="http://schemas.microsoft.com/office/drawing/2010/main" xmlns="" Requires="a14">
          <p:sp>
            <p:nvSpPr>
              <p:cNvPr id="4" name="內容版面配置區 3"/>
              <p:cNvSpPr>
                <a:spLocks noGrp="1"/>
              </p:cNvSpPr>
              <p:nvPr>
                <p:ph sz="quarter" idx="1"/>
              </p:nvPr>
            </p:nvSpPr>
            <p:spPr/>
            <p:txBody>
              <a:bodyPr/>
              <a:lstStyle/>
              <a:p>
                <a:r>
                  <a:rPr lang="en-US" altLang="zh-TW" dirty="0" smtClean="0"/>
                  <a:t>Inner loop of </a:t>
                </a:r>
                <a:r>
                  <a:rPr lang="en-US" altLang="zh-TW" dirty="0" err="1" smtClean="0"/>
                  <a:t>DarkPath</a:t>
                </a:r>
                <a:r>
                  <a:rPr lang="en-US" altLang="zh-TW" dirty="0" smtClean="0"/>
                  <a:t> takes </a:t>
                </a:r>
                <a:r>
                  <a:rPr lang="en-US" altLang="zh-TW" i="1" dirty="0" smtClean="0"/>
                  <a:t>O</a:t>
                </a:r>
                <a:r>
                  <a:rPr lang="en-US" altLang="zh-TW" dirty="0" smtClean="0"/>
                  <a:t>(</a:t>
                </a:r>
                <a:r>
                  <a:rPr lang="en-US" altLang="zh-TW" i="1" dirty="0" smtClean="0"/>
                  <a:t>d</a:t>
                </a:r>
                <a:r>
                  <a:rPr lang="en-US" altLang="zh-TW" dirty="0" smtClean="0"/>
                  <a:t>) time</a:t>
                </a:r>
              </a:p>
              <a:p>
                <a:r>
                  <a:rPr lang="en-US" altLang="zh-TW" dirty="0"/>
                  <a:t>T</a:t>
                </a:r>
                <a:r>
                  <a:rPr lang="en-US" altLang="zh-TW" dirty="0" smtClean="0"/>
                  <a:t>he </a:t>
                </a:r>
                <a:r>
                  <a:rPr lang="en-US" altLang="zh-TW" dirty="0"/>
                  <a:t>while-loop of </a:t>
                </a:r>
                <a:r>
                  <a:rPr lang="en-US" altLang="zh-TW" dirty="0" err="1"/>
                  <a:t>DarkPath</a:t>
                </a:r>
                <a:r>
                  <a:rPr lang="en-US" altLang="zh-TW" dirty="0"/>
                  <a:t> </a:t>
                </a:r>
                <a:r>
                  <a:rPr lang="en-US" altLang="zh-TW" dirty="0" smtClean="0"/>
                  <a:t>is </a:t>
                </a:r>
                <a:r>
                  <a:rPr lang="en-US" altLang="zh-TW" dirty="0"/>
                  <a:t>executed no </a:t>
                </a:r>
                <a:r>
                  <a:rPr lang="en-US" altLang="zh-TW" dirty="0" smtClean="0"/>
                  <a:t>more than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limLoc m:val="subSup"/>
                        <m:ctrlPr>
                          <a:rPr lang="en-US" altLang="zh-TW" i="1" smtClean="0">
                            <a:latin typeface="Cambria Math"/>
                          </a:rPr>
                        </m:ctrlPr>
                      </m:naryPr>
                      <m:sub>
                        <m:r>
                          <m:rPr>
                            <m:brk m:alnAt="25"/>
                          </m:rPr>
                          <a:rPr lang="en-US" altLang="zh-TW" b="0" i="1" smtClean="0">
                            <a:latin typeface="Cambria Math"/>
                          </a:rPr>
                          <m:t>𝑖</m:t>
                        </m:r>
                        <m:r>
                          <a:rPr lang="en-US" altLang="zh-TW" b="0" i="1" smtClean="0">
                            <a:latin typeface="Cambria Math"/>
                          </a:rPr>
                          <m:t>=1</m:t>
                        </m:r>
                      </m:sub>
                      <m:sup>
                        <m:r>
                          <a:rPr lang="en-US" altLang="zh-TW" b="0" i="1" smtClean="0">
                            <a:latin typeface="Cambria Math"/>
                          </a:rPr>
                          <m:t>𝑑</m:t>
                        </m:r>
                      </m:sup>
                      <m:e>
                        <m:sSub>
                          <m:sSubPr>
                            <m:ctrlPr>
                              <a:rPr lang="en-US" altLang="zh-TW" i="1" smtClean="0">
                                <a:latin typeface="Cambria Math"/>
                              </a:rPr>
                            </m:ctrlPr>
                          </m:sSubPr>
                          <m:e>
                            <m:r>
                              <a:rPr lang="en-US" altLang="zh-TW" b="0" i="1" smtClean="0">
                                <a:latin typeface="Cambria Math"/>
                              </a:rPr>
                              <m:t>𝑛</m:t>
                            </m:r>
                          </m:e>
                          <m:sub>
                            <m:r>
                              <a:rPr lang="en-US" altLang="zh-TW" b="0" i="1" smtClean="0">
                                <a:latin typeface="Cambria Math"/>
                              </a:rPr>
                              <m:t>𝑖</m:t>
                            </m:r>
                          </m:sub>
                        </m:sSub>
                        <m:r>
                          <a:rPr lang="en-US" altLang="zh-TW" b="0" i="1" smtClean="0">
                            <a:latin typeface="Cambria Math"/>
                          </a:rPr>
                          <m:t> </m:t>
                        </m:r>
                      </m:e>
                    </m:nary>
                  </m:oMath>
                </a14:m>
                <a:r>
                  <a:rPr lang="en-US" altLang="zh-TW" dirty="0" smtClean="0"/>
                  <a:t>times.</a:t>
                </a:r>
              </a:p>
              <a:p>
                <a:r>
                  <a:rPr lang="en-US" altLang="zh-TW" dirty="0" err="1" smtClean="0"/>
                  <a:t>DarkPath</a:t>
                </a:r>
                <a:r>
                  <a:rPr lang="en-US" altLang="zh-TW" dirty="0" smtClean="0"/>
                  <a:t> is executed </a:t>
                </a:r>
                <a14:m>
                  <m:oMath xmlns:m="http://schemas.openxmlformats.org/officeDocument/2006/math">
                    <m:nary>
                      <m:naryPr>
                        <m:chr m:val="∏"/>
                        <m:limLoc m:val="subSup"/>
                        <m:ctrlPr>
                          <a:rPr lang="en-US" altLang="zh-TW" i="1" smtClean="0">
                            <a:latin typeface="Cambria Math"/>
                          </a:rPr>
                        </m:ctrlPr>
                      </m:naryPr>
                      <m:sub>
                        <m:r>
                          <m:rPr>
                            <m:brk m:alnAt="25"/>
                          </m:rPr>
                          <a:rPr lang="en-US" altLang="zh-TW" i="1">
                            <a:latin typeface="Cambria Math"/>
                          </a:rPr>
                          <m:t>𝑖</m:t>
                        </m:r>
                        <m:r>
                          <a:rPr lang="en-US" altLang="zh-TW" i="1">
                            <a:latin typeface="Cambria Math"/>
                          </a:rPr>
                          <m:t>=1</m:t>
                        </m:r>
                      </m:sub>
                      <m:sup>
                        <m:r>
                          <a:rPr lang="en-US" altLang="zh-TW" i="1">
                            <a:latin typeface="Cambria Math"/>
                          </a:rPr>
                          <m:t>𝑑</m:t>
                        </m:r>
                      </m:sup>
                      <m:e>
                        <m:sSub>
                          <m:sSubPr>
                            <m:ctrlPr>
                              <a:rPr lang="en-US" altLang="zh-TW" i="1">
                                <a:latin typeface="Cambria Math"/>
                              </a:rPr>
                            </m:ctrlPr>
                          </m:sSubPr>
                          <m:e>
                            <m:r>
                              <a:rPr lang="en-US" altLang="zh-TW" i="1">
                                <a:latin typeface="Cambria Math"/>
                              </a:rPr>
                              <m:t>𝑛</m:t>
                            </m:r>
                          </m:e>
                          <m:sub>
                            <m:r>
                              <a:rPr lang="en-US" altLang="zh-TW" i="1">
                                <a:latin typeface="Cambria Math"/>
                              </a:rPr>
                              <m:t>𝑖</m:t>
                            </m:r>
                          </m:sub>
                        </m:sSub>
                        <m:r>
                          <a:rPr lang="en-US" altLang="zh-TW" i="1">
                            <a:latin typeface="Cambria Math"/>
                          </a:rPr>
                          <m:t> </m:t>
                        </m:r>
                      </m:e>
                    </m:nary>
                  </m:oMath>
                </a14:m>
                <a:r>
                  <a:rPr lang="en-US" altLang="zh-TW" dirty="0" smtClean="0"/>
                  <a:t> times.</a:t>
                </a:r>
              </a:p>
              <a:p>
                <a:r>
                  <a:rPr lang="en-US" altLang="zh-TW" dirty="0" smtClean="0"/>
                  <a:t>The total time complexity is </a:t>
                </a:r>
                <a:r>
                  <a:rPr lang="en-US" altLang="zh-TW" i="1" dirty="0" smtClean="0"/>
                  <a:t>O</a:t>
                </a:r>
                <a:r>
                  <a:rPr lang="en-US" altLang="zh-TW" dirty="0" smtClean="0"/>
                  <a:t>(</a:t>
                </a:r>
                <a14:m>
                  <m:oMath xmlns:m="http://schemas.openxmlformats.org/officeDocument/2006/math">
                    <m:nary>
                      <m:naryPr>
                        <m:chr m:val="∏"/>
                        <m:limLoc m:val="subSup"/>
                        <m:ctrlPr>
                          <a:rPr lang="en-US" altLang="zh-TW" i="1">
                            <a:latin typeface="Cambria Math"/>
                          </a:rPr>
                        </m:ctrlPr>
                      </m:naryPr>
                      <m:sub>
                        <m:r>
                          <m:rPr>
                            <m:brk m:alnAt="25"/>
                          </m:rPr>
                          <a:rPr lang="en-US" altLang="zh-TW" i="1">
                            <a:latin typeface="Cambria Math"/>
                          </a:rPr>
                          <m:t>𝑖</m:t>
                        </m:r>
                        <m:r>
                          <a:rPr lang="en-US" altLang="zh-TW" i="1">
                            <a:latin typeface="Cambria Math"/>
                          </a:rPr>
                          <m:t>=1</m:t>
                        </m:r>
                      </m:sub>
                      <m:sup>
                        <m:r>
                          <a:rPr lang="en-US" altLang="zh-TW" i="1">
                            <a:latin typeface="Cambria Math"/>
                          </a:rPr>
                          <m:t>𝑑</m:t>
                        </m:r>
                      </m:sup>
                      <m:e>
                        <m:sSub>
                          <m:sSubPr>
                            <m:ctrlPr>
                              <a:rPr lang="en-US" altLang="zh-TW" i="1">
                                <a:latin typeface="Cambria Math"/>
                              </a:rPr>
                            </m:ctrlPr>
                          </m:sSubPr>
                          <m:e>
                            <m:r>
                              <a:rPr lang="en-US" altLang="zh-TW" i="1">
                                <a:latin typeface="Cambria Math"/>
                              </a:rPr>
                              <m:t>𝑛</m:t>
                            </m:r>
                          </m:e>
                          <m:sub>
                            <m:r>
                              <a:rPr lang="en-US" altLang="zh-TW" i="1">
                                <a:latin typeface="Cambria Math"/>
                              </a:rPr>
                              <m:t>𝑖</m:t>
                            </m:r>
                          </m:sub>
                        </m:sSub>
                        <m:r>
                          <a:rPr lang="en-US" altLang="zh-TW" i="1">
                            <a:latin typeface="Cambria Math"/>
                          </a:rPr>
                          <m:t> </m:t>
                        </m:r>
                      </m:e>
                    </m:nary>
                    <m:nary>
                      <m:naryPr>
                        <m:chr m:val="∑"/>
                        <m:limLoc m:val="subSup"/>
                        <m:ctrlPr>
                          <a:rPr lang="en-US" altLang="zh-TW" i="1">
                            <a:latin typeface="Cambria Math"/>
                          </a:rPr>
                        </m:ctrlPr>
                      </m:naryPr>
                      <m:sub>
                        <m:r>
                          <m:rPr>
                            <m:brk m:alnAt="25"/>
                          </m:rPr>
                          <a:rPr lang="en-US" altLang="zh-TW" i="1">
                            <a:latin typeface="Cambria Math"/>
                          </a:rPr>
                          <m:t>𝑖</m:t>
                        </m:r>
                        <m:r>
                          <a:rPr lang="en-US" altLang="zh-TW" i="1">
                            <a:latin typeface="Cambria Math"/>
                          </a:rPr>
                          <m:t>=1</m:t>
                        </m:r>
                      </m:sub>
                      <m:sup>
                        <m:r>
                          <a:rPr lang="en-US" altLang="zh-TW" i="1">
                            <a:latin typeface="Cambria Math"/>
                          </a:rPr>
                          <m:t>𝑑</m:t>
                        </m:r>
                      </m:sup>
                      <m:e>
                        <m:sSub>
                          <m:sSubPr>
                            <m:ctrlPr>
                              <a:rPr lang="en-US" altLang="zh-TW" i="1">
                                <a:latin typeface="Cambria Math"/>
                              </a:rPr>
                            </m:ctrlPr>
                          </m:sSubPr>
                          <m:e>
                            <m:r>
                              <a:rPr lang="en-US" altLang="zh-TW" i="1">
                                <a:latin typeface="Cambria Math"/>
                              </a:rPr>
                              <m:t>𝑛</m:t>
                            </m:r>
                          </m:e>
                          <m:sub>
                            <m:r>
                              <a:rPr lang="en-US" altLang="zh-TW" i="1">
                                <a:latin typeface="Cambria Math"/>
                              </a:rPr>
                              <m:t>𝑖</m:t>
                            </m:r>
                          </m:sub>
                        </m:sSub>
                        <m:r>
                          <a:rPr lang="en-US" altLang="zh-TW" i="1">
                            <a:latin typeface="Cambria Math"/>
                          </a:rPr>
                          <m:t> </m:t>
                        </m:r>
                      </m:e>
                    </m:nary>
                  </m:oMath>
                </a14:m>
                <a:r>
                  <a:rPr lang="en-US" altLang="zh-TW" i="1" dirty="0" smtClean="0"/>
                  <a:t>d</a:t>
                </a:r>
                <a:r>
                  <a:rPr lang="en-US" altLang="zh-TW" dirty="0" smtClean="0"/>
                  <a:t>)</a:t>
                </a:r>
              </a:p>
              <a:p>
                <a:endParaRPr lang="zh-TW" altLang="en-US" dirty="0"/>
              </a:p>
            </p:txBody>
          </p:sp>
        </mc:Choice>
        <mc:Fallback>
          <p:sp>
            <p:nvSpPr>
              <p:cNvPr id="4" name="內容版面配置區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"/>
              </p:nvPr>
            </p:nvSpPr>
            <p:spPr>
              <a:blipFill rotWithShape="1">
                <a:blip r:embed="rId2" cstate="print"/>
                <a:stretch>
                  <a:fillRect l="-706" t="-1200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xmlns="" val="2795937253"/>
      </p:ext>
    </p:extLst>
  </p:cSld>
  <p:clrMapOvr>
    <a:masterClrMapping/>
  </p:clrMapOvr>
  <p:transition>
    <p:cut/>
  </p:transition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Algorithm 2</a:t>
            </a:r>
            <a:endParaRPr lang="zh-TW" altLang="en-US" dirty="0"/>
          </a:p>
        </p:txBody>
      </p:sp>
      <p:sp>
        <p:nvSpPr>
          <p:cNvPr id="3" name="投影片編號版面配置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3531F1-0529-445F-82AA-19A5A87A11E8}" type="slidenum">
              <a:rPr lang="zh-TW" altLang="en-US" smtClean="0"/>
              <a:pPr/>
              <a:t>22</a:t>
            </a:fld>
            <a:endParaRPr lang="zh-TW" altLang="en-US"/>
          </a:p>
        </p:txBody>
      </p:sp>
      <p:sp>
        <p:nvSpPr>
          <p:cNvPr id="4" name="內容版面配置區 3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altLang="zh-TW" dirty="0" smtClean="0"/>
              <a:t>Exploiting </a:t>
            </a:r>
            <a:r>
              <a:rPr lang="en-US" altLang="zh-TW" dirty="0"/>
              <a:t>the </a:t>
            </a:r>
            <a:r>
              <a:rPr lang="en-US" altLang="zh-TW" dirty="0" err="1"/>
              <a:t>sparsity</a:t>
            </a:r>
            <a:r>
              <a:rPr lang="en-US" altLang="zh-TW" dirty="0"/>
              <a:t> </a:t>
            </a:r>
            <a:r>
              <a:rPr lang="en-US" altLang="zh-TW" dirty="0" smtClean="0"/>
              <a:t>inherent in </a:t>
            </a:r>
            <a:r>
              <a:rPr lang="en-US" altLang="zh-TW" dirty="0"/>
              <a:t>the LCS </a:t>
            </a:r>
            <a:r>
              <a:rPr lang="en-US" altLang="zh-TW" dirty="0" smtClean="0"/>
              <a:t>computation, only store </a:t>
            </a:r>
            <a:r>
              <a:rPr lang="en-US" altLang="zh-TW" dirty="0"/>
              <a:t>values of dark blocks. </a:t>
            </a:r>
            <a:endParaRPr lang="en-US" altLang="zh-TW" dirty="0" smtClean="0"/>
          </a:p>
          <a:p>
            <a:r>
              <a:rPr lang="en-US" altLang="zh-TW" dirty="0"/>
              <a:t>W</a:t>
            </a:r>
            <a:r>
              <a:rPr lang="en-US" altLang="zh-TW" dirty="0" smtClean="0"/>
              <a:t>e propose Lemma </a:t>
            </a:r>
            <a:r>
              <a:rPr lang="en-US" altLang="zh-TW" dirty="0"/>
              <a:t>6 when we need a value of an </a:t>
            </a:r>
            <a:r>
              <a:rPr lang="en-US" altLang="zh-TW" dirty="0" smtClean="0"/>
              <a:t>light block </a:t>
            </a:r>
            <a:r>
              <a:rPr lang="en-US" altLang="zh-TW" dirty="0"/>
              <a:t>by comparing the values of dark blocks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xmlns="" val="4150641395"/>
      </p:ext>
    </p:extLst>
  </p:cSld>
  <p:clrMapOvr>
    <a:masterClrMapping/>
  </p:clrMapOvr>
  <p:transition>
    <p:cut/>
  </p:transition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Lemma 6</a:t>
            </a:r>
            <a:endParaRPr lang="zh-TW" altLang="en-US" dirty="0"/>
          </a:p>
        </p:txBody>
      </p:sp>
      <p:sp>
        <p:nvSpPr>
          <p:cNvPr id="3" name="投影片編號版面配置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3531F1-0529-445F-82AA-19A5A87A11E8}" type="slidenum">
              <a:rPr lang="zh-TW" altLang="en-US" smtClean="0"/>
              <a:pPr/>
              <a:t>23</a:t>
            </a:fld>
            <a:endParaRPr lang="zh-TW" altLang="en-US"/>
          </a:p>
        </p:txBody>
      </p:sp>
      <p:sp>
        <p:nvSpPr>
          <p:cNvPr id="4" name="內容版面配置區 3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altLang="zh-TW" dirty="0"/>
              <a:t>Suppose that runs </a:t>
            </a:r>
            <a:r>
              <a:rPr lang="en-US" altLang="zh-TW" i="1" dirty="0"/>
              <a:t>S</a:t>
            </a:r>
            <a:r>
              <a:rPr lang="en-US" altLang="zh-TW" baseline="-25000" dirty="0"/>
              <a:t>1</a:t>
            </a:r>
            <a:r>
              <a:rPr lang="en-US" altLang="zh-TW" dirty="0"/>
              <a:t>(</a:t>
            </a:r>
            <a:r>
              <a:rPr lang="en-US" altLang="zh-TW" i="1" dirty="0"/>
              <a:t>r</a:t>
            </a:r>
            <a:r>
              <a:rPr lang="en-US" altLang="zh-TW" baseline="-25000" dirty="0"/>
              <a:t>1</a:t>
            </a:r>
            <a:r>
              <a:rPr lang="en-US" altLang="zh-TW" dirty="0"/>
              <a:t>), </a:t>
            </a:r>
            <a:r>
              <a:rPr lang="en-US" altLang="zh-TW" i="1" dirty="0"/>
              <a:t>S</a:t>
            </a:r>
            <a:r>
              <a:rPr lang="en-US" altLang="zh-TW" baseline="-25000" dirty="0"/>
              <a:t>2</a:t>
            </a:r>
            <a:r>
              <a:rPr lang="en-US" altLang="zh-TW" dirty="0"/>
              <a:t>(</a:t>
            </a:r>
            <a:r>
              <a:rPr lang="en-US" altLang="zh-TW" i="1" dirty="0"/>
              <a:t>r</a:t>
            </a:r>
            <a:r>
              <a:rPr lang="en-US" altLang="zh-TW" baseline="-25000" dirty="0"/>
              <a:t>2</a:t>
            </a:r>
            <a:r>
              <a:rPr lang="en-US" altLang="zh-TW" dirty="0"/>
              <a:t>),</a:t>
            </a:r>
            <a:r>
              <a:rPr lang="zh-TW" altLang="en-US" dirty="0"/>
              <a:t> </a:t>
            </a:r>
            <a:r>
              <a:rPr lang="en-US" altLang="zh-TW" dirty="0"/>
              <a:t>… , </a:t>
            </a:r>
            <a:r>
              <a:rPr lang="en-US" altLang="zh-TW" i="1" dirty="0" err="1"/>
              <a:t>S</a:t>
            </a:r>
            <a:r>
              <a:rPr lang="en-US" altLang="zh-TW" i="1" baseline="-25000" dirty="0" err="1"/>
              <a:t>d</a:t>
            </a:r>
            <a:r>
              <a:rPr lang="en-US" altLang="zh-TW" dirty="0"/>
              <a:t>(</a:t>
            </a:r>
            <a:r>
              <a:rPr lang="en-US" altLang="zh-TW" i="1" dirty="0" err="1"/>
              <a:t>r</a:t>
            </a:r>
            <a:r>
              <a:rPr lang="en-US" altLang="zh-TW" i="1" baseline="-25000" dirty="0" err="1"/>
              <a:t>d</a:t>
            </a:r>
            <a:r>
              <a:rPr lang="en-US" altLang="zh-TW" dirty="0"/>
              <a:t>) </a:t>
            </a:r>
            <a:r>
              <a:rPr lang="en-US" altLang="zh-TW" dirty="0" smtClean="0"/>
              <a:t>do </a:t>
            </a:r>
            <a:r>
              <a:rPr lang="en-US" altLang="zh-TW" dirty="0"/>
              <a:t>not encode the same symbol, </a:t>
            </a:r>
            <a:r>
              <a:rPr lang="en-US" altLang="zh-TW" dirty="0" smtClean="0"/>
              <a:t>i.e. </a:t>
            </a:r>
            <a:r>
              <a:rPr lang="en-US" altLang="zh-TW" dirty="0"/>
              <a:t>symbol(</a:t>
            </a:r>
            <a:r>
              <a:rPr lang="en-US" altLang="zh-TW" i="1" dirty="0"/>
              <a:t>S</a:t>
            </a:r>
            <a:r>
              <a:rPr lang="en-US" altLang="zh-TW" baseline="-25000" dirty="0"/>
              <a:t>1</a:t>
            </a:r>
            <a:r>
              <a:rPr lang="en-US" altLang="zh-TW" dirty="0"/>
              <a:t>(</a:t>
            </a:r>
            <a:r>
              <a:rPr lang="en-US" altLang="zh-TW" i="1" dirty="0"/>
              <a:t>r</a:t>
            </a:r>
            <a:r>
              <a:rPr lang="en-US" altLang="zh-TW" baseline="-25000" dirty="0"/>
              <a:t>1</a:t>
            </a:r>
            <a:r>
              <a:rPr lang="en-US" altLang="zh-TW" dirty="0"/>
              <a:t>))=symbol(</a:t>
            </a:r>
            <a:r>
              <a:rPr lang="en-US" altLang="zh-TW" i="1" dirty="0"/>
              <a:t>S</a:t>
            </a:r>
            <a:r>
              <a:rPr lang="en-US" altLang="zh-TW" baseline="-25000" dirty="0"/>
              <a:t>2</a:t>
            </a:r>
            <a:r>
              <a:rPr lang="en-US" altLang="zh-TW" dirty="0"/>
              <a:t>(</a:t>
            </a:r>
            <a:r>
              <a:rPr lang="en-US" altLang="zh-TW" i="1" dirty="0"/>
              <a:t>r</a:t>
            </a:r>
            <a:r>
              <a:rPr lang="en-US" altLang="zh-TW" baseline="-25000" dirty="0"/>
              <a:t>2</a:t>
            </a:r>
            <a:r>
              <a:rPr lang="en-US" altLang="zh-TW" dirty="0"/>
              <a:t>))=… =symbol(</a:t>
            </a:r>
            <a:r>
              <a:rPr lang="en-US" altLang="zh-TW" i="1" dirty="0" err="1"/>
              <a:t>S</a:t>
            </a:r>
            <a:r>
              <a:rPr lang="en-US" altLang="zh-TW" i="1" baseline="-25000" dirty="0" err="1"/>
              <a:t>d</a:t>
            </a:r>
            <a:r>
              <a:rPr lang="en-US" altLang="zh-TW" dirty="0"/>
              <a:t>(</a:t>
            </a:r>
            <a:r>
              <a:rPr lang="en-US" altLang="zh-TW" i="1" dirty="0" err="1"/>
              <a:t>r</a:t>
            </a:r>
            <a:r>
              <a:rPr lang="en-US" altLang="zh-TW" i="1" baseline="-25000" dirty="0" err="1"/>
              <a:t>d</a:t>
            </a:r>
            <a:r>
              <a:rPr lang="en-US" altLang="zh-TW" dirty="0"/>
              <a:t>))</a:t>
            </a:r>
            <a:r>
              <a:rPr lang="en-US" altLang="zh-TW" dirty="0" smtClean="0"/>
              <a:t> cannot </a:t>
            </a:r>
            <a:r>
              <a:rPr lang="en-US" altLang="zh-TW" dirty="0"/>
              <a:t>hold. We have that</a:t>
            </a:r>
            <a:endParaRPr lang="zh-TW" altLang="en-US" dirty="0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1259632" y="2852936"/>
            <a:ext cx="7704855" cy="235740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xmlns="" val="910149502"/>
      </p:ext>
    </p:extLst>
  </p:cSld>
  <p:clrMapOvr>
    <a:masterClrMapping/>
  </p:clrMapOvr>
  <p:transition>
    <p:cut/>
  </p:transition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Algorithm 2 - Main</a:t>
            </a:r>
            <a:endParaRPr lang="zh-TW" altLang="en-US" dirty="0"/>
          </a:p>
        </p:txBody>
      </p:sp>
      <p:sp>
        <p:nvSpPr>
          <p:cNvPr id="3" name="投影片編號版面配置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3531F1-0529-445F-82AA-19A5A87A11E8}" type="slidenum">
              <a:rPr lang="zh-TW" altLang="en-US" smtClean="0"/>
              <a:pPr/>
              <a:t>24</a:t>
            </a:fld>
            <a:endParaRPr lang="zh-TW" altLang="en-US"/>
          </a:p>
        </p:txBody>
      </p:sp>
      <p:sp>
        <p:nvSpPr>
          <p:cNvPr id="4" name="內容版面配置區 3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endParaRPr lang="zh-TW" altLang="en-US"/>
          </a:p>
        </p:txBody>
      </p:sp>
      <p:pic>
        <p:nvPicPr>
          <p:cNvPr id="4099" name="Picture 3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871703" y="1484784"/>
            <a:ext cx="8128353" cy="46213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xmlns="" val="3297428225"/>
      </p:ext>
    </p:extLst>
  </p:cSld>
  <p:clrMapOvr>
    <a:masterClrMapping/>
  </p:clrMapOvr>
  <p:transition>
    <p:cut/>
  </p:transition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Algorithm 2 - Main</a:t>
            </a:r>
            <a:endParaRPr lang="zh-TW" altLang="en-US" dirty="0"/>
          </a:p>
        </p:txBody>
      </p:sp>
      <p:sp>
        <p:nvSpPr>
          <p:cNvPr id="3" name="投影片編號版面配置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3531F1-0529-445F-82AA-19A5A87A11E8}" type="slidenum">
              <a:rPr lang="zh-TW" altLang="en-US" smtClean="0"/>
              <a:pPr/>
              <a:t>25</a:t>
            </a:fld>
            <a:endParaRPr lang="zh-TW" altLang="en-US"/>
          </a:p>
        </p:txBody>
      </p:sp>
      <p:sp>
        <p:nvSpPr>
          <p:cNvPr id="4" name="內容版面配置區 3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endParaRPr lang="zh-TW" altLang="en-US"/>
          </a:p>
        </p:txBody>
      </p:sp>
      <p:pic>
        <p:nvPicPr>
          <p:cNvPr id="5123" name="Picture 3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899592" y="1537205"/>
            <a:ext cx="7963619" cy="45804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xmlns="" val="1850379781"/>
      </p:ext>
    </p:extLst>
  </p:cSld>
  <p:clrMapOvr>
    <a:masterClrMapping/>
  </p:clrMapOvr>
  <p:transition>
    <p:cut/>
  </p:transition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pre(</a:t>
            </a:r>
            <a:r>
              <a:rPr lang="en-US" altLang="zh-TW" i="1" dirty="0" smtClean="0"/>
              <a:t>S</a:t>
            </a:r>
            <a:r>
              <a:rPr lang="en-US" altLang="zh-TW" dirty="0" smtClean="0"/>
              <a:t>, </a:t>
            </a:r>
            <a:r>
              <a:rPr lang="en-US" altLang="zh-TW" i="1" dirty="0" smtClean="0"/>
              <a:t>r</a:t>
            </a:r>
            <a:r>
              <a:rPr lang="en-US" altLang="zh-TW" dirty="0" smtClean="0"/>
              <a:t>, </a:t>
            </a:r>
            <a:r>
              <a:rPr lang="el-GR" altLang="zh-TW" dirty="0" smtClean="0">
                <a:latin typeface="Calibri"/>
                <a:cs typeface="Calibri"/>
              </a:rPr>
              <a:t>σ</a:t>
            </a:r>
            <a:r>
              <a:rPr lang="en-US" altLang="zh-TW" dirty="0" smtClean="0"/>
              <a:t>) Example</a:t>
            </a:r>
            <a:endParaRPr lang="zh-TW" altLang="en-US" dirty="0"/>
          </a:p>
        </p:txBody>
      </p:sp>
      <p:sp>
        <p:nvSpPr>
          <p:cNvPr id="3" name="投影片編號版面配置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3531F1-0529-445F-82AA-19A5A87A11E8}" type="slidenum">
              <a:rPr lang="zh-TW" altLang="en-US" smtClean="0"/>
              <a:pPr/>
              <a:t>26</a:t>
            </a:fld>
            <a:endParaRPr lang="zh-TW" altLang="en-US"/>
          </a:p>
        </p:txBody>
      </p:sp>
      <p:sp>
        <p:nvSpPr>
          <p:cNvPr id="4" name="內容版面配置區 3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altLang="zh-TW" dirty="0" smtClean="0"/>
              <a:t>For string </a:t>
            </a:r>
            <a:r>
              <a:rPr lang="pt-BR" altLang="zh-TW" i="1" dirty="0" smtClean="0"/>
              <a:t>S</a:t>
            </a:r>
            <a:r>
              <a:rPr lang="pt-BR" altLang="zh-TW" dirty="0" smtClean="0"/>
              <a:t> </a:t>
            </a:r>
            <a:r>
              <a:rPr lang="pt-BR" altLang="zh-TW" dirty="0"/>
              <a:t>= </a:t>
            </a:r>
            <a:r>
              <a:rPr lang="pt-BR" altLang="zh-TW" i="1" dirty="0"/>
              <a:t>a</a:t>
            </a:r>
            <a:r>
              <a:rPr lang="pt-BR" altLang="zh-TW" baseline="30000" dirty="0"/>
              <a:t>5</a:t>
            </a:r>
            <a:r>
              <a:rPr lang="pt-BR" altLang="zh-TW" i="1" dirty="0"/>
              <a:t>b</a:t>
            </a:r>
            <a:r>
              <a:rPr lang="pt-BR" altLang="zh-TW" baseline="30000" dirty="0"/>
              <a:t>4</a:t>
            </a:r>
            <a:r>
              <a:rPr lang="pt-BR" altLang="zh-TW" i="1" dirty="0"/>
              <a:t>c</a:t>
            </a:r>
            <a:r>
              <a:rPr lang="pt-BR" altLang="zh-TW" baseline="30000" dirty="0"/>
              <a:t>7</a:t>
            </a:r>
            <a:r>
              <a:rPr lang="pt-BR" altLang="zh-TW" i="1" dirty="0"/>
              <a:t>b</a:t>
            </a:r>
            <a:r>
              <a:rPr lang="pt-BR" altLang="zh-TW" baseline="30000" dirty="0"/>
              <a:t>3</a:t>
            </a:r>
            <a:r>
              <a:rPr lang="pt-BR" altLang="zh-TW" i="1" dirty="0"/>
              <a:t>a</a:t>
            </a:r>
            <a:r>
              <a:rPr lang="pt-BR" altLang="zh-TW" baseline="30000" dirty="0"/>
              <a:t>4</a:t>
            </a:r>
            <a:r>
              <a:rPr lang="pt-BR" altLang="zh-TW" i="1" dirty="0"/>
              <a:t>c</a:t>
            </a:r>
            <a:r>
              <a:rPr lang="pt-BR" altLang="zh-TW" baseline="30000" dirty="0"/>
              <a:t>3</a:t>
            </a:r>
            <a:r>
              <a:rPr lang="pt-BR" altLang="zh-TW" dirty="0"/>
              <a:t>, </a:t>
            </a:r>
            <a:r>
              <a:rPr lang="pt-BR" altLang="zh-TW" dirty="0" smtClean="0"/>
              <a:t>pre(</a:t>
            </a:r>
            <a:r>
              <a:rPr lang="pt-BR" altLang="zh-TW" i="1" dirty="0" smtClean="0"/>
              <a:t>S</a:t>
            </a:r>
            <a:r>
              <a:rPr lang="pt-BR" altLang="zh-TW" dirty="0" smtClean="0"/>
              <a:t>, 6, </a:t>
            </a:r>
            <a:r>
              <a:rPr lang="pt-BR" altLang="zh-TW" i="1" dirty="0"/>
              <a:t>a</a:t>
            </a:r>
            <a:r>
              <a:rPr lang="pt-BR" altLang="zh-TW" dirty="0"/>
              <a:t>) = 5, </a:t>
            </a:r>
            <a:r>
              <a:rPr lang="pt-BR" altLang="zh-TW" dirty="0" smtClean="0"/>
              <a:t>pre(</a:t>
            </a:r>
            <a:r>
              <a:rPr lang="pt-BR" altLang="zh-TW" i="1" dirty="0" smtClean="0"/>
              <a:t>S</a:t>
            </a:r>
            <a:r>
              <a:rPr lang="pt-BR" altLang="zh-TW" dirty="0" smtClean="0"/>
              <a:t>, 3, </a:t>
            </a:r>
            <a:r>
              <a:rPr lang="pt-BR" altLang="zh-TW" i="1" dirty="0"/>
              <a:t>c</a:t>
            </a:r>
            <a:r>
              <a:rPr lang="pt-BR" altLang="zh-TW" dirty="0"/>
              <a:t>) = </a:t>
            </a:r>
            <a:r>
              <a:rPr lang="pt-BR" altLang="zh-TW" dirty="0" smtClean="0"/>
              <a:t>3 </a:t>
            </a:r>
            <a:r>
              <a:rPr lang="en-US" altLang="zh-TW" dirty="0" smtClean="0"/>
              <a:t>and pre(</a:t>
            </a:r>
            <a:r>
              <a:rPr lang="en-US" altLang="zh-TW" i="1" dirty="0" smtClean="0"/>
              <a:t>S</a:t>
            </a:r>
            <a:r>
              <a:rPr lang="en-US" altLang="zh-TW" dirty="0" smtClean="0"/>
              <a:t>, 1, </a:t>
            </a:r>
            <a:r>
              <a:rPr lang="en-US" altLang="zh-TW" i="1" dirty="0"/>
              <a:t>b</a:t>
            </a:r>
            <a:r>
              <a:rPr lang="en-US" altLang="zh-TW" dirty="0"/>
              <a:t>) = 0.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xmlns="" val="3727321747"/>
      </p:ext>
    </p:extLst>
  </p:cSld>
  <p:clrMapOvr>
    <a:masterClrMapping/>
  </p:clrMapOvr>
  <p:transition>
    <p:cut/>
  </p:transition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Algorithm 2 – </a:t>
            </a:r>
            <a:r>
              <a:rPr lang="en-US" altLang="zh-TW" dirty="0" err="1" smtClean="0"/>
              <a:t>DarkBlockOnly</a:t>
            </a:r>
            <a:endParaRPr lang="zh-TW" altLang="en-US" dirty="0"/>
          </a:p>
        </p:txBody>
      </p:sp>
      <p:sp>
        <p:nvSpPr>
          <p:cNvPr id="3" name="投影片編號版面配置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3531F1-0529-445F-82AA-19A5A87A11E8}" type="slidenum">
              <a:rPr lang="zh-TW" altLang="en-US" smtClean="0"/>
              <a:pPr/>
              <a:t>27</a:t>
            </a:fld>
            <a:endParaRPr lang="zh-TW" altLang="en-US"/>
          </a:p>
        </p:txBody>
      </p:sp>
      <p:sp>
        <p:nvSpPr>
          <p:cNvPr id="4" name="內容版面配置區 3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endParaRPr lang="zh-TW" altLang="en-US" dirty="0"/>
          </a:p>
        </p:txBody>
      </p:sp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1043608" y="1340768"/>
            <a:ext cx="7305055" cy="53981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xmlns="" val="253091603"/>
      </p:ext>
    </p:extLst>
  </p:cSld>
  <p:clrMapOvr>
    <a:masterClrMapping/>
  </p:clrMapOvr>
  <p:transition>
    <p:cut/>
  </p:transition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Time Complexity</a:t>
            </a:r>
            <a:endParaRPr lang="zh-TW" altLang="en-US" dirty="0"/>
          </a:p>
        </p:txBody>
      </p:sp>
      <p:sp>
        <p:nvSpPr>
          <p:cNvPr id="3" name="投影片編號版面配置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3531F1-0529-445F-82AA-19A5A87A11E8}" type="slidenum">
              <a:rPr lang="zh-TW" altLang="en-US" smtClean="0"/>
              <a:pPr/>
              <a:t>28</a:t>
            </a:fld>
            <a:endParaRPr lang="zh-TW" altLang="en-US"/>
          </a:p>
        </p:txBody>
      </p:sp>
      <mc:AlternateContent xmlns:mc="http://schemas.openxmlformats.org/markup-compatibility/2006">
        <mc:Choice xmlns:a14="http://schemas.microsoft.com/office/drawing/2010/main" xmlns="" Requires="a14">
          <p:sp>
            <p:nvSpPr>
              <p:cNvPr id="4" name="內容版面配置區 3"/>
              <p:cNvSpPr>
                <a:spLocks noGrp="1"/>
              </p:cNvSpPr>
              <p:nvPr>
                <p:ph sz="quarter" idx="1"/>
              </p:nvPr>
            </p:nvSpPr>
            <p:spPr/>
            <p:txBody>
              <a:bodyPr/>
              <a:lstStyle/>
              <a:p>
                <a:r>
                  <a:rPr lang="en-US" altLang="zh-TW" dirty="0" smtClean="0"/>
                  <a:t>The S[</a:t>
                </a:r>
                <a:r>
                  <a:rPr lang="el-GR" altLang="zh-TW" dirty="0" smtClean="0">
                    <a:latin typeface="Calibri"/>
                    <a:cs typeface="Calibri"/>
                  </a:rPr>
                  <a:t>σ</a:t>
                </a:r>
                <a:r>
                  <a:rPr lang="en-US" altLang="zh-TW" dirty="0" smtClean="0"/>
                  <a:t>] tables can be obtained in </a:t>
                </a:r>
                <a:r>
                  <a:rPr lang="en-US" altLang="zh-TW" i="1" dirty="0" smtClean="0"/>
                  <a:t>O</a:t>
                </a:r>
                <a:r>
                  <a:rPr lang="en-US" altLang="zh-TW" dirty="0" smtClean="0"/>
                  <a:t>(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limLoc m:val="subSup"/>
                        <m:ctrlPr>
                          <a:rPr lang="en-US" altLang="zh-TW" i="1">
                            <a:latin typeface="Cambria Math"/>
                          </a:rPr>
                        </m:ctrlPr>
                      </m:naryPr>
                      <m:sub>
                        <m:r>
                          <m:rPr>
                            <m:brk m:alnAt="25"/>
                          </m:rPr>
                          <a:rPr lang="en-US" altLang="zh-TW" i="1">
                            <a:latin typeface="Cambria Math"/>
                          </a:rPr>
                          <m:t>𝑖</m:t>
                        </m:r>
                        <m:r>
                          <a:rPr lang="en-US" altLang="zh-TW" i="1">
                            <a:latin typeface="Cambria Math"/>
                          </a:rPr>
                          <m:t>=1</m:t>
                        </m:r>
                      </m:sub>
                      <m:sup>
                        <m:r>
                          <a:rPr lang="en-US" altLang="zh-TW" i="1">
                            <a:latin typeface="Cambria Math"/>
                          </a:rPr>
                          <m:t>𝑑</m:t>
                        </m:r>
                      </m:sup>
                      <m:e>
                        <m:sSub>
                          <m:sSubPr>
                            <m:ctrlPr>
                              <a:rPr lang="en-US" altLang="zh-TW" i="1">
                                <a:latin typeface="Cambria Math"/>
                              </a:rPr>
                            </m:ctrlPr>
                          </m:sSubPr>
                          <m:e>
                            <m:r>
                              <a:rPr lang="en-US" altLang="zh-TW" i="1">
                                <a:latin typeface="Cambria Math"/>
                              </a:rPr>
                              <m:t>𝑛</m:t>
                            </m:r>
                          </m:e>
                          <m:sub>
                            <m:r>
                              <a:rPr lang="en-US" altLang="zh-TW" i="1">
                                <a:latin typeface="Cambria Math"/>
                              </a:rPr>
                              <m:t>𝑖</m:t>
                            </m:r>
                          </m:sub>
                        </m:sSub>
                        <m:r>
                          <a:rPr lang="en-US" altLang="zh-TW" i="1">
                            <a:latin typeface="Cambria Math"/>
                          </a:rPr>
                          <m:t> </m:t>
                        </m:r>
                      </m:e>
                    </m:nary>
                  </m:oMath>
                </a14:m>
                <a:r>
                  <a:rPr lang="en-US" altLang="zh-TW" dirty="0" smtClean="0"/>
                  <a:t>) time</a:t>
                </a:r>
              </a:p>
              <a:p>
                <a:r>
                  <a:rPr lang="en-US" altLang="zh-TW" dirty="0" smtClean="0"/>
                  <a:t>All pre(</a:t>
                </a:r>
                <a:r>
                  <a:rPr lang="en-US" altLang="zh-TW" i="1" dirty="0" smtClean="0"/>
                  <a:t>S</a:t>
                </a:r>
                <a:r>
                  <a:rPr lang="en-US" altLang="zh-TW" i="1" baseline="-25000" dirty="0" smtClean="0"/>
                  <a:t>i</a:t>
                </a:r>
                <a:r>
                  <a:rPr lang="en-US" altLang="zh-TW" dirty="0" smtClean="0"/>
                  <a:t>, </a:t>
                </a:r>
                <a:r>
                  <a:rPr lang="en-US" altLang="zh-TW" i="1" dirty="0" err="1" smtClean="0"/>
                  <a:t>r</a:t>
                </a:r>
                <a:r>
                  <a:rPr lang="en-US" altLang="zh-TW" i="1" baseline="-25000" dirty="0" err="1" smtClean="0"/>
                  <a:t>i</a:t>
                </a:r>
                <a:r>
                  <a:rPr lang="en-US" altLang="zh-TW" dirty="0" smtClean="0"/>
                  <a:t>, </a:t>
                </a:r>
                <a:r>
                  <a:rPr lang="el-GR" altLang="zh-TW" dirty="0">
                    <a:latin typeface="Calibri"/>
                    <a:cs typeface="Calibri"/>
                  </a:rPr>
                  <a:t>σ</a:t>
                </a:r>
                <a:r>
                  <a:rPr lang="en-US" altLang="zh-TW" dirty="0" smtClean="0"/>
                  <a:t>) can be preprocessed in </a:t>
                </a:r>
                <a:r>
                  <a:rPr lang="en-US" altLang="zh-TW" i="1" dirty="0" smtClean="0"/>
                  <a:t>O</a:t>
                </a:r>
                <a:r>
                  <a:rPr lang="en-US" altLang="zh-TW" dirty="0"/>
                  <a:t>(</a:t>
                </a:r>
                <a:r>
                  <a:rPr lang="en-US" altLang="zh-TW" dirty="0" smtClean="0"/>
                  <a:t>|</a:t>
                </a:r>
                <a:r>
                  <a:rPr lang="el-GR" altLang="zh-TW" dirty="0" smtClean="0"/>
                  <a:t>Σ</a:t>
                </a:r>
                <a:r>
                  <a:rPr lang="en-US" altLang="zh-TW" dirty="0" smtClean="0"/>
                  <a:t>|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limLoc m:val="subSup"/>
                        <m:ctrlPr>
                          <a:rPr lang="en-US" altLang="zh-TW" i="1">
                            <a:latin typeface="Cambria Math"/>
                          </a:rPr>
                        </m:ctrlPr>
                      </m:naryPr>
                      <m:sub>
                        <m:r>
                          <m:rPr>
                            <m:brk m:alnAt="25"/>
                          </m:rPr>
                          <a:rPr lang="en-US" altLang="zh-TW" i="1">
                            <a:latin typeface="Cambria Math"/>
                          </a:rPr>
                          <m:t>𝑖</m:t>
                        </m:r>
                        <m:r>
                          <a:rPr lang="en-US" altLang="zh-TW" i="1">
                            <a:latin typeface="Cambria Math"/>
                          </a:rPr>
                          <m:t>=1</m:t>
                        </m:r>
                      </m:sub>
                      <m:sup>
                        <m:r>
                          <a:rPr lang="en-US" altLang="zh-TW" i="1">
                            <a:latin typeface="Cambria Math"/>
                          </a:rPr>
                          <m:t>𝑑</m:t>
                        </m:r>
                      </m:sup>
                      <m:e>
                        <m:sSub>
                          <m:sSubPr>
                            <m:ctrlPr>
                              <a:rPr lang="en-US" altLang="zh-TW" i="1">
                                <a:latin typeface="Cambria Math"/>
                              </a:rPr>
                            </m:ctrlPr>
                          </m:sSubPr>
                          <m:e>
                            <m:r>
                              <a:rPr lang="en-US" altLang="zh-TW" i="1">
                                <a:latin typeface="Cambria Math"/>
                              </a:rPr>
                              <m:t>𝑛</m:t>
                            </m:r>
                          </m:e>
                          <m:sub>
                            <m:r>
                              <a:rPr lang="en-US" altLang="zh-TW" i="1">
                                <a:latin typeface="Cambria Math"/>
                              </a:rPr>
                              <m:t>𝑖</m:t>
                            </m:r>
                          </m:sub>
                        </m:sSub>
                        <m:r>
                          <a:rPr lang="en-US" altLang="zh-TW" i="1">
                            <a:latin typeface="Cambria Math"/>
                          </a:rPr>
                          <m:t> </m:t>
                        </m:r>
                      </m:e>
                    </m:nary>
                  </m:oMath>
                </a14:m>
                <a:r>
                  <a:rPr lang="en-US" altLang="zh-TW" dirty="0"/>
                  <a:t>) </a:t>
                </a:r>
                <a:r>
                  <a:rPr lang="en-US" altLang="zh-TW" dirty="0" smtClean="0"/>
                  <a:t>time. </a:t>
                </a:r>
              </a:p>
              <a:p>
                <a:r>
                  <a:rPr lang="en-US" altLang="zh-TW" dirty="0" smtClean="0"/>
                  <a:t>The iteration of the For loops </a:t>
                </a:r>
                <a:r>
                  <a:rPr lang="en-US" altLang="zh-TW" smtClean="0"/>
                  <a:t>in Main equals </a:t>
                </a:r>
                <a:r>
                  <a:rPr lang="en-US" altLang="zh-TW" dirty="0" smtClean="0"/>
                  <a:t>the number of dark blocks </a:t>
                </a:r>
                <a:r>
                  <a:rPr lang="el-GR" altLang="zh-TW" dirty="0" smtClean="0"/>
                  <a:t>ρ</a:t>
                </a:r>
                <a:r>
                  <a:rPr lang="en-US" altLang="zh-TW" dirty="0" smtClean="0"/>
                  <a:t>.</a:t>
                </a:r>
              </a:p>
              <a:p>
                <a:r>
                  <a:rPr lang="en-US" altLang="zh-TW" dirty="0"/>
                  <a:t>Inner loop of </a:t>
                </a:r>
                <a:r>
                  <a:rPr lang="en-US" altLang="zh-TW" dirty="0" err="1" smtClean="0"/>
                  <a:t>DarkBlockOnly</a:t>
                </a:r>
                <a:r>
                  <a:rPr lang="en-US" altLang="zh-TW" dirty="0" smtClean="0"/>
                  <a:t> </a:t>
                </a:r>
                <a:r>
                  <a:rPr lang="en-US" altLang="zh-TW" dirty="0"/>
                  <a:t>takes </a:t>
                </a:r>
                <a:r>
                  <a:rPr lang="en-US" altLang="zh-TW" i="1" dirty="0" smtClean="0"/>
                  <a:t>O</a:t>
                </a:r>
                <a:r>
                  <a:rPr lang="en-US" altLang="zh-TW" dirty="0" smtClean="0"/>
                  <a:t>(</a:t>
                </a:r>
                <a:r>
                  <a:rPr lang="en-US" altLang="zh-TW" i="1" dirty="0" smtClean="0"/>
                  <a:t>d </a:t>
                </a:r>
                <a:r>
                  <a:rPr lang="en-US" altLang="zh-TW" dirty="0" smtClean="0"/>
                  <a:t>|</a:t>
                </a:r>
                <a:r>
                  <a:rPr lang="el-GR" altLang="zh-TW" dirty="0"/>
                  <a:t>Σ</a:t>
                </a:r>
                <a:r>
                  <a:rPr lang="en-US" altLang="zh-TW" dirty="0"/>
                  <a:t>|</a:t>
                </a:r>
                <a:r>
                  <a:rPr lang="en-US" altLang="zh-TW" dirty="0" smtClean="0"/>
                  <a:t>) </a:t>
                </a:r>
                <a:r>
                  <a:rPr lang="en-US" altLang="zh-TW" dirty="0"/>
                  <a:t>time</a:t>
                </a:r>
              </a:p>
              <a:p>
                <a:r>
                  <a:rPr lang="en-US" altLang="zh-TW" dirty="0"/>
                  <a:t>The while-loop of </a:t>
                </a:r>
                <a:r>
                  <a:rPr lang="en-US" altLang="zh-TW" dirty="0" err="1" smtClean="0"/>
                  <a:t>Dark</a:t>
                </a:r>
                <a:r>
                  <a:rPr lang="en-US" altLang="zh-TW" dirty="0" err="1"/>
                  <a:t>BlockOnly</a:t>
                </a:r>
                <a:r>
                  <a:rPr lang="en-US" altLang="zh-TW" dirty="0" smtClean="0"/>
                  <a:t> </a:t>
                </a:r>
                <a:r>
                  <a:rPr lang="en-US" altLang="zh-TW" dirty="0"/>
                  <a:t>is executed no more than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limLoc m:val="subSup"/>
                        <m:ctrlPr>
                          <a:rPr lang="en-US" altLang="zh-TW" i="1">
                            <a:latin typeface="Cambria Math"/>
                          </a:rPr>
                        </m:ctrlPr>
                      </m:naryPr>
                      <m:sub>
                        <m:r>
                          <m:rPr>
                            <m:brk m:alnAt="25"/>
                          </m:rPr>
                          <a:rPr lang="en-US" altLang="zh-TW" i="1">
                            <a:latin typeface="Cambria Math"/>
                          </a:rPr>
                          <m:t>𝑖</m:t>
                        </m:r>
                        <m:r>
                          <a:rPr lang="en-US" altLang="zh-TW" i="1">
                            <a:latin typeface="Cambria Math"/>
                          </a:rPr>
                          <m:t>=1</m:t>
                        </m:r>
                      </m:sub>
                      <m:sup>
                        <m:r>
                          <a:rPr lang="en-US" altLang="zh-TW" i="1">
                            <a:latin typeface="Cambria Math"/>
                          </a:rPr>
                          <m:t>𝑑</m:t>
                        </m:r>
                      </m:sup>
                      <m:e>
                        <m:sSub>
                          <m:sSubPr>
                            <m:ctrlPr>
                              <a:rPr lang="en-US" altLang="zh-TW" i="1">
                                <a:latin typeface="Cambria Math"/>
                              </a:rPr>
                            </m:ctrlPr>
                          </m:sSubPr>
                          <m:e>
                            <m:r>
                              <a:rPr lang="en-US" altLang="zh-TW" i="1">
                                <a:latin typeface="Cambria Math"/>
                              </a:rPr>
                              <m:t>𝑛</m:t>
                            </m:r>
                          </m:e>
                          <m:sub>
                            <m:r>
                              <a:rPr lang="en-US" altLang="zh-TW" i="1">
                                <a:latin typeface="Cambria Math"/>
                              </a:rPr>
                              <m:t>𝑖</m:t>
                            </m:r>
                          </m:sub>
                        </m:sSub>
                        <m:r>
                          <a:rPr lang="en-US" altLang="zh-TW" i="1">
                            <a:latin typeface="Cambria Math"/>
                          </a:rPr>
                          <m:t> </m:t>
                        </m:r>
                      </m:e>
                    </m:nary>
                  </m:oMath>
                </a14:m>
                <a:r>
                  <a:rPr lang="en-US" altLang="zh-TW" dirty="0"/>
                  <a:t>times.</a:t>
                </a:r>
              </a:p>
              <a:p>
                <a:r>
                  <a:rPr lang="en-US" altLang="zh-TW" dirty="0" smtClean="0"/>
                  <a:t>The total time complexity is O(</a:t>
                </a:r>
                <a:r>
                  <a:rPr lang="en-US" altLang="zh-TW" dirty="0" err="1" smtClean="0"/>
                  <a:t>dn</a:t>
                </a:r>
                <a:r>
                  <a:rPr lang="el-GR" altLang="zh-TW" dirty="0" smtClean="0"/>
                  <a:t>ρ</a:t>
                </a:r>
                <a:r>
                  <a:rPr lang="en-US" altLang="zh-TW" dirty="0"/>
                  <a:t>|</a:t>
                </a:r>
                <a:r>
                  <a:rPr lang="el-GR" altLang="zh-TW" dirty="0"/>
                  <a:t>Σ</a:t>
                </a:r>
                <a:r>
                  <a:rPr lang="en-US" altLang="zh-TW" dirty="0"/>
                  <a:t>|</a:t>
                </a:r>
                <a:r>
                  <a:rPr lang="en-US" altLang="zh-TW" dirty="0" smtClean="0"/>
                  <a:t>)</a:t>
                </a:r>
                <a:endParaRPr lang="zh-TW" altLang="en-US" dirty="0"/>
              </a:p>
            </p:txBody>
          </p:sp>
        </mc:Choice>
        <mc:Fallback>
          <p:sp>
            <p:nvSpPr>
              <p:cNvPr id="4" name="內容版面配置區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"/>
              </p:nvPr>
            </p:nvSpPr>
            <p:spPr>
              <a:blipFill rotWithShape="1">
                <a:blip r:embed="rId2" cstate="print"/>
                <a:stretch>
                  <a:fillRect l="-706" t="-667" r="-235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xmlns="" val="3275622795"/>
      </p:ext>
    </p:extLst>
  </p:cSld>
  <p:clrMapOvr>
    <a:masterClrMapping/>
  </p:clrMapOvr>
  <p:transition>
    <p:cut/>
  </p:transition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Comparison</a:t>
            </a:r>
            <a:endParaRPr lang="zh-TW" altLang="en-US" dirty="0"/>
          </a:p>
        </p:txBody>
      </p:sp>
      <p:sp>
        <p:nvSpPr>
          <p:cNvPr id="3" name="投影片編號版面配置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3531F1-0529-445F-82AA-19A5A87A11E8}" type="slidenum">
              <a:rPr lang="zh-TW" altLang="en-US" smtClean="0"/>
              <a:pPr/>
              <a:t>29</a:t>
            </a:fld>
            <a:endParaRPr lang="zh-TW" altLang="en-US"/>
          </a:p>
        </p:txBody>
      </p:sp>
      <mc:AlternateContent xmlns:mc="http://schemas.openxmlformats.org/markup-compatibility/2006">
        <mc:Choice xmlns:a14="http://schemas.microsoft.com/office/drawing/2010/main" xmlns="" Requires="a14">
          <p:sp>
            <p:nvSpPr>
              <p:cNvPr id="4" name="內容版面配置區 3"/>
              <p:cNvSpPr>
                <a:spLocks noGrp="1"/>
              </p:cNvSpPr>
              <p:nvPr>
                <p:ph sz="quarter" idx="1"/>
              </p:nvPr>
            </p:nvSpPr>
            <p:spPr/>
            <p:txBody>
              <a:bodyPr/>
              <a:lstStyle/>
              <a:p>
                <a:r>
                  <a:rPr lang="en-US" altLang="zh-TW" dirty="0" smtClean="0"/>
                  <a:t>Since </a:t>
                </a:r>
                <a:r>
                  <a:rPr lang="el-GR" altLang="zh-TW" dirty="0"/>
                  <a:t>ρ</a:t>
                </a:r>
                <a:r>
                  <a:rPr lang="en-US" altLang="zh-TW" dirty="0" smtClean="0"/>
                  <a:t> </a:t>
                </a:r>
                <a:r>
                  <a:rPr lang="en-US" altLang="zh-TW" dirty="0"/>
                  <a:t>= O(m</a:t>
                </a:r>
                <a:r>
                  <a:rPr lang="en-US" altLang="zh-TW" dirty="0" smtClean="0"/>
                  <a:t>), the </a:t>
                </a:r>
                <a:r>
                  <a:rPr lang="en-US" altLang="zh-TW" dirty="0"/>
                  <a:t>time of algorithm 2 is never worse </a:t>
                </a:r>
                <a:r>
                  <a:rPr lang="en-US" altLang="zh-TW" dirty="0" smtClean="0"/>
                  <a:t>than that </a:t>
                </a:r>
                <a:r>
                  <a:rPr lang="en-US" altLang="zh-TW" dirty="0"/>
                  <a:t>of algorithm 1 for constant-size alphabets</a:t>
                </a:r>
                <a:r>
                  <a:rPr lang="en-US" altLang="zh-TW" dirty="0" smtClean="0"/>
                  <a:t>.</a:t>
                </a:r>
              </a:p>
              <a:p>
                <a:r>
                  <a:rPr lang="en-US" altLang="zh-TW" dirty="0"/>
                  <a:t>F</a:t>
                </a:r>
                <a:r>
                  <a:rPr lang="en-US" altLang="zh-TW" dirty="0" smtClean="0"/>
                  <a:t>or </a:t>
                </a:r>
                <a:r>
                  <a:rPr lang="en-US" altLang="zh-TW" dirty="0"/>
                  <a:t>random input strings the probability of </a:t>
                </a:r>
                <a:r>
                  <a:rPr lang="en-US" altLang="zh-TW" dirty="0" smtClean="0"/>
                  <a:t>the appearance </a:t>
                </a:r>
                <a:r>
                  <a:rPr lang="en-US" altLang="zh-TW" dirty="0"/>
                  <a:t>of a dark block </a:t>
                </a:r>
                <a:r>
                  <a:rPr lang="en-US" altLang="zh-TW" dirty="0" smtClean="0"/>
                  <a:t>is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TW" i="1" smtClean="0">
                            <a:latin typeface="Cambria Math"/>
                          </a:rPr>
                        </m:ctrlPr>
                      </m:fPr>
                      <m:num>
                        <m:r>
                          <a:rPr lang="en-US" altLang="zh-TW" b="0" i="1" smtClean="0">
                            <a:latin typeface="Cambria Math"/>
                          </a:rPr>
                          <m:t>1</m:t>
                        </m:r>
                      </m:num>
                      <m:den>
                        <m:sSup>
                          <m:sSupPr>
                            <m:ctrlPr>
                              <a:rPr lang="en-US" altLang="zh-TW" i="1" smtClean="0">
                                <a:latin typeface="Cambria Math"/>
                              </a:rPr>
                            </m:ctrlPr>
                          </m:sSupPr>
                          <m:e>
                            <m:r>
                              <a:rPr lang="en-US" altLang="zh-TW" b="0" i="1" smtClean="0">
                                <a:latin typeface="Cambria Math"/>
                              </a:rPr>
                              <m:t>|</m:t>
                            </m:r>
                            <m:r>
                              <m:rPr>
                                <m:sty m:val="p"/>
                              </m:rPr>
                              <a:rPr lang="el-GR" altLang="zh-TW" b="0" i="1" smtClean="0">
                                <a:latin typeface="Cambria Math"/>
                              </a:rPr>
                              <m:t>Σ</m:t>
                            </m:r>
                            <m:r>
                              <a:rPr lang="en-US" altLang="zh-TW" b="0" i="1" smtClean="0">
                                <a:latin typeface="Cambria Math"/>
                              </a:rPr>
                              <m:t>|</m:t>
                            </m:r>
                          </m:e>
                          <m:sup>
                            <m:r>
                              <a:rPr lang="en-US" altLang="zh-TW" b="0" i="1" smtClean="0">
                                <a:latin typeface="Cambria Math"/>
                              </a:rPr>
                              <m:t>𝑑</m:t>
                            </m:r>
                            <m:r>
                              <a:rPr lang="en-US" altLang="zh-TW" b="0" i="1" smtClean="0">
                                <a:latin typeface="Cambria Math"/>
                              </a:rPr>
                              <m:t>−1</m:t>
                            </m:r>
                          </m:sup>
                        </m:sSup>
                      </m:den>
                    </m:f>
                  </m:oMath>
                </a14:m>
                <a:r>
                  <a:rPr lang="en-US" altLang="zh-TW" dirty="0" smtClean="0"/>
                  <a:t>, which implies </a:t>
                </a:r>
                <a:r>
                  <a:rPr lang="el-GR" altLang="zh-TW" dirty="0" smtClean="0"/>
                  <a:t>ρ</a:t>
                </a:r>
                <a:r>
                  <a:rPr lang="en-US" altLang="zh-TW" dirty="0" smtClean="0"/>
                  <a:t> = O(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TW" i="1">
                            <a:latin typeface="Cambria Math"/>
                          </a:rPr>
                        </m:ctrlPr>
                      </m:fPr>
                      <m:num>
                        <m:r>
                          <a:rPr lang="en-US" altLang="zh-TW" i="1">
                            <a:latin typeface="Cambria Math"/>
                          </a:rPr>
                          <m:t>1</m:t>
                        </m:r>
                      </m:num>
                      <m:den>
                        <m:sSup>
                          <m:sSupPr>
                            <m:ctrlPr>
                              <a:rPr lang="en-US" altLang="zh-TW" i="1">
                                <a:latin typeface="Cambria Math"/>
                              </a:rPr>
                            </m:ctrlPr>
                          </m:sSupPr>
                          <m:e>
                            <m:r>
                              <a:rPr lang="en-US" altLang="zh-TW" i="1">
                                <a:latin typeface="Cambria Math"/>
                              </a:rPr>
                              <m:t>|</m:t>
                            </m:r>
                            <m:r>
                              <m:rPr>
                                <m:sty m:val="p"/>
                              </m:rPr>
                              <a:rPr lang="el-GR" altLang="zh-TW" i="1">
                                <a:latin typeface="Cambria Math"/>
                              </a:rPr>
                              <m:t>Σ</m:t>
                            </m:r>
                            <m:r>
                              <a:rPr lang="en-US" altLang="zh-TW" i="1">
                                <a:latin typeface="Cambria Math"/>
                              </a:rPr>
                              <m:t>|</m:t>
                            </m:r>
                          </m:e>
                          <m:sup>
                            <m:r>
                              <a:rPr lang="en-US" altLang="zh-TW" i="1">
                                <a:latin typeface="Cambria Math"/>
                              </a:rPr>
                              <m:t>𝑑</m:t>
                            </m:r>
                            <m:r>
                              <a:rPr lang="en-US" altLang="zh-TW" i="1">
                                <a:latin typeface="Cambria Math"/>
                              </a:rPr>
                              <m:t>−1</m:t>
                            </m:r>
                          </m:sup>
                        </m:sSup>
                      </m:den>
                    </m:f>
                  </m:oMath>
                </a14:m>
                <a:r>
                  <a:rPr lang="en-US" altLang="zh-TW" dirty="0" smtClean="0"/>
                  <a:t>m). In this case, </a:t>
                </a:r>
                <a:r>
                  <a:rPr lang="en-US" altLang="zh-TW" dirty="0"/>
                  <a:t>O(</a:t>
                </a:r>
                <a:r>
                  <a:rPr lang="en-US" altLang="zh-TW" dirty="0" err="1"/>
                  <a:t>dn</a:t>
                </a:r>
                <a:r>
                  <a:rPr lang="el-GR" altLang="zh-TW" dirty="0"/>
                  <a:t>ρ</a:t>
                </a:r>
                <a:r>
                  <a:rPr lang="en-US" altLang="zh-TW" dirty="0"/>
                  <a:t>|</a:t>
                </a:r>
                <a:r>
                  <a:rPr lang="el-GR" altLang="zh-TW" dirty="0"/>
                  <a:t>Σ</a:t>
                </a:r>
                <a:r>
                  <a:rPr lang="en-US" altLang="zh-TW" dirty="0" smtClean="0"/>
                  <a:t>|)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TW" i="1">
                            <a:latin typeface="Cambria Math"/>
                          </a:rPr>
                        </m:ctrlPr>
                      </m:fPr>
                      <m:num>
                        <m:r>
                          <a:rPr lang="en-US" altLang="zh-TW" i="1">
                            <a:latin typeface="Cambria Math"/>
                          </a:rPr>
                          <m:t>1</m:t>
                        </m:r>
                      </m:num>
                      <m:den>
                        <m:sSup>
                          <m:sSupPr>
                            <m:ctrlPr>
                              <a:rPr lang="en-US" altLang="zh-TW" i="1">
                                <a:latin typeface="Cambria Math"/>
                              </a:rPr>
                            </m:ctrlPr>
                          </m:sSupPr>
                          <m:e>
                            <m:r>
                              <a:rPr lang="en-US" altLang="zh-TW" i="1">
                                <a:latin typeface="Cambria Math"/>
                              </a:rPr>
                              <m:t>|</m:t>
                            </m:r>
                            <m:r>
                              <m:rPr>
                                <m:sty m:val="p"/>
                              </m:rPr>
                              <a:rPr lang="el-GR" altLang="zh-TW" i="1">
                                <a:latin typeface="Cambria Math"/>
                              </a:rPr>
                              <m:t>Σ</m:t>
                            </m:r>
                            <m:r>
                              <a:rPr lang="en-US" altLang="zh-TW" i="1">
                                <a:latin typeface="Cambria Math"/>
                              </a:rPr>
                              <m:t>|</m:t>
                            </m:r>
                          </m:e>
                          <m:sup>
                            <m:r>
                              <a:rPr lang="en-US" altLang="zh-TW" i="1">
                                <a:latin typeface="Cambria Math"/>
                              </a:rPr>
                              <m:t>𝑑</m:t>
                            </m:r>
                            <m:r>
                              <a:rPr lang="en-US" altLang="zh-TW" i="1">
                                <a:latin typeface="Cambria Math"/>
                              </a:rPr>
                              <m:t>−2</m:t>
                            </m:r>
                          </m:sup>
                        </m:sSup>
                      </m:den>
                    </m:f>
                  </m:oMath>
                </a14:m>
                <a:r>
                  <a:rPr lang="en-US" altLang="zh-TW" dirty="0"/>
                  <a:t> </a:t>
                </a:r>
                <a:r>
                  <a:rPr lang="en-US" altLang="zh-TW" dirty="0" smtClean="0"/>
                  <a:t>O(</a:t>
                </a:r>
                <a:r>
                  <a:rPr lang="en-US" altLang="zh-TW" dirty="0" err="1" smtClean="0"/>
                  <a:t>dnm</a:t>
                </a:r>
                <a:r>
                  <a:rPr lang="en-US" altLang="zh-TW" dirty="0" smtClean="0"/>
                  <a:t>).</a:t>
                </a:r>
                <a:endParaRPr lang="zh-TW" altLang="en-US" dirty="0"/>
              </a:p>
            </p:txBody>
          </p:sp>
        </mc:Choice>
        <mc:Fallback>
          <p:sp>
            <p:nvSpPr>
              <p:cNvPr id="4" name="內容版面配置區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"/>
              </p:nvPr>
            </p:nvSpPr>
            <p:spPr>
              <a:blipFill rotWithShape="1">
                <a:blip r:embed="rId2" cstate="print"/>
                <a:stretch>
                  <a:fillRect l="-706" t="-1333" r="-243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xmlns="" val="2627129227"/>
      </p:ext>
    </p:extLst>
  </p:cSld>
  <p:clrMapOvr>
    <a:masterClrMapping/>
  </p:clrMapOvr>
  <p:transition>
    <p:cut/>
  </p:transition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End</a:t>
            </a:r>
            <a:endParaRPr lang="zh-TW" altLang="en-US" dirty="0"/>
          </a:p>
        </p:txBody>
      </p:sp>
      <p:sp>
        <p:nvSpPr>
          <p:cNvPr id="3" name="投影片編號版面配置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3531F1-0529-445F-82AA-19A5A87A11E8}" type="slidenum">
              <a:rPr lang="zh-TW" altLang="en-US" smtClean="0"/>
              <a:pPr/>
              <a:t>30</a:t>
            </a:fld>
            <a:endParaRPr lang="zh-TW" altLang="en-US"/>
          </a:p>
        </p:txBody>
      </p:sp>
      <p:sp>
        <p:nvSpPr>
          <p:cNvPr id="4" name="內容版面配置區 3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xmlns="" val="279769446"/>
      </p:ext>
    </p:extLst>
  </p:cSld>
  <p:clrMapOvr>
    <a:masterClrMapping/>
  </p:clrMapOvr>
  <p:transition>
    <p:cut/>
  </p:transition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公正">
  <a:themeElements>
    <a:clrScheme name="公正">
      <a:dk1>
        <a:sysClr val="windowText" lastClr="000000"/>
      </a:dk1>
      <a:lt1>
        <a:sysClr val="window" lastClr="FFFFFF"/>
      </a:lt1>
      <a:dk2>
        <a:srgbClr val="696464"/>
      </a:dk2>
      <a:lt2>
        <a:srgbClr val="E9E5DC"/>
      </a:lt2>
      <a:accent1>
        <a:srgbClr val="D34817"/>
      </a:accent1>
      <a:accent2>
        <a:srgbClr val="9B2D1F"/>
      </a:accent2>
      <a:accent3>
        <a:srgbClr val="A28E6A"/>
      </a:accent3>
      <a:accent4>
        <a:srgbClr val="956251"/>
      </a:accent4>
      <a:accent5>
        <a:srgbClr val="918485"/>
      </a:accent5>
      <a:accent6>
        <a:srgbClr val="855D5D"/>
      </a:accent6>
      <a:hlink>
        <a:srgbClr val="CC9900"/>
      </a:hlink>
      <a:folHlink>
        <a:srgbClr val="96A9A9"/>
      </a:folHlink>
    </a:clrScheme>
    <a:fontScheme name="公正">
      <a:majorFont>
        <a:latin typeface="Franklin Gothic Book"/>
        <a:ea typeface=""/>
        <a:cs typeface=""/>
        <a:font script="Grek" typeface="Calibri"/>
        <a:font script="Cyrl" typeface="Calibri"/>
        <a:font script="Jpan" typeface="HGｺﾞｼｯｸM"/>
        <a:font script="Hang" typeface="바탕"/>
        <a:font script="Hans" typeface="幼圆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Perpetua"/>
        <a:ea typeface=""/>
        <a:cs typeface=""/>
        <a:font script="Grek" typeface="Cambria"/>
        <a:font script="Cyrl" typeface="Cambria"/>
        <a:font script="Jpan" typeface="HG創英ﾌﾟﾚｾﾞﾝｽEB"/>
        <a:font script="Hang" typeface="맑은 고딕"/>
        <a:font script="Hans" typeface="宋体"/>
        <a:font script="Hant" typeface="新細明體"/>
        <a:font script="Arab" typeface="Times New Roman"/>
        <a:font script="Hebr" typeface="Aharoni"/>
        <a:font script="Thai" typeface="Eucrosia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公正">
      <a:fillStyleLst>
        <a:solidFill>
          <a:schemeClr val="phClr"/>
        </a:solidFill>
        <a:blipFill>
          <a:blip xmlns:r="http://schemas.openxmlformats.org/officeDocument/2006/relationships" r:embed="rId1">
            <a:duotone>
              <a:schemeClr val="phClr">
                <a:tint val="30000"/>
                <a:satMod val="300000"/>
              </a:schemeClr>
              <a:schemeClr val="phClr">
                <a:tint val="40000"/>
                <a:satMod val="200000"/>
              </a:schemeClr>
            </a:duotone>
          </a:blip>
          <a:tile tx="0" ty="0" sx="70000" sy="70000" flip="none" algn="ctr"/>
        </a:blipFill>
        <a:blipFill>
          <a:blip xmlns:r="http://schemas.openxmlformats.org/officeDocument/2006/relationships" r:embed="rId1">
            <a:duotone>
              <a:schemeClr val="phClr">
                <a:shade val="22000"/>
                <a:satMod val="160000"/>
              </a:schemeClr>
              <a:schemeClr val="phClr">
                <a:shade val="45000"/>
                <a:satMod val="100000"/>
              </a:schemeClr>
            </a:duotone>
          </a:blip>
          <a:tile tx="0" ty="0" sx="65000" sy="65000" flip="none" algn="ctr"/>
        </a:blipFill>
      </a:fillStyleLst>
      <a:lnStyleLst>
        <a:ln w="9525" cap="flat" cmpd="sng" algn="ctr">
          <a:solidFill>
            <a:schemeClr val="phClr">
              <a:shade val="60000"/>
              <a:satMod val="110000"/>
            </a:schemeClr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5400000" algn="t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38100" dist="25400" dir="5400000" algn="t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50800" dist="50800" dir="5400000" algn="t" rotWithShape="0">
              <a:srgbClr val="000000">
                <a:alpha val="60000"/>
              </a:srgbClr>
            </a:outerShdw>
          </a:effectLst>
          <a:scene3d>
            <a:camera prst="isometricBottomUp" fov="0">
              <a:rot lat="0" lon="0" rev="0"/>
            </a:camera>
            <a:lightRig rig="soft" dir="b">
              <a:rot lat="0" lon="0" rev="9000000"/>
            </a:lightRig>
          </a:scene3d>
          <a:sp3d contourW="35000" prstMaterial="matte">
            <a:bevelT w="45000" h="38100" prst="convex"/>
            <a:contourClr>
              <a:schemeClr val="phClr">
                <a:tint val="10000"/>
                <a:satMod val="13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40000"/>
                <a:satMod val="165000"/>
              </a:schemeClr>
            </a:gs>
            <a:gs pos="50000">
              <a:schemeClr val="phClr">
                <a:shade val="80000"/>
                <a:satMod val="155000"/>
              </a:schemeClr>
            </a:gs>
            <a:gs pos="100000">
              <a:schemeClr val="phClr">
                <a:tint val="95000"/>
                <a:satMod val="200000"/>
              </a:schemeClr>
            </a:gs>
          </a:gsLst>
          <a:lin ang="16200000" scaled="1"/>
        </a:gradFill>
        <a:blipFill>
          <a:blip xmlns:r="http://schemas.openxmlformats.org/officeDocument/2006/relationships" r:embed="rId1">
            <a:duotone>
              <a:schemeClr val="phClr">
                <a:tint val="95000"/>
                <a:satMod val="200000"/>
              </a:schemeClr>
              <a:schemeClr val="phClr">
                <a:shade val="80000"/>
                <a:satMod val="100000"/>
              </a:schemeClr>
            </a:duotone>
          </a:blip>
          <a:tile tx="0" ty="0" sx="55000" sy="55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Equity</Template>
  <TotalTime>1138</TotalTime>
  <Words>1122</Words>
  <Application>Microsoft Office PowerPoint</Application>
  <PresentationFormat>如螢幕大小 (4:3)</PresentationFormat>
  <Paragraphs>402</Paragraphs>
  <Slides>30</Slides>
  <Notes>2</Notes>
  <HiddenSlides>0</HiddenSlides>
  <MMClips>0</MMClips>
  <ScaleCrop>false</ScaleCrop>
  <HeadingPairs>
    <vt:vector size="6" baseType="variant">
      <vt:variant>
        <vt:lpstr>佈景主題</vt:lpstr>
      </vt:variant>
      <vt:variant>
        <vt:i4>1</vt:i4>
      </vt:variant>
      <vt:variant>
        <vt:lpstr>內嵌 OLE 伺服程式</vt:lpstr>
      </vt:variant>
      <vt:variant>
        <vt:i4>2</vt:i4>
      </vt:variant>
      <vt:variant>
        <vt:lpstr>投影片標題</vt:lpstr>
      </vt:variant>
      <vt:variant>
        <vt:i4>30</vt:i4>
      </vt:variant>
    </vt:vector>
  </HeadingPairs>
  <TitlesOfParts>
    <vt:vector size="33" baseType="lpstr">
      <vt:lpstr>公正</vt:lpstr>
      <vt:lpstr>方程式</vt:lpstr>
      <vt:lpstr>Visio</vt:lpstr>
      <vt:lpstr>Computing the Longest Common Subsequence of Multiple RLE Strings</vt:lpstr>
      <vt:lpstr>Abstract</vt:lpstr>
      <vt:lpstr>Longest Common Subsequence (LCS)</vt:lpstr>
      <vt:lpstr>LCS by Dynamic Programming</vt:lpstr>
      <vt:lpstr>d -LCS</vt:lpstr>
      <vt:lpstr>Run-length Encoding</vt:lpstr>
      <vt:lpstr>RLE-LCS by Dynamic Programming</vt:lpstr>
      <vt:lpstr>RLE-LCS by Dynamic Programming</vt:lpstr>
      <vt:lpstr>Lemma 1</vt:lpstr>
      <vt:lpstr>Lemma 2</vt:lpstr>
      <vt:lpstr>主菜</vt:lpstr>
      <vt:lpstr>Lemma 3</vt:lpstr>
      <vt:lpstr>Lemma 4</vt:lpstr>
      <vt:lpstr>Lemma 4</vt:lpstr>
      <vt:lpstr>Lemma 5</vt:lpstr>
      <vt:lpstr>Example</vt:lpstr>
      <vt:lpstr>Example</vt:lpstr>
      <vt:lpstr>Algorithm 1 - Main</vt:lpstr>
      <vt:lpstr>Algorithm 1 – DarkPath</vt:lpstr>
      <vt:lpstr>Example</vt:lpstr>
      <vt:lpstr>Time Complexity</vt:lpstr>
      <vt:lpstr>Algorithm 2</vt:lpstr>
      <vt:lpstr>Lemma 6</vt:lpstr>
      <vt:lpstr>Algorithm 2 - Main</vt:lpstr>
      <vt:lpstr>Algorithm 2 - Main</vt:lpstr>
      <vt:lpstr>pre(S, r, σ) Example</vt:lpstr>
      <vt:lpstr>Algorithm 2 – DarkBlockOnly</vt:lpstr>
      <vt:lpstr>Time Complexity</vt:lpstr>
      <vt:lpstr>Comparison</vt:lpstr>
      <vt:lpstr>End</vt:lpstr>
    </vt:vector>
  </TitlesOfParts>
  <Company/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Computing the Longest Common Subsequence of Multiple RLE Strings</dc:title>
  <dc:creator>ab</dc:creator>
  <cp:lastModifiedBy>Guest</cp:lastModifiedBy>
  <cp:revision>43</cp:revision>
  <dcterms:created xsi:type="dcterms:W3CDTF">2012-07-14T02:26:37Z</dcterms:created>
  <dcterms:modified xsi:type="dcterms:W3CDTF">2012-07-17T11:31:19Z</dcterms:modified>
</cp:coreProperties>
</file>